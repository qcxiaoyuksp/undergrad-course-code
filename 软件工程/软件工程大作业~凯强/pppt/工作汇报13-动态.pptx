
<file path=[Content_Types].xml><?xml version="1.0" encoding="utf-8"?>
<Types xmlns="http://schemas.openxmlformats.org/package/2006/content-types">
  <Default Extension="mp3" ContentType="audio/unknown"/>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5.xml" ContentType="application/vnd.openxmlformats-officedocument.drawingml.chart+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90" r:id="rId2"/>
    <p:sldId id="257" r:id="rId3"/>
    <p:sldId id="276" r:id="rId4"/>
    <p:sldId id="291" r:id="rId5"/>
    <p:sldId id="258" r:id="rId6"/>
    <p:sldId id="259" r:id="rId7"/>
    <p:sldId id="260" r:id="rId8"/>
    <p:sldId id="262" r:id="rId9"/>
    <p:sldId id="264" r:id="rId10"/>
    <p:sldId id="283" r:id="rId11"/>
    <p:sldId id="292" r:id="rId12"/>
    <p:sldId id="263" r:id="rId13"/>
    <p:sldId id="265" r:id="rId14"/>
    <p:sldId id="266" r:id="rId15"/>
    <p:sldId id="273" r:id="rId16"/>
    <p:sldId id="269" r:id="rId17"/>
    <p:sldId id="270" r:id="rId18"/>
    <p:sldId id="293" r:id="rId19"/>
    <p:sldId id="271" r:id="rId20"/>
    <p:sldId id="281" r:id="rId21"/>
    <p:sldId id="272" r:id="rId22"/>
    <p:sldId id="261" r:id="rId23"/>
    <p:sldId id="274" r:id="rId24"/>
    <p:sldId id="278" r:id="rId25"/>
    <p:sldId id="294" r:id="rId26"/>
    <p:sldId id="267" r:id="rId27"/>
    <p:sldId id="277" r:id="rId28"/>
    <p:sldId id="282" r:id="rId29"/>
    <p:sldId id="279" r:id="rId30"/>
    <p:sldId id="280" r:id="rId31"/>
    <p:sldId id="286" r:id="rId32"/>
    <p:sldId id="288" r:id="rId33"/>
    <p:sldId id="268" r:id="rId34"/>
    <p:sldId id="289" r:id="rId35"/>
  </p:sldIdLst>
  <p:sldSz cx="9144000" cy="5143500" type="screen16x9"/>
  <p:notesSz cx="6858000" cy="9144000"/>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1F1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82" d="100"/>
          <a:sy n="82" d="100"/>
        </p:scale>
        <p:origin x="-2418" y="-1092"/>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gs" Target="tags/tag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oleObject" Target="file:///F:\&#22823;&#35745;&#21010;&#27169;&#26495;\PPT&#22270;&#34920;&#20043;&#36947;\PPT&#22270;&#34920;&#20043;&#36947;.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F:\&#22823;&#35745;&#21010;&#27169;&#26495;\PPT&#22270;&#34920;&#20043;&#36947;\PPT&#22270;&#34920;&#20043;&#36947;.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F:\&#22823;&#35745;&#21010;&#27169;&#26495;\PPT&#22270;&#34920;&#20043;&#36947;\PPT&#22270;&#34920;&#20043;&#36947;.xlsx" TargetMode="External"/></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063951092159261"/>
          <c:y val="4.4044129674703468E-2"/>
          <c:w val="0.53600634563756422"/>
          <c:h val="0.9558690889555358"/>
        </c:manualLayout>
      </c:layout>
      <c:doughnutChart>
        <c:varyColors val="1"/>
        <c:ser>
          <c:idx val="0"/>
          <c:order val="0"/>
          <c:tx>
            <c:strRef>
              <c:f>Sheet1!$B$1</c:f>
              <c:strCache>
                <c:ptCount val="1"/>
                <c:pt idx="0">
                  <c:v>Sales</c:v>
                </c:pt>
              </c:strCache>
            </c:strRef>
          </c:tx>
          <c:dPt>
            <c:idx val="0"/>
            <c:bubble3D val="0"/>
            <c:spPr>
              <a:solidFill>
                <a:schemeClr val="accent1">
                  <a:lumMod val="75000"/>
                </a:schemeClr>
              </a:solidFill>
            </c:spPr>
          </c:dPt>
          <c:dPt>
            <c:idx val="1"/>
            <c:bubble3D val="0"/>
            <c:spPr>
              <a:solidFill>
                <a:schemeClr val="tx1">
                  <a:lumMod val="50000"/>
                  <a:lumOff val="50000"/>
                </a:schemeClr>
              </a:solidFill>
            </c:spPr>
          </c:dPt>
          <c:dPt>
            <c:idx val="2"/>
            <c:bubble3D val="0"/>
            <c:spPr>
              <a:solidFill>
                <a:schemeClr val="bg1">
                  <a:lumMod val="75000"/>
                </a:schemeClr>
              </a:solidFill>
            </c:spPr>
          </c:dPt>
          <c:cat>
            <c:strRef>
              <c:f>Sheet1!$A$2:$A$4</c:f>
              <c:strCache>
                <c:ptCount val="3"/>
                <c:pt idx="0">
                  <c:v>1st Qtr</c:v>
                </c:pt>
                <c:pt idx="1">
                  <c:v>2nd Qtr</c:v>
                </c:pt>
                <c:pt idx="2">
                  <c:v>3rd Qtr</c:v>
                </c:pt>
              </c:strCache>
            </c:strRef>
          </c:cat>
          <c:val>
            <c:numRef>
              <c:f>Sheet1!$B$2:$B$4</c:f>
              <c:numCache>
                <c:formatCode>General</c:formatCode>
                <c:ptCount val="3"/>
                <c:pt idx="0">
                  <c:v>40</c:v>
                </c:pt>
                <c:pt idx="1">
                  <c:v>35</c:v>
                </c:pt>
                <c:pt idx="2">
                  <c:v>25</c:v>
                </c:pt>
              </c:numCache>
            </c:numRef>
          </c:val>
        </c:ser>
        <c:dLbls>
          <c:showLegendKey val="0"/>
          <c:showVal val="0"/>
          <c:showCatName val="0"/>
          <c:showSerName val="0"/>
          <c:showPercent val="0"/>
          <c:showBubbleSize val="0"/>
          <c:showLeaderLines val="1"/>
        </c:dLbls>
        <c:firstSliceAng val="356"/>
        <c:holeSize val="38"/>
      </c:doughnutChart>
      <c:spPr>
        <a:ln w="22225"/>
      </c:spPr>
    </c:plotArea>
    <c:plotVisOnly val="1"/>
    <c:dispBlanksAs val="gap"/>
    <c:showDLblsOverMax val="0"/>
  </c:chart>
  <c:txPr>
    <a:bodyPr/>
    <a:lstStyle/>
    <a:p>
      <a:pPr>
        <a:defRPr sz="1800"/>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Sheet1!$W$69</c:f>
              <c:strCache>
                <c:ptCount val="1"/>
                <c:pt idx="0">
                  <c:v>SALE</c:v>
                </c:pt>
              </c:strCache>
            </c:strRef>
          </c:tx>
          <c:spPr>
            <a:solidFill>
              <a:schemeClr val="accent2"/>
            </a:solidFill>
            <a:ln>
              <a:noFill/>
            </a:ln>
          </c:spPr>
          <c:dPt>
            <c:idx val="0"/>
            <c:bubble3D val="0"/>
            <c:spPr>
              <a:solidFill>
                <a:schemeClr val="accent1"/>
              </a:solidFill>
              <a:ln w="19050">
                <a:noFill/>
              </a:ln>
              <a:effectLst/>
            </c:spPr>
          </c:dPt>
          <c:dPt>
            <c:idx val="1"/>
            <c:bubble3D val="0"/>
            <c:spPr>
              <a:solidFill>
                <a:schemeClr val="accent2"/>
              </a:solidFill>
              <a:ln w="19050">
                <a:noFill/>
              </a:ln>
              <a:effectLst/>
            </c:spPr>
          </c:dPt>
          <c:dPt>
            <c:idx val="2"/>
            <c:bubble3D val="0"/>
            <c:spPr>
              <a:solidFill>
                <a:schemeClr val="bg1">
                  <a:lumMod val="75000"/>
                </a:schemeClr>
              </a:solidFill>
              <a:ln w="19050">
                <a:noFill/>
              </a:ln>
              <a:effectLst/>
            </c:spPr>
          </c:dPt>
          <c:cat>
            <c:strRef>
              <c:f>Sheet1!$V$70:$V$72</c:f>
              <c:strCache>
                <c:ptCount val="3"/>
                <c:pt idx="0">
                  <c:v>A</c:v>
                </c:pt>
                <c:pt idx="2">
                  <c:v>B</c:v>
                </c:pt>
              </c:strCache>
            </c:strRef>
          </c:cat>
          <c:val>
            <c:numRef>
              <c:f>Sheet1!$W$70:$W$72</c:f>
              <c:numCache>
                <c:formatCode>General</c:formatCode>
                <c:ptCount val="3"/>
                <c:pt idx="0">
                  <c:v>9</c:v>
                </c:pt>
                <c:pt idx="2">
                  <c:v>1</c:v>
                </c:pt>
              </c:numCache>
            </c:numRef>
          </c:val>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w="9525" cap="flat" cmpd="sng" algn="ctr">
      <a:noFill/>
      <a:round/>
    </a:ln>
    <a:effectLst/>
  </c:spPr>
  <c:txPr>
    <a:bodyPr/>
    <a:lstStyle/>
    <a:p>
      <a:pPr>
        <a:defRPr/>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Sheet1!$N$69</c:f>
              <c:strCache>
                <c:ptCount val="1"/>
                <c:pt idx="0">
                  <c:v>SALE</c:v>
                </c:pt>
              </c:strCache>
            </c:strRef>
          </c:tx>
          <c:spPr>
            <a:solidFill>
              <a:schemeClr val="accent2"/>
            </a:solidFill>
            <a:ln>
              <a:noFill/>
            </a:ln>
          </c:spPr>
          <c:dPt>
            <c:idx val="0"/>
            <c:bubble3D val="0"/>
            <c:spPr>
              <a:solidFill>
                <a:schemeClr val="accent1"/>
              </a:solidFill>
              <a:ln w="19050">
                <a:noFill/>
              </a:ln>
              <a:effectLst/>
            </c:spPr>
          </c:dPt>
          <c:dPt>
            <c:idx val="1"/>
            <c:bubble3D val="0"/>
            <c:spPr>
              <a:solidFill>
                <a:schemeClr val="accent2"/>
              </a:solidFill>
              <a:ln w="19050">
                <a:noFill/>
              </a:ln>
              <a:effectLst/>
            </c:spPr>
          </c:dPt>
          <c:dPt>
            <c:idx val="2"/>
            <c:bubble3D val="0"/>
            <c:spPr>
              <a:solidFill>
                <a:schemeClr val="bg1">
                  <a:lumMod val="75000"/>
                </a:schemeClr>
              </a:solidFill>
              <a:ln w="19050">
                <a:noFill/>
              </a:ln>
              <a:effectLst/>
            </c:spPr>
          </c:dPt>
          <c:cat>
            <c:strRef>
              <c:f>Sheet1!$M$70:$M$72</c:f>
              <c:strCache>
                <c:ptCount val="3"/>
                <c:pt idx="0">
                  <c:v>A</c:v>
                </c:pt>
                <c:pt idx="2">
                  <c:v>B</c:v>
                </c:pt>
              </c:strCache>
            </c:strRef>
          </c:cat>
          <c:val>
            <c:numRef>
              <c:f>Sheet1!$N$70:$N$72</c:f>
              <c:numCache>
                <c:formatCode>General</c:formatCode>
                <c:ptCount val="3"/>
                <c:pt idx="0">
                  <c:v>5</c:v>
                </c:pt>
                <c:pt idx="2">
                  <c:v>5</c:v>
                </c:pt>
              </c:numCache>
            </c:numRef>
          </c:val>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w="9525" cap="flat" cmpd="sng" algn="ctr">
      <a:noFill/>
      <a:round/>
    </a:ln>
    <a:effectLst/>
  </c:spPr>
  <c:txPr>
    <a:bodyPr/>
    <a:lstStyle/>
    <a:p>
      <a:pPr>
        <a:defRPr/>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Sheet1!$AG$69</c:f>
              <c:strCache>
                <c:ptCount val="1"/>
                <c:pt idx="0">
                  <c:v>SALE</c:v>
                </c:pt>
              </c:strCache>
            </c:strRef>
          </c:tx>
          <c:spPr>
            <a:solidFill>
              <a:schemeClr val="accent1"/>
            </a:solidFill>
            <a:ln>
              <a:noFill/>
            </a:ln>
          </c:spPr>
          <c:dPt>
            <c:idx val="0"/>
            <c:bubble3D val="0"/>
            <c:spPr>
              <a:solidFill>
                <a:schemeClr val="bg1">
                  <a:lumMod val="75000"/>
                </a:schemeClr>
              </a:solidFill>
              <a:ln w="19050">
                <a:noFill/>
              </a:ln>
              <a:effectLst/>
            </c:spPr>
          </c:dPt>
          <c:dPt>
            <c:idx val="1"/>
            <c:bubble3D val="0"/>
            <c:spPr>
              <a:solidFill>
                <a:schemeClr val="accent1"/>
              </a:solidFill>
              <a:ln w="19050">
                <a:noFill/>
              </a:ln>
              <a:effectLst/>
            </c:spPr>
          </c:dPt>
          <c:dPt>
            <c:idx val="2"/>
            <c:bubble3D val="0"/>
            <c:spPr>
              <a:solidFill>
                <a:schemeClr val="accent1"/>
              </a:solidFill>
              <a:ln w="19050">
                <a:noFill/>
              </a:ln>
              <a:effectLst/>
            </c:spPr>
          </c:dPt>
          <c:cat>
            <c:strRef>
              <c:f>Sheet1!$AF$70:$AF$72</c:f>
              <c:strCache>
                <c:ptCount val="3"/>
                <c:pt idx="0">
                  <c:v>A</c:v>
                </c:pt>
                <c:pt idx="2">
                  <c:v>B</c:v>
                </c:pt>
              </c:strCache>
            </c:strRef>
          </c:cat>
          <c:val>
            <c:numRef>
              <c:f>Sheet1!$AG$70:$AG$72</c:f>
              <c:numCache>
                <c:formatCode>General</c:formatCode>
                <c:ptCount val="3"/>
                <c:pt idx="0">
                  <c:v>23</c:v>
                </c:pt>
                <c:pt idx="2">
                  <c:v>77</c:v>
                </c:pt>
              </c:numCache>
            </c:numRef>
          </c:val>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w="9525" cap="flat" cmpd="sng" algn="ctr">
      <a:noFill/>
      <a:round/>
    </a:ln>
    <a:effectLst/>
  </c:spPr>
  <c:txPr>
    <a:bodyPr/>
    <a:lstStyle/>
    <a:p>
      <a:pPr>
        <a:defRPr/>
      </a:pPr>
      <a:endParaRPr lang="zh-CN"/>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Rendering Engine</c:v>
                </c:pt>
              </c:strCache>
            </c:strRef>
          </c:tx>
          <c:spPr>
            <a:solidFill>
              <a:schemeClr val="accent1"/>
            </a:solidFill>
          </c:spPr>
          <c:invertIfNegative val="0"/>
          <c:dPt>
            <c:idx val="0"/>
            <c:invertIfNegative val="0"/>
            <c:bubble3D val="0"/>
          </c:dPt>
          <c:dPt>
            <c:idx val="1"/>
            <c:invertIfNegative val="0"/>
            <c:bubble3D val="0"/>
            <c:spPr>
              <a:solidFill>
                <a:schemeClr val="accent2"/>
              </a:solidFill>
            </c:spPr>
          </c:dPt>
          <c:dPt>
            <c:idx val="2"/>
            <c:invertIfNegative val="0"/>
            <c:bubble3D val="0"/>
          </c:dPt>
          <c:dPt>
            <c:idx val="3"/>
            <c:invertIfNegative val="0"/>
            <c:bubble3D val="0"/>
          </c:dPt>
          <c:dLbls>
            <c:txPr>
              <a:bodyPr/>
              <a:lstStyle/>
              <a:p>
                <a:pPr>
                  <a:defRPr sz="1600" b="1">
                    <a:solidFill>
                      <a:schemeClr val="accent1"/>
                    </a:solidFill>
                    <a:latin typeface="微软雅黑" pitchFamily="34" charset="-122"/>
                    <a:ea typeface="微软雅黑" pitchFamily="34" charset="-122"/>
                  </a:defRPr>
                </a:pPr>
                <a:endParaRPr lang="zh-CN"/>
              </a:p>
            </c:txPr>
            <c:dLblPos val="outEnd"/>
            <c:showLegendKey val="0"/>
            <c:showVal val="1"/>
            <c:showCatName val="0"/>
            <c:showSerName val="0"/>
            <c:showPercent val="0"/>
            <c:showBubbleSize val="0"/>
            <c:showLeaderLines val="0"/>
          </c:dLbls>
          <c:cat>
            <c:strRef>
              <c:f>Sheet1!$A$2:$A$5</c:f>
              <c:strCache>
                <c:ptCount val="4"/>
                <c:pt idx="0">
                  <c:v>IE5</c:v>
                </c:pt>
                <c:pt idx="1">
                  <c:v>IE7</c:v>
                </c:pt>
                <c:pt idx="2">
                  <c:v>IE8</c:v>
                </c:pt>
                <c:pt idx="3">
                  <c:v>IE9</c:v>
                </c:pt>
              </c:strCache>
            </c:strRef>
          </c:cat>
          <c:val>
            <c:numRef>
              <c:f>Sheet1!$B$2:$B$5</c:f>
              <c:numCache>
                <c:formatCode>0%</c:formatCode>
                <c:ptCount val="4"/>
                <c:pt idx="0">
                  <c:v>0.2</c:v>
                </c:pt>
                <c:pt idx="1">
                  <c:v>0.5</c:v>
                </c:pt>
                <c:pt idx="2">
                  <c:v>0.7</c:v>
                </c:pt>
                <c:pt idx="3">
                  <c:v>1</c:v>
                </c:pt>
              </c:numCache>
            </c:numRef>
          </c:val>
        </c:ser>
        <c:dLbls>
          <c:showLegendKey val="0"/>
          <c:showVal val="1"/>
          <c:showCatName val="0"/>
          <c:showSerName val="0"/>
          <c:showPercent val="0"/>
          <c:showBubbleSize val="0"/>
        </c:dLbls>
        <c:gapWidth val="6"/>
        <c:overlap val="-98"/>
        <c:axId val="354448896"/>
        <c:axId val="354452224"/>
      </c:barChart>
      <c:catAx>
        <c:axId val="354448896"/>
        <c:scaling>
          <c:orientation val="minMax"/>
        </c:scaling>
        <c:delete val="1"/>
        <c:axPos val="b"/>
        <c:majorTickMark val="out"/>
        <c:minorTickMark val="none"/>
        <c:tickLblPos val="none"/>
        <c:crossAx val="354452224"/>
        <c:crosses val="autoZero"/>
        <c:auto val="1"/>
        <c:lblAlgn val="ctr"/>
        <c:lblOffset val="100"/>
        <c:noMultiLvlLbl val="0"/>
      </c:catAx>
      <c:valAx>
        <c:axId val="354452224"/>
        <c:scaling>
          <c:orientation val="minMax"/>
        </c:scaling>
        <c:delete val="1"/>
        <c:axPos val="l"/>
        <c:numFmt formatCode="0%" sourceLinked="1"/>
        <c:majorTickMark val="out"/>
        <c:minorTickMark val="none"/>
        <c:tickLblPos val="none"/>
        <c:crossAx val="354448896"/>
        <c:crosses val="autoZero"/>
        <c:crossBetween val="between"/>
      </c:valAx>
    </c:plotArea>
    <c:plotVisOnly val="1"/>
    <c:dispBlanksAs val="gap"/>
    <c:showDLblsOverMax val="0"/>
  </c:chart>
  <c:txPr>
    <a:bodyPr/>
    <a:lstStyle/>
    <a:p>
      <a:pPr>
        <a:defRPr sz="1400">
          <a:solidFill>
            <a:schemeClr val="accent5"/>
          </a:solidFill>
        </a:defRPr>
      </a:pPr>
      <a:endParaRPr lang="zh-CN"/>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D1ED5F-AB97-47B5-9F7B-ACDF41A6E0FD}" type="datetimeFigureOut">
              <a:rPr lang="zh-CN" altLang="en-US" smtClean="0"/>
              <a:t>2015/12/14</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A036312-6A05-4643-B813-780AEBCA5446}" type="slidenum">
              <a:rPr lang="zh-CN" altLang="en-US" smtClean="0"/>
              <a:t>‹#›</a:t>
            </a:fld>
            <a:endParaRPr lang="zh-CN" altLang="en-US"/>
          </a:p>
        </p:txBody>
      </p:sp>
    </p:spTree>
    <p:extLst>
      <p:ext uri="{BB962C8B-B14F-4D97-AF65-F5344CB8AC3E}">
        <p14:creationId xmlns:p14="http://schemas.microsoft.com/office/powerpoint/2010/main" val="1317660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1</a:t>
            </a:fld>
            <a:endParaRPr lang="zh-CN" altLang="en-US"/>
          </a:p>
        </p:txBody>
      </p:sp>
    </p:spTree>
    <p:extLst>
      <p:ext uri="{BB962C8B-B14F-4D97-AF65-F5344CB8AC3E}">
        <p14:creationId xmlns:p14="http://schemas.microsoft.com/office/powerpoint/2010/main" val="5453928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2</a:t>
            </a:fld>
            <a:endParaRPr lang="zh-CN" altLang="en-US"/>
          </a:p>
        </p:txBody>
      </p:sp>
    </p:spTree>
    <p:extLst>
      <p:ext uri="{BB962C8B-B14F-4D97-AF65-F5344CB8AC3E}">
        <p14:creationId xmlns:p14="http://schemas.microsoft.com/office/powerpoint/2010/main" val="13866917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3</a:t>
            </a:fld>
            <a:endParaRPr lang="zh-CN" altLang="en-US"/>
          </a:p>
        </p:txBody>
      </p:sp>
    </p:spTree>
    <p:extLst>
      <p:ext uri="{BB962C8B-B14F-4D97-AF65-F5344CB8AC3E}">
        <p14:creationId xmlns:p14="http://schemas.microsoft.com/office/powerpoint/2010/main" val="34648161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4</a:t>
            </a:fld>
            <a:endParaRPr lang="zh-CN" altLang="en-US"/>
          </a:p>
        </p:txBody>
      </p:sp>
    </p:spTree>
    <p:extLst>
      <p:ext uri="{BB962C8B-B14F-4D97-AF65-F5344CB8AC3E}">
        <p14:creationId xmlns:p14="http://schemas.microsoft.com/office/powerpoint/2010/main" val="34648161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5</a:t>
            </a:fld>
            <a:endParaRPr lang="zh-CN" altLang="en-US"/>
          </a:p>
        </p:txBody>
      </p:sp>
    </p:spTree>
    <p:extLst>
      <p:ext uri="{BB962C8B-B14F-4D97-AF65-F5344CB8AC3E}">
        <p14:creationId xmlns:p14="http://schemas.microsoft.com/office/powerpoint/2010/main" val="12369578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6</a:t>
            </a:fld>
            <a:endParaRPr lang="zh-CN" altLang="en-US"/>
          </a:p>
        </p:txBody>
      </p:sp>
    </p:spTree>
    <p:extLst>
      <p:ext uri="{BB962C8B-B14F-4D97-AF65-F5344CB8AC3E}">
        <p14:creationId xmlns:p14="http://schemas.microsoft.com/office/powerpoint/2010/main" val="357070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7</a:t>
            </a:fld>
            <a:endParaRPr lang="zh-CN" altLang="en-US"/>
          </a:p>
        </p:txBody>
      </p:sp>
    </p:spTree>
    <p:extLst>
      <p:ext uri="{BB962C8B-B14F-4D97-AF65-F5344CB8AC3E}">
        <p14:creationId xmlns:p14="http://schemas.microsoft.com/office/powerpoint/2010/main" val="40641691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8</a:t>
            </a:fld>
            <a:endParaRPr lang="zh-CN" altLang="en-US"/>
          </a:p>
        </p:txBody>
      </p:sp>
    </p:spTree>
    <p:extLst>
      <p:ext uri="{BB962C8B-B14F-4D97-AF65-F5344CB8AC3E}">
        <p14:creationId xmlns:p14="http://schemas.microsoft.com/office/powerpoint/2010/main" val="9871764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9</a:t>
            </a:fld>
            <a:endParaRPr lang="zh-CN" altLang="en-US"/>
          </a:p>
        </p:txBody>
      </p:sp>
    </p:spTree>
    <p:extLst>
      <p:ext uri="{BB962C8B-B14F-4D97-AF65-F5344CB8AC3E}">
        <p14:creationId xmlns:p14="http://schemas.microsoft.com/office/powerpoint/2010/main" val="37039121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10</a:t>
            </a:fld>
            <a:endParaRPr lang="zh-CN" altLang="en-US"/>
          </a:p>
        </p:txBody>
      </p:sp>
    </p:spTree>
    <p:extLst>
      <p:ext uri="{BB962C8B-B14F-4D97-AF65-F5344CB8AC3E}">
        <p14:creationId xmlns:p14="http://schemas.microsoft.com/office/powerpoint/2010/main" val="4795145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11</a:t>
            </a:fld>
            <a:endParaRPr lang="zh-CN" altLang="en-US"/>
          </a:p>
        </p:txBody>
      </p:sp>
    </p:spTree>
    <p:extLst>
      <p:ext uri="{BB962C8B-B14F-4D97-AF65-F5344CB8AC3E}">
        <p14:creationId xmlns:p14="http://schemas.microsoft.com/office/powerpoint/2010/main" val="34648161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12</a:t>
            </a:fld>
            <a:endParaRPr lang="zh-CN" altLang="en-US"/>
          </a:p>
        </p:txBody>
      </p:sp>
    </p:spTree>
    <p:extLst>
      <p:ext uri="{BB962C8B-B14F-4D97-AF65-F5344CB8AC3E}">
        <p14:creationId xmlns:p14="http://schemas.microsoft.com/office/powerpoint/2010/main" val="15226849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13</a:t>
            </a:fld>
            <a:endParaRPr lang="zh-CN" altLang="en-US"/>
          </a:p>
        </p:txBody>
      </p:sp>
    </p:spTree>
    <p:extLst>
      <p:ext uri="{BB962C8B-B14F-4D97-AF65-F5344CB8AC3E}">
        <p14:creationId xmlns:p14="http://schemas.microsoft.com/office/powerpoint/2010/main" val="19127720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14</a:t>
            </a:fld>
            <a:endParaRPr lang="zh-CN" altLang="en-US"/>
          </a:p>
        </p:txBody>
      </p:sp>
    </p:spTree>
    <p:extLst>
      <p:ext uri="{BB962C8B-B14F-4D97-AF65-F5344CB8AC3E}">
        <p14:creationId xmlns:p14="http://schemas.microsoft.com/office/powerpoint/2010/main" val="24770735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15</a:t>
            </a:fld>
            <a:endParaRPr lang="zh-CN" altLang="en-US"/>
          </a:p>
        </p:txBody>
      </p:sp>
    </p:spTree>
    <p:extLst>
      <p:ext uri="{BB962C8B-B14F-4D97-AF65-F5344CB8AC3E}">
        <p14:creationId xmlns:p14="http://schemas.microsoft.com/office/powerpoint/2010/main" val="8649504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16</a:t>
            </a:fld>
            <a:endParaRPr lang="zh-CN" altLang="en-US"/>
          </a:p>
        </p:txBody>
      </p:sp>
    </p:spTree>
    <p:extLst>
      <p:ext uri="{BB962C8B-B14F-4D97-AF65-F5344CB8AC3E}">
        <p14:creationId xmlns:p14="http://schemas.microsoft.com/office/powerpoint/2010/main" val="39389456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17</a:t>
            </a:fld>
            <a:endParaRPr lang="zh-CN" altLang="en-US"/>
          </a:p>
        </p:txBody>
      </p:sp>
    </p:spTree>
    <p:extLst>
      <p:ext uri="{BB962C8B-B14F-4D97-AF65-F5344CB8AC3E}">
        <p14:creationId xmlns:p14="http://schemas.microsoft.com/office/powerpoint/2010/main" val="14348055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18</a:t>
            </a:fld>
            <a:endParaRPr lang="zh-CN" altLang="en-US"/>
          </a:p>
        </p:txBody>
      </p:sp>
    </p:spTree>
    <p:extLst>
      <p:ext uri="{BB962C8B-B14F-4D97-AF65-F5344CB8AC3E}">
        <p14:creationId xmlns:p14="http://schemas.microsoft.com/office/powerpoint/2010/main" val="34648161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19</a:t>
            </a:fld>
            <a:endParaRPr lang="zh-CN" altLang="en-US"/>
          </a:p>
        </p:txBody>
      </p:sp>
    </p:spTree>
    <p:extLst>
      <p:ext uri="{BB962C8B-B14F-4D97-AF65-F5344CB8AC3E}">
        <p14:creationId xmlns:p14="http://schemas.microsoft.com/office/powerpoint/2010/main" val="41073104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20</a:t>
            </a:fld>
            <a:endParaRPr lang="zh-CN" altLang="en-US"/>
          </a:p>
        </p:txBody>
      </p:sp>
    </p:spTree>
    <p:extLst>
      <p:ext uri="{BB962C8B-B14F-4D97-AF65-F5344CB8AC3E}">
        <p14:creationId xmlns:p14="http://schemas.microsoft.com/office/powerpoint/2010/main" val="24862504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21</a:t>
            </a:fld>
            <a:endParaRPr lang="zh-CN" altLang="en-US"/>
          </a:p>
        </p:txBody>
      </p:sp>
    </p:spTree>
    <p:extLst>
      <p:ext uri="{BB962C8B-B14F-4D97-AF65-F5344CB8AC3E}">
        <p14:creationId xmlns:p14="http://schemas.microsoft.com/office/powerpoint/2010/main" val="41409659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22</a:t>
            </a:fld>
            <a:endParaRPr lang="zh-CN" altLang="en-US"/>
          </a:p>
        </p:txBody>
      </p:sp>
    </p:spTree>
    <p:extLst>
      <p:ext uri="{BB962C8B-B14F-4D97-AF65-F5344CB8AC3E}">
        <p14:creationId xmlns:p14="http://schemas.microsoft.com/office/powerpoint/2010/main" val="40516966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23</a:t>
            </a:fld>
            <a:endParaRPr lang="zh-CN" altLang="en-US"/>
          </a:p>
        </p:txBody>
      </p:sp>
    </p:spTree>
    <p:extLst>
      <p:ext uri="{BB962C8B-B14F-4D97-AF65-F5344CB8AC3E}">
        <p14:creationId xmlns:p14="http://schemas.microsoft.com/office/powerpoint/2010/main" val="21939446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24</a:t>
            </a:fld>
            <a:endParaRPr lang="zh-CN" altLang="en-US"/>
          </a:p>
        </p:txBody>
      </p:sp>
    </p:spTree>
    <p:extLst>
      <p:ext uri="{BB962C8B-B14F-4D97-AF65-F5344CB8AC3E}">
        <p14:creationId xmlns:p14="http://schemas.microsoft.com/office/powerpoint/2010/main" val="21362503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25</a:t>
            </a:fld>
            <a:endParaRPr lang="zh-CN" altLang="en-US"/>
          </a:p>
        </p:txBody>
      </p:sp>
    </p:spTree>
    <p:extLst>
      <p:ext uri="{BB962C8B-B14F-4D97-AF65-F5344CB8AC3E}">
        <p14:creationId xmlns:p14="http://schemas.microsoft.com/office/powerpoint/2010/main" val="34648161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26</a:t>
            </a:fld>
            <a:endParaRPr lang="zh-CN" altLang="en-US"/>
          </a:p>
        </p:txBody>
      </p:sp>
    </p:spTree>
    <p:extLst>
      <p:ext uri="{BB962C8B-B14F-4D97-AF65-F5344CB8AC3E}">
        <p14:creationId xmlns:p14="http://schemas.microsoft.com/office/powerpoint/2010/main" val="10300143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27</a:t>
            </a:fld>
            <a:endParaRPr lang="zh-CN" altLang="en-US"/>
          </a:p>
        </p:txBody>
      </p:sp>
    </p:spTree>
    <p:extLst>
      <p:ext uri="{BB962C8B-B14F-4D97-AF65-F5344CB8AC3E}">
        <p14:creationId xmlns:p14="http://schemas.microsoft.com/office/powerpoint/2010/main" val="3745112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28</a:t>
            </a:fld>
            <a:endParaRPr lang="zh-CN" altLang="en-US"/>
          </a:p>
        </p:txBody>
      </p:sp>
    </p:spTree>
    <p:extLst>
      <p:ext uri="{BB962C8B-B14F-4D97-AF65-F5344CB8AC3E}">
        <p14:creationId xmlns:p14="http://schemas.microsoft.com/office/powerpoint/2010/main" val="35933774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29</a:t>
            </a:fld>
            <a:endParaRPr lang="zh-CN" altLang="en-US"/>
          </a:p>
        </p:txBody>
      </p:sp>
    </p:spTree>
    <p:extLst>
      <p:ext uri="{BB962C8B-B14F-4D97-AF65-F5344CB8AC3E}">
        <p14:creationId xmlns:p14="http://schemas.microsoft.com/office/powerpoint/2010/main" val="19838064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30</a:t>
            </a:fld>
            <a:endParaRPr lang="zh-CN" altLang="en-US"/>
          </a:p>
        </p:txBody>
      </p:sp>
    </p:spTree>
    <p:extLst>
      <p:ext uri="{BB962C8B-B14F-4D97-AF65-F5344CB8AC3E}">
        <p14:creationId xmlns:p14="http://schemas.microsoft.com/office/powerpoint/2010/main" val="12771792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31</a:t>
            </a:fld>
            <a:endParaRPr lang="zh-CN" altLang="en-US"/>
          </a:p>
        </p:txBody>
      </p:sp>
    </p:spTree>
    <p:extLst>
      <p:ext uri="{BB962C8B-B14F-4D97-AF65-F5344CB8AC3E}">
        <p14:creationId xmlns:p14="http://schemas.microsoft.com/office/powerpoint/2010/main" val="10598034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32</a:t>
            </a:fld>
            <a:endParaRPr lang="zh-CN" altLang="en-US"/>
          </a:p>
        </p:txBody>
      </p:sp>
    </p:spTree>
    <p:extLst>
      <p:ext uri="{BB962C8B-B14F-4D97-AF65-F5344CB8AC3E}">
        <p14:creationId xmlns:p14="http://schemas.microsoft.com/office/powerpoint/2010/main" val="11181884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33</a:t>
            </a:fld>
            <a:endParaRPr lang="zh-CN" altLang="en-US"/>
          </a:p>
        </p:txBody>
      </p:sp>
    </p:spTree>
    <p:extLst>
      <p:ext uri="{BB962C8B-B14F-4D97-AF65-F5344CB8AC3E}">
        <p14:creationId xmlns:p14="http://schemas.microsoft.com/office/powerpoint/2010/main" val="7154370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036312-6A05-4643-B813-780AEBCA5446}" type="slidenum">
              <a:rPr lang="zh-CN" altLang="en-US" smtClean="0"/>
              <a:t>34</a:t>
            </a:fld>
            <a:endParaRPr lang="zh-CN" altLang="en-US"/>
          </a:p>
        </p:txBody>
      </p:sp>
    </p:spTree>
    <p:extLst>
      <p:ext uri="{BB962C8B-B14F-4D97-AF65-F5344CB8AC3E}">
        <p14:creationId xmlns:p14="http://schemas.microsoft.com/office/powerpoint/2010/main" val="32585782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F1F1F1"/>
        </a:solidFill>
        <a:effectLst/>
      </p:bgPr>
    </p:bg>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rgbClr val="F1F1F1"/>
        </a:solidFill>
        <a:effectLst/>
      </p:bgPr>
    </p:bg>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1F1F1"/>
        </a:solidFill>
        <a:effectLst/>
      </p:bgPr>
    </p:bg>
    <p:spTree>
      <p:nvGrpSpPr>
        <p:cNvPr id="1" name=""/>
        <p:cNvGrpSpPr/>
        <p:nvPr/>
      </p:nvGrpSpPr>
      <p:grpSpPr>
        <a:xfrm>
          <a:off x="0" y="0"/>
          <a:ext cx="0" cy="0"/>
          <a:chOff x="0" y="0"/>
          <a:chExt cx="0" cy="0"/>
        </a:xfrm>
      </p:grpSpPr>
      <p:cxnSp>
        <p:nvCxnSpPr>
          <p:cNvPr id="6" name="直接连接符 5"/>
          <p:cNvCxnSpPr/>
          <p:nvPr userDrawn="1"/>
        </p:nvCxnSpPr>
        <p:spPr>
          <a:xfrm>
            <a:off x="434414" y="667289"/>
            <a:ext cx="828092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2015/12/14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2015/12/14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2015/12/14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2015/12/14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2015/12/14</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 id="2147483656" r:id="rId4"/>
    <p:sldLayoutId id="2147483657" r:id="rId5"/>
    <p:sldLayoutId id="2147483658" r:id="rId6"/>
    <p:sldLayoutId id="2147483659"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microsoft.com/office/2007/relationships/hdphoto" Target="../media/hdphoto2.wdp"/></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chart" Target="../charts/chart4.xml"/><Relationship Id="rId4" Type="http://schemas.openxmlformats.org/officeDocument/2006/relationships/chart" Target="../charts/char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1.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jpg"/></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hyperlink" Target="http://pan.baidu.com/s/1qWKBbWS?qq-pf-to=pcqq.c2c" TargetMode="External"/><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hyperlink" Target="http://hi.ooopic.com/cocomen/zhuanji/35860/" TargetMode="External"/><Relationship Id="rId4" Type="http://schemas.openxmlformats.org/officeDocument/2006/relationships/hyperlink" Target="http://www.ppt20.com/u/24627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1143" y="0"/>
            <a:ext cx="9141714" cy="5143500"/>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p:cNvSpPr txBox="1"/>
          <p:nvPr/>
        </p:nvSpPr>
        <p:spPr>
          <a:xfrm>
            <a:off x="3335206" y="627534"/>
            <a:ext cx="2460930" cy="1200329"/>
          </a:xfrm>
          <a:prstGeom prst="rect">
            <a:avLst/>
          </a:prstGeom>
          <a:noFill/>
        </p:spPr>
        <p:txBody>
          <a:bodyPr wrap="none" rtlCol="0">
            <a:spAutoFit/>
          </a:bodyPr>
          <a:lstStyle/>
          <a:p>
            <a:pPr algn="ctr"/>
            <a:r>
              <a:rPr lang="en-US" altLang="zh-CN" sz="7200" b="1" dirty="0" smtClean="0">
                <a:solidFill>
                  <a:schemeClr val="accent1"/>
                </a:solidFill>
                <a:latin typeface="微软雅黑" panose="020B0503020204020204" pitchFamily="34" charset="-122"/>
                <a:ea typeface="微软雅黑" panose="020B0503020204020204" pitchFamily="34" charset="-122"/>
              </a:rPr>
              <a:t>2016</a:t>
            </a:r>
            <a:endParaRPr lang="zh-CN" altLang="en-US" sz="7200" b="1" dirty="0">
              <a:solidFill>
                <a:schemeClr val="accent1"/>
              </a:solidFill>
              <a:latin typeface="微软雅黑" panose="020B0503020204020204" pitchFamily="34" charset="-122"/>
              <a:ea typeface="微软雅黑" panose="020B0503020204020204" pitchFamily="34" charset="-122"/>
            </a:endParaRPr>
          </a:p>
        </p:txBody>
      </p:sp>
      <p:sp>
        <p:nvSpPr>
          <p:cNvPr id="17" name="Text Box 2"/>
          <p:cNvSpPr txBox="1">
            <a:spLocks noChangeArrowheads="1"/>
          </p:cNvSpPr>
          <p:nvPr/>
        </p:nvSpPr>
        <p:spPr bwMode="auto">
          <a:xfrm>
            <a:off x="1619672" y="1723814"/>
            <a:ext cx="5904656" cy="769441"/>
          </a:xfrm>
          <a:prstGeom prst="rect">
            <a:avLst/>
          </a:prstGeom>
          <a:noFill/>
          <a:ln w="9525">
            <a:noFill/>
            <a:miter lim="800000"/>
            <a:headEnd/>
            <a:tailEnd/>
          </a:ln>
        </p:spPr>
        <p:txBody>
          <a:bodyPr wrap="square">
            <a:spAutoFit/>
          </a:bodyPr>
          <a:lstStyle/>
          <a:p>
            <a:pPr algn="ctr"/>
            <a:r>
              <a:rPr lang="zh-CN" altLang="en-US" sz="4400" b="1" dirty="0" smtClean="0">
                <a:solidFill>
                  <a:schemeClr val="tx1">
                    <a:lumMod val="85000"/>
                    <a:lumOff val="15000"/>
                  </a:schemeClr>
                </a:solidFill>
                <a:latin typeface="微软雅黑" pitchFamily="34" charset="-122"/>
                <a:ea typeface="微软雅黑" pitchFamily="34" charset="-122"/>
              </a:rPr>
              <a:t>商务</a:t>
            </a:r>
            <a:r>
              <a:rPr lang="zh-CN" altLang="en-US" sz="4400" b="1" dirty="0" smtClean="0">
                <a:solidFill>
                  <a:schemeClr val="tx1">
                    <a:lumMod val="85000"/>
                    <a:lumOff val="15000"/>
                  </a:schemeClr>
                </a:solidFill>
                <a:latin typeface="微软雅黑" pitchFamily="34" charset="-122"/>
                <a:ea typeface="微软雅黑" pitchFamily="34" charset="-122"/>
              </a:rPr>
              <a:t>通用工作汇报</a:t>
            </a:r>
            <a:r>
              <a:rPr lang="en-US" altLang="zh-CN" sz="4400" b="1" dirty="0" smtClean="0">
                <a:solidFill>
                  <a:schemeClr val="tx1">
                    <a:lumMod val="85000"/>
                    <a:lumOff val="15000"/>
                  </a:schemeClr>
                </a:solidFill>
                <a:latin typeface="微软雅黑" pitchFamily="34" charset="-122"/>
                <a:ea typeface="微软雅黑" pitchFamily="34" charset="-122"/>
              </a:rPr>
              <a:t>PPT</a:t>
            </a:r>
            <a:endParaRPr lang="en-US" altLang="zh-CN" sz="4400" b="1" dirty="0">
              <a:solidFill>
                <a:schemeClr val="tx1">
                  <a:lumMod val="85000"/>
                  <a:lumOff val="15000"/>
                </a:schemeClr>
              </a:solidFill>
              <a:latin typeface="微软雅黑" pitchFamily="34" charset="-122"/>
              <a:ea typeface="微软雅黑" pitchFamily="34" charset="-122"/>
            </a:endParaRPr>
          </a:p>
        </p:txBody>
      </p:sp>
      <p:sp>
        <p:nvSpPr>
          <p:cNvPr id="18" name="Text Box 2"/>
          <p:cNvSpPr txBox="1">
            <a:spLocks noChangeArrowheads="1"/>
          </p:cNvSpPr>
          <p:nvPr/>
        </p:nvSpPr>
        <p:spPr bwMode="auto">
          <a:xfrm>
            <a:off x="2411760" y="2552005"/>
            <a:ext cx="4271092" cy="307777"/>
          </a:xfrm>
          <a:prstGeom prst="rect">
            <a:avLst/>
          </a:prstGeom>
          <a:noFill/>
          <a:ln w="9525">
            <a:noFill/>
            <a:miter lim="800000"/>
            <a:headEnd/>
            <a:tailEnd/>
          </a:ln>
        </p:spPr>
        <p:txBody>
          <a:bodyPr wrap="square">
            <a:spAutoFit/>
          </a:bodyPr>
          <a:lstStyle/>
          <a:p>
            <a:pPr algn="ctr"/>
            <a:r>
              <a:rPr lang="zh-CN" altLang="en-US" sz="1400" dirty="0" smtClean="0">
                <a:solidFill>
                  <a:schemeClr val="tx1">
                    <a:lumMod val="85000"/>
                    <a:lumOff val="15000"/>
                  </a:schemeClr>
                </a:solidFill>
                <a:latin typeface="微软雅黑" pitchFamily="34" charset="-122"/>
                <a:ea typeface="微软雅黑" pitchFamily="34" charset="-122"/>
              </a:rPr>
              <a:t>适用于年终总结</a:t>
            </a:r>
            <a:r>
              <a:rPr lang="en-US" altLang="zh-CN" sz="1400" dirty="0" smtClean="0">
                <a:solidFill>
                  <a:schemeClr val="tx1">
                    <a:lumMod val="85000"/>
                    <a:lumOff val="15000"/>
                  </a:schemeClr>
                </a:solidFill>
                <a:latin typeface="微软雅黑" pitchFamily="34" charset="-122"/>
                <a:ea typeface="微软雅黑" pitchFamily="34" charset="-122"/>
              </a:rPr>
              <a:t>/</a:t>
            </a:r>
            <a:r>
              <a:rPr lang="zh-CN" altLang="en-US" sz="1400" dirty="0" smtClean="0">
                <a:solidFill>
                  <a:schemeClr val="tx1">
                    <a:lumMod val="85000"/>
                    <a:lumOff val="15000"/>
                  </a:schemeClr>
                </a:solidFill>
                <a:latin typeface="微软雅黑" pitchFamily="34" charset="-122"/>
                <a:ea typeface="微软雅黑" pitchFamily="34" charset="-122"/>
              </a:rPr>
              <a:t>工作计划</a:t>
            </a:r>
            <a:r>
              <a:rPr lang="en-US" altLang="zh-CN" sz="1400" dirty="0" smtClean="0">
                <a:solidFill>
                  <a:schemeClr val="tx1">
                    <a:lumMod val="85000"/>
                    <a:lumOff val="15000"/>
                  </a:schemeClr>
                </a:solidFill>
                <a:latin typeface="微软雅黑" pitchFamily="34" charset="-122"/>
                <a:ea typeface="微软雅黑" pitchFamily="34" charset="-122"/>
              </a:rPr>
              <a:t>/</a:t>
            </a:r>
            <a:r>
              <a:rPr lang="zh-CN" altLang="en-US" sz="1400" dirty="0" smtClean="0">
                <a:solidFill>
                  <a:schemeClr val="tx1">
                    <a:lumMod val="85000"/>
                    <a:lumOff val="15000"/>
                  </a:schemeClr>
                </a:solidFill>
                <a:latin typeface="微软雅黑" pitchFamily="34" charset="-122"/>
                <a:ea typeface="微软雅黑" pitchFamily="34" charset="-122"/>
              </a:rPr>
              <a:t>述职报告</a:t>
            </a:r>
            <a:r>
              <a:rPr lang="en-US" altLang="zh-CN" sz="1400" dirty="0" smtClean="0">
                <a:solidFill>
                  <a:schemeClr val="tx1">
                    <a:lumMod val="85000"/>
                    <a:lumOff val="15000"/>
                  </a:schemeClr>
                </a:solidFill>
                <a:latin typeface="微软雅黑" pitchFamily="34" charset="-122"/>
                <a:ea typeface="微软雅黑" pitchFamily="34" charset="-122"/>
              </a:rPr>
              <a:t>/</a:t>
            </a:r>
            <a:r>
              <a:rPr lang="zh-CN" altLang="en-US" sz="1400" dirty="0" smtClean="0">
                <a:solidFill>
                  <a:schemeClr val="tx1">
                    <a:lumMod val="85000"/>
                    <a:lumOff val="15000"/>
                  </a:schemeClr>
                </a:solidFill>
                <a:latin typeface="微软雅黑" pitchFamily="34" charset="-122"/>
                <a:ea typeface="微软雅黑" pitchFamily="34" charset="-122"/>
              </a:rPr>
              <a:t>策划方案等</a:t>
            </a:r>
            <a:endParaRPr lang="nl-NL" altLang="zh-CN" sz="1400" dirty="0">
              <a:solidFill>
                <a:schemeClr val="tx1">
                  <a:lumMod val="85000"/>
                  <a:lumOff val="15000"/>
                </a:schemeClr>
              </a:solidFill>
              <a:latin typeface="微软雅黑" pitchFamily="34" charset="-122"/>
              <a:ea typeface="微软雅黑" pitchFamily="34" charset="-122"/>
            </a:endParaRPr>
          </a:p>
        </p:txBody>
      </p:sp>
      <p:pic>
        <p:nvPicPr>
          <p:cNvPr id="4" name="Children%27s Dawn Blessing.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9165989" y="33419"/>
            <a:ext cx="443702" cy="443702"/>
          </a:xfrm>
          <a:prstGeom prst="rect">
            <a:avLst/>
          </a:prstGeom>
        </p:spPr>
      </p:pic>
    </p:spTree>
    <p:extLst>
      <p:ext uri="{BB962C8B-B14F-4D97-AF65-F5344CB8AC3E}">
        <p14:creationId xmlns:p14="http://schemas.microsoft.com/office/powerpoint/2010/main" val="3270398756"/>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par>
                          <p:cTn id="7" fill="hold">
                            <p:stCondLst>
                              <p:cond delay="0"/>
                            </p:stCondLst>
                            <p:childTnLst>
                              <p:par>
                                <p:cTn id="8" presetID="42" presetClass="entr" presetSubtype="0" fill="hold" grpId="0" nodeType="after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1000"/>
                                        <p:tgtEl>
                                          <p:spTgt spid="16"/>
                                        </p:tgtEl>
                                      </p:cBhvr>
                                    </p:animEffect>
                                    <p:anim calcmode="lin" valueType="num">
                                      <p:cBhvr>
                                        <p:cTn id="11" dur="1000" fill="hold"/>
                                        <p:tgtEl>
                                          <p:spTgt spid="16"/>
                                        </p:tgtEl>
                                        <p:attrNameLst>
                                          <p:attrName>ppt_x</p:attrName>
                                        </p:attrNameLst>
                                      </p:cBhvr>
                                      <p:tavLst>
                                        <p:tav tm="0">
                                          <p:val>
                                            <p:strVal val="#ppt_x"/>
                                          </p:val>
                                        </p:tav>
                                        <p:tav tm="100000">
                                          <p:val>
                                            <p:strVal val="#ppt_x"/>
                                          </p:val>
                                        </p:tav>
                                      </p:tavLst>
                                    </p:anim>
                                    <p:anim calcmode="lin" valueType="num">
                                      <p:cBhvr>
                                        <p:cTn id="12" dur="1000" fill="hold"/>
                                        <p:tgtEl>
                                          <p:spTgt spid="16"/>
                                        </p:tgtEl>
                                        <p:attrNameLst>
                                          <p:attrName>ppt_y</p:attrName>
                                        </p:attrNameLst>
                                      </p:cBhvr>
                                      <p:tavLst>
                                        <p:tav tm="0">
                                          <p:val>
                                            <p:strVal val="#ppt_y+.1"/>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7"/>
                                        </p:tgtEl>
                                        <p:attrNameLst>
                                          <p:attrName>style.visibility</p:attrName>
                                        </p:attrNameLst>
                                      </p:cBhvr>
                                      <p:to>
                                        <p:strVal val="visible"/>
                                      </p:to>
                                    </p:set>
                                    <p:anim calcmode="lin" valueType="num">
                                      <p:cBhvr>
                                        <p:cTn id="16" dur="800" fill="hold"/>
                                        <p:tgtEl>
                                          <p:spTgt spid="17"/>
                                        </p:tgtEl>
                                        <p:attrNameLst>
                                          <p:attrName>ppt_x</p:attrName>
                                        </p:attrNameLst>
                                      </p:cBhvr>
                                      <p:tavLst>
                                        <p:tav tm="0">
                                          <p:val>
                                            <p:strVal val="#ppt_x"/>
                                          </p:val>
                                        </p:tav>
                                        <p:tav tm="50000">
                                          <p:val>
                                            <p:strVal val="#ppt_x+.1"/>
                                          </p:val>
                                        </p:tav>
                                        <p:tav tm="100000">
                                          <p:val>
                                            <p:strVal val="#ppt_x"/>
                                          </p:val>
                                        </p:tav>
                                      </p:tavLst>
                                    </p:anim>
                                    <p:anim calcmode="lin" valueType="num">
                                      <p:cBhvr>
                                        <p:cTn id="17" dur="800" fill="hold"/>
                                        <p:tgtEl>
                                          <p:spTgt spid="17"/>
                                        </p:tgtEl>
                                        <p:attrNameLst>
                                          <p:attrName>ppt_y</p:attrName>
                                        </p:attrNameLst>
                                      </p:cBhvr>
                                      <p:tavLst>
                                        <p:tav tm="0">
                                          <p:val>
                                            <p:strVal val="#ppt_y"/>
                                          </p:val>
                                        </p:tav>
                                        <p:tav tm="100000">
                                          <p:val>
                                            <p:strVal val="#ppt_y"/>
                                          </p:val>
                                        </p:tav>
                                      </p:tavLst>
                                    </p:anim>
                                    <p:anim calcmode="lin" valueType="num">
                                      <p:cBhvr>
                                        <p:cTn id="18" dur="800" fill="hold"/>
                                        <p:tgtEl>
                                          <p:spTgt spid="17"/>
                                        </p:tgtEl>
                                        <p:attrNameLst>
                                          <p:attrName>ppt_h</p:attrName>
                                        </p:attrNameLst>
                                      </p:cBhvr>
                                      <p:tavLst>
                                        <p:tav tm="0">
                                          <p:val>
                                            <p:strVal val="#ppt_h/10"/>
                                          </p:val>
                                        </p:tav>
                                        <p:tav tm="50000">
                                          <p:val>
                                            <p:strVal val="#ppt_h+.01"/>
                                          </p:val>
                                        </p:tav>
                                        <p:tav tm="100000">
                                          <p:val>
                                            <p:strVal val="#ppt_h"/>
                                          </p:val>
                                        </p:tav>
                                      </p:tavLst>
                                    </p:anim>
                                    <p:anim calcmode="lin" valueType="num">
                                      <p:cBhvr>
                                        <p:cTn id="19" dur="800" fill="hold"/>
                                        <p:tgtEl>
                                          <p:spTgt spid="17"/>
                                        </p:tgtEl>
                                        <p:attrNameLst>
                                          <p:attrName>ppt_w</p:attrName>
                                        </p:attrNameLst>
                                      </p:cBhvr>
                                      <p:tavLst>
                                        <p:tav tm="0">
                                          <p:val>
                                            <p:strVal val="#ppt_w/10"/>
                                          </p:val>
                                        </p:tav>
                                        <p:tav tm="50000">
                                          <p:val>
                                            <p:strVal val="#ppt_w+.01"/>
                                          </p:val>
                                        </p:tav>
                                        <p:tav tm="100000">
                                          <p:val>
                                            <p:strVal val="#ppt_w"/>
                                          </p:val>
                                        </p:tav>
                                      </p:tavLst>
                                    </p:anim>
                                    <p:animEffect transition="in" filter="fade">
                                      <p:cBhvr>
                                        <p:cTn id="20" dur="800" tmFilter="0,0; .5, 1; 1, 1"/>
                                        <p:tgtEl>
                                          <p:spTgt spid="17"/>
                                        </p:tgtEl>
                                      </p:cBhvr>
                                    </p:animEffect>
                                  </p:childTnLst>
                                </p:cTn>
                              </p:par>
                            </p:childTnLst>
                          </p:cTn>
                        </p:par>
                        <p:par>
                          <p:cTn id="21" fill="hold">
                            <p:stCondLst>
                              <p:cond delay="2600"/>
                            </p:stCondLst>
                            <p:childTnLst>
                              <p:par>
                                <p:cTn id="22" presetID="22" presetClass="entr" presetSubtype="4" fill="hold" grpId="0" nodeType="after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wipe(down)">
                                      <p:cBhvr>
                                        <p:cTn id="2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25" repeatCount="indefinite" fill="remove" display="0">
                  <p:stCondLst>
                    <p:cond delay="indefinite"/>
                  </p:stCondLst>
                  <p:endCondLst>
                    <p:cond evt="onStopAudio" delay="0">
                      <p:tgtEl>
                        <p:sldTgt/>
                      </p:tgtEl>
                    </p:cond>
                  </p:endCondLst>
                </p:cTn>
                <p:tgtEl>
                  <p:spTgt spid="4"/>
                </p:tgtEl>
              </p:cMediaNode>
            </p:audio>
          </p:childTnLst>
        </p:cTn>
      </p:par>
    </p:tnLst>
    <p:bldLst>
      <p:bldP spid="16" grpId="0"/>
      <p:bldP spid="17"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圆角矩形 20"/>
          <p:cNvSpPr/>
          <p:nvPr/>
        </p:nvSpPr>
        <p:spPr bwMode="auto">
          <a:xfrm>
            <a:off x="827584" y="835114"/>
            <a:ext cx="7515839" cy="3751982"/>
          </a:xfrm>
          <a:prstGeom prst="roundRect">
            <a:avLst>
              <a:gd name="adj" fmla="val 3926"/>
            </a:avLst>
          </a:prstGeom>
          <a:noFill/>
          <a:ln w="25400" cap="flat" cmpd="sng" algn="ctr">
            <a:solidFill>
              <a:schemeClr val="accent1"/>
            </a:solidFill>
            <a:prstDash val="solid"/>
            <a:round/>
            <a:headEnd type="none" w="med" len="med"/>
            <a:tailEnd type="none" w="med" len="med"/>
          </a:ln>
          <a:effectLst/>
          <a:extLst/>
        </p:spPr>
        <p:txBody>
          <a:bodyPr vert="horz" wrap="square" lIns="68580" tIns="34290" rIns="68580" bIns="34290" numCol="1" rtlCol="0" anchor="t" anchorCtr="0" compatLnSpc="1">
            <a:prstTxWarp prst="textNoShape">
              <a:avLst/>
            </a:prstTxWarp>
          </a:bodyPr>
          <a:lstStyle/>
          <a:p>
            <a:pPr defTabSz="612107"/>
            <a:endParaRPr lang="zh-CN" altLang="en-US"/>
          </a:p>
        </p:txBody>
      </p:sp>
      <p:sp>
        <p:nvSpPr>
          <p:cNvPr id="22" name="Rectangle 11"/>
          <p:cNvSpPr>
            <a:spLocks noChangeArrowheads="1"/>
          </p:cNvSpPr>
          <p:nvPr/>
        </p:nvSpPr>
        <p:spPr bwMode="auto">
          <a:xfrm>
            <a:off x="1187624" y="1306576"/>
            <a:ext cx="4392488" cy="2963450"/>
          </a:xfrm>
          <a:prstGeom prst="rect">
            <a:avLst/>
          </a:prstGeom>
          <a:noFill/>
          <a:ln w="9525" cap="flat" cmpd="sng">
            <a:noFill/>
            <a:bevel/>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54431" tIns="27215" rIns="54431" bIns="27215">
            <a:spAutoFit/>
          </a:bodyPr>
          <a:lstStyle>
            <a:defPPr>
              <a:defRPr lang="zh-CN"/>
            </a:defPPr>
            <a:lvl1pPr algn="l" rtl="0" fontAlgn="base">
              <a:spcBef>
                <a:spcPct val="0"/>
              </a:spcBef>
              <a:spcAft>
                <a:spcPct val="0"/>
              </a:spcAft>
              <a:buFont typeface="Arial" pitchFamily="34" charset="0"/>
              <a:defRPr sz="1500" kern="1200">
                <a:solidFill>
                  <a:schemeClr val="tx1"/>
                </a:solidFill>
                <a:latin typeface="Arial" pitchFamily="34" charset="0"/>
                <a:ea typeface="宋体" pitchFamily="2" charset="-122"/>
                <a:cs typeface="+mn-cs"/>
              </a:defRPr>
            </a:lvl1pPr>
            <a:lvl2pPr marL="457200" algn="l" rtl="0" fontAlgn="base">
              <a:spcBef>
                <a:spcPct val="0"/>
              </a:spcBef>
              <a:spcAft>
                <a:spcPct val="0"/>
              </a:spcAft>
              <a:buFont typeface="Arial" pitchFamily="34" charset="0"/>
              <a:defRPr sz="1500" kern="1200">
                <a:solidFill>
                  <a:schemeClr val="tx1"/>
                </a:solidFill>
                <a:latin typeface="Arial" pitchFamily="34" charset="0"/>
                <a:ea typeface="宋体" pitchFamily="2" charset="-122"/>
                <a:cs typeface="+mn-cs"/>
              </a:defRPr>
            </a:lvl2pPr>
            <a:lvl3pPr marL="914400" algn="l" rtl="0" fontAlgn="base">
              <a:spcBef>
                <a:spcPct val="0"/>
              </a:spcBef>
              <a:spcAft>
                <a:spcPct val="0"/>
              </a:spcAft>
              <a:buFont typeface="Arial" pitchFamily="34" charset="0"/>
              <a:defRPr sz="1500" kern="1200">
                <a:solidFill>
                  <a:schemeClr val="tx1"/>
                </a:solidFill>
                <a:latin typeface="Arial" pitchFamily="34" charset="0"/>
                <a:ea typeface="宋体" pitchFamily="2" charset="-122"/>
                <a:cs typeface="+mn-cs"/>
              </a:defRPr>
            </a:lvl3pPr>
            <a:lvl4pPr marL="1371600" algn="l" rtl="0" fontAlgn="base">
              <a:spcBef>
                <a:spcPct val="0"/>
              </a:spcBef>
              <a:spcAft>
                <a:spcPct val="0"/>
              </a:spcAft>
              <a:buFont typeface="Arial" pitchFamily="34" charset="0"/>
              <a:defRPr sz="1500" kern="1200">
                <a:solidFill>
                  <a:schemeClr val="tx1"/>
                </a:solidFill>
                <a:latin typeface="Arial" pitchFamily="34" charset="0"/>
                <a:ea typeface="宋体" pitchFamily="2" charset="-122"/>
                <a:cs typeface="+mn-cs"/>
              </a:defRPr>
            </a:lvl4pPr>
            <a:lvl5pPr marL="1828800" algn="l" rtl="0" fontAlgn="base">
              <a:spcBef>
                <a:spcPct val="0"/>
              </a:spcBef>
              <a:spcAft>
                <a:spcPct val="0"/>
              </a:spcAft>
              <a:buFont typeface="Arial" pitchFamily="34" charset="0"/>
              <a:defRPr sz="1500" kern="1200">
                <a:solidFill>
                  <a:schemeClr val="tx1"/>
                </a:solidFill>
                <a:latin typeface="Arial" pitchFamily="34" charset="0"/>
                <a:ea typeface="宋体" pitchFamily="2" charset="-122"/>
                <a:cs typeface="+mn-cs"/>
              </a:defRPr>
            </a:lvl5pPr>
            <a:lvl6pPr marL="2286000" algn="l" defTabSz="914400" rtl="0" eaLnBrk="1" latinLnBrk="0" hangingPunct="1">
              <a:defRPr sz="1500" kern="1200">
                <a:solidFill>
                  <a:schemeClr val="tx1"/>
                </a:solidFill>
                <a:latin typeface="Arial" pitchFamily="34" charset="0"/>
                <a:ea typeface="宋体" pitchFamily="2" charset="-122"/>
                <a:cs typeface="+mn-cs"/>
              </a:defRPr>
            </a:lvl6pPr>
            <a:lvl7pPr marL="2743200" algn="l" defTabSz="914400" rtl="0" eaLnBrk="1" latinLnBrk="0" hangingPunct="1">
              <a:defRPr sz="1500" kern="1200">
                <a:solidFill>
                  <a:schemeClr val="tx1"/>
                </a:solidFill>
                <a:latin typeface="Arial" pitchFamily="34" charset="0"/>
                <a:ea typeface="宋体" pitchFamily="2" charset="-122"/>
                <a:cs typeface="+mn-cs"/>
              </a:defRPr>
            </a:lvl7pPr>
            <a:lvl8pPr marL="3200400" algn="l" defTabSz="914400" rtl="0" eaLnBrk="1" latinLnBrk="0" hangingPunct="1">
              <a:defRPr sz="1500" kern="1200">
                <a:solidFill>
                  <a:schemeClr val="tx1"/>
                </a:solidFill>
                <a:latin typeface="Arial" pitchFamily="34" charset="0"/>
                <a:ea typeface="宋体" pitchFamily="2" charset="-122"/>
                <a:cs typeface="+mn-cs"/>
              </a:defRPr>
            </a:lvl8pPr>
            <a:lvl9pPr marL="3657600" algn="l" defTabSz="914400" rtl="0" eaLnBrk="1" latinLnBrk="0" hangingPunct="1">
              <a:defRPr sz="1500" kern="1200">
                <a:solidFill>
                  <a:schemeClr val="tx1"/>
                </a:solidFill>
                <a:latin typeface="Arial" pitchFamily="34" charset="0"/>
                <a:ea typeface="宋体" pitchFamily="2" charset="-122"/>
                <a:cs typeface="+mn-cs"/>
              </a:defRPr>
            </a:lvl9pPr>
          </a:lstStyle>
          <a:p>
            <a:pPr eaLnBrk="0" hangingPunct="0">
              <a:lnSpc>
                <a:spcPct val="150000"/>
              </a:lnSpc>
            </a:pPr>
            <a:r>
              <a:rPr lang="zh-CN" altLang="en-US" sz="1400" dirty="0">
                <a:solidFill>
                  <a:schemeClr val="tx1">
                    <a:lumMod val="95000"/>
                    <a:lumOff val="5000"/>
                  </a:schemeClr>
                </a:solidFill>
                <a:latin typeface="微软雅黑" pitchFamily="34" charset="-122"/>
                <a:ea typeface="微软雅黑" pitchFamily="34" charset="-122"/>
                <a:sym typeface="微软雅黑" pitchFamily="34" charset="-122"/>
              </a:rPr>
              <a:t> </a:t>
            </a:r>
            <a:r>
              <a:rPr lang="zh-CN" altLang="en-US" sz="1400" dirty="0" smtClean="0">
                <a:solidFill>
                  <a:schemeClr val="tx1">
                    <a:lumMod val="95000"/>
                    <a:lumOff val="5000"/>
                  </a:schemeClr>
                </a:solidFill>
                <a:latin typeface="微软雅黑" pitchFamily="34" charset="-122"/>
                <a:ea typeface="微软雅黑" pitchFamily="34" charset="-122"/>
                <a:sym typeface="微软雅黑" pitchFamily="34" charset="-122"/>
              </a:rPr>
              <a:t>      岁月</a:t>
            </a:r>
            <a:r>
              <a:rPr lang="zh-CN" altLang="en-US" sz="1400" dirty="0">
                <a:solidFill>
                  <a:schemeClr val="tx1">
                    <a:lumMod val="95000"/>
                    <a:lumOff val="5000"/>
                  </a:schemeClr>
                </a:solidFill>
                <a:latin typeface="微软雅黑" pitchFamily="34" charset="-122"/>
                <a:ea typeface="微软雅黑" pitchFamily="34" charset="-122"/>
                <a:sym typeface="微软雅黑" pitchFamily="34" charset="-122"/>
              </a:rPr>
              <a:t>流转，时光飞逝，转眼间</a:t>
            </a:r>
            <a:r>
              <a:rPr lang="en-US" altLang="zh-CN" sz="1400" dirty="0">
                <a:solidFill>
                  <a:schemeClr val="tx1">
                    <a:lumMod val="95000"/>
                    <a:lumOff val="5000"/>
                  </a:schemeClr>
                </a:solidFill>
                <a:latin typeface="微软雅黑" pitchFamily="34" charset="-122"/>
                <a:ea typeface="微软雅黑" pitchFamily="34" charset="-122"/>
                <a:sym typeface="微软雅黑" pitchFamily="34" charset="-122"/>
              </a:rPr>
              <a:t>2015</a:t>
            </a:r>
            <a:r>
              <a:rPr lang="zh-CN" altLang="en-US" sz="1400" dirty="0">
                <a:solidFill>
                  <a:schemeClr val="tx1">
                    <a:lumMod val="95000"/>
                    <a:lumOff val="5000"/>
                  </a:schemeClr>
                </a:solidFill>
                <a:latin typeface="微软雅黑" pitchFamily="34" charset="-122"/>
                <a:ea typeface="微软雅黑" pitchFamily="34" charset="-122"/>
                <a:sym typeface="微软雅黑" pitchFamily="34" charset="-122"/>
              </a:rPr>
              <a:t>年的工作又接近尾声。</a:t>
            </a:r>
          </a:p>
          <a:p>
            <a:pPr eaLnBrk="0" hangingPunct="0">
              <a:lnSpc>
                <a:spcPct val="150000"/>
              </a:lnSpc>
            </a:pPr>
            <a:r>
              <a:rPr lang="zh-CN" altLang="en-US" sz="1400" dirty="0">
                <a:solidFill>
                  <a:schemeClr val="tx1">
                    <a:lumMod val="95000"/>
                    <a:lumOff val="5000"/>
                  </a:schemeClr>
                </a:solidFill>
                <a:latin typeface="微软雅黑" pitchFamily="34" charset="-122"/>
                <a:ea typeface="微软雅黑" pitchFamily="34" charset="-122"/>
                <a:sym typeface="微软雅黑" pitchFamily="34" charset="-122"/>
              </a:rPr>
              <a:t>    </a:t>
            </a:r>
            <a:r>
              <a:rPr lang="zh-CN" altLang="en-US" sz="1400" dirty="0" smtClean="0">
                <a:solidFill>
                  <a:schemeClr val="tx1">
                    <a:lumMod val="95000"/>
                    <a:lumOff val="5000"/>
                  </a:schemeClr>
                </a:solidFill>
                <a:latin typeface="微软雅黑" pitchFamily="34" charset="-122"/>
                <a:ea typeface="微软雅黑" pitchFamily="34" charset="-122"/>
                <a:sym typeface="微软雅黑" pitchFamily="34" charset="-122"/>
              </a:rPr>
              <a:t>   回首</a:t>
            </a:r>
            <a:r>
              <a:rPr lang="zh-CN" altLang="en-US" sz="1400" dirty="0">
                <a:solidFill>
                  <a:schemeClr val="tx1">
                    <a:lumMod val="95000"/>
                    <a:lumOff val="5000"/>
                  </a:schemeClr>
                </a:solidFill>
                <a:latin typeface="微软雅黑" pitchFamily="34" charset="-122"/>
                <a:ea typeface="微软雅黑" pitchFamily="34" charset="-122"/>
                <a:sym typeface="微软雅黑" pitchFamily="34" charset="-122"/>
              </a:rPr>
              <a:t>过去一年的工作，经过全体领导及员工的共同努力，公司经营业绩保持良好，行业地位、社会形象日渐提升</a:t>
            </a:r>
            <a:r>
              <a:rPr lang="zh-CN" altLang="en-US" sz="1400" dirty="0" smtClean="0">
                <a:solidFill>
                  <a:schemeClr val="tx1">
                    <a:lumMod val="95000"/>
                    <a:lumOff val="5000"/>
                  </a:schemeClr>
                </a:solidFill>
                <a:latin typeface="微软雅黑" pitchFamily="34" charset="-122"/>
                <a:ea typeface="微软雅黑" pitchFamily="34" charset="-122"/>
                <a:sym typeface="微软雅黑" pitchFamily="34" charset="-122"/>
              </a:rPr>
              <a:t>，各项</a:t>
            </a:r>
            <a:r>
              <a:rPr lang="zh-CN" altLang="en-US" sz="1400" dirty="0">
                <a:solidFill>
                  <a:schemeClr val="tx1">
                    <a:lumMod val="95000"/>
                    <a:lumOff val="5000"/>
                  </a:schemeClr>
                </a:solidFill>
                <a:latin typeface="微软雅黑" pitchFamily="34" charset="-122"/>
                <a:ea typeface="微软雅黑" pitchFamily="34" charset="-122"/>
                <a:sym typeface="微软雅黑" pitchFamily="34" charset="-122"/>
              </a:rPr>
              <a:t>工作全面发展</a:t>
            </a:r>
            <a:r>
              <a:rPr lang="zh-CN" altLang="en-US" sz="1400" dirty="0" smtClean="0">
                <a:solidFill>
                  <a:schemeClr val="tx1">
                    <a:lumMod val="95000"/>
                    <a:lumOff val="5000"/>
                  </a:schemeClr>
                </a:solidFill>
                <a:latin typeface="微软雅黑" pitchFamily="34" charset="-122"/>
                <a:ea typeface="微软雅黑" pitchFamily="34" charset="-122"/>
                <a:sym typeface="微软雅黑" pitchFamily="34" charset="-122"/>
              </a:rPr>
              <a:t>。</a:t>
            </a:r>
            <a:endParaRPr lang="en-US" altLang="zh-CN" sz="1400" dirty="0" smtClean="0">
              <a:solidFill>
                <a:schemeClr val="tx1">
                  <a:lumMod val="95000"/>
                  <a:lumOff val="5000"/>
                </a:schemeClr>
              </a:solidFill>
              <a:latin typeface="微软雅黑" pitchFamily="34" charset="-122"/>
              <a:ea typeface="微软雅黑" pitchFamily="34" charset="-122"/>
              <a:sym typeface="微软雅黑" pitchFamily="34" charset="-122"/>
            </a:endParaRPr>
          </a:p>
          <a:p>
            <a:pPr eaLnBrk="0" hangingPunct="0">
              <a:lnSpc>
                <a:spcPct val="150000"/>
              </a:lnSpc>
            </a:pPr>
            <a:r>
              <a:rPr lang="en-US" altLang="zh-CN" sz="1400" dirty="0" smtClean="0">
                <a:solidFill>
                  <a:schemeClr val="tx1">
                    <a:lumMod val="95000"/>
                    <a:lumOff val="5000"/>
                  </a:schemeClr>
                </a:solidFill>
                <a:latin typeface="微软雅黑" pitchFamily="34" charset="-122"/>
                <a:ea typeface="微软雅黑" pitchFamily="34" charset="-122"/>
                <a:sym typeface="微软雅黑" pitchFamily="34" charset="-122"/>
              </a:rPr>
              <a:t>       </a:t>
            </a:r>
            <a:r>
              <a:rPr lang="zh-CN" altLang="en-US" sz="1400" dirty="0" smtClean="0">
                <a:solidFill>
                  <a:schemeClr val="tx1">
                    <a:lumMod val="95000"/>
                    <a:lumOff val="5000"/>
                  </a:schemeClr>
                </a:solidFill>
                <a:latin typeface="微软雅黑" pitchFamily="34" charset="-122"/>
                <a:ea typeface="微软雅黑" pitchFamily="34" charset="-122"/>
                <a:sym typeface="微软雅黑" pitchFamily="34" charset="-122"/>
              </a:rPr>
              <a:t>新</a:t>
            </a:r>
            <a:r>
              <a:rPr lang="zh-CN" altLang="en-US" sz="1400" dirty="0">
                <a:solidFill>
                  <a:schemeClr val="tx1">
                    <a:lumMod val="95000"/>
                    <a:lumOff val="5000"/>
                  </a:schemeClr>
                </a:solidFill>
                <a:latin typeface="微软雅黑" pitchFamily="34" charset="-122"/>
                <a:ea typeface="微软雅黑" pitchFamily="34" charset="-122"/>
                <a:sym typeface="微软雅黑" pitchFamily="34" charset="-122"/>
              </a:rPr>
              <a:t>起点、新希望。站在</a:t>
            </a:r>
            <a:r>
              <a:rPr lang="en-US" altLang="zh-CN" sz="1400" dirty="0">
                <a:solidFill>
                  <a:schemeClr val="tx1">
                    <a:lumMod val="95000"/>
                    <a:lumOff val="5000"/>
                  </a:schemeClr>
                </a:solidFill>
                <a:latin typeface="微软雅黑" pitchFamily="34" charset="-122"/>
                <a:ea typeface="微软雅黑" pitchFamily="34" charset="-122"/>
                <a:sym typeface="微软雅黑" pitchFamily="34" charset="-122"/>
              </a:rPr>
              <a:t>2016</a:t>
            </a:r>
            <a:r>
              <a:rPr lang="zh-CN" altLang="en-US" sz="1400" dirty="0">
                <a:solidFill>
                  <a:schemeClr val="tx1">
                    <a:lumMod val="95000"/>
                    <a:lumOff val="5000"/>
                  </a:schemeClr>
                </a:solidFill>
                <a:latin typeface="微软雅黑" pitchFamily="34" charset="-122"/>
                <a:ea typeface="微软雅黑" pitchFamily="34" charset="-122"/>
                <a:sym typeface="微软雅黑" pitchFamily="34" charset="-122"/>
              </a:rPr>
              <a:t>年的起点，我们将继承和发扬过去工作中存在的优点，汲取经验，摒弃不足，满怀信心，以更清醒的头脑、更旺盛的斗志、更奋发的</a:t>
            </a:r>
            <a:r>
              <a:rPr lang="zh-CN" altLang="en-US" sz="1400" dirty="0" smtClean="0">
                <a:solidFill>
                  <a:schemeClr val="tx1">
                    <a:lumMod val="95000"/>
                    <a:lumOff val="5000"/>
                  </a:schemeClr>
                </a:solidFill>
                <a:latin typeface="微软雅黑" pitchFamily="34" charset="-122"/>
                <a:ea typeface="微软雅黑" pitchFamily="34" charset="-122"/>
                <a:sym typeface="微软雅黑" pitchFamily="34" charset="-122"/>
              </a:rPr>
              <a:t>姿态和</a:t>
            </a:r>
            <a:r>
              <a:rPr lang="zh-CN" altLang="en-US" sz="1400" dirty="0">
                <a:solidFill>
                  <a:schemeClr val="tx1">
                    <a:lumMod val="95000"/>
                    <a:lumOff val="5000"/>
                  </a:schemeClr>
                </a:solidFill>
                <a:latin typeface="微软雅黑" pitchFamily="34" charset="-122"/>
                <a:ea typeface="微软雅黑" pitchFamily="34" charset="-122"/>
                <a:sym typeface="微软雅黑" pitchFamily="34" charset="-122"/>
              </a:rPr>
              <a:t>更充沛的干劲，向我们的既定目标进发！</a:t>
            </a:r>
          </a:p>
        </p:txBody>
      </p:sp>
      <p:grpSp>
        <p:nvGrpSpPr>
          <p:cNvPr id="23" name="组合 22"/>
          <p:cNvGrpSpPr/>
          <p:nvPr/>
        </p:nvGrpSpPr>
        <p:grpSpPr>
          <a:xfrm>
            <a:off x="1505725" y="545223"/>
            <a:ext cx="1626115" cy="579781"/>
            <a:chOff x="2332469" y="809238"/>
            <a:chExt cx="1859969" cy="608493"/>
          </a:xfrm>
          <a:solidFill>
            <a:srgbClr val="0070C0"/>
          </a:solidFill>
        </p:grpSpPr>
        <p:sp>
          <p:nvSpPr>
            <p:cNvPr id="24" name="圆角矩形 23"/>
            <p:cNvSpPr/>
            <p:nvPr/>
          </p:nvSpPr>
          <p:spPr bwMode="auto">
            <a:xfrm>
              <a:off x="2332469" y="809238"/>
              <a:ext cx="1859969" cy="608493"/>
            </a:xfrm>
            <a:prstGeom prst="roundRect">
              <a:avLst>
                <a:gd name="adj" fmla="val 50000"/>
              </a:avLst>
            </a:prstGeom>
            <a:solidFill>
              <a:schemeClr val="accent1"/>
            </a:solidFill>
            <a:ln w="19050" cap="flat" cmpd="sng" algn="ctr">
              <a:noFill/>
              <a:prstDash val="solid"/>
              <a:round/>
              <a:headEnd type="none" w="med" len="med"/>
              <a:tailEnd type="none" w="med" len="med"/>
            </a:ln>
            <a:effectLst/>
            <a:extLst/>
          </p:spPr>
          <p:txBody>
            <a:bodyPr vert="horz" wrap="square" lIns="108816" tIns="54408" rIns="108816" bIns="54408" numCol="1" rtlCol="0" anchor="t" anchorCtr="0" compatLnSpc="1">
              <a:prstTxWarp prst="textNoShape">
                <a:avLst/>
              </a:prstTxWarp>
            </a:bodyPr>
            <a:lstStyle/>
            <a:p>
              <a:pPr algn="ctr" defTabSz="816122"/>
              <a:endParaRPr lang="zh-CN" altLang="en-US" sz="2800" dirty="0">
                <a:solidFill>
                  <a:schemeClr val="bg1"/>
                </a:solidFill>
                <a:latin typeface="+mj-lt"/>
                <a:ea typeface="微软雅黑" pitchFamily="34" charset="-122"/>
              </a:endParaRPr>
            </a:p>
          </p:txBody>
        </p:sp>
        <p:sp>
          <p:nvSpPr>
            <p:cNvPr id="25" name="矩形 24"/>
            <p:cNvSpPr/>
            <p:nvPr/>
          </p:nvSpPr>
          <p:spPr>
            <a:xfrm>
              <a:off x="2605177" y="923027"/>
              <a:ext cx="1276709" cy="379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latin typeface="微软雅黑" pitchFamily="34" charset="-122"/>
                  <a:ea typeface="微软雅黑" pitchFamily="34" charset="-122"/>
                </a:rPr>
                <a:t>前 言</a:t>
              </a:r>
            </a:p>
          </p:txBody>
        </p:sp>
      </p:grpSp>
      <p:pic>
        <p:nvPicPr>
          <p:cNvPr id="2" name="图片 1"/>
          <p:cNvPicPr>
            <a:picLocks noChangeAspect="1"/>
          </p:cNvPicPr>
          <p:nvPr/>
        </p:nvPicPr>
        <p:blipFill rotWithShape="1">
          <a:blip r:embed="rId3" cstate="print">
            <a:extLst>
              <a:ext uri="{BEBA8EAE-BF5A-486C-A8C5-ECC9F3942E4B}">
                <a14:imgProps xmlns:a14="http://schemas.microsoft.com/office/drawing/2010/main">
                  <a14:imgLayer r:embed="rId4">
                    <a14:imgEffect>
                      <a14:colorTemperature colorTemp="7200"/>
                    </a14:imgEffect>
                  </a14:imgLayer>
                </a14:imgProps>
              </a:ext>
              <a:ext uri="{28A0092B-C50C-407E-A947-70E740481C1C}">
                <a14:useLocalDpi xmlns:a14="http://schemas.microsoft.com/office/drawing/2010/main" val="0"/>
              </a:ext>
            </a:extLst>
          </a:blip>
          <a:srcRect l="43033" r="7539"/>
          <a:stretch/>
        </p:blipFill>
        <p:spPr>
          <a:xfrm>
            <a:off x="5766876" y="1355261"/>
            <a:ext cx="2178446" cy="2896241"/>
          </a:xfrm>
          <a:prstGeom prst="roundRect">
            <a:avLst>
              <a:gd name="adj" fmla="val 6985"/>
            </a:avLst>
          </a:prstGeom>
          <a:ln w="190500" cap="rnd">
            <a:noFill/>
            <a:prstDash val="solid"/>
          </a:ln>
          <a:effectLst/>
        </p:spPr>
      </p:pic>
    </p:spTree>
    <p:extLst>
      <p:ext uri="{BB962C8B-B14F-4D97-AF65-F5344CB8AC3E}">
        <p14:creationId xmlns:p14="http://schemas.microsoft.com/office/powerpoint/2010/main" val="121777720"/>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arn(outVertical)">
                                      <p:cBhvr>
                                        <p:cTn id="7" dur="500"/>
                                        <p:tgtEl>
                                          <p:spTgt spid="2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wipe(up)">
                                      <p:cBhvr>
                                        <p:cTn id="11" dur="1000"/>
                                        <p:tgtEl>
                                          <p:spTgt spid="21"/>
                                        </p:tgtEl>
                                      </p:cBhvr>
                                    </p:animEffect>
                                  </p:childTnLst>
                                </p:cTn>
                              </p:par>
                            </p:childTnLst>
                          </p:cTn>
                        </p:par>
                        <p:par>
                          <p:cTn id="12" fill="hold">
                            <p:stCondLst>
                              <p:cond delay="1500"/>
                            </p:stCondLst>
                            <p:childTnLst>
                              <p:par>
                                <p:cTn id="13" presetID="2" presetClass="entr" presetSubtype="2"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1+#ppt_w/2"/>
                                          </p:val>
                                        </p:tav>
                                        <p:tav tm="100000">
                                          <p:val>
                                            <p:strVal val="#ppt_x"/>
                                          </p:val>
                                        </p:tav>
                                      </p:tavLst>
                                    </p:anim>
                                    <p:anim calcmode="lin" valueType="num">
                                      <p:cBhvr additive="base">
                                        <p:cTn id="16" dur="500" fill="hold"/>
                                        <p:tgtEl>
                                          <p:spTgt spid="2"/>
                                        </p:tgtEl>
                                        <p:attrNameLst>
                                          <p:attrName>ppt_y</p:attrName>
                                        </p:attrNameLst>
                                      </p:cBhvr>
                                      <p:tavLst>
                                        <p:tav tm="0">
                                          <p:val>
                                            <p:strVal val="#ppt_y"/>
                                          </p:val>
                                        </p:tav>
                                        <p:tav tm="100000">
                                          <p:val>
                                            <p:strVal val="#ppt_y"/>
                                          </p:val>
                                        </p:tav>
                                      </p:tavLst>
                                    </p:anim>
                                  </p:childTnLst>
                                </p:cTn>
                              </p:par>
                            </p:childTnLst>
                          </p:cTn>
                        </p:par>
                        <p:par>
                          <p:cTn id="17" fill="hold">
                            <p:stCondLst>
                              <p:cond delay="2000"/>
                            </p:stCondLst>
                            <p:childTnLst>
                              <p:par>
                                <p:cTn id="18" presetID="14" presetClass="entr" presetSubtype="10" fill="hold" nodeType="afterEffect">
                                  <p:stCondLst>
                                    <p:cond delay="0"/>
                                  </p:stCondLst>
                                  <p:childTnLst>
                                    <p:set>
                                      <p:cBhvr>
                                        <p:cTn id="19" dur="1" fill="hold">
                                          <p:stCondLst>
                                            <p:cond delay="0"/>
                                          </p:stCondLst>
                                        </p:cTn>
                                        <p:tgtEl>
                                          <p:spTgt spid="22">
                                            <p:txEl>
                                              <p:pRg st="0" end="0"/>
                                            </p:txEl>
                                          </p:spTgt>
                                        </p:tgtEl>
                                        <p:attrNameLst>
                                          <p:attrName>style.visibility</p:attrName>
                                        </p:attrNameLst>
                                      </p:cBhvr>
                                      <p:to>
                                        <p:strVal val="visible"/>
                                      </p:to>
                                    </p:set>
                                    <p:animEffect transition="in" filter="randombar(horizontal)">
                                      <p:cBhvr>
                                        <p:cTn id="20" dur="1000"/>
                                        <p:tgtEl>
                                          <p:spTgt spid="22">
                                            <p:txEl>
                                              <p:pRg st="0" end="0"/>
                                            </p:txEl>
                                          </p:spTgt>
                                        </p:tgtEl>
                                      </p:cBhvr>
                                    </p:animEffect>
                                  </p:childTnLst>
                                </p:cTn>
                              </p:par>
                              <p:par>
                                <p:cTn id="21" presetID="14" presetClass="entr" presetSubtype="10" fill="hold" nodeType="withEffect">
                                  <p:stCondLst>
                                    <p:cond delay="0"/>
                                  </p:stCondLst>
                                  <p:childTnLst>
                                    <p:set>
                                      <p:cBhvr>
                                        <p:cTn id="22" dur="1" fill="hold">
                                          <p:stCondLst>
                                            <p:cond delay="0"/>
                                          </p:stCondLst>
                                        </p:cTn>
                                        <p:tgtEl>
                                          <p:spTgt spid="22">
                                            <p:txEl>
                                              <p:pRg st="1" end="1"/>
                                            </p:txEl>
                                          </p:spTgt>
                                        </p:tgtEl>
                                        <p:attrNameLst>
                                          <p:attrName>style.visibility</p:attrName>
                                        </p:attrNameLst>
                                      </p:cBhvr>
                                      <p:to>
                                        <p:strVal val="visible"/>
                                      </p:to>
                                    </p:set>
                                    <p:animEffect transition="in" filter="randombar(horizontal)">
                                      <p:cBhvr>
                                        <p:cTn id="23" dur="1000"/>
                                        <p:tgtEl>
                                          <p:spTgt spid="22">
                                            <p:txEl>
                                              <p:pRg st="1" end="1"/>
                                            </p:txEl>
                                          </p:spTgt>
                                        </p:tgtEl>
                                      </p:cBhvr>
                                    </p:animEffect>
                                  </p:childTnLst>
                                </p:cTn>
                              </p:par>
                              <p:par>
                                <p:cTn id="24" presetID="14" presetClass="entr" presetSubtype="10" fill="hold" nodeType="withEffect">
                                  <p:stCondLst>
                                    <p:cond delay="0"/>
                                  </p:stCondLst>
                                  <p:childTnLst>
                                    <p:set>
                                      <p:cBhvr>
                                        <p:cTn id="25" dur="1" fill="hold">
                                          <p:stCondLst>
                                            <p:cond delay="0"/>
                                          </p:stCondLst>
                                        </p:cTn>
                                        <p:tgtEl>
                                          <p:spTgt spid="22">
                                            <p:txEl>
                                              <p:pRg st="2" end="2"/>
                                            </p:txEl>
                                          </p:spTgt>
                                        </p:tgtEl>
                                        <p:attrNameLst>
                                          <p:attrName>style.visibility</p:attrName>
                                        </p:attrNameLst>
                                      </p:cBhvr>
                                      <p:to>
                                        <p:strVal val="visible"/>
                                      </p:to>
                                    </p:set>
                                    <p:animEffect transition="in" filter="randombar(horizontal)">
                                      <p:cBhvr>
                                        <p:cTn id="26" dur="1000"/>
                                        <p:tgtEl>
                                          <p:spTgt spid="2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28"/>
          <p:cNvSpPr/>
          <p:nvPr/>
        </p:nvSpPr>
        <p:spPr bwMode="auto">
          <a:xfrm>
            <a:off x="-2" y="1958506"/>
            <a:ext cx="3628551" cy="1283968"/>
          </a:xfrm>
          <a:custGeom>
            <a:avLst/>
            <a:gdLst/>
            <a:ahLst/>
            <a:cxnLst/>
            <a:rect l="l" t="t" r="r" b="b"/>
            <a:pathLst>
              <a:path w="4310745" h="1283968">
                <a:moveTo>
                  <a:pt x="1089668" y="0"/>
                </a:moveTo>
                <a:lnTo>
                  <a:pt x="3526973" y="0"/>
                </a:lnTo>
                <a:lnTo>
                  <a:pt x="4310745" y="1269454"/>
                </a:lnTo>
                <a:lnTo>
                  <a:pt x="1089668" y="1283968"/>
                </a:lnTo>
                <a:close/>
                <a:moveTo>
                  <a:pt x="0" y="0"/>
                </a:moveTo>
                <a:lnTo>
                  <a:pt x="1089667" y="0"/>
                </a:lnTo>
                <a:lnTo>
                  <a:pt x="1089667" y="1283968"/>
                </a:lnTo>
                <a:lnTo>
                  <a:pt x="0" y="1283968"/>
                </a:lnTo>
                <a:close/>
              </a:path>
            </a:pathLst>
          </a:cu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5" name="TextBox 4"/>
          <p:cNvSpPr txBox="1"/>
          <p:nvPr/>
        </p:nvSpPr>
        <p:spPr bwMode="auto">
          <a:xfrm>
            <a:off x="1147538" y="2101138"/>
            <a:ext cx="1172116" cy="707886"/>
          </a:xfrm>
          <a:prstGeom prst="rect">
            <a:avLst/>
          </a:prstGeom>
          <a:noFill/>
        </p:spPr>
        <p:txBody>
          <a:bodyPr wrap="none">
            <a:spAutoFit/>
          </a:bodyPr>
          <a:lstStyle/>
          <a:p>
            <a:pPr fontAlgn="auto">
              <a:spcBef>
                <a:spcPts val="0"/>
              </a:spcBef>
              <a:spcAft>
                <a:spcPts val="0"/>
              </a:spcAft>
              <a:defRPr/>
            </a:pPr>
            <a:r>
              <a:rPr lang="zh-CN" altLang="en-US" sz="4000" kern="0" spc="-150" dirty="0">
                <a:ln w="1905">
                  <a:noFill/>
                </a:ln>
                <a:solidFill>
                  <a:schemeClr val="bg1"/>
                </a:solidFill>
                <a:latin typeface="方正大黑简体" pitchFamily="65" charset="-122"/>
                <a:ea typeface="方正大黑简体" pitchFamily="65" charset="-122"/>
              </a:rPr>
              <a:t>目录</a:t>
            </a:r>
          </a:p>
        </p:txBody>
      </p:sp>
      <p:sp>
        <p:nvSpPr>
          <p:cNvPr id="6" name="TextBox 5"/>
          <p:cNvSpPr txBox="1"/>
          <p:nvPr/>
        </p:nvSpPr>
        <p:spPr bwMode="auto">
          <a:xfrm>
            <a:off x="969811" y="2675711"/>
            <a:ext cx="1620765" cy="400110"/>
          </a:xfrm>
          <a:prstGeom prst="rect">
            <a:avLst/>
          </a:prstGeom>
          <a:noFill/>
        </p:spPr>
        <p:txBody>
          <a:bodyPr wrap="none">
            <a:spAutoFit/>
          </a:bodyPr>
          <a:lstStyle/>
          <a:p>
            <a:pPr algn="ctr"/>
            <a:r>
              <a:rPr lang="en-US" altLang="zh-CN" sz="2000" b="1" dirty="0">
                <a:solidFill>
                  <a:schemeClr val="bg1"/>
                </a:solidFill>
                <a:latin typeface="微软雅黑" pitchFamily="34" charset="-122"/>
                <a:ea typeface="微软雅黑" pitchFamily="34" charset="-122"/>
              </a:rPr>
              <a:t>CONTENTS</a:t>
            </a:r>
            <a:endParaRPr lang="zh-CN" altLang="en-US" sz="2000" b="1" dirty="0">
              <a:solidFill>
                <a:schemeClr val="bg1"/>
              </a:solidFill>
              <a:latin typeface="微软雅黑" pitchFamily="34" charset="-122"/>
              <a:ea typeface="微软雅黑" pitchFamily="34" charset="-122"/>
            </a:endParaRPr>
          </a:p>
        </p:txBody>
      </p:sp>
      <p:sp>
        <p:nvSpPr>
          <p:cNvPr id="8" name="TextBox 7"/>
          <p:cNvSpPr txBox="1"/>
          <p:nvPr/>
        </p:nvSpPr>
        <p:spPr bwMode="auto">
          <a:xfrm>
            <a:off x="3463201" y="947564"/>
            <a:ext cx="2236510" cy="400110"/>
          </a:xfrm>
          <a:prstGeom prst="rect">
            <a:avLst/>
          </a:prstGeom>
          <a:noFill/>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chemeClr val="tx1">
                    <a:lumMod val="75000"/>
                    <a:lumOff val="25000"/>
                  </a:schemeClr>
                </a:solidFill>
                <a:effectLst/>
                <a:uLnTx/>
                <a:uFillTx/>
                <a:latin typeface="微软雅黑" pitchFamily="34" charset="-122"/>
                <a:ea typeface="微软雅黑" pitchFamily="34" charset="-122"/>
              </a:rPr>
              <a:t>在此</a:t>
            </a:r>
            <a:r>
              <a:rPr kumimoji="0" lang="zh-CN" altLang="en-US" sz="2000" b="1" i="0" u="none" strike="noStrike" kern="0" cap="none" spc="0" normalizeH="0" baseline="0" noProof="0" dirty="0" smtClean="0">
                <a:ln>
                  <a:noFill/>
                </a:ln>
                <a:solidFill>
                  <a:schemeClr val="tx1">
                    <a:lumMod val="75000"/>
                    <a:lumOff val="25000"/>
                  </a:schemeClr>
                </a:solidFill>
                <a:effectLst/>
                <a:uLnTx/>
                <a:uFillTx/>
                <a:latin typeface="微软雅黑" pitchFamily="34" charset="-122"/>
                <a:ea typeface="微软雅黑" pitchFamily="34" charset="-122"/>
              </a:rPr>
              <a:t>输入标题内容</a:t>
            </a:r>
            <a:endParaRPr kumimoji="0" lang="zh-CN" altLang="en-US" sz="2000" b="1" i="0" u="none" strike="noStrike" kern="0" cap="none" spc="0" normalizeH="0" baseline="0" noProof="0" dirty="0">
              <a:ln>
                <a:noFill/>
              </a:ln>
              <a:solidFill>
                <a:schemeClr val="tx1">
                  <a:lumMod val="75000"/>
                  <a:lumOff val="25000"/>
                </a:schemeClr>
              </a:solidFill>
              <a:effectLst/>
              <a:uLnTx/>
              <a:uFillTx/>
              <a:latin typeface="微软雅黑" pitchFamily="34" charset="-122"/>
              <a:ea typeface="微软雅黑" pitchFamily="34" charset="-122"/>
            </a:endParaRPr>
          </a:p>
        </p:txBody>
      </p:sp>
      <p:sp>
        <p:nvSpPr>
          <p:cNvPr id="9" name="TextBox 8"/>
          <p:cNvSpPr txBox="1"/>
          <p:nvPr/>
        </p:nvSpPr>
        <p:spPr bwMode="auto">
          <a:xfrm>
            <a:off x="3472726" y="1347614"/>
            <a:ext cx="2954337" cy="277812"/>
          </a:xfrm>
          <a:prstGeom prst="rect">
            <a:avLst/>
          </a:prstGeom>
          <a:noFill/>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chemeClr val="tx1">
                    <a:lumMod val="75000"/>
                    <a:lumOff val="25000"/>
                  </a:schemeClr>
                </a:solidFill>
                <a:effectLst/>
                <a:uLnTx/>
                <a:uFillTx/>
                <a:latin typeface="微软雅黑" pitchFamily="34" charset="-122"/>
                <a:ea typeface="微软雅黑" pitchFamily="34" charset="-122"/>
              </a:rPr>
              <a:t>在此录入此部分的内容及说明，简单扼要</a:t>
            </a:r>
          </a:p>
        </p:txBody>
      </p:sp>
      <p:sp>
        <p:nvSpPr>
          <p:cNvPr id="10" name="TextBox 9"/>
          <p:cNvSpPr txBox="1"/>
          <p:nvPr/>
        </p:nvSpPr>
        <p:spPr bwMode="auto">
          <a:xfrm>
            <a:off x="4452472" y="2788082"/>
            <a:ext cx="2236787" cy="400050"/>
          </a:xfrm>
          <a:prstGeom prst="rect">
            <a:avLst/>
          </a:prstGeom>
          <a:noFill/>
        </p:spPr>
        <p:txBody>
          <a:bodyPr wrap="none">
            <a:spAutoFit/>
          </a:bodyPr>
          <a:lstStyle/>
          <a:p>
            <a:pPr lvl="0">
              <a:defRPr/>
            </a:pPr>
            <a:r>
              <a:rPr kumimoji="0" lang="zh-CN" altLang="en-US" sz="2000" b="1" i="0" u="none" strike="noStrike" kern="0" cap="none" spc="0" normalizeH="0" baseline="0" noProof="0" dirty="0">
                <a:ln>
                  <a:noFill/>
                </a:ln>
                <a:solidFill>
                  <a:schemeClr val="tx1">
                    <a:lumMod val="75000"/>
                    <a:lumOff val="25000"/>
                  </a:schemeClr>
                </a:solidFill>
                <a:effectLst/>
                <a:uLnTx/>
                <a:uFillTx/>
                <a:latin typeface="微软雅黑" pitchFamily="34" charset="-122"/>
                <a:ea typeface="微软雅黑" pitchFamily="34" charset="-122"/>
              </a:rPr>
              <a:t>在此</a:t>
            </a:r>
            <a:r>
              <a:rPr lang="zh-CN" altLang="en-US" sz="2000" b="1" kern="0" dirty="0">
                <a:solidFill>
                  <a:schemeClr val="tx1">
                    <a:lumMod val="75000"/>
                    <a:lumOff val="25000"/>
                  </a:schemeClr>
                </a:solidFill>
                <a:latin typeface="微软雅黑" pitchFamily="34" charset="-122"/>
                <a:ea typeface="微软雅黑" pitchFamily="34" charset="-122"/>
              </a:rPr>
              <a:t>输入标题内容</a:t>
            </a:r>
          </a:p>
        </p:txBody>
      </p:sp>
      <p:sp>
        <p:nvSpPr>
          <p:cNvPr id="11" name="TextBox 10"/>
          <p:cNvSpPr txBox="1"/>
          <p:nvPr/>
        </p:nvSpPr>
        <p:spPr bwMode="auto">
          <a:xfrm>
            <a:off x="4461997" y="3151223"/>
            <a:ext cx="2954337" cy="277813"/>
          </a:xfrm>
          <a:prstGeom prst="rect">
            <a:avLst/>
          </a:prstGeom>
          <a:noFill/>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chemeClr val="tx1">
                    <a:lumMod val="75000"/>
                    <a:lumOff val="25000"/>
                  </a:schemeClr>
                </a:solidFill>
                <a:effectLst/>
                <a:uLnTx/>
                <a:uFillTx/>
                <a:latin typeface="微软雅黑" pitchFamily="34" charset="-122"/>
                <a:ea typeface="微软雅黑" pitchFamily="34" charset="-122"/>
              </a:rPr>
              <a:t>在此录入此部分的内容及说明，简单扼要</a:t>
            </a:r>
          </a:p>
        </p:txBody>
      </p:sp>
      <p:sp>
        <p:nvSpPr>
          <p:cNvPr id="12" name="TextBox 11"/>
          <p:cNvSpPr txBox="1"/>
          <p:nvPr/>
        </p:nvSpPr>
        <p:spPr bwMode="auto">
          <a:xfrm>
            <a:off x="3977815" y="1891909"/>
            <a:ext cx="2236787" cy="400050"/>
          </a:xfrm>
          <a:prstGeom prst="rect">
            <a:avLst/>
          </a:prstGeom>
          <a:noFill/>
        </p:spPr>
        <p:txBody>
          <a:bodyPr wrap="none">
            <a:spAutoFit/>
          </a:bodyPr>
          <a:lstStyle/>
          <a:p>
            <a:pPr lvl="0">
              <a:defRPr/>
            </a:pPr>
            <a:r>
              <a:rPr kumimoji="0" lang="zh-CN" altLang="en-US" sz="2000" b="1" i="0" u="none" strike="noStrike" kern="0" cap="none" spc="0" normalizeH="0" baseline="0" noProof="0" dirty="0">
                <a:ln>
                  <a:noFill/>
                </a:ln>
                <a:solidFill>
                  <a:schemeClr val="tx1">
                    <a:lumMod val="75000"/>
                    <a:lumOff val="25000"/>
                  </a:schemeClr>
                </a:solidFill>
                <a:effectLst/>
                <a:uLnTx/>
                <a:uFillTx/>
                <a:latin typeface="微软雅黑" pitchFamily="34" charset="-122"/>
                <a:ea typeface="微软雅黑" pitchFamily="34" charset="-122"/>
              </a:rPr>
              <a:t>在此</a:t>
            </a:r>
            <a:r>
              <a:rPr lang="zh-CN" altLang="en-US" sz="2000" b="1" kern="0" dirty="0">
                <a:solidFill>
                  <a:schemeClr val="tx1">
                    <a:lumMod val="75000"/>
                    <a:lumOff val="25000"/>
                  </a:schemeClr>
                </a:solidFill>
                <a:latin typeface="微软雅黑" pitchFamily="34" charset="-122"/>
                <a:ea typeface="微软雅黑" pitchFamily="34" charset="-122"/>
              </a:rPr>
              <a:t>输入标题内容</a:t>
            </a:r>
          </a:p>
        </p:txBody>
      </p:sp>
      <p:sp>
        <p:nvSpPr>
          <p:cNvPr id="13" name="TextBox 12"/>
          <p:cNvSpPr txBox="1"/>
          <p:nvPr/>
        </p:nvSpPr>
        <p:spPr bwMode="auto">
          <a:xfrm>
            <a:off x="3987340" y="2255051"/>
            <a:ext cx="2954337" cy="277812"/>
          </a:xfrm>
          <a:prstGeom prst="rect">
            <a:avLst/>
          </a:prstGeom>
          <a:noFill/>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chemeClr val="tx1">
                    <a:lumMod val="75000"/>
                    <a:lumOff val="25000"/>
                  </a:schemeClr>
                </a:solidFill>
                <a:effectLst/>
                <a:uLnTx/>
                <a:uFillTx/>
                <a:latin typeface="微软雅黑" pitchFamily="34" charset="-122"/>
                <a:ea typeface="微软雅黑" pitchFamily="34" charset="-122"/>
              </a:rPr>
              <a:t>在此录入此部分的内容及说明，简单扼要</a:t>
            </a:r>
          </a:p>
        </p:txBody>
      </p:sp>
      <p:sp>
        <p:nvSpPr>
          <p:cNvPr id="14" name="TextBox 13"/>
          <p:cNvSpPr txBox="1"/>
          <p:nvPr/>
        </p:nvSpPr>
        <p:spPr bwMode="auto">
          <a:xfrm>
            <a:off x="4920506" y="3678182"/>
            <a:ext cx="2236787" cy="400050"/>
          </a:xfrm>
          <a:prstGeom prst="rect">
            <a:avLst/>
          </a:prstGeom>
          <a:noFill/>
        </p:spPr>
        <p:txBody>
          <a:bodyPr wrap="none">
            <a:spAutoFit/>
          </a:bodyPr>
          <a:lstStyle/>
          <a:p>
            <a:pPr lvl="0">
              <a:defRPr/>
            </a:pPr>
            <a:r>
              <a:rPr kumimoji="0" lang="zh-CN" altLang="en-US" sz="2000" b="1" i="0" u="none" strike="noStrike" kern="0" cap="none" spc="0" normalizeH="0" baseline="0" noProof="0" dirty="0">
                <a:ln>
                  <a:noFill/>
                </a:ln>
                <a:solidFill>
                  <a:schemeClr val="tx1">
                    <a:lumMod val="75000"/>
                    <a:lumOff val="25000"/>
                  </a:schemeClr>
                </a:solidFill>
                <a:effectLst/>
                <a:uLnTx/>
                <a:uFillTx/>
                <a:latin typeface="微软雅黑" pitchFamily="34" charset="-122"/>
                <a:ea typeface="微软雅黑" pitchFamily="34" charset="-122"/>
              </a:rPr>
              <a:t>在此</a:t>
            </a:r>
            <a:r>
              <a:rPr lang="zh-CN" altLang="en-US" sz="2000" b="1" kern="0" dirty="0">
                <a:solidFill>
                  <a:schemeClr val="tx1">
                    <a:lumMod val="75000"/>
                    <a:lumOff val="25000"/>
                  </a:schemeClr>
                </a:solidFill>
                <a:latin typeface="微软雅黑" pitchFamily="34" charset="-122"/>
                <a:ea typeface="微软雅黑" pitchFamily="34" charset="-122"/>
              </a:rPr>
              <a:t>输入标题内容</a:t>
            </a:r>
          </a:p>
        </p:txBody>
      </p:sp>
      <p:sp>
        <p:nvSpPr>
          <p:cNvPr id="15" name="TextBox 14"/>
          <p:cNvSpPr txBox="1"/>
          <p:nvPr/>
        </p:nvSpPr>
        <p:spPr bwMode="auto">
          <a:xfrm>
            <a:off x="4930031" y="4039736"/>
            <a:ext cx="2954337" cy="277812"/>
          </a:xfrm>
          <a:prstGeom prst="rect">
            <a:avLst/>
          </a:prstGeom>
          <a:noFill/>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chemeClr val="tx1">
                    <a:lumMod val="75000"/>
                    <a:lumOff val="25000"/>
                  </a:schemeClr>
                </a:solidFill>
                <a:effectLst/>
                <a:uLnTx/>
                <a:uFillTx/>
                <a:latin typeface="微软雅黑" pitchFamily="34" charset="-122"/>
                <a:ea typeface="微软雅黑" pitchFamily="34" charset="-122"/>
              </a:rPr>
              <a:t>在此录入此部分的内容及说明，简单扼要</a:t>
            </a:r>
          </a:p>
        </p:txBody>
      </p:sp>
      <p:sp>
        <p:nvSpPr>
          <p:cNvPr id="16" name="TextBox 15"/>
          <p:cNvSpPr txBox="1"/>
          <p:nvPr/>
        </p:nvSpPr>
        <p:spPr>
          <a:xfrm>
            <a:off x="2793223" y="915566"/>
            <a:ext cx="655949" cy="707886"/>
          </a:xfrm>
          <a:prstGeom prst="rect">
            <a:avLst/>
          </a:prstGeom>
          <a:noFill/>
        </p:spPr>
        <p:txBody>
          <a:bodyPr wrap="none" rtlCol="0">
            <a:spAutoFit/>
          </a:bodyPr>
          <a:lstStyle/>
          <a:p>
            <a:r>
              <a:rPr lang="en-US" altLang="zh-CN" sz="4000" dirty="0" smtClean="0">
                <a:solidFill>
                  <a:schemeClr val="accent1"/>
                </a:solidFill>
                <a:latin typeface="Impact" panose="020B0806030902050204" pitchFamily="34" charset="0"/>
              </a:rPr>
              <a:t>01</a:t>
            </a:r>
            <a:endParaRPr lang="zh-CN" altLang="en-US" sz="4000" dirty="0">
              <a:solidFill>
                <a:schemeClr val="accent1"/>
              </a:solidFill>
              <a:latin typeface="Impact" panose="020B0806030902050204" pitchFamily="34" charset="0"/>
            </a:endParaRPr>
          </a:p>
        </p:txBody>
      </p:sp>
      <p:sp>
        <p:nvSpPr>
          <p:cNvPr id="17" name="TextBox 16"/>
          <p:cNvSpPr txBox="1"/>
          <p:nvPr/>
        </p:nvSpPr>
        <p:spPr>
          <a:xfrm>
            <a:off x="3311842" y="1854949"/>
            <a:ext cx="718466" cy="707886"/>
          </a:xfrm>
          <a:prstGeom prst="rect">
            <a:avLst/>
          </a:prstGeom>
          <a:noFill/>
        </p:spPr>
        <p:txBody>
          <a:bodyPr wrap="none" rtlCol="0">
            <a:spAutoFit/>
          </a:bodyPr>
          <a:lstStyle/>
          <a:p>
            <a:r>
              <a:rPr lang="en-US" altLang="zh-CN" sz="4000" dirty="0" smtClean="0">
                <a:solidFill>
                  <a:schemeClr val="accent1"/>
                </a:solidFill>
                <a:latin typeface="Impact" panose="020B0806030902050204" pitchFamily="34" charset="0"/>
              </a:rPr>
              <a:t>02</a:t>
            </a:r>
            <a:endParaRPr lang="zh-CN" altLang="en-US" sz="4000" dirty="0">
              <a:solidFill>
                <a:schemeClr val="accent1"/>
              </a:solidFill>
              <a:latin typeface="Impact" panose="020B0806030902050204" pitchFamily="34" charset="0"/>
            </a:endParaRPr>
          </a:p>
        </p:txBody>
      </p:sp>
      <p:sp>
        <p:nvSpPr>
          <p:cNvPr id="18" name="TextBox 17"/>
          <p:cNvSpPr txBox="1"/>
          <p:nvPr/>
        </p:nvSpPr>
        <p:spPr>
          <a:xfrm>
            <a:off x="3847091" y="2715766"/>
            <a:ext cx="732893" cy="707886"/>
          </a:xfrm>
          <a:prstGeom prst="rect">
            <a:avLst/>
          </a:prstGeom>
          <a:noFill/>
        </p:spPr>
        <p:txBody>
          <a:bodyPr wrap="none" rtlCol="0">
            <a:spAutoFit/>
          </a:bodyPr>
          <a:lstStyle/>
          <a:p>
            <a:r>
              <a:rPr lang="en-US" altLang="zh-CN" sz="4000" dirty="0" smtClean="0">
                <a:solidFill>
                  <a:schemeClr val="accent1"/>
                </a:solidFill>
                <a:latin typeface="Impact" panose="020B0806030902050204" pitchFamily="34" charset="0"/>
              </a:rPr>
              <a:t>03</a:t>
            </a:r>
            <a:endParaRPr lang="zh-CN" altLang="en-US" sz="4000" dirty="0">
              <a:solidFill>
                <a:schemeClr val="accent1"/>
              </a:solidFill>
              <a:latin typeface="Impact" panose="020B0806030902050204" pitchFamily="34" charset="0"/>
            </a:endParaRPr>
          </a:p>
        </p:txBody>
      </p:sp>
      <p:sp>
        <p:nvSpPr>
          <p:cNvPr id="19" name="TextBox 18"/>
          <p:cNvSpPr txBox="1"/>
          <p:nvPr/>
        </p:nvSpPr>
        <p:spPr>
          <a:xfrm>
            <a:off x="4260933" y="3602072"/>
            <a:ext cx="716863" cy="707886"/>
          </a:xfrm>
          <a:prstGeom prst="rect">
            <a:avLst/>
          </a:prstGeom>
          <a:noFill/>
        </p:spPr>
        <p:txBody>
          <a:bodyPr wrap="none" rtlCol="0">
            <a:spAutoFit/>
          </a:bodyPr>
          <a:lstStyle/>
          <a:p>
            <a:r>
              <a:rPr lang="en-US" altLang="zh-CN" sz="4000" dirty="0" smtClean="0">
                <a:solidFill>
                  <a:schemeClr val="accent1"/>
                </a:solidFill>
                <a:latin typeface="Impact" panose="020B0806030902050204" pitchFamily="34" charset="0"/>
              </a:rPr>
              <a:t>04</a:t>
            </a:r>
            <a:endParaRPr lang="zh-CN" altLang="en-US" sz="4000" dirty="0">
              <a:solidFill>
                <a:schemeClr val="accent1"/>
              </a:solidFill>
              <a:latin typeface="Impact" panose="020B0806030902050204" pitchFamily="34" charset="0"/>
            </a:endParaRPr>
          </a:p>
        </p:txBody>
      </p:sp>
      <p:sp>
        <p:nvSpPr>
          <p:cNvPr id="20" name="矩形 34"/>
          <p:cNvSpPr/>
          <p:nvPr/>
        </p:nvSpPr>
        <p:spPr bwMode="auto">
          <a:xfrm>
            <a:off x="6987340" y="1954918"/>
            <a:ext cx="2170177" cy="1287555"/>
          </a:xfrm>
          <a:custGeom>
            <a:avLst/>
            <a:gdLst>
              <a:gd name="connsiteX0" fmla="*/ 0 w 1055077"/>
              <a:gd name="connsiteY0" fmla="*/ 0 h 1283968"/>
              <a:gd name="connsiteX1" fmla="*/ 1055077 w 1055077"/>
              <a:gd name="connsiteY1" fmla="*/ 0 h 1283968"/>
              <a:gd name="connsiteX2" fmla="*/ 1055077 w 1055077"/>
              <a:gd name="connsiteY2" fmla="*/ 1283968 h 1283968"/>
              <a:gd name="connsiteX3" fmla="*/ 0 w 1055077"/>
              <a:gd name="connsiteY3" fmla="*/ 1283968 h 1283968"/>
              <a:gd name="connsiteX4" fmla="*/ 0 w 1055077"/>
              <a:gd name="connsiteY4" fmla="*/ 0 h 1283968"/>
              <a:gd name="connsiteX0" fmla="*/ 0 w 1606620"/>
              <a:gd name="connsiteY0" fmla="*/ 0 h 1283968"/>
              <a:gd name="connsiteX1" fmla="*/ 1606620 w 1606620"/>
              <a:gd name="connsiteY1" fmla="*/ 0 h 1283968"/>
              <a:gd name="connsiteX2" fmla="*/ 1606620 w 1606620"/>
              <a:gd name="connsiteY2" fmla="*/ 1283968 h 1283968"/>
              <a:gd name="connsiteX3" fmla="*/ 551543 w 1606620"/>
              <a:gd name="connsiteY3" fmla="*/ 1283968 h 1283968"/>
              <a:gd name="connsiteX4" fmla="*/ 0 w 1606620"/>
              <a:gd name="connsiteY4" fmla="*/ 0 h 1283968"/>
              <a:gd name="connsiteX0" fmla="*/ 0 w 1833140"/>
              <a:gd name="connsiteY0" fmla="*/ 9525 h 1293493"/>
              <a:gd name="connsiteX1" fmla="*/ 1833140 w 1833140"/>
              <a:gd name="connsiteY1" fmla="*/ 0 h 1293493"/>
              <a:gd name="connsiteX2" fmla="*/ 1606620 w 1833140"/>
              <a:gd name="connsiteY2" fmla="*/ 1293493 h 1293493"/>
              <a:gd name="connsiteX3" fmla="*/ 551543 w 1833140"/>
              <a:gd name="connsiteY3" fmla="*/ 1293493 h 1293493"/>
              <a:gd name="connsiteX4" fmla="*/ 0 w 1833140"/>
              <a:gd name="connsiteY4" fmla="*/ 9525 h 1293493"/>
              <a:gd name="connsiteX0" fmla="*/ 0 w 1833140"/>
              <a:gd name="connsiteY0" fmla="*/ 9525 h 1293493"/>
              <a:gd name="connsiteX1" fmla="*/ 1833140 w 1833140"/>
              <a:gd name="connsiteY1" fmla="*/ 0 h 1293493"/>
              <a:gd name="connsiteX2" fmla="*/ 1833140 w 1833140"/>
              <a:gd name="connsiteY2" fmla="*/ 1293493 h 1293493"/>
              <a:gd name="connsiteX3" fmla="*/ 551543 w 1833140"/>
              <a:gd name="connsiteY3" fmla="*/ 1293493 h 1293493"/>
              <a:gd name="connsiteX4" fmla="*/ 0 w 1833140"/>
              <a:gd name="connsiteY4" fmla="*/ 9525 h 1293493"/>
              <a:gd name="connsiteX0" fmla="*/ 0 w 1833140"/>
              <a:gd name="connsiteY0" fmla="*/ 0 h 1283968"/>
              <a:gd name="connsiteX1" fmla="*/ 1833140 w 1833140"/>
              <a:gd name="connsiteY1" fmla="*/ 8288 h 1283968"/>
              <a:gd name="connsiteX2" fmla="*/ 1833140 w 1833140"/>
              <a:gd name="connsiteY2" fmla="*/ 1283968 h 1283968"/>
              <a:gd name="connsiteX3" fmla="*/ 551543 w 1833140"/>
              <a:gd name="connsiteY3" fmla="*/ 1283968 h 1283968"/>
              <a:gd name="connsiteX4" fmla="*/ 0 w 1833140"/>
              <a:gd name="connsiteY4" fmla="*/ 0 h 1283968"/>
              <a:gd name="connsiteX0" fmla="*/ 0 w 1843227"/>
              <a:gd name="connsiteY0" fmla="*/ 3587 h 1287555"/>
              <a:gd name="connsiteX1" fmla="*/ 1843227 w 1843227"/>
              <a:gd name="connsiteY1" fmla="*/ 0 h 1287555"/>
              <a:gd name="connsiteX2" fmla="*/ 1833140 w 1843227"/>
              <a:gd name="connsiteY2" fmla="*/ 1287555 h 1287555"/>
              <a:gd name="connsiteX3" fmla="*/ 551543 w 1843227"/>
              <a:gd name="connsiteY3" fmla="*/ 1287555 h 1287555"/>
              <a:gd name="connsiteX4" fmla="*/ 0 w 1843227"/>
              <a:gd name="connsiteY4" fmla="*/ 3587 h 1287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3227" h="1287555">
                <a:moveTo>
                  <a:pt x="0" y="3587"/>
                </a:moveTo>
                <a:lnTo>
                  <a:pt x="1843227" y="0"/>
                </a:lnTo>
                <a:cubicBezTo>
                  <a:pt x="1839865" y="429185"/>
                  <a:pt x="1836502" y="858370"/>
                  <a:pt x="1833140" y="1287555"/>
                </a:cubicBezTo>
                <a:lnTo>
                  <a:pt x="551543" y="1287555"/>
                </a:lnTo>
                <a:lnTo>
                  <a:pt x="0" y="3587"/>
                </a:lnTo>
                <a:close/>
              </a:path>
            </a:pathLst>
          </a:cu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21" name="TextBox 20"/>
          <p:cNvSpPr txBox="1"/>
          <p:nvPr/>
        </p:nvSpPr>
        <p:spPr>
          <a:xfrm>
            <a:off x="7595330" y="2304758"/>
            <a:ext cx="1297150" cy="523220"/>
          </a:xfrm>
          <a:prstGeom prst="rect">
            <a:avLst/>
          </a:prstGeom>
          <a:noFill/>
        </p:spPr>
        <p:txBody>
          <a:bodyPr wrap="none" rtlCol="0">
            <a:spAutoFit/>
          </a:bodyPr>
          <a:lstStyle/>
          <a:p>
            <a:r>
              <a:rPr lang="en-US" altLang="zh-CN" sz="2800" dirty="0" smtClean="0">
                <a:solidFill>
                  <a:schemeClr val="bg1"/>
                </a:solidFill>
                <a:latin typeface="Eras Bold ITC" panose="020B0907030504020204" pitchFamily="34" charset="0"/>
                <a:ea typeface="微软雅黑" panose="020B0503020204020204" pitchFamily="34" charset="-122"/>
              </a:rPr>
              <a:t>LOGO</a:t>
            </a:r>
            <a:endParaRPr lang="zh-CN" altLang="en-US" sz="2800" dirty="0">
              <a:solidFill>
                <a:schemeClr val="bg1"/>
              </a:solidFill>
              <a:latin typeface="Eras Bold ITC" panose="020B0907030504020204" pitchFamily="34" charset="0"/>
              <a:ea typeface="微软雅黑" panose="020B0503020204020204" pitchFamily="34" charset="-122"/>
            </a:endParaRPr>
          </a:p>
        </p:txBody>
      </p:sp>
    </p:spTree>
    <p:extLst>
      <p:ext uri="{BB962C8B-B14F-4D97-AF65-F5344CB8AC3E}">
        <p14:creationId xmlns:p14="http://schemas.microsoft.com/office/powerpoint/2010/main" val="2110673134"/>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childTnLst>
                          </p:cTn>
                        </p:par>
                        <p:par>
                          <p:cTn id="11" fill="hold">
                            <p:stCondLst>
                              <p:cond delay="500"/>
                            </p:stCondLst>
                            <p:childTnLst>
                              <p:par>
                                <p:cTn id="12" presetID="42"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anim calcmode="lin" valueType="num">
                                      <p:cBhvr>
                                        <p:cTn id="15" dur="500" fill="hold"/>
                                        <p:tgtEl>
                                          <p:spTgt spid="5"/>
                                        </p:tgtEl>
                                        <p:attrNameLst>
                                          <p:attrName>ppt_x</p:attrName>
                                        </p:attrNameLst>
                                      </p:cBhvr>
                                      <p:tavLst>
                                        <p:tav tm="0">
                                          <p:val>
                                            <p:strVal val="#ppt_x"/>
                                          </p:val>
                                        </p:tav>
                                        <p:tav tm="100000">
                                          <p:val>
                                            <p:strVal val="#ppt_x"/>
                                          </p:val>
                                        </p:tav>
                                      </p:tavLst>
                                    </p:anim>
                                    <p:anim calcmode="lin" valueType="num">
                                      <p:cBhvr>
                                        <p:cTn id="16" dur="500" fill="hold"/>
                                        <p:tgtEl>
                                          <p:spTgt spid="5"/>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5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anim calcmode="lin" valueType="num">
                                      <p:cBhvr>
                                        <p:cTn id="20" dur="500" fill="hold"/>
                                        <p:tgtEl>
                                          <p:spTgt spid="6"/>
                                        </p:tgtEl>
                                        <p:attrNameLst>
                                          <p:attrName>ppt_x</p:attrName>
                                        </p:attrNameLst>
                                      </p:cBhvr>
                                      <p:tavLst>
                                        <p:tav tm="0">
                                          <p:val>
                                            <p:strVal val="#ppt_x"/>
                                          </p:val>
                                        </p:tav>
                                        <p:tav tm="100000">
                                          <p:val>
                                            <p:strVal val="#ppt_x"/>
                                          </p:val>
                                        </p:tav>
                                      </p:tavLst>
                                    </p:anim>
                                    <p:anim calcmode="lin" valueType="num">
                                      <p:cBhvr>
                                        <p:cTn id="21" dur="500" fill="hold"/>
                                        <p:tgtEl>
                                          <p:spTgt spid="6"/>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grpId="0" nodeType="after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1000"/>
                                        <p:tgtEl>
                                          <p:spTgt spid="21"/>
                                        </p:tgtEl>
                                      </p:cBhvr>
                                    </p:animEffect>
                                    <p:anim calcmode="lin" valueType="num">
                                      <p:cBhvr>
                                        <p:cTn id="26" dur="1000" fill="hold"/>
                                        <p:tgtEl>
                                          <p:spTgt spid="21"/>
                                        </p:tgtEl>
                                        <p:attrNameLst>
                                          <p:attrName>ppt_x</p:attrName>
                                        </p:attrNameLst>
                                      </p:cBhvr>
                                      <p:tavLst>
                                        <p:tav tm="0">
                                          <p:val>
                                            <p:strVal val="#ppt_x"/>
                                          </p:val>
                                        </p:tav>
                                        <p:tav tm="100000">
                                          <p:val>
                                            <p:strVal val="#ppt_x"/>
                                          </p:val>
                                        </p:tav>
                                      </p:tavLst>
                                    </p:anim>
                                    <p:anim calcmode="lin" valueType="num">
                                      <p:cBhvr>
                                        <p:cTn id="27" dur="1000" fill="hold"/>
                                        <p:tgtEl>
                                          <p:spTgt spid="21"/>
                                        </p:tgtEl>
                                        <p:attrNameLst>
                                          <p:attrName>ppt_y</p:attrName>
                                        </p:attrNameLst>
                                      </p:cBhvr>
                                      <p:tavLst>
                                        <p:tav tm="0">
                                          <p:val>
                                            <p:strVal val="#ppt_y+.1"/>
                                          </p:val>
                                        </p:tav>
                                        <p:tav tm="100000">
                                          <p:val>
                                            <p:strVal val="#ppt_y"/>
                                          </p:val>
                                        </p:tav>
                                      </p:tavLst>
                                    </p:anim>
                                  </p:childTnLst>
                                </p:cTn>
                              </p:par>
                            </p:childTnLst>
                          </p:cTn>
                        </p:par>
                        <p:par>
                          <p:cTn id="28" fill="hold">
                            <p:stCondLst>
                              <p:cond delay="2500"/>
                            </p:stCondLst>
                            <p:childTnLst>
                              <p:par>
                                <p:cTn id="29" presetID="49" presetClass="entr" presetSubtype="0" decel="100000" fill="hold" grpId="0" nodeType="after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p:cTn id="31" dur="500" fill="hold"/>
                                        <p:tgtEl>
                                          <p:spTgt spid="16"/>
                                        </p:tgtEl>
                                        <p:attrNameLst>
                                          <p:attrName>ppt_w</p:attrName>
                                        </p:attrNameLst>
                                      </p:cBhvr>
                                      <p:tavLst>
                                        <p:tav tm="0">
                                          <p:val>
                                            <p:fltVal val="0"/>
                                          </p:val>
                                        </p:tav>
                                        <p:tav tm="100000">
                                          <p:val>
                                            <p:strVal val="#ppt_w"/>
                                          </p:val>
                                        </p:tav>
                                      </p:tavLst>
                                    </p:anim>
                                    <p:anim calcmode="lin" valueType="num">
                                      <p:cBhvr>
                                        <p:cTn id="32" dur="500" fill="hold"/>
                                        <p:tgtEl>
                                          <p:spTgt spid="16"/>
                                        </p:tgtEl>
                                        <p:attrNameLst>
                                          <p:attrName>ppt_h</p:attrName>
                                        </p:attrNameLst>
                                      </p:cBhvr>
                                      <p:tavLst>
                                        <p:tav tm="0">
                                          <p:val>
                                            <p:fltVal val="0"/>
                                          </p:val>
                                        </p:tav>
                                        <p:tav tm="100000">
                                          <p:val>
                                            <p:strVal val="#ppt_h"/>
                                          </p:val>
                                        </p:tav>
                                      </p:tavLst>
                                    </p:anim>
                                    <p:anim calcmode="lin" valueType="num">
                                      <p:cBhvr>
                                        <p:cTn id="33" dur="500" fill="hold"/>
                                        <p:tgtEl>
                                          <p:spTgt spid="16"/>
                                        </p:tgtEl>
                                        <p:attrNameLst>
                                          <p:attrName>style.rotation</p:attrName>
                                        </p:attrNameLst>
                                      </p:cBhvr>
                                      <p:tavLst>
                                        <p:tav tm="0">
                                          <p:val>
                                            <p:fltVal val="360"/>
                                          </p:val>
                                        </p:tav>
                                        <p:tav tm="100000">
                                          <p:val>
                                            <p:fltVal val="0"/>
                                          </p:val>
                                        </p:tav>
                                      </p:tavLst>
                                    </p:anim>
                                    <p:animEffect transition="in" filter="fade">
                                      <p:cBhvr>
                                        <p:cTn id="34" dur="500"/>
                                        <p:tgtEl>
                                          <p:spTgt spid="16"/>
                                        </p:tgtEl>
                                      </p:cBhvr>
                                    </p:animEffect>
                                  </p:childTnLst>
                                </p:cTn>
                              </p:par>
                            </p:childTnLst>
                          </p:cTn>
                        </p:par>
                        <p:par>
                          <p:cTn id="35" fill="hold">
                            <p:stCondLst>
                              <p:cond delay="3000"/>
                            </p:stCondLst>
                            <p:childTnLst>
                              <p:par>
                                <p:cTn id="36" presetID="42" presetClass="entr" presetSubtype="0" fill="hold" grpId="0" nodeType="after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anim calcmode="lin" valueType="num">
                                      <p:cBhvr>
                                        <p:cTn id="39" dur="500" fill="hold"/>
                                        <p:tgtEl>
                                          <p:spTgt spid="8"/>
                                        </p:tgtEl>
                                        <p:attrNameLst>
                                          <p:attrName>ppt_x</p:attrName>
                                        </p:attrNameLst>
                                      </p:cBhvr>
                                      <p:tavLst>
                                        <p:tav tm="0">
                                          <p:val>
                                            <p:strVal val="#ppt_x"/>
                                          </p:val>
                                        </p:tav>
                                        <p:tav tm="100000">
                                          <p:val>
                                            <p:strVal val="#ppt_x"/>
                                          </p:val>
                                        </p:tav>
                                      </p:tavLst>
                                    </p:anim>
                                    <p:anim calcmode="lin" valueType="num">
                                      <p:cBhvr>
                                        <p:cTn id="40" dur="500" fill="hold"/>
                                        <p:tgtEl>
                                          <p:spTgt spid="8"/>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10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500"/>
                                        <p:tgtEl>
                                          <p:spTgt spid="9"/>
                                        </p:tgtEl>
                                      </p:cBhvr>
                                    </p:animEffect>
                                    <p:anim calcmode="lin" valueType="num">
                                      <p:cBhvr>
                                        <p:cTn id="44" dur="500" fill="hold"/>
                                        <p:tgtEl>
                                          <p:spTgt spid="9"/>
                                        </p:tgtEl>
                                        <p:attrNameLst>
                                          <p:attrName>ppt_x</p:attrName>
                                        </p:attrNameLst>
                                      </p:cBhvr>
                                      <p:tavLst>
                                        <p:tav tm="0">
                                          <p:val>
                                            <p:strVal val="#ppt_x"/>
                                          </p:val>
                                        </p:tav>
                                        <p:tav tm="100000">
                                          <p:val>
                                            <p:strVal val="#ppt_x"/>
                                          </p:val>
                                        </p:tav>
                                      </p:tavLst>
                                    </p:anim>
                                    <p:anim calcmode="lin" valueType="num">
                                      <p:cBhvr>
                                        <p:cTn id="45" dur="500" fill="hold"/>
                                        <p:tgtEl>
                                          <p:spTgt spid="9"/>
                                        </p:tgtEl>
                                        <p:attrNameLst>
                                          <p:attrName>ppt_y</p:attrName>
                                        </p:attrNameLst>
                                      </p:cBhvr>
                                      <p:tavLst>
                                        <p:tav tm="0">
                                          <p:val>
                                            <p:strVal val="#ppt_y+.1"/>
                                          </p:val>
                                        </p:tav>
                                        <p:tav tm="100000">
                                          <p:val>
                                            <p:strVal val="#ppt_y"/>
                                          </p:val>
                                        </p:tav>
                                      </p:tavLst>
                                    </p:anim>
                                  </p:childTnLst>
                                </p:cTn>
                              </p:par>
                            </p:childTnLst>
                          </p:cTn>
                        </p:par>
                        <p:par>
                          <p:cTn id="46" fill="hold">
                            <p:stCondLst>
                              <p:cond delay="3600"/>
                            </p:stCondLst>
                            <p:childTnLst>
                              <p:par>
                                <p:cTn id="47" presetID="49" presetClass="entr" presetSubtype="0" decel="100000" fill="hold" grpId="0" nodeType="after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p:cTn id="49" dur="500" fill="hold"/>
                                        <p:tgtEl>
                                          <p:spTgt spid="17"/>
                                        </p:tgtEl>
                                        <p:attrNameLst>
                                          <p:attrName>ppt_w</p:attrName>
                                        </p:attrNameLst>
                                      </p:cBhvr>
                                      <p:tavLst>
                                        <p:tav tm="0">
                                          <p:val>
                                            <p:fltVal val="0"/>
                                          </p:val>
                                        </p:tav>
                                        <p:tav tm="100000">
                                          <p:val>
                                            <p:strVal val="#ppt_w"/>
                                          </p:val>
                                        </p:tav>
                                      </p:tavLst>
                                    </p:anim>
                                    <p:anim calcmode="lin" valueType="num">
                                      <p:cBhvr>
                                        <p:cTn id="50" dur="500" fill="hold"/>
                                        <p:tgtEl>
                                          <p:spTgt spid="17"/>
                                        </p:tgtEl>
                                        <p:attrNameLst>
                                          <p:attrName>ppt_h</p:attrName>
                                        </p:attrNameLst>
                                      </p:cBhvr>
                                      <p:tavLst>
                                        <p:tav tm="0">
                                          <p:val>
                                            <p:fltVal val="0"/>
                                          </p:val>
                                        </p:tav>
                                        <p:tav tm="100000">
                                          <p:val>
                                            <p:strVal val="#ppt_h"/>
                                          </p:val>
                                        </p:tav>
                                      </p:tavLst>
                                    </p:anim>
                                    <p:anim calcmode="lin" valueType="num">
                                      <p:cBhvr>
                                        <p:cTn id="51" dur="500" fill="hold"/>
                                        <p:tgtEl>
                                          <p:spTgt spid="17"/>
                                        </p:tgtEl>
                                        <p:attrNameLst>
                                          <p:attrName>style.rotation</p:attrName>
                                        </p:attrNameLst>
                                      </p:cBhvr>
                                      <p:tavLst>
                                        <p:tav tm="0">
                                          <p:val>
                                            <p:fltVal val="360"/>
                                          </p:val>
                                        </p:tav>
                                        <p:tav tm="100000">
                                          <p:val>
                                            <p:fltVal val="0"/>
                                          </p:val>
                                        </p:tav>
                                      </p:tavLst>
                                    </p:anim>
                                    <p:animEffect transition="in" filter="fade">
                                      <p:cBhvr>
                                        <p:cTn id="52" dur="500"/>
                                        <p:tgtEl>
                                          <p:spTgt spid="17"/>
                                        </p:tgtEl>
                                      </p:cBhvr>
                                    </p:animEffect>
                                  </p:childTnLst>
                                </p:cTn>
                              </p:par>
                              <p:par>
                                <p:cTn id="53" presetID="42" presetClass="entr" presetSubtype="0" fill="hold" grpId="0" nodeType="withEffect">
                                  <p:stCondLst>
                                    <p:cond delay="20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500"/>
                                        <p:tgtEl>
                                          <p:spTgt spid="12"/>
                                        </p:tgtEl>
                                      </p:cBhvr>
                                    </p:animEffect>
                                    <p:anim calcmode="lin" valueType="num">
                                      <p:cBhvr>
                                        <p:cTn id="56" dur="500" fill="hold"/>
                                        <p:tgtEl>
                                          <p:spTgt spid="12"/>
                                        </p:tgtEl>
                                        <p:attrNameLst>
                                          <p:attrName>ppt_x</p:attrName>
                                        </p:attrNameLst>
                                      </p:cBhvr>
                                      <p:tavLst>
                                        <p:tav tm="0">
                                          <p:val>
                                            <p:strVal val="#ppt_x"/>
                                          </p:val>
                                        </p:tav>
                                        <p:tav tm="100000">
                                          <p:val>
                                            <p:strVal val="#ppt_x"/>
                                          </p:val>
                                        </p:tav>
                                      </p:tavLst>
                                    </p:anim>
                                    <p:anim calcmode="lin" valueType="num">
                                      <p:cBhvr>
                                        <p:cTn id="57" dur="500" fill="hold"/>
                                        <p:tgtEl>
                                          <p:spTgt spid="12"/>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300"/>
                                  </p:stCondLst>
                                  <p:childTnLst>
                                    <p:set>
                                      <p:cBhvr>
                                        <p:cTn id="59" dur="1" fill="hold">
                                          <p:stCondLst>
                                            <p:cond delay="0"/>
                                          </p:stCondLst>
                                        </p:cTn>
                                        <p:tgtEl>
                                          <p:spTgt spid="13"/>
                                        </p:tgtEl>
                                        <p:attrNameLst>
                                          <p:attrName>style.visibility</p:attrName>
                                        </p:attrNameLst>
                                      </p:cBhvr>
                                      <p:to>
                                        <p:strVal val="visible"/>
                                      </p:to>
                                    </p:set>
                                    <p:animEffect transition="in" filter="fade">
                                      <p:cBhvr>
                                        <p:cTn id="60" dur="500"/>
                                        <p:tgtEl>
                                          <p:spTgt spid="13"/>
                                        </p:tgtEl>
                                      </p:cBhvr>
                                    </p:animEffect>
                                    <p:anim calcmode="lin" valueType="num">
                                      <p:cBhvr>
                                        <p:cTn id="61" dur="500" fill="hold"/>
                                        <p:tgtEl>
                                          <p:spTgt spid="13"/>
                                        </p:tgtEl>
                                        <p:attrNameLst>
                                          <p:attrName>ppt_x</p:attrName>
                                        </p:attrNameLst>
                                      </p:cBhvr>
                                      <p:tavLst>
                                        <p:tav tm="0">
                                          <p:val>
                                            <p:strVal val="#ppt_x"/>
                                          </p:val>
                                        </p:tav>
                                        <p:tav tm="100000">
                                          <p:val>
                                            <p:strVal val="#ppt_x"/>
                                          </p:val>
                                        </p:tav>
                                      </p:tavLst>
                                    </p:anim>
                                    <p:anim calcmode="lin" valueType="num">
                                      <p:cBhvr>
                                        <p:cTn id="62" dur="500" fill="hold"/>
                                        <p:tgtEl>
                                          <p:spTgt spid="13"/>
                                        </p:tgtEl>
                                        <p:attrNameLst>
                                          <p:attrName>ppt_y</p:attrName>
                                        </p:attrNameLst>
                                      </p:cBhvr>
                                      <p:tavLst>
                                        <p:tav tm="0">
                                          <p:val>
                                            <p:strVal val="#ppt_y+.1"/>
                                          </p:val>
                                        </p:tav>
                                        <p:tav tm="100000">
                                          <p:val>
                                            <p:strVal val="#ppt_y"/>
                                          </p:val>
                                        </p:tav>
                                      </p:tavLst>
                                    </p:anim>
                                  </p:childTnLst>
                                </p:cTn>
                              </p:par>
                            </p:childTnLst>
                          </p:cTn>
                        </p:par>
                        <p:par>
                          <p:cTn id="63" fill="hold">
                            <p:stCondLst>
                              <p:cond delay="4400"/>
                            </p:stCondLst>
                            <p:childTnLst>
                              <p:par>
                                <p:cTn id="64" presetID="49" presetClass="entr" presetSubtype="0" decel="10000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 calcmode="lin" valueType="num">
                                      <p:cBhvr>
                                        <p:cTn id="66" dur="500" fill="hold"/>
                                        <p:tgtEl>
                                          <p:spTgt spid="18"/>
                                        </p:tgtEl>
                                        <p:attrNameLst>
                                          <p:attrName>ppt_w</p:attrName>
                                        </p:attrNameLst>
                                      </p:cBhvr>
                                      <p:tavLst>
                                        <p:tav tm="0">
                                          <p:val>
                                            <p:fltVal val="0"/>
                                          </p:val>
                                        </p:tav>
                                        <p:tav tm="100000">
                                          <p:val>
                                            <p:strVal val="#ppt_w"/>
                                          </p:val>
                                        </p:tav>
                                      </p:tavLst>
                                    </p:anim>
                                    <p:anim calcmode="lin" valueType="num">
                                      <p:cBhvr>
                                        <p:cTn id="67" dur="500" fill="hold"/>
                                        <p:tgtEl>
                                          <p:spTgt spid="18"/>
                                        </p:tgtEl>
                                        <p:attrNameLst>
                                          <p:attrName>ppt_h</p:attrName>
                                        </p:attrNameLst>
                                      </p:cBhvr>
                                      <p:tavLst>
                                        <p:tav tm="0">
                                          <p:val>
                                            <p:fltVal val="0"/>
                                          </p:val>
                                        </p:tav>
                                        <p:tav tm="100000">
                                          <p:val>
                                            <p:strVal val="#ppt_h"/>
                                          </p:val>
                                        </p:tav>
                                      </p:tavLst>
                                    </p:anim>
                                    <p:anim calcmode="lin" valueType="num">
                                      <p:cBhvr>
                                        <p:cTn id="68" dur="500" fill="hold"/>
                                        <p:tgtEl>
                                          <p:spTgt spid="18"/>
                                        </p:tgtEl>
                                        <p:attrNameLst>
                                          <p:attrName>style.rotation</p:attrName>
                                        </p:attrNameLst>
                                      </p:cBhvr>
                                      <p:tavLst>
                                        <p:tav tm="0">
                                          <p:val>
                                            <p:fltVal val="360"/>
                                          </p:val>
                                        </p:tav>
                                        <p:tav tm="100000">
                                          <p:val>
                                            <p:fltVal val="0"/>
                                          </p:val>
                                        </p:tav>
                                      </p:tavLst>
                                    </p:anim>
                                    <p:animEffect transition="in" filter="fade">
                                      <p:cBhvr>
                                        <p:cTn id="69" dur="500"/>
                                        <p:tgtEl>
                                          <p:spTgt spid="18"/>
                                        </p:tgtEl>
                                      </p:cBhvr>
                                    </p:animEffect>
                                  </p:childTnLst>
                                </p:cTn>
                              </p:par>
                              <p:par>
                                <p:cTn id="70" presetID="42" presetClass="entr" presetSubtype="0" fill="hold" grpId="0" nodeType="withEffect">
                                  <p:stCondLst>
                                    <p:cond delay="400"/>
                                  </p:stCondLst>
                                  <p:childTnLst>
                                    <p:set>
                                      <p:cBhvr>
                                        <p:cTn id="71" dur="1" fill="hold">
                                          <p:stCondLst>
                                            <p:cond delay="0"/>
                                          </p:stCondLst>
                                        </p:cTn>
                                        <p:tgtEl>
                                          <p:spTgt spid="10"/>
                                        </p:tgtEl>
                                        <p:attrNameLst>
                                          <p:attrName>style.visibility</p:attrName>
                                        </p:attrNameLst>
                                      </p:cBhvr>
                                      <p:to>
                                        <p:strVal val="visible"/>
                                      </p:to>
                                    </p:set>
                                    <p:animEffect transition="in" filter="fade">
                                      <p:cBhvr>
                                        <p:cTn id="72" dur="500"/>
                                        <p:tgtEl>
                                          <p:spTgt spid="10"/>
                                        </p:tgtEl>
                                      </p:cBhvr>
                                    </p:animEffect>
                                    <p:anim calcmode="lin" valueType="num">
                                      <p:cBhvr>
                                        <p:cTn id="73" dur="500" fill="hold"/>
                                        <p:tgtEl>
                                          <p:spTgt spid="10"/>
                                        </p:tgtEl>
                                        <p:attrNameLst>
                                          <p:attrName>ppt_x</p:attrName>
                                        </p:attrNameLst>
                                      </p:cBhvr>
                                      <p:tavLst>
                                        <p:tav tm="0">
                                          <p:val>
                                            <p:strVal val="#ppt_x"/>
                                          </p:val>
                                        </p:tav>
                                        <p:tav tm="100000">
                                          <p:val>
                                            <p:strVal val="#ppt_x"/>
                                          </p:val>
                                        </p:tav>
                                      </p:tavLst>
                                    </p:anim>
                                    <p:anim calcmode="lin" valueType="num">
                                      <p:cBhvr>
                                        <p:cTn id="74" dur="500" fill="hold"/>
                                        <p:tgtEl>
                                          <p:spTgt spid="10"/>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500"/>
                                  </p:stCondLst>
                                  <p:childTnLst>
                                    <p:set>
                                      <p:cBhvr>
                                        <p:cTn id="76" dur="1" fill="hold">
                                          <p:stCondLst>
                                            <p:cond delay="0"/>
                                          </p:stCondLst>
                                        </p:cTn>
                                        <p:tgtEl>
                                          <p:spTgt spid="11"/>
                                        </p:tgtEl>
                                        <p:attrNameLst>
                                          <p:attrName>style.visibility</p:attrName>
                                        </p:attrNameLst>
                                      </p:cBhvr>
                                      <p:to>
                                        <p:strVal val="visible"/>
                                      </p:to>
                                    </p:set>
                                    <p:animEffect transition="in" filter="fade">
                                      <p:cBhvr>
                                        <p:cTn id="77" dur="500"/>
                                        <p:tgtEl>
                                          <p:spTgt spid="11"/>
                                        </p:tgtEl>
                                      </p:cBhvr>
                                    </p:animEffect>
                                    <p:anim calcmode="lin" valueType="num">
                                      <p:cBhvr>
                                        <p:cTn id="78" dur="500" fill="hold"/>
                                        <p:tgtEl>
                                          <p:spTgt spid="11"/>
                                        </p:tgtEl>
                                        <p:attrNameLst>
                                          <p:attrName>ppt_x</p:attrName>
                                        </p:attrNameLst>
                                      </p:cBhvr>
                                      <p:tavLst>
                                        <p:tav tm="0">
                                          <p:val>
                                            <p:strVal val="#ppt_x"/>
                                          </p:val>
                                        </p:tav>
                                        <p:tav tm="100000">
                                          <p:val>
                                            <p:strVal val="#ppt_x"/>
                                          </p:val>
                                        </p:tav>
                                      </p:tavLst>
                                    </p:anim>
                                    <p:anim calcmode="lin" valueType="num">
                                      <p:cBhvr>
                                        <p:cTn id="79" dur="500" fill="hold"/>
                                        <p:tgtEl>
                                          <p:spTgt spid="11"/>
                                        </p:tgtEl>
                                        <p:attrNameLst>
                                          <p:attrName>ppt_y</p:attrName>
                                        </p:attrNameLst>
                                      </p:cBhvr>
                                      <p:tavLst>
                                        <p:tav tm="0">
                                          <p:val>
                                            <p:strVal val="#ppt_y+.1"/>
                                          </p:val>
                                        </p:tav>
                                        <p:tav tm="100000">
                                          <p:val>
                                            <p:strVal val="#ppt_y"/>
                                          </p:val>
                                        </p:tav>
                                      </p:tavLst>
                                    </p:anim>
                                  </p:childTnLst>
                                </p:cTn>
                              </p:par>
                            </p:childTnLst>
                          </p:cTn>
                        </p:par>
                        <p:par>
                          <p:cTn id="80" fill="hold">
                            <p:stCondLst>
                              <p:cond delay="5400"/>
                            </p:stCondLst>
                            <p:childTnLst>
                              <p:par>
                                <p:cTn id="81" presetID="49" presetClass="entr" presetSubtype="0" decel="100000" fill="hold" grpId="0" nodeType="afterEffect">
                                  <p:stCondLst>
                                    <p:cond delay="0"/>
                                  </p:stCondLst>
                                  <p:childTnLst>
                                    <p:set>
                                      <p:cBhvr>
                                        <p:cTn id="82" dur="1" fill="hold">
                                          <p:stCondLst>
                                            <p:cond delay="0"/>
                                          </p:stCondLst>
                                        </p:cTn>
                                        <p:tgtEl>
                                          <p:spTgt spid="19"/>
                                        </p:tgtEl>
                                        <p:attrNameLst>
                                          <p:attrName>style.visibility</p:attrName>
                                        </p:attrNameLst>
                                      </p:cBhvr>
                                      <p:to>
                                        <p:strVal val="visible"/>
                                      </p:to>
                                    </p:set>
                                    <p:anim calcmode="lin" valueType="num">
                                      <p:cBhvr>
                                        <p:cTn id="83" dur="500" fill="hold"/>
                                        <p:tgtEl>
                                          <p:spTgt spid="19"/>
                                        </p:tgtEl>
                                        <p:attrNameLst>
                                          <p:attrName>ppt_w</p:attrName>
                                        </p:attrNameLst>
                                      </p:cBhvr>
                                      <p:tavLst>
                                        <p:tav tm="0">
                                          <p:val>
                                            <p:fltVal val="0"/>
                                          </p:val>
                                        </p:tav>
                                        <p:tav tm="100000">
                                          <p:val>
                                            <p:strVal val="#ppt_w"/>
                                          </p:val>
                                        </p:tav>
                                      </p:tavLst>
                                    </p:anim>
                                    <p:anim calcmode="lin" valueType="num">
                                      <p:cBhvr>
                                        <p:cTn id="84" dur="500" fill="hold"/>
                                        <p:tgtEl>
                                          <p:spTgt spid="19"/>
                                        </p:tgtEl>
                                        <p:attrNameLst>
                                          <p:attrName>ppt_h</p:attrName>
                                        </p:attrNameLst>
                                      </p:cBhvr>
                                      <p:tavLst>
                                        <p:tav tm="0">
                                          <p:val>
                                            <p:fltVal val="0"/>
                                          </p:val>
                                        </p:tav>
                                        <p:tav tm="100000">
                                          <p:val>
                                            <p:strVal val="#ppt_h"/>
                                          </p:val>
                                        </p:tav>
                                      </p:tavLst>
                                    </p:anim>
                                    <p:anim calcmode="lin" valueType="num">
                                      <p:cBhvr>
                                        <p:cTn id="85" dur="500" fill="hold"/>
                                        <p:tgtEl>
                                          <p:spTgt spid="19"/>
                                        </p:tgtEl>
                                        <p:attrNameLst>
                                          <p:attrName>style.rotation</p:attrName>
                                        </p:attrNameLst>
                                      </p:cBhvr>
                                      <p:tavLst>
                                        <p:tav tm="0">
                                          <p:val>
                                            <p:fltVal val="360"/>
                                          </p:val>
                                        </p:tav>
                                        <p:tav tm="100000">
                                          <p:val>
                                            <p:fltVal val="0"/>
                                          </p:val>
                                        </p:tav>
                                      </p:tavLst>
                                    </p:anim>
                                    <p:animEffect transition="in" filter="fade">
                                      <p:cBhvr>
                                        <p:cTn id="86" dur="500"/>
                                        <p:tgtEl>
                                          <p:spTgt spid="19"/>
                                        </p:tgtEl>
                                      </p:cBhvr>
                                    </p:animEffect>
                                  </p:childTnLst>
                                </p:cTn>
                              </p:par>
                              <p:par>
                                <p:cTn id="87" presetID="42" presetClass="entr" presetSubtype="0" fill="hold" grpId="0" nodeType="withEffect">
                                  <p:stCondLst>
                                    <p:cond delay="600"/>
                                  </p:stCondLst>
                                  <p:childTnLst>
                                    <p:set>
                                      <p:cBhvr>
                                        <p:cTn id="88" dur="1" fill="hold">
                                          <p:stCondLst>
                                            <p:cond delay="0"/>
                                          </p:stCondLst>
                                        </p:cTn>
                                        <p:tgtEl>
                                          <p:spTgt spid="14"/>
                                        </p:tgtEl>
                                        <p:attrNameLst>
                                          <p:attrName>style.visibility</p:attrName>
                                        </p:attrNameLst>
                                      </p:cBhvr>
                                      <p:to>
                                        <p:strVal val="visible"/>
                                      </p:to>
                                    </p:set>
                                    <p:animEffect transition="in" filter="fade">
                                      <p:cBhvr>
                                        <p:cTn id="89" dur="500"/>
                                        <p:tgtEl>
                                          <p:spTgt spid="14"/>
                                        </p:tgtEl>
                                      </p:cBhvr>
                                    </p:animEffect>
                                    <p:anim calcmode="lin" valueType="num">
                                      <p:cBhvr>
                                        <p:cTn id="90" dur="500" fill="hold"/>
                                        <p:tgtEl>
                                          <p:spTgt spid="14"/>
                                        </p:tgtEl>
                                        <p:attrNameLst>
                                          <p:attrName>ppt_x</p:attrName>
                                        </p:attrNameLst>
                                      </p:cBhvr>
                                      <p:tavLst>
                                        <p:tav tm="0">
                                          <p:val>
                                            <p:strVal val="#ppt_x"/>
                                          </p:val>
                                        </p:tav>
                                        <p:tav tm="100000">
                                          <p:val>
                                            <p:strVal val="#ppt_x"/>
                                          </p:val>
                                        </p:tav>
                                      </p:tavLst>
                                    </p:anim>
                                    <p:anim calcmode="lin" valueType="num">
                                      <p:cBhvr>
                                        <p:cTn id="91" dur="500" fill="hold"/>
                                        <p:tgtEl>
                                          <p:spTgt spid="14"/>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700"/>
                                  </p:stCondLst>
                                  <p:childTnLst>
                                    <p:set>
                                      <p:cBhvr>
                                        <p:cTn id="93" dur="1" fill="hold">
                                          <p:stCondLst>
                                            <p:cond delay="0"/>
                                          </p:stCondLst>
                                        </p:cTn>
                                        <p:tgtEl>
                                          <p:spTgt spid="15"/>
                                        </p:tgtEl>
                                        <p:attrNameLst>
                                          <p:attrName>style.visibility</p:attrName>
                                        </p:attrNameLst>
                                      </p:cBhvr>
                                      <p:to>
                                        <p:strVal val="visible"/>
                                      </p:to>
                                    </p:set>
                                    <p:animEffect transition="in" filter="fade">
                                      <p:cBhvr>
                                        <p:cTn id="94" dur="500"/>
                                        <p:tgtEl>
                                          <p:spTgt spid="15"/>
                                        </p:tgtEl>
                                      </p:cBhvr>
                                    </p:animEffect>
                                    <p:anim calcmode="lin" valueType="num">
                                      <p:cBhvr>
                                        <p:cTn id="95" dur="500" fill="hold"/>
                                        <p:tgtEl>
                                          <p:spTgt spid="15"/>
                                        </p:tgtEl>
                                        <p:attrNameLst>
                                          <p:attrName>ppt_x</p:attrName>
                                        </p:attrNameLst>
                                      </p:cBhvr>
                                      <p:tavLst>
                                        <p:tav tm="0">
                                          <p:val>
                                            <p:strVal val="#ppt_x"/>
                                          </p:val>
                                        </p:tav>
                                        <p:tav tm="100000">
                                          <p:val>
                                            <p:strVal val="#ppt_x"/>
                                          </p:val>
                                        </p:tav>
                                      </p:tavLst>
                                    </p:anim>
                                    <p:anim calcmode="lin" valueType="num">
                                      <p:cBhvr>
                                        <p:cTn id="96"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8" grpId="0"/>
      <p:bldP spid="9" grpId="0"/>
      <p:bldP spid="10" grpId="0"/>
      <p:bldP spid="11" grpId="0"/>
      <p:bldP spid="12" grpId="0"/>
      <p:bldP spid="13" grpId="0"/>
      <p:bldP spid="14" grpId="0"/>
      <p:bldP spid="15" grpId="0"/>
      <p:bldP spid="16" grpId="0"/>
      <p:bldP spid="17" grpId="0"/>
      <p:bldP spid="18" grpId="0"/>
      <p:bldP spid="19" grpId="0"/>
      <p:bldP spid="20" grpId="0" animBg="1"/>
      <p:bldP spid="2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a:off x="2339753" y="1643229"/>
            <a:ext cx="6804248" cy="1648601"/>
          </a:xfrm>
          <a:prstGeom prst="rect">
            <a:avLst/>
          </a:prstGeom>
          <a:solidFill>
            <a:schemeClr val="accent1"/>
          </a:solidFill>
          <a:ln w="9525">
            <a:noFill/>
            <a:miter lim="800000"/>
            <a:headEnd/>
            <a:tailEnd/>
          </a:ln>
        </p:spPr>
        <p:txBody>
          <a:bodyPr wrap="none" anchor="ctr"/>
          <a:lstStyle/>
          <a:p>
            <a:endParaRPr lang="zh-CN" altLang="en-US" sz="1600">
              <a:latin typeface="Calibri" pitchFamily="34" charset="0"/>
            </a:endParaRPr>
          </a:p>
        </p:txBody>
      </p:sp>
      <p:sp>
        <p:nvSpPr>
          <p:cNvPr id="23" name="矩形 22"/>
          <p:cNvSpPr/>
          <p:nvPr/>
        </p:nvSpPr>
        <p:spPr>
          <a:xfrm>
            <a:off x="1" y="1643229"/>
            <a:ext cx="2339751" cy="16486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105235" fontAlgn="auto">
              <a:spcBef>
                <a:spcPts val="0"/>
              </a:spcBef>
              <a:spcAft>
                <a:spcPts val="0"/>
              </a:spcAft>
              <a:defRPr/>
            </a:pPr>
            <a:endParaRPr lang="zh-CN" altLang="en-US" sz="1600"/>
          </a:p>
        </p:txBody>
      </p:sp>
      <p:sp>
        <p:nvSpPr>
          <p:cNvPr id="24" name="Text Box 2"/>
          <p:cNvSpPr txBox="1">
            <a:spLocks noChangeArrowheads="1"/>
          </p:cNvSpPr>
          <p:nvPr/>
        </p:nvSpPr>
        <p:spPr bwMode="auto">
          <a:xfrm>
            <a:off x="2699792" y="1923678"/>
            <a:ext cx="4858820" cy="646331"/>
          </a:xfrm>
          <a:prstGeom prst="rect">
            <a:avLst/>
          </a:prstGeom>
          <a:noFill/>
          <a:ln w="9525">
            <a:noFill/>
            <a:miter lim="800000"/>
            <a:headEnd/>
            <a:tailEnd/>
          </a:ln>
        </p:spPr>
        <p:txBody>
          <a:bodyPr wrap="square">
            <a:spAutoFit/>
          </a:bodyPr>
          <a:lstStyle/>
          <a:p>
            <a:pPr lvl="0">
              <a:defRPr/>
            </a:pPr>
            <a:r>
              <a:rPr lang="zh-CN" altLang="en-US" sz="3600" b="1" kern="0" dirty="0" smtClean="0">
                <a:solidFill>
                  <a:schemeClr val="bg1"/>
                </a:solidFill>
                <a:latin typeface="微软雅黑" pitchFamily="34" charset="-122"/>
                <a:ea typeface="微软雅黑" pitchFamily="34" charset="-122"/>
              </a:rPr>
              <a:t>在此输入过渡页标题</a:t>
            </a:r>
            <a:endParaRPr lang="zh-CN" altLang="en-US" sz="3600" b="1" kern="0" dirty="0">
              <a:solidFill>
                <a:schemeClr val="bg1"/>
              </a:solidFill>
              <a:latin typeface="微软雅黑" pitchFamily="34" charset="-122"/>
              <a:ea typeface="微软雅黑" pitchFamily="34" charset="-122"/>
            </a:endParaRPr>
          </a:p>
        </p:txBody>
      </p:sp>
      <p:sp>
        <p:nvSpPr>
          <p:cNvPr id="25" name="Text Box 2"/>
          <p:cNvSpPr txBox="1">
            <a:spLocks noChangeArrowheads="1"/>
          </p:cNvSpPr>
          <p:nvPr/>
        </p:nvSpPr>
        <p:spPr bwMode="auto">
          <a:xfrm>
            <a:off x="2749180" y="2643758"/>
            <a:ext cx="4809432" cy="307777"/>
          </a:xfrm>
          <a:prstGeom prst="rect">
            <a:avLst/>
          </a:prstGeom>
          <a:noFill/>
          <a:ln w="9525">
            <a:noFill/>
            <a:miter lim="800000"/>
            <a:headEnd/>
            <a:tailEnd/>
          </a:ln>
        </p:spPr>
        <p:txBody>
          <a:bodyPr wrap="square">
            <a:spAutoFit/>
          </a:bodyPr>
          <a:lstStyle/>
          <a:p>
            <a:pPr lvl="0">
              <a:defRPr/>
            </a:pPr>
            <a:r>
              <a:rPr lang="zh-CN" altLang="en-US" sz="1400" kern="0" dirty="0">
                <a:solidFill>
                  <a:schemeClr val="bg1"/>
                </a:solidFill>
                <a:latin typeface="微软雅黑" pitchFamily="34" charset="-122"/>
                <a:ea typeface="微软雅黑" pitchFamily="34" charset="-122"/>
              </a:rPr>
              <a:t>点击</a:t>
            </a:r>
            <a:r>
              <a:rPr lang="zh-CN" altLang="en-US" sz="1400" kern="0" dirty="0" smtClean="0">
                <a:solidFill>
                  <a:schemeClr val="bg1"/>
                </a:solidFill>
                <a:latin typeface="微软雅黑" pitchFamily="34" charset="-122"/>
                <a:ea typeface="微软雅黑" pitchFamily="34" charset="-122"/>
              </a:rPr>
              <a:t>录入</a:t>
            </a:r>
            <a:r>
              <a:rPr lang="zh-CN" altLang="en-US" sz="1400" kern="0" dirty="0">
                <a:solidFill>
                  <a:schemeClr val="bg1"/>
                </a:solidFill>
                <a:latin typeface="微软雅黑" pitchFamily="34" charset="-122"/>
                <a:ea typeface="微软雅黑" pitchFamily="34" charset="-122"/>
              </a:rPr>
              <a:t>此部分的内容及说明，</a:t>
            </a:r>
            <a:r>
              <a:rPr lang="zh-CN" altLang="en-US" sz="1400" kern="0" dirty="0" smtClean="0">
                <a:solidFill>
                  <a:schemeClr val="bg1"/>
                </a:solidFill>
                <a:latin typeface="微软雅黑" pitchFamily="34" charset="-122"/>
                <a:ea typeface="微软雅黑" pitchFamily="34" charset="-122"/>
              </a:rPr>
              <a:t>简单扼要。</a:t>
            </a:r>
            <a:endParaRPr lang="zh-CN" altLang="en-US" sz="1400" kern="0" dirty="0">
              <a:solidFill>
                <a:schemeClr val="bg1"/>
              </a:solidFill>
              <a:latin typeface="微软雅黑" pitchFamily="34" charset="-122"/>
              <a:ea typeface="微软雅黑" pitchFamily="34" charset="-122"/>
            </a:endParaRPr>
          </a:p>
        </p:txBody>
      </p:sp>
      <p:sp>
        <p:nvSpPr>
          <p:cNvPr id="6" name="TextBox 5"/>
          <p:cNvSpPr txBox="1"/>
          <p:nvPr/>
        </p:nvSpPr>
        <p:spPr>
          <a:xfrm>
            <a:off x="566852" y="1773272"/>
            <a:ext cx="1218603" cy="1446550"/>
          </a:xfrm>
          <a:prstGeom prst="rect">
            <a:avLst/>
          </a:prstGeom>
          <a:noFill/>
        </p:spPr>
        <p:txBody>
          <a:bodyPr wrap="none" rtlCol="0">
            <a:spAutoFit/>
          </a:bodyPr>
          <a:lstStyle/>
          <a:p>
            <a:pPr algn="ctr"/>
            <a:r>
              <a:rPr lang="en-US" altLang="zh-CN" sz="8800" dirty="0" smtClean="0">
                <a:solidFill>
                  <a:schemeClr val="bg1"/>
                </a:solidFill>
                <a:latin typeface="Impact" panose="020B0806030902050204" pitchFamily="34" charset="0"/>
                <a:ea typeface="微软雅黑" panose="020B0503020204020204" pitchFamily="34" charset="-122"/>
              </a:rPr>
              <a:t>01</a:t>
            </a:r>
            <a:endParaRPr lang="zh-CN" altLang="en-US" sz="8800" dirty="0">
              <a:solidFill>
                <a:schemeClr val="bg1"/>
              </a:solidFill>
              <a:latin typeface="Impact" panose="020B0806030902050204" pitchFamily="34" charset="0"/>
              <a:ea typeface="微软雅黑" panose="020B0503020204020204" pitchFamily="34" charset="-122"/>
            </a:endParaRPr>
          </a:p>
        </p:txBody>
      </p:sp>
    </p:spTree>
    <p:extLst>
      <p:ext uri="{BB962C8B-B14F-4D97-AF65-F5344CB8AC3E}">
        <p14:creationId xmlns:p14="http://schemas.microsoft.com/office/powerpoint/2010/main" val="1045887826"/>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1+#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49" presetClass="entr" presetSubtype="0" decel="100000"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500" fill="hold"/>
                                        <p:tgtEl>
                                          <p:spTgt spid="6"/>
                                        </p:tgtEl>
                                        <p:attrNameLst>
                                          <p:attrName>ppt_w</p:attrName>
                                        </p:attrNameLst>
                                      </p:cBhvr>
                                      <p:tavLst>
                                        <p:tav tm="0">
                                          <p:val>
                                            <p:fltVal val="0"/>
                                          </p:val>
                                        </p:tav>
                                        <p:tav tm="100000">
                                          <p:val>
                                            <p:strVal val="#ppt_w"/>
                                          </p:val>
                                        </p:tav>
                                      </p:tavLst>
                                    </p:anim>
                                    <p:anim calcmode="lin" valueType="num">
                                      <p:cBhvr>
                                        <p:cTn id="17" dur="500" fill="hold"/>
                                        <p:tgtEl>
                                          <p:spTgt spid="6"/>
                                        </p:tgtEl>
                                        <p:attrNameLst>
                                          <p:attrName>ppt_h</p:attrName>
                                        </p:attrNameLst>
                                      </p:cBhvr>
                                      <p:tavLst>
                                        <p:tav tm="0">
                                          <p:val>
                                            <p:fltVal val="0"/>
                                          </p:val>
                                        </p:tav>
                                        <p:tav tm="100000">
                                          <p:val>
                                            <p:strVal val="#ppt_h"/>
                                          </p:val>
                                        </p:tav>
                                      </p:tavLst>
                                    </p:anim>
                                    <p:anim calcmode="lin" valueType="num">
                                      <p:cBhvr>
                                        <p:cTn id="18" dur="500" fill="hold"/>
                                        <p:tgtEl>
                                          <p:spTgt spid="6"/>
                                        </p:tgtEl>
                                        <p:attrNameLst>
                                          <p:attrName>style.rotation</p:attrName>
                                        </p:attrNameLst>
                                      </p:cBhvr>
                                      <p:tavLst>
                                        <p:tav tm="0">
                                          <p:val>
                                            <p:fltVal val="360"/>
                                          </p:val>
                                        </p:tav>
                                        <p:tav tm="100000">
                                          <p:val>
                                            <p:fltVal val="0"/>
                                          </p:val>
                                        </p:tav>
                                      </p:tavLst>
                                    </p:anim>
                                    <p:animEffect transition="in" filter="fade">
                                      <p:cBhvr>
                                        <p:cTn id="19" dur="500"/>
                                        <p:tgtEl>
                                          <p:spTgt spid="6"/>
                                        </p:tgtEl>
                                      </p:cBhvr>
                                    </p:animEffect>
                                  </p:childTnLst>
                                </p:cTn>
                              </p:par>
                            </p:childTnLst>
                          </p:cTn>
                        </p:par>
                        <p:par>
                          <p:cTn id="20" fill="hold">
                            <p:stCondLst>
                              <p:cond delay="1000"/>
                            </p:stCondLst>
                            <p:childTnLst>
                              <p:par>
                                <p:cTn id="21" presetID="41" presetClass="entr" presetSubtype="0" fill="hold" grpId="0" nodeType="afterEffect">
                                  <p:stCondLst>
                                    <p:cond delay="0"/>
                                  </p:stCondLst>
                                  <p:iterate type="lt">
                                    <p:tmPct val="10000"/>
                                  </p:iterate>
                                  <p:childTnLst>
                                    <p:set>
                                      <p:cBhvr>
                                        <p:cTn id="22" dur="1" fill="hold">
                                          <p:stCondLst>
                                            <p:cond delay="0"/>
                                          </p:stCondLst>
                                        </p:cTn>
                                        <p:tgtEl>
                                          <p:spTgt spid="24"/>
                                        </p:tgtEl>
                                        <p:attrNameLst>
                                          <p:attrName>style.visibility</p:attrName>
                                        </p:attrNameLst>
                                      </p:cBhvr>
                                      <p:to>
                                        <p:strVal val="visible"/>
                                      </p:to>
                                    </p:set>
                                    <p:anim calcmode="lin" valueType="num">
                                      <p:cBhvr>
                                        <p:cTn id="23" dur="800" fill="hold"/>
                                        <p:tgtEl>
                                          <p:spTgt spid="24"/>
                                        </p:tgtEl>
                                        <p:attrNameLst>
                                          <p:attrName>ppt_x</p:attrName>
                                        </p:attrNameLst>
                                      </p:cBhvr>
                                      <p:tavLst>
                                        <p:tav tm="0">
                                          <p:val>
                                            <p:strVal val="#ppt_x"/>
                                          </p:val>
                                        </p:tav>
                                        <p:tav tm="50000">
                                          <p:val>
                                            <p:strVal val="#ppt_x+.1"/>
                                          </p:val>
                                        </p:tav>
                                        <p:tav tm="100000">
                                          <p:val>
                                            <p:strVal val="#ppt_x"/>
                                          </p:val>
                                        </p:tav>
                                      </p:tavLst>
                                    </p:anim>
                                    <p:anim calcmode="lin" valueType="num">
                                      <p:cBhvr>
                                        <p:cTn id="24" dur="800" fill="hold"/>
                                        <p:tgtEl>
                                          <p:spTgt spid="24"/>
                                        </p:tgtEl>
                                        <p:attrNameLst>
                                          <p:attrName>ppt_y</p:attrName>
                                        </p:attrNameLst>
                                      </p:cBhvr>
                                      <p:tavLst>
                                        <p:tav tm="0">
                                          <p:val>
                                            <p:strVal val="#ppt_y"/>
                                          </p:val>
                                        </p:tav>
                                        <p:tav tm="100000">
                                          <p:val>
                                            <p:strVal val="#ppt_y"/>
                                          </p:val>
                                        </p:tav>
                                      </p:tavLst>
                                    </p:anim>
                                    <p:anim calcmode="lin" valueType="num">
                                      <p:cBhvr>
                                        <p:cTn id="25" dur="800" fill="hold"/>
                                        <p:tgtEl>
                                          <p:spTgt spid="24"/>
                                        </p:tgtEl>
                                        <p:attrNameLst>
                                          <p:attrName>ppt_h</p:attrName>
                                        </p:attrNameLst>
                                      </p:cBhvr>
                                      <p:tavLst>
                                        <p:tav tm="0">
                                          <p:val>
                                            <p:strVal val="#ppt_h/10"/>
                                          </p:val>
                                        </p:tav>
                                        <p:tav tm="50000">
                                          <p:val>
                                            <p:strVal val="#ppt_h+.01"/>
                                          </p:val>
                                        </p:tav>
                                        <p:tav tm="100000">
                                          <p:val>
                                            <p:strVal val="#ppt_h"/>
                                          </p:val>
                                        </p:tav>
                                      </p:tavLst>
                                    </p:anim>
                                    <p:anim calcmode="lin" valueType="num">
                                      <p:cBhvr>
                                        <p:cTn id="26" dur="800" fill="hold"/>
                                        <p:tgtEl>
                                          <p:spTgt spid="24"/>
                                        </p:tgtEl>
                                        <p:attrNameLst>
                                          <p:attrName>ppt_w</p:attrName>
                                        </p:attrNameLst>
                                      </p:cBhvr>
                                      <p:tavLst>
                                        <p:tav tm="0">
                                          <p:val>
                                            <p:strVal val="#ppt_w/10"/>
                                          </p:val>
                                        </p:tav>
                                        <p:tav tm="50000">
                                          <p:val>
                                            <p:strVal val="#ppt_w+.01"/>
                                          </p:val>
                                        </p:tav>
                                        <p:tav tm="100000">
                                          <p:val>
                                            <p:strVal val="#ppt_w"/>
                                          </p:val>
                                        </p:tav>
                                      </p:tavLst>
                                    </p:anim>
                                    <p:animEffect transition="in" filter="fade">
                                      <p:cBhvr>
                                        <p:cTn id="27" dur="800" tmFilter="0,0; .5, 1; 1, 1"/>
                                        <p:tgtEl>
                                          <p:spTgt spid="24"/>
                                        </p:tgtEl>
                                      </p:cBhvr>
                                    </p:animEffect>
                                  </p:childTnLst>
                                </p:cTn>
                              </p:par>
                            </p:childTnLst>
                          </p:cTn>
                        </p:par>
                        <p:par>
                          <p:cTn id="28" fill="hold">
                            <p:stCondLst>
                              <p:cond delay="2440"/>
                            </p:stCondLst>
                            <p:childTnLst>
                              <p:par>
                                <p:cTn id="29" presetID="22" presetClass="entr" presetSubtype="4"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wipe(down)">
                                      <p:cBhvr>
                                        <p:cTn id="3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p:bldP spid="25"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355782" y="205624"/>
            <a:ext cx="2236510" cy="400110"/>
          </a:xfrm>
          <a:prstGeom prst="rect">
            <a:avLst/>
          </a:prstGeom>
          <a:noFill/>
        </p:spPr>
        <p:txBody>
          <a:bodyPr wrap="none" rtlCol="0">
            <a:spAutoFit/>
          </a:bodyPr>
          <a:lstStyle/>
          <a:p>
            <a:r>
              <a:rPr lang="zh-CN" altLang="en-US" sz="2000" b="1" dirty="0" smtClean="0">
                <a:solidFill>
                  <a:schemeClr val="accent1"/>
                </a:solidFill>
                <a:latin typeface="微软雅黑" pitchFamily="34" charset="-122"/>
                <a:ea typeface="微软雅黑" pitchFamily="34" charset="-122"/>
              </a:rPr>
              <a:t>点击添加标题文本</a:t>
            </a:r>
            <a:endParaRPr lang="zh-CN" altLang="en-US" sz="2000" b="1" dirty="0">
              <a:solidFill>
                <a:schemeClr val="accent1"/>
              </a:solidFill>
              <a:latin typeface="微软雅黑" pitchFamily="34" charset="-122"/>
              <a:ea typeface="微软雅黑" pitchFamily="34" charset="-122"/>
            </a:endParaRPr>
          </a:p>
        </p:txBody>
      </p:sp>
      <p:sp>
        <p:nvSpPr>
          <p:cNvPr id="17" name="TextBox 16"/>
          <p:cNvSpPr txBox="1"/>
          <p:nvPr/>
        </p:nvSpPr>
        <p:spPr>
          <a:xfrm>
            <a:off x="7682019" y="195037"/>
            <a:ext cx="1138453" cy="461665"/>
          </a:xfrm>
          <a:prstGeom prst="rect">
            <a:avLst/>
          </a:prstGeom>
          <a:noFill/>
        </p:spPr>
        <p:txBody>
          <a:bodyPr wrap="none" rtlCol="0">
            <a:spAutoFit/>
          </a:bodyPr>
          <a:lstStyle/>
          <a:p>
            <a:r>
              <a:rPr lang="en-US" altLang="zh-CN" sz="2400" dirty="0" smtClean="0">
                <a:solidFill>
                  <a:schemeClr val="accent2"/>
                </a:solidFill>
                <a:latin typeface="Eras Bold ITC" panose="020B0907030504020204" pitchFamily="34" charset="0"/>
                <a:ea typeface="微软雅黑" panose="020B0503020204020204" pitchFamily="34" charset="-122"/>
              </a:rPr>
              <a:t>LOGO</a:t>
            </a:r>
            <a:endParaRPr lang="zh-CN" altLang="en-US" sz="2400" dirty="0">
              <a:solidFill>
                <a:schemeClr val="accent2"/>
              </a:solidFill>
              <a:latin typeface="Eras Bold ITC" panose="020B0907030504020204" pitchFamily="34" charset="0"/>
              <a:ea typeface="微软雅黑" panose="020B0503020204020204" pitchFamily="34" charset="-122"/>
            </a:endParaRPr>
          </a:p>
        </p:txBody>
      </p:sp>
      <p:sp>
        <p:nvSpPr>
          <p:cNvPr id="27" name="箭头3"/>
          <p:cNvSpPr>
            <a:spLocks/>
          </p:cNvSpPr>
          <p:nvPr/>
        </p:nvSpPr>
        <p:spPr bwMode="gray">
          <a:xfrm flipV="1">
            <a:off x="1531850" y="2889667"/>
            <a:ext cx="819764" cy="1140531"/>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bg1">
              <a:lumMod val="65000"/>
            </a:schemeClr>
          </a:solidFill>
          <a:ln>
            <a:noFill/>
          </a:ln>
          <a:effectLst/>
          <a:extLst/>
        </p:spPr>
        <p:txBody>
          <a:bodyPr wrap="none" lIns="62118" tIns="31058" rIns="62118" bIns="31058"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sz="900">
              <a:solidFill>
                <a:sysClr val="windowText" lastClr="000000"/>
              </a:solidFill>
              <a:latin typeface="Calibri"/>
              <a:ea typeface="宋体"/>
            </a:endParaRPr>
          </a:p>
        </p:txBody>
      </p:sp>
      <p:sp>
        <p:nvSpPr>
          <p:cNvPr id="28" name="箭头2"/>
          <p:cNvSpPr>
            <a:spLocks/>
          </p:cNvSpPr>
          <p:nvPr/>
        </p:nvSpPr>
        <p:spPr bwMode="gray">
          <a:xfrm rot="16200000">
            <a:off x="1747861" y="2415012"/>
            <a:ext cx="243647" cy="974403"/>
          </a:xfrm>
          <a:custGeom>
            <a:avLst/>
            <a:gdLst>
              <a:gd name="T0" fmla="*/ 37 w 142"/>
              <a:gd name="T1" fmla="*/ 1 h 604"/>
              <a:gd name="T2" fmla="*/ 45 w 142"/>
              <a:gd name="T3" fmla="*/ 472 h 604"/>
              <a:gd name="T4" fmla="*/ 0 w 142"/>
              <a:gd name="T5" fmla="*/ 474 h 604"/>
              <a:gd name="T6" fmla="*/ 72 w 142"/>
              <a:gd name="T7" fmla="*/ 604 h 604"/>
              <a:gd name="T8" fmla="*/ 142 w 142"/>
              <a:gd name="T9" fmla="*/ 474 h 604"/>
              <a:gd name="T10" fmla="*/ 100 w 142"/>
              <a:gd name="T11" fmla="*/ 474 h 604"/>
              <a:gd name="T12" fmla="*/ 99 w 142"/>
              <a:gd name="T13" fmla="*/ 0 h 604"/>
              <a:gd name="T14" fmla="*/ 37 w 142"/>
              <a:gd name="T15" fmla="*/ 1 h 6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2" h="604">
                <a:moveTo>
                  <a:pt x="37" y="1"/>
                </a:moveTo>
                <a:lnTo>
                  <a:pt x="45" y="472"/>
                </a:lnTo>
                <a:lnTo>
                  <a:pt x="0" y="474"/>
                </a:lnTo>
                <a:lnTo>
                  <a:pt x="72" y="604"/>
                </a:lnTo>
                <a:lnTo>
                  <a:pt x="142" y="474"/>
                </a:lnTo>
                <a:lnTo>
                  <a:pt x="100" y="474"/>
                </a:lnTo>
                <a:lnTo>
                  <a:pt x="99" y="0"/>
                </a:lnTo>
                <a:lnTo>
                  <a:pt x="37" y="1"/>
                </a:lnTo>
                <a:close/>
              </a:path>
            </a:pathLst>
          </a:custGeom>
          <a:solidFill>
            <a:schemeClr val="bg1">
              <a:lumMod val="65000"/>
            </a:schemeClr>
          </a:solidFill>
          <a:ln>
            <a:noFill/>
          </a:ln>
          <a:effectLst/>
          <a:extLst/>
        </p:spPr>
        <p:txBody>
          <a:bodyPr wrap="none" lIns="62118" tIns="31058" rIns="62118" bIns="31058"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sz="900">
              <a:solidFill>
                <a:sysClr val="windowText" lastClr="000000"/>
              </a:solidFill>
              <a:latin typeface="Calibri"/>
              <a:ea typeface="宋体"/>
            </a:endParaRPr>
          </a:p>
        </p:txBody>
      </p:sp>
      <p:sp>
        <p:nvSpPr>
          <p:cNvPr id="29" name="箭头1"/>
          <p:cNvSpPr>
            <a:spLocks/>
          </p:cNvSpPr>
          <p:nvPr/>
        </p:nvSpPr>
        <p:spPr bwMode="gray">
          <a:xfrm>
            <a:off x="1526579" y="1643759"/>
            <a:ext cx="819764" cy="1321191"/>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bg1">
              <a:lumMod val="65000"/>
            </a:schemeClr>
          </a:solidFill>
          <a:ln>
            <a:noFill/>
          </a:ln>
          <a:effectLst/>
          <a:extLst/>
        </p:spPr>
        <p:txBody>
          <a:bodyPr wrap="none" lIns="62118" tIns="31058" rIns="62118" bIns="31058"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sz="900">
              <a:solidFill>
                <a:sysClr val="windowText" lastClr="000000"/>
              </a:solidFill>
              <a:latin typeface="Calibri"/>
              <a:ea typeface="宋体"/>
            </a:endParaRPr>
          </a:p>
        </p:txBody>
      </p:sp>
      <p:sp>
        <p:nvSpPr>
          <p:cNvPr id="30" name="文本1"/>
          <p:cNvSpPr>
            <a:spLocks noChangeArrowheads="1"/>
          </p:cNvSpPr>
          <p:nvPr/>
        </p:nvSpPr>
        <p:spPr bwMode="gray">
          <a:xfrm>
            <a:off x="3378267" y="1352205"/>
            <a:ext cx="4434093" cy="896993"/>
          </a:xfrm>
          <a:prstGeom prst="roundRect">
            <a:avLst>
              <a:gd name="adj" fmla="val 11505"/>
            </a:avLst>
          </a:prstGeom>
          <a:noFill/>
          <a:ln w="15875" cap="flat" cmpd="sng" algn="ctr">
            <a:solidFill>
              <a:schemeClr val="accent1"/>
            </a:solidFill>
            <a:prstDash val="solid"/>
          </a:ln>
          <a:effectLst/>
          <a:extLst/>
        </p:spPr>
        <p:txBody>
          <a:bodyPr lIns="62118" tIns="31058" rIns="62118" bIns="31058"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lnSpc>
                <a:spcPct val="120000"/>
              </a:lnSpc>
              <a:spcBef>
                <a:spcPct val="0"/>
              </a:spcBef>
              <a:spcAft>
                <a:spcPct val="0"/>
              </a:spcAft>
              <a:defRPr/>
            </a:pPr>
            <a:r>
              <a:rPr lang="zh-CN" altLang="en-US" sz="12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您的内容打在这里，或者通过复制您的文本后，在此框中选择粘贴，并选择只保留文字。在此录入上述图表的综合描述说明。</a:t>
            </a:r>
            <a:endParaRPr lang="zh-CN" altLang="zh-CN" sz="1200" dirty="0">
              <a:solidFill>
                <a:schemeClr val="tx1">
                  <a:lumMod val="75000"/>
                  <a:lumOff val="25000"/>
                </a:schemeClr>
              </a:solidFill>
              <a:latin typeface="微软雅黑" pitchFamily="34" charset="-122"/>
              <a:ea typeface="微软雅黑" pitchFamily="34" charset="-122"/>
            </a:endParaRPr>
          </a:p>
        </p:txBody>
      </p:sp>
      <p:sp>
        <p:nvSpPr>
          <p:cNvPr id="31" name="标题1"/>
          <p:cNvSpPr>
            <a:spLocks noChangeArrowheads="1"/>
          </p:cNvSpPr>
          <p:nvPr/>
        </p:nvSpPr>
        <p:spPr bwMode="gray">
          <a:xfrm>
            <a:off x="2446313" y="1347614"/>
            <a:ext cx="931954" cy="901585"/>
          </a:xfrm>
          <a:prstGeom prst="roundRect">
            <a:avLst>
              <a:gd name="adj" fmla="val 11921"/>
            </a:avLst>
          </a:prstGeom>
          <a:solidFill>
            <a:schemeClr val="accent1"/>
          </a:solidFill>
          <a:ln w="25400" cap="flat" cmpd="sng" algn="ctr">
            <a:noFill/>
            <a:prstDash val="solid"/>
          </a:ln>
          <a:effectLst/>
        </p:spPr>
        <p:txBody>
          <a:bodyPr lIns="62118" tIns="31058" rIns="62118" bIns="31058"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lnSpc>
                <a:spcPct val="120000"/>
              </a:lnSpc>
              <a:spcBef>
                <a:spcPct val="0"/>
              </a:spcBef>
              <a:spcAft>
                <a:spcPct val="0"/>
              </a:spcAft>
              <a:defRPr/>
            </a:pPr>
            <a:r>
              <a:rPr lang="zh-CN" altLang="en-US" sz="1400" b="1" dirty="0">
                <a:solidFill>
                  <a:sysClr val="window" lastClr="FFFFFF">
                    <a:lumMod val="95000"/>
                  </a:sysClr>
                </a:solidFill>
                <a:latin typeface="微软雅黑" pitchFamily="34" charset="-122"/>
                <a:ea typeface="微软雅黑" pitchFamily="34" charset="-122"/>
              </a:rPr>
              <a:t>添加标题</a:t>
            </a:r>
            <a:endParaRPr lang="zh-CN" altLang="zh-CN" sz="1400" b="1" dirty="0">
              <a:solidFill>
                <a:sysClr val="window" lastClr="FFFFFF">
                  <a:lumMod val="95000"/>
                </a:sysClr>
              </a:solidFill>
              <a:latin typeface="微软雅黑" pitchFamily="34" charset="-122"/>
              <a:ea typeface="微软雅黑" pitchFamily="34" charset="-122"/>
            </a:endParaRPr>
          </a:p>
        </p:txBody>
      </p:sp>
      <p:sp>
        <p:nvSpPr>
          <p:cNvPr id="32" name="文本2"/>
          <p:cNvSpPr>
            <a:spLocks noChangeArrowheads="1"/>
          </p:cNvSpPr>
          <p:nvPr/>
        </p:nvSpPr>
        <p:spPr bwMode="gray">
          <a:xfrm>
            <a:off x="3378267" y="2442238"/>
            <a:ext cx="4434093" cy="894027"/>
          </a:xfrm>
          <a:prstGeom prst="roundRect">
            <a:avLst>
              <a:gd name="adj" fmla="val 11505"/>
            </a:avLst>
          </a:prstGeom>
          <a:noFill/>
          <a:ln w="15875" cap="flat" cmpd="sng" algn="ctr">
            <a:solidFill>
              <a:schemeClr val="accent1"/>
            </a:solidFill>
            <a:prstDash val="solid"/>
          </a:ln>
          <a:effectLst/>
          <a:extLst/>
        </p:spPr>
        <p:txBody>
          <a:bodyPr lIns="62118" tIns="31058" rIns="62118" bIns="31058"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lnSpc>
                <a:spcPct val="120000"/>
              </a:lnSpc>
              <a:spcBef>
                <a:spcPct val="0"/>
              </a:spcBef>
              <a:spcAft>
                <a:spcPct val="0"/>
              </a:spcAft>
              <a:defRPr/>
            </a:pPr>
            <a:r>
              <a:rPr lang="zh-CN" altLang="en-US" sz="12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a:t>
            </a:r>
            <a:endParaRPr lang="zh-CN" altLang="zh-CN" sz="1200" dirty="0">
              <a:solidFill>
                <a:schemeClr val="tx1">
                  <a:lumMod val="75000"/>
                  <a:lumOff val="25000"/>
                </a:schemeClr>
              </a:solidFill>
              <a:latin typeface="微软雅黑" pitchFamily="34" charset="-122"/>
              <a:ea typeface="微软雅黑" pitchFamily="34" charset="-122"/>
            </a:endParaRPr>
          </a:p>
        </p:txBody>
      </p:sp>
      <p:sp>
        <p:nvSpPr>
          <p:cNvPr id="33" name="标题2"/>
          <p:cNvSpPr>
            <a:spLocks noChangeArrowheads="1"/>
          </p:cNvSpPr>
          <p:nvPr/>
        </p:nvSpPr>
        <p:spPr bwMode="gray">
          <a:xfrm>
            <a:off x="2446313" y="2442238"/>
            <a:ext cx="931955" cy="894027"/>
          </a:xfrm>
          <a:prstGeom prst="roundRect">
            <a:avLst>
              <a:gd name="adj" fmla="val 11921"/>
            </a:avLst>
          </a:prstGeom>
          <a:solidFill>
            <a:schemeClr val="accent1"/>
          </a:solidFill>
          <a:ln w="25400" cap="flat" cmpd="sng" algn="ctr">
            <a:noFill/>
            <a:prstDash val="solid"/>
          </a:ln>
          <a:effectLst/>
        </p:spPr>
        <p:txBody>
          <a:bodyPr lIns="62118" tIns="31058" rIns="62118" bIns="31058"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lnSpc>
                <a:spcPct val="120000"/>
              </a:lnSpc>
              <a:spcBef>
                <a:spcPct val="0"/>
              </a:spcBef>
              <a:spcAft>
                <a:spcPct val="0"/>
              </a:spcAft>
              <a:defRPr/>
            </a:pPr>
            <a:r>
              <a:rPr lang="zh-CN" altLang="en-US" sz="1400" b="1" dirty="0">
                <a:solidFill>
                  <a:sysClr val="window" lastClr="FFFFFF">
                    <a:lumMod val="95000"/>
                  </a:sysClr>
                </a:solidFill>
                <a:latin typeface="微软雅黑" pitchFamily="34" charset="-122"/>
                <a:ea typeface="微软雅黑" pitchFamily="34" charset="-122"/>
              </a:rPr>
              <a:t>添加标题</a:t>
            </a:r>
            <a:endParaRPr lang="zh-CN" altLang="zh-CN" sz="1400" b="1" dirty="0">
              <a:solidFill>
                <a:sysClr val="window" lastClr="FFFFFF">
                  <a:lumMod val="95000"/>
                </a:sysClr>
              </a:solidFill>
              <a:latin typeface="微软雅黑" pitchFamily="34" charset="-122"/>
              <a:ea typeface="微软雅黑" pitchFamily="34" charset="-122"/>
            </a:endParaRPr>
          </a:p>
        </p:txBody>
      </p:sp>
      <p:sp>
        <p:nvSpPr>
          <p:cNvPr id="34" name="文本3"/>
          <p:cNvSpPr>
            <a:spLocks noChangeArrowheads="1"/>
          </p:cNvSpPr>
          <p:nvPr/>
        </p:nvSpPr>
        <p:spPr bwMode="ltGray">
          <a:xfrm>
            <a:off x="3378267" y="3523042"/>
            <a:ext cx="4434093" cy="886051"/>
          </a:xfrm>
          <a:prstGeom prst="roundRect">
            <a:avLst>
              <a:gd name="adj" fmla="val 11505"/>
            </a:avLst>
          </a:prstGeom>
          <a:noFill/>
          <a:ln w="15875" cap="flat" cmpd="sng" algn="ctr">
            <a:solidFill>
              <a:schemeClr val="accent1"/>
            </a:solidFill>
            <a:prstDash val="solid"/>
          </a:ln>
          <a:effectLst/>
          <a:extLst/>
        </p:spPr>
        <p:txBody>
          <a:bodyPr lIns="62118" tIns="31058" rIns="62118" bIns="31058"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lnSpc>
                <a:spcPct val="120000"/>
              </a:lnSpc>
              <a:spcBef>
                <a:spcPct val="0"/>
              </a:spcBef>
              <a:spcAft>
                <a:spcPct val="0"/>
              </a:spcAft>
              <a:defRPr/>
            </a:pPr>
            <a:r>
              <a:rPr lang="zh-CN" altLang="en-US" sz="12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您的内容打在这里，或者通过复制您的文本后，在此框中选择粘贴，并选择只保留文字。在此录入上述图表的综合描述说明。</a:t>
            </a:r>
            <a:endParaRPr lang="zh-CN" altLang="zh-CN" sz="1200" dirty="0">
              <a:solidFill>
                <a:schemeClr val="tx1">
                  <a:lumMod val="75000"/>
                  <a:lumOff val="25000"/>
                </a:schemeClr>
              </a:solidFill>
              <a:latin typeface="微软雅黑" pitchFamily="34" charset="-122"/>
              <a:ea typeface="微软雅黑" pitchFamily="34" charset="-122"/>
            </a:endParaRPr>
          </a:p>
        </p:txBody>
      </p:sp>
      <p:sp>
        <p:nvSpPr>
          <p:cNvPr id="35" name="标题3"/>
          <p:cNvSpPr>
            <a:spLocks noChangeArrowheads="1"/>
          </p:cNvSpPr>
          <p:nvPr/>
        </p:nvSpPr>
        <p:spPr bwMode="gray">
          <a:xfrm>
            <a:off x="2446313" y="3523042"/>
            <a:ext cx="931954" cy="886051"/>
          </a:xfrm>
          <a:prstGeom prst="roundRect">
            <a:avLst>
              <a:gd name="adj" fmla="val 11921"/>
            </a:avLst>
          </a:prstGeom>
          <a:solidFill>
            <a:schemeClr val="accent1"/>
          </a:solidFill>
          <a:ln w="25400" cap="flat" cmpd="sng" algn="ctr">
            <a:noFill/>
            <a:prstDash val="solid"/>
          </a:ln>
          <a:effectLst/>
        </p:spPr>
        <p:txBody>
          <a:bodyPr lIns="62118" tIns="31058" rIns="62118" bIns="31058"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lnSpc>
                <a:spcPct val="120000"/>
              </a:lnSpc>
              <a:spcBef>
                <a:spcPct val="0"/>
              </a:spcBef>
              <a:spcAft>
                <a:spcPct val="0"/>
              </a:spcAft>
              <a:defRPr/>
            </a:pPr>
            <a:r>
              <a:rPr lang="zh-CN" altLang="en-US" sz="1400" b="1" dirty="0">
                <a:solidFill>
                  <a:sysClr val="window" lastClr="FFFFFF">
                    <a:lumMod val="95000"/>
                  </a:sysClr>
                </a:solidFill>
                <a:latin typeface="微软雅黑" pitchFamily="34" charset="-122"/>
                <a:ea typeface="微软雅黑" pitchFamily="34" charset="-122"/>
              </a:rPr>
              <a:t>添加标题</a:t>
            </a:r>
            <a:endParaRPr lang="zh-CN" altLang="zh-CN" sz="1400" b="1" dirty="0">
              <a:solidFill>
                <a:sysClr val="window" lastClr="FFFFFF">
                  <a:lumMod val="95000"/>
                </a:sysClr>
              </a:solidFill>
              <a:latin typeface="微软雅黑" pitchFamily="34" charset="-122"/>
              <a:ea typeface="微软雅黑" pitchFamily="34" charset="-122"/>
            </a:endParaRPr>
          </a:p>
        </p:txBody>
      </p:sp>
      <p:sp>
        <p:nvSpPr>
          <p:cNvPr id="36" name="Oval 19"/>
          <p:cNvSpPr>
            <a:spLocks noChangeArrowheads="1"/>
          </p:cNvSpPr>
          <p:nvPr/>
        </p:nvSpPr>
        <p:spPr bwMode="auto">
          <a:xfrm>
            <a:off x="1111928" y="2442238"/>
            <a:ext cx="892911" cy="894027"/>
          </a:xfrm>
          <a:prstGeom prst="ellipse">
            <a:avLst/>
          </a:prstGeom>
          <a:solidFill>
            <a:schemeClr val="accent1"/>
          </a:solidFill>
          <a:ln w="9525">
            <a:noFill/>
            <a:round/>
            <a:headEnd/>
            <a:tailEnd/>
          </a:ln>
          <a:effectLst/>
        </p:spPr>
        <p:txBody>
          <a:bodyPr lIns="62118" tIns="31058" rIns="62118" bIns="31058" anchor="ctr"/>
          <a:lstStyle/>
          <a:p>
            <a:pPr algn="ctr">
              <a:lnSpc>
                <a:spcPct val="120000"/>
              </a:lnSpc>
              <a:defRPr/>
            </a:pPr>
            <a:r>
              <a:rPr lang="zh-CN" altLang="en-US" sz="1900" b="1" kern="0" dirty="0">
                <a:solidFill>
                  <a:schemeClr val="bg1"/>
                </a:solidFill>
                <a:latin typeface="Arial" pitchFamily="34" charset="0"/>
                <a:ea typeface="微软雅黑" pitchFamily="34" charset="-122"/>
              </a:rPr>
              <a:t>工作</a:t>
            </a:r>
            <a:endParaRPr lang="en-US" altLang="zh-CN" sz="1900" b="1" kern="0" dirty="0">
              <a:solidFill>
                <a:schemeClr val="bg1"/>
              </a:solidFill>
              <a:latin typeface="Arial" pitchFamily="34" charset="0"/>
              <a:ea typeface="微软雅黑" pitchFamily="34" charset="-122"/>
            </a:endParaRPr>
          </a:p>
          <a:p>
            <a:pPr algn="ctr">
              <a:lnSpc>
                <a:spcPct val="120000"/>
              </a:lnSpc>
              <a:defRPr/>
            </a:pPr>
            <a:r>
              <a:rPr lang="zh-CN" altLang="en-US" sz="1900" b="1" kern="0" dirty="0">
                <a:solidFill>
                  <a:schemeClr val="bg1"/>
                </a:solidFill>
                <a:latin typeface="Arial" pitchFamily="34" charset="0"/>
                <a:ea typeface="微软雅黑" pitchFamily="34" charset="-122"/>
              </a:rPr>
              <a:t>概述</a:t>
            </a:r>
          </a:p>
        </p:txBody>
      </p:sp>
    </p:spTree>
    <p:extLst>
      <p:ext uri="{BB962C8B-B14F-4D97-AF65-F5344CB8AC3E}">
        <p14:creationId xmlns:p14="http://schemas.microsoft.com/office/powerpoint/2010/main" val="1800110444"/>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p:cTn id="7" dur="500" fill="hold"/>
                                        <p:tgtEl>
                                          <p:spTgt spid="36"/>
                                        </p:tgtEl>
                                        <p:attrNameLst>
                                          <p:attrName>ppt_w</p:attrName>
                                        </p:attrNameLst>
                                      </p:cBhvr>
                                      <p:tavLst>
                                        <p:tav tm="0">
                                          <p:val>
                                            <p:fltVal val="0"/>
                                          </p:val>
                                        </p:tav>
                                        <p:tav tm="100000">
                                          <p:val>
                                            <p:strVal val="#ppt_w"/>
                                          </p:val>
                                        </p:tav>
                                      </p:tavLst>
                                    </p:anim>
                                    <p:anim calcmode="lin" valueType="num">
                                      <p:cBhvr>
                                        <p:cTn id="8" dur="500" fill="hold"/>
                                        <p:tgtEl>
                                          <p:spTgt spid="36"/>
                                        </p:tgtEl>
                                        <p:attrNameLst>
                                          <p:attrName>ppt_h</p:attrName>
                                        </p:attrNameLst>
                                      </p:cBhvr>
                                      <p:tavLst>
                                        <p:tav tm="0">
                                          <p:val>
                                            <p:fltVal val="0"/>
                                          </p:val>
                                        </p:tav>
                                        <p:tav tm="100000">
                                          <p:val>
                                            <p:strVal val="#ppt_h"/>
                                          </p:val>
                                        </p:tav>
                                      </p:tavLst>
                                    </p:anim>
                                    <p:animEffect transition="in" filter="fade">
                                      <p:cBhvr>
                                        <p:cTn id="9" dur="500"/>
                                        <p:tgtEl>
                                          <p:spTgt spid="36"/>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left)">
                                      <p:cBhvr>
                                        <p:cTn id="13" dur="500"/>
                                        <p:tgtEl>
                                          <p:spTgt spid="29"/>
                                        </p:tgtEl>
                                      </p:cBhvr>
                                    </p:animEffect>
                                  </p:childTnLst>
                                </p:cTn>
                              </p:par>
                            </p:childTnLst>
                          </p:cTn>
                        </p:par>
                        <p:par>
                          <p:cTn id="14" fill="hold">
                            <p:stCondLst>
                              <p:cond delay="1000"/>
                            </p:stCondLst>
                            <p:childTnLst>
                              <p:par>
                                <p:cTn id="15" presetID="22" presetClass="entr" presetSubtype="8" fill="hold" grpId="0" nodeType="after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left)">
                                      <p:cBhvr>
                                        <p:cTn id="17" dur="500"/>
                                        <p:tgtEl>
                                          <p:spTgt spid="31"/>
                                        </p:tgtEl>
                                      </p:cBhvr>
                                    </p:animEffect>
                                  </p:childTnLst>
                                </p:cTn>
                              </p:par>
                            </p:childTnLst>
                          </p:cTn>
                        </p:par>
                        <p:par>
                          <p:cTn id="18" fill="hold">
                            <p:stCondLst>
                              <p:cond delay="1500"/>
                            </p:stCondLst>
                            <p:childTnLst>
                              <p:par>
                                <p:cTn id="19" presetID="22" presetClass="entr" presetSubtype="8" fill="hold" grpId="0" nodeType="after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wipe(left)">
                                      <p:cBhvr>
                                        <p:cTn id="21" dur="500"/>
                                        <p:tgtEl>
                                          <p:spTgt spid="30"/>
                                        </p:tgtEl>
                                      </p:cBhvr>
                                    </p:animEffect>
                                  </p:childTnLst>
                                </p:cTn>
                              </p:par>
                            </p:childTnLst>
                          </p:cTn>
                        </p:par>
                        <p:par>
                          <p:cTn id="22" fill="hold">
                            <p:stCondLst>
                              <p:cond delay="2000"/>
                            </p:stCondLst>
                            <p:childTnLst>
                              <p:par>
                                <p:cTn id="23" presetID="22" presetClass="entr" presetSubtype="8" fill="hold" grpId="0" nodeType="after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wipe(left)">
                                      <p:cBhvr>
                                        <p:cTn id="25" dur="500"/>
                                        <p:tgtEl>
                                          <p:spTgt spid="28"/>
                                        </p:tgtEl>
                                      </p:cBhvr>
                                    </p:animEffect>
                                  </p:childTnLst>
                                </p:cTn>
                              </p:par>
                            </p:childTnLst>
                          </p:cTn>
                        </p:par>
                        <p:par>
                          <p:cTn id="26" fill="hold">
                            <p:stCondLst>
                              <p:cond delay="2500"/>
                            </p:stCondLst>
                            <p:childTnLst>
                              <p:par>
                                <p:cTn id="27" presetID="22" presetClass="entr" presetSubtype="8" fill="hold" grpId="0" nodeType="after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wipe(left)">
                                      <p:cBhvr>
                                        <p:cTn id="29" dur="500"/>
                                        <p:tgtEl>
                                          <p:spTgt spid="33"/>
                                        </p:tgtEl>
                                      </p:cBhvr>
                                    </p:animEffect>
                                  </p:childTnLst>
                                </p:cTn>
                              </p:par>
                            </p:childTnLst>
                          </p:cTn>
                        </p:par>
                        <p:par>
                          <p:cTn id="30" fill="hold">
                            <p:stCondLst>
                              <p:cond delay="3000"/>
                            </p:stCondLst>
                            <p:childTnLst>
                              <p:par>
                                <p:cTn id="31" presetID="22" presetClass="entr" presetSubtype="8" fill="hold" grpId="0" nodeType="after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wipe(left)">
                                      <p:cBhvr>
                                        <p:cTn id="33" dur="500"/>
                                        <p:tgtEl>
                                          <p:spTgt spid="32"/>
                                        </p:tgtEl>
                                      </p:cBhvr>
                                    </p:animEffect>
                                  </p:childTnLst>
                                </p:cTn>
                              </p:par>
                            </p:childTnLst>
                          </p:cTn>
                        </p:par>
                        <p:par>
                          <p:cTn id="34" fill="hold">
                            <p:stCondLst>
                              <p:cond delay="3500"/>
                            </p:stCondLst>
                            <p:childTnLst>
                              <p:par>
                                <p:cTn id="35" presetID="22" presetClass="entr" presetSubtype="8" fill="hold" grpId="0" nodeType="after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wipe(left)">
                                      <p:cBhvr>
                                        <p:cTn id="37" dur="500"/>
                                        <p:tgtEl>
                                          <p:spTgt spid="27"/>
                                        </p:tgtEl>
                                      </p:cBhvr>
                                    </p:animEffect>
                                  </p:childTnLst>
                                </p:cTn>
                              </p:par>
                            </p:childTnLst>
                          </p:cTn>
                        </p:par>
                        <p:par>
                          <p:cTn id="38" fill="hold">
                            <p:stCondLst>
                              <p:cond delay="4000"/>
                            </p:stCondLst>
                            <p:childTnLst>
                              <p:par>
                                <p:cTn id="39" presetID="22" presetClass="entr" presetSubtype="8" fill="hold" grpId="0" nodeType="after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wipe(left)">
                                      <p:cBhvr>
                                        <p:cTn id="41" dur="500"/>
                                        <p:tgtEl>
                                          <p:spTgt spid="35"/>
                                        </p:tgtEl>
                                      </p:cBhvr>
                                    </p:animEffect>
                                  </p:childTnLst>
                                </p:cTn>
                              </p:par>
                            </p:childTnLst>
                          </p:cTn>
                        </p:par>
                        <p:par>
                          <p:cTn id="42" fill="hold">
                            <p:stCondLst>
                              <p:cond delay="4500"/>
                            </p:stCondLst>
                            <p:childTnLst>
                              <p:par>
                                <p:cTn id="43" presetID="22" presetClass="entr" presetSubtype="8" fill="hold" grpId="0" nodeType="after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wipe(left)">
                                      <p:cBhvr>
                                        <p:cTn id="4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Box 41"/>
          <p:cNvSpPr txBox="1"/>
          <p:nvPr/>
        </p:nvSpPr>
        <p:spPr>
          <a:xfrm>
            <a:off x="355782" y="205624"/>
            <a:ext cx="2236510" cy="400110"/>
          </a:xfrm>
          <a:prstGeom prst="rect">
            <a:avLst/>
          </a:prstGeom>
          <a:noFill/>
        </p:spPr>
        <p:txBody>
          <a:bodyPr wrap="none" rtlCol="0">
            <a:spAutoFit/>
          </a:bodyPr>
          <a:lstStyle/>
          <a:p>
            <a:r>
              <a:rPr lang="zh-CN" altLang="en-US" sz="2000" b="1" dirty="0" smtClean="0">
                <a:solidFill>
                  <a:schemeClr val="accent1"/>
                </a:solidFill>
                <a:latin typeface="微软雅黑" pitchFamily="34" charset="-122"/>
                <a:ea typeface="微软雅黑" pitchFamily="34" charset="-122"/>
              </a:rPr>
              <a:t>点击添加标题文本</a:t>
            </a:r>
            <a:endParaRPr lang="zh-CN" altLang="en-US" sz="2000" b="1" dirty="0">
              <a:solidFill>
                <a:schemeClr val="accent1"/>
              </a:solidFill>
              <a:latin typeface="微软雅黑" pitchFamily="34" charset="-122"/>
              <a:ea typeface="微软雅黑" pitchFamily="34" charset="-122"/>
            </a:endParaRPr>
          </a:p>
        </p:txBody>
      </p:sp>
      <p:sp>
        <p:nvSpPr>
          <p:cNvPr id="43" name="TextBox 42"/>
          <p:cNvSpPr txBox="1"/>
          <p:nvPr/>
        </p:nvSpPr>
        <p:spPr>
          <a:xfrm>
            <a:off x="7682019" y="195037"/>
            <a:ext cx="1138453" cy="461665"/>
          </a:xfrm>
          <a:prstGeom prst="rect">
            <a:avLst/>
          </a:prstGeom>
          <a:noFill/>
        </p:spPr>
        <p:txBody>
          <a:bodyPr wrap="none" rtlCol="0">
            <a:spAutoFit/>
          </a:bodyPr>
          <a:lstStyle/>
          <a:p>
            <a:r>
              <a:rPr lang="en-US" altLang="zh-CN" sz="2400" dirty="0" smtClean="0">
                <a:solidFill>
                  <a:schemeClr val="accent2"/>
                </a:solidFill>
                <a:latin typeface="Eras Bold ITC" panose="020B0907030504020204" pitchFamily="34" charset="0"/>
                <a:ea typeface="微软雅黑" panose="020B0503020204020204" pitchFamily="34" charset="-122"/>
              </a:rPr>
              <a:t>LOGO</a:t>
            </a:r>
            <a:endParaRPr lang="zh-CN" altLang="en-US" sz="2400" dirty="0">
              <a:solidFill>
                <a:schemeClr val="accent2"/>
              </a:solidFill>
              <a:latin typeface="Eras Bold ITC" panose="020B0907030504020204" pitchFamily="34" charset="0"/>
              <a:ea typeface="微软雅黑" panose="020B0503020204020204" pitchFamily="34" charset="-122"/>
            </a:endParaRPr>
          </a:p>
        </p:txBody>
      </p:sp>
      <p:cxnSp>
        <p:nvCxnSpPr>
          <p:cNvPr id="44" name="Straight Connector 30"/>
          <p:cNvCxnSpPr/>
          <p:nvPr/>
        </p:nvCxnSpPr>
        <p:spPr>
          <a:xfrm>
            <a:off x="1720006" y="2625020"/>
            <a:ext cx="0" cy="103354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35"/>
          <p:cNvCxnSpPr/>
          <p:nvPr/>
        </p:nvCxnSpPr>
        <p:spPr>
          <a:xfrm>
            <a:off x="3167163" y="2625020"/>
            <a:ext cx="0" cy="103354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6" name="Content Placeholder 2"/>
          <p:cNvSpPr txBox="1">
            <a:spLocks/>
          </p:cNvSpPr>
          <p:nvPr/>
        </p:nvSpPr>
        <p:spPr>
          <a:xfrm>
            <a:off x="1608730" y="3863107"/>
            <a:ext cx="6325104" cy="796875"/>
          </a:xfrm>
          <a:prstGeom prst="rect">
            <a:avLst/>
          </a:prstGeom>
        </p:spPr>
        <p:txBody>
          <a:bodyPr vert="horz" lIns="62118" tIns="31058" rIns="62118" bIns="3105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30000"/>
              </a:lnSpc>
              <a:buNone/>
            </a:pPr>
            <a:r>
              <a:rPr lang="zh-CN" altLang="en-US" b="1" dirty="0">
                <a:solidFill>
                  <a:schemeClr val="accent1"/>
                </a:solidFill>
                <a:latin typeface="微软雅黑" pitchFamily="34" charset="-122"/>
                <a:ea typeface="微软雅黑" pitchFamily="34" charset="-122"/>
              </a:rPr>
              <a:t>单击此处添加标题</a:t>
            </a:r>
          </a:p>
          <a:p>
            <a:pPr marL="0" indent="0">
              <a:lnSpc>
                <a:spcPct val="130000"/>
              </a:lnSpc>
              <a:buNone/>
            </a:pPr>
            <a:r>
              <a:rPr lang="zh-CN" altLang="en-US" sz="12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您的内容打在这里，或者通过复制您的文本后，在此框中选择粘贴，并选择只保留文字。在此录入上述图表的综合描述说明，在此录入上述</a:t>
            </a:r>
            <a:r>
              <a:rPr lang="zh-CN" altLang="en-US" sz="1200" dirty="0" smtClean="0">
                <a:solidFill>
                  <a:schemeClr val="tx1">
                    <a:lumMod val="75000"/>
                    <a:lumOff val="25000"/>
                  </a:schemeClr>
                </a:solidFill>
                <a:latin typeface="微软雅黑" pitchFamily="34" charset="-122"/>
                <a:ea typeface="微软雅黑" pitchFamily="34" charset="-122"/>
              </a:rPr>
              <a:t>图表的</a:t>
            </a:r>
            <a:r>
              <a:rPr lang="zh-CN" altLang="en-US" sz="1200" dirty="0">
                <a:solidFill>
                  <a:schemeClr val="tx1">
                    <a:lumMod val="75000"/>
                    <a:lumOff val="25000"/>
                  </a:schemeClr>
                </a:solidFill>
                <a:latin typeface="微软雅黑" pitchFamily="34" charset="-122"/>
                <a:ea typeface="微软雅黑" pitchFamily="34" charset="-122"/>
              </a:rPr>
              <a:t>综合描述</a:t>
            </a:r>
            <a:r>
              <a:rPr lang="zh-CN" altLang="en-US" sz="1200" dirty="0" smtClean="0">
                <a:solidFill>
                  <a:schemeClr val="tx1">
                    <a:lumMod val="75000"/>
                    <a:lumOff val="25000"/>
                  </a:schemeClr>
                </a:solidFill>
                <a:latin typeface="微软雅黑" pitchFamily="34" charset="-122"/>
                <a:ea typeface="微软雅黑" pitchFamily="34" charset="-122"/>
              </a:rPr>
              <a:t>说明。</a:t>
            </a:r>
            <a:endParaRPr lang="zh-CN" altLang="en-US" sz="1200" dirty="0">
              <a:solidFill>
                <a:schemeClr val="tx1">
                  <a:lumMod val="75000"/>
                  <a:lumOff val="25000"/>
                </a:schemeClr>
              </a:solidFill>
              <a:latin typeface="微软雅黑" pitchFamily="34" charset="-122"/>
              <a:ea typeface="微软雅黑" pitchFamily="34" charset="-122"/>
            </a:endParaRPr>
          </a:p>
        </p:txBody>
      </p:sp>
      <p:cxnSp>
        <p:nvCxnSpPr>
          <p:cNvPr id="47" name="Straight Connector 52"/>
          <p:cNvCxnSpPr/>
          <p:nvPr/>
        </p:nvCxnSpPr>
        <p:spPr>
          <a:xfrm>
            <a:off x="4577183" y="2625020"/>
            <a:ext cx="0" cy="103354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63"/>
          <p:cNvCxnSpPr/>
          <p:nvPr/>
        </p:nvCxnSpPr>
        <p:spPr>
          <a:xfrm>
            <a:off x="6115990" y="2625020"/>
            <a:ext cx="0" cy="103354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67"/>
          <p:cNvCxnSpPr/>
          <p:nvPr/>
        </p:nvCxnSpPr>
        <p:spPr>
          <a:xfrm>
            <a:off x="7470855" y="2625020"/>
            <a:ext cx="0" cy="103354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0" name="Content Placeholder 2"/>
          <p:cNvSpPr txBox="1">
            <a:spLocks/>
          </p:cNvSpPr>
          <p:nvPr/>
        </p:nvSpPr>
        <p:spPr>
          <a:xfrm>
            <a:off x="6890517" y="2064081"/>
            <a:ext cx="1484620" cy="529312"/>
          </a:xfrm>
          <a:prstGeom prst="rect">
            <a:avLst/>
          </a:prstGeom>
        </p:spPr>
        <p:txBody>
          <a:bodyPr vert="horz" lIns="62118" tIns="31058" rIns="62118" bIns="3105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100" dirty="0">
                <a:solidFill>
                  <a:schemeClr val="tx1">
                    <a:lumMod val="75000"/>
                    <a:lumOff val="25000"/>
                  </a:schemeClr>
                </a:solidFill>
                <a:latin typeface="微软雅黑" pitchFamily="34" charset="-122"/>
                <a:ea typeface="微软雅黑" pitchFamily="34" charset="-122"/>
              </a:rPr>
              <a:t>您的内容打在这里，或者通过复制您的文本在此框中粘贴</a:t>
            </a:r>
            <a:endParaRPr lang="en-US" altLang="zh-CN" sz="1100" dirty="0">
              <a:solidFill>
                <a:schemeClr val="tx1">
                  <a:lumMod val="75000"/>
                  <a:lumOff val="25000"/>
                </a:schemeClr>
              </a:solidFill>
              <a:latin typeface="微软雅黑" pitchFamily="34" charset="-122"/>
              <a:ea typeface="微软雅黑" pitchFamily="34" charset="-122"/>
            </a:endParaRPr>
          </a:p>
        </p:txBody>
      </p:sp>
      <p:pic>
        <p:nvPicPr>
          <p:cNvPr id="51" name="Picture 77" descr="F:\Trabajos\Envato\Graphic River\Mica PPT\mountains.png"/>
          <p:cNvPicPr>
            <a:picLocks noChangeAspect="1" noChangeArrowheads="1"/>
          </p:cNvPicPr>
          <p:nvPr/>
        </p:nvPicPr>
        <p:blipFill rotWithShape="1">
          <a:blip r:embed="rId3" cstate="print">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a:ext>
            </a:extLst>
          </a:blip>
          <a:srcRect/>
          <a:stretch/>
        </p:blipFill>
        <p:spPr bwMode="auto">
          <a:xfrm>
            <a:off x="107504" y="3165528"/>
            <a:ext cx="7885646" cy="493037"/>
          </a:xfrm>
          <a:prstGeom prst="rect">
            <a:avLst/>
          </a:prstGeom>
          <a:noFill/>
          <a:extLst>
            <a:ext uri="{909E8E84-426E-40DD-AFC4-6F175D3DCCD1}">
              <a14:hiddenFill xmlns:a14="http://schemas.microsoft.com/office/drawing/2010/main">
                <a:solidFill>
                  <a:srgbClr val="FFFFFF"/>
                </a:solidFill>
              </a14:hiddenFill>
            </a:ext>
          </a:extLst>
        </p:spPr>
      </p:pic>
      <p:sp>
        <p:nvSpPr>
          <p:cNvPr id="52" name="Content Placeholder 2"/>
          <p:cNvSpPr txBox="1">
            <a:spLocks/>
          </p:cNvSpPr>
          <p:nvPr/>
        </p:nvSpPr>
        <p:spPr>
          <a:xfrm>
            <a:off x="5398348" y="2064081"/>
            <a:ext cx="1426962" cy="529312"/>
          </a:xfrm>
          <a:prstGeom prst="rect">
            <a:avLst/>
          </a:prstGeom>
        </p:spPr>
        <p:txBody>
          <a:bodyPr vert="horz" lIns="62118" tIns="31058" rIns="62118" bIns="3105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100" dirty="0">
                <a:solidFill>
                  <a:schemeClr val="tx1">
                    <a:lumMod val="75000"/>
                    <a:lumOff val="25000"/>
                  </a:schemeClr>
                </a:solidFill>
                <a:latin typeface="微软雅黑" pitchFamily="34" charset="-122"/>
                <a:ea typeface="微软雅黑" pitchFamily="34" charset="-122"/>
              </a:rPr>
              <a:t>您的内容打在这里，或者通过复制您的文本在此框中粘贴</a:t>
            </a:r>
            <a:endParaRPr lang="en-US" altLang="zh-CN" sz="1100" dirty="0">
              <a:solidFill>
                <a:schemeClr val="tx1">
                  <a:lumMod val="75000"/>
                  <a:lumOff val="25000"/>
                </a:schemeClr>
              </a:solidFill>
              <a:latin typeface="微软雅黑" pitchFamily="34" charset="-122"/>
              <a:ea typeface="微软雅黑" pitchFamily="34" charset="-122"/>
            </a:endParaRPr>
          </a:p>
        </p:txBody>
      </p:sp>
      <p:sp>
        <p:nvSpPr>
          <p:cNvPr id="53" name="Content Placeholder 2"/>
          <p:cNvSpPr txBox="1">
            <a:spLocks/>
          </p:cNvSpPr>
          <p:nvPr/>
        </p:nvSpPr>
        <p:spPr>
          <a:xfrm>
            <a:off x="3997965" y="2064081"/>
            <a:ext cx="1426962" cy="529312"/>
          </a:xfrm>
          <a:prstGeom prst="rect">
            <a:avLst/>
          </a:prstGeom>
        </p:spPr>
        <p:txBody>
          <a:bodyPr vert="horz" lIns="62118" tIns="31058" rIns="62118" bIns="3105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100" dirty="0">
                <a:solidFill>
                  <a:schemeClr val="tx1">
                    <a:lumMod val="75000"/>
                    <a:lumOff val="25000"/>
                  </a:schemeClr>
                </a:solidFill>
                <a:latin typeface="微软雅黑" pitchFamily="34" charset="-122"/>
                <a:ea typeface="微软雅黑" pitchFamily="34" charset="-122"/>
              </a:rPr>
              <a:t>您的内容打在这里，或者通过复制您的文本在此框中粘贴</a:t>
            </a:r>
            <a:endParaRPr lang="en-US" altLang="zh-CN" sz="1100" dirty="0">
              <a:solidFill>
                <a:schemeClr val="tx1">
                  <a:lumMod val="75000"/>
                  <a:lumOff val="25000"/>
                </a:schemeClr>
              </a:solidFill>
              <a:latin typeface="微软雅黑" pitchFamily="34" charset="-122"/>
              <a:ea typeface="微软雅黑" pitchFamily="34" charset="-122"/>
            </a:endParaRPr>
          </a:p>
        </p:txBody>
      </p:sp>
      <p:sp>
        <p:nvSpPr>
          <p:cNvPr id="54" name="Content Placeholder 2"/>
          <p:cNvSpPr txBox="1">
            <a:spLocks/>
          </p:cNvSpPr>
          <p:nvPr/>
        </p:nvSpPr>
        <p:spPr>
          <a:xfrm>
            <a:off x="2456424" y="2064081"/>
            <a:ext cx="1491776" cy="529312"/>
          </a:xfrm>
          <a:prstGeom prst="rect">
            <a:avLst/>
          </a:prstGeom>
        </p:spPr>
        <p:txBody>
          <a:bodyPr vert="horz" lIns="62118" tIns="31058" rIns="62118" bIns="3105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100" dirty="0">
                <a:solidFill>
                  <a:schemeClr val="tx1">
                    <a:lumMod val="75000"/>
                    <a:lumOff val="25000"/>
                  </a:schemeClr>
                </a:solidFill>
                <a:latin typeface="微软雅黑" pitchFamily="34" charset="-122"/>
                <a:ea typeface="微软雅黑" pitchFamily="34" charset="-122"/>
              </a:rPr>
              <a:t>您的内容打在这里，或者通过复制您的文本在此框中粘贴</a:t>
            </a:r>
            <a:endParaRPr lang="en-US" altLang="zh-CN" sz="1100" dirty="0">
              <a:solidFill>
                <a:schemeClr val="tx1">
                  <a:lumMod val="75000"/>
                  <a:lumOff val="25000"/>
                </a:schemeClr>
              </a:solidFill>
              <a:latin typeface="微软雅黑" pitchFamily="34" charset="-122"/>
              <a:ea typeface="微软雅黑" pitchFamily="34" charset="-122"/>
            </a:endParaRPr>
          </a:p>
        </p:txBody>
      </p:sp>
      <p:sp>
        <p:nvSpPr>
          <p:cNvPr id="55" name="Content Placeholder 2"/>
          <p:cNvSpPr txBox="1">
            <a:spLocks/>
          </p:cNvSpPr>
          <p:nvPr/>
        </p:nvSpPr>
        <p:spPr>
          <a:xfrm>
            <a:off x="1021866" y="2064081"/>
            <a:ext cx="1458188" cy="529312"/>
          </a:xfrm>
          <a:prstGeom prst="rect">
            <a:avLst/>
          </a:prstGeom>
        </p:spPr>
        <p:txBody>
          <a:bodyPr vert="horz" lIns="62118" tIns="31058" rIns="62118" bIns="3105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100" dirty="0">
                <a:solidFill>
                  <a:schemeClr val="tx1">
                    <a:lumMod val="75000"/>
                    <a:lumOff val="25000"/>
                  </a:schemeClr>
                </a:solidFill>
                <a:latin typeface="微软雅黑" pitchFamily="34" charset="-122"/>
                <a:ea typeface="微软雅黑" pitchFamily="34" charset="-122"/>
              </a:rPr>
              <a:t>您的内容打在这里，或者通过复制您的文本在此框中粘贴</a:t>
            </a:r>
            <a:endParaRPr lang="en-US" sz="1100" dirty="0">
              <a:solidFill>
                <a:schemeClr val="tx1">
                  <a:lumMod val="75000"/>
                  <a:lumOff val="25000"/>
                </a:schemeClr>
              </a:solidFill>
              <a:latin typeface="微软雅黑" pitchFamily="34" charset="-122"/>
              <a:ea typeface="微软雅黑" pitchFamily="34" charset="-122"/>
            </a:endParaRPr>
          </a:p>
        </p:txBody>
      </p:sp>
      <p:grpSp>
        <p:nvGrpSpPr>
          <p:cNvPr id="56" name="组合 55"/>
          <p:cNvGrpSpPr/>
          <p:nvPr/>
        </p:nvGrpSpPr>
        <p:grpSpPr>
          <a:xfrm>
            <a:off x="1359593" y="1306944"/>
            <a:ext cx="700868" cy="585088"/>
            <a:chOff x="2677316" y="1530277"/>
            <a:chExt cx="1031953" cy="860599"/>
          </a:xfrm>
        </p:grpSpPr>
        <p:sp>
          <p:nvSpPr>
            <p:cNvPr id="57" name="Teardrop 36"/>
            <p:cNvSpPr/>
            <p:nvPr/>
          </p:nvSpPr>
          <p:spPr>
            <a:xfrm rot="8100000">
              <a:off x="2759470" y="1530277"/>
              <a:ext cx="882869" cy="860599"/>
            </a:xfrm>
            <a:prstGeom prst="teardrop">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accent2">
                    <a:lumMod val="75000"/>
                  </a:schemeClr>
                </a:solidFill>
                <a:latin typeface="微软雅黑" pitchFamily="34" charset="-122"/>
                <a:ea typeface="微软雅黑" pitchFamily="34" charset="-122"/>
              </a:endParaRPr>
            </a:p>
          </p:txBody>
        </p:sp>
        <p:sp>
          <p:nvSpPr>
            <p:cNvPr id="58" name="TextBox 57"/>
            <p:cNvSpPr txBox="1"/>
            <p:nvPr/>
          </p:nvSpPr>
          <p:spPr>
            <a:xfrm>
              <a:off x="2677316" y="1819793"/>
              <a:ext cx="1031953" cy="384799"/>
            </a:xfrm>
            <a:prstGeom prst="rect">
              <a:avLst/>
            </a:prstGeom>
            <a:noFill/>
          </p:spPr>
          <p:txBody>
            <a:bodyPr wrap="square" rtlCol="0">
              <a:spAutoFit/>
            </a:bodyPr>
            <a:lstStyle/>
            <a:p>
              <a:pPr algn="ctr"/>
              <a:r>
                <a:rPr lang="en-US" altLang="zh-CN" sz="1100" b="1" dirty="0" smtClean="0">
                  <a:solidFill>
                    <a:schemeClr val="bg1"/>
                  </a:solidFill>
                  <a:latin typeface="微软雅黑" pitchFamily="34" charset="-122"/>
                  <a:ea typeface="微软雅黑" pitchFamily="34" charset="-122"/>
                </a:rPr>
                <a:t>2012</a:t>
              </a:r>
              <a:r>
                <a:rPr lang="zh-CN" altLang="en-US" sz="1100" b="1" dirty="0" smtClean="0">
                  <a:solidFill>
                    <a:schemeClr val="bg1"/>
                  </a:solidFill>
                  <a:latin typeface="微软雅黑" pitchFamily="34" charset="-122"/>
                  <a:ea typeface="微软雅黑" pitchFamily="34" charset="-122"/>
                </a:rPr>
                <a:t>年</a:t>
              </a:r>
              <a:endParaRPr lang="zh-CN" altLang="en-US" sz="1100" dirty="0">
                <a:solidFill>
                  <a:schemeClr val="bg1"/>
                </a:solidFill>
              </a:endParaRPr>
            </a:p>
          </p:txBody>
        </p:sp>
      </p:grpSp>
      <p:grpSp>
        <p:nvGrpSpPr>
          <p:cNvPr id="59" name="组合 58"/>
          <p:cNvGrpSpPr/>
          <p:nvPr/>
        </p:nvGrpSpPr>
        <p:grpSpPr>
          <a:xfrm>
            <a:off x="2852463" y="1309822"/>
            <a:ext cx="700868" cy="585088"/>
            <a:chOff x="4532339" y="1534510"/>
            <a:chExt cx="1031953" cy="860599"/>
          </a:xfrm>
        </p:grpSpPr>
        <p:sp>
          <p:nvSpPr>
            <p:cNvPr id="60" name="Teardrop 44"/>
            <p:cNvSpPr/>
            <p:nvPr/>
          </p:nvSpPr>
          <p:spPr>
            <a:xfrm rot="8100000">
              <a:off x="4606882" y="1534510"/>
              <a:ext cx="882869" cy="860599"/>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accent2">
                    <a:lumMod val="75000"/>
                  </a:schemeClr>
                </a:solidFill>
                <a:latin typeface="微软雅黑" pitchFamily="34" charset="-122"/>
                <a:ea typeface="微软雅黑" pitchFamily="34" charset="-122"/>
              </a:endParaRPr>
            </a:p>
          </p:txBody>
        </p:sp>
        <p:sp>
          <p:nvSpPr>
            <p:cNvPr id="61" name="TextBox 60"/>
            <p:cNvSpPr txBox="1"/>
            <p:nvPr/>
          </p:nvSpPr>
          <p:spPr>
            <a:xfrm>
              <a:off x="4532339" y="1823935"/>
              <a:ext cx="1031953" cy="384799"/>
            </a:xfrm>
            <a:prstGeom prst="rect">
              <a:avLst/>
            </a:prstGeom>
            <a:noFill/>
          </p:spPr>
          <p:txBody>
            <a:bodyPr wrap="square" rtlCol="0">
              <a:spAutoFit/>
            </a:bodyPr>
            <a:lstStyle/>
            <a:p>
              <a:pPr algn="ctr"/>
              <a:r>
                <a:rPr lang="en-US" altLang="zh-CN" sz="1100" b="1" dirty="0" smtClean="0">
                  <a:solidFill>
                    <a:schemeClr val="bg1"/>
                  </a:solidFill>
                  <a:latin typeface="微软雅黑" pitchFamily="34" charset="-122"/>
                  <a:ea typeface="微软雅黑" pitchFamily="34" charset="-122"/>
                </a:rPr>
                <a:t>2013</a:t>
              </a:r>
              <a:r>
                <a:rPr lang="zh-CN" altLang="en-US" sz="1100" b="1" dirty="0" smtClean="0">
                  <a:solidFill>
                    <a:schemeClr val="bg1"/>
                  </a:solidFill>
                  <a:latin typeface="微软雅黑" pitchFamily="34" charset="-122"/>
                  <a:ea typeface="微软雅黑" pitchFamily="34" charset="-122"/>
                </a:rPr>
                <a:t>年</a:t>
              </a:r>
              <a:endParaRPr lang="zh-CN" altLang="en-US" sz="1100" dirty="0">
                <a:solidFill>
                  <a:schemeClr val="bg1"/>
                </a:solidFill>
              </a:endParaRPr>
            </a:p>
          </p:txBody>
        </p:sp>
      </p:grpSp>
      <p:grpSp>
        <p:nvGrpSpPr>
          <p:cNvPr id="62" name="组合 61"/>
          <p:cNvGrpSpPr/>
          <p:nvPr/>
        </p:nvGrpSpPr>
        <p:grpSpPr>
          <a:xfrm>
            <a:off x="4262484" y="1309822"/>
            <a:ext cx="700868" cy="585088"/>
            <a:chOff x="6416419" y="1534510"/>
            <a:chExt cx="1031953" cy="860599"/>
          </a:xfrm>
        </p:grpSpPr>
        <p:sp>
          <p:nvSpPr>
            <p:cNvPr id="63" name="Teardrop 58"/>
            <p:cNvSpPr/>
            <p:nvPr/>
          </p:nvSpPr>
          <p:spPr>
            <a:xfrm rot="8100000">
              <a:off x="6490962" y="1534510"/>
              <a:ext cx="882869" cy="860599"/>
            </a:xfrm>
            <a:prstGeom prst="teardrop">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accent2">
                    <a:lumMod val="75000"/>
                  </a:schemeClr>
                </a:solidFill>
                <a:latin typeface="微软雅黑" pitchFamily="34" charset="-122"/>
                <a:ea typeface="微软雅黑" pitchFamily="34" charset="-122"/>
              </a:endParaRPr>
            </a:p>
          </p:txBody>
        </p:sp>
        <p:sp>
          <p:nvSpPr>
            <p:cNvPr id="64" name="TextBox 63"/>
            <p:cNvSpPr txBox="1"/>
            <p:nvPr/>
          </p:nvSpPr>
          <p:spPr>
            <a:xfrm>
              <a:off x="6416419" y="1816551"/>
              <a:ext cx="1031953" cy="384799"/>
            </a:xfrm>
            <a:prstGeom prst="rect">
              <a:avLst/>
            </a:prstGeom>
            <a:noFill/>
          </p:spPr>
          <p:txBody>
            <a:bodyPr wrap="square" rtlCol="0">
              <a:spAutoFit/>
            </a:bodyPr>
            <a:lstStyle/>
            <a:p>
              <a:pPr algn="ctr"/>
              <a:r>
                <a:rPr lang="en-US" altLang="zh-CN" sz="1100" b="1" dirty="0" smtClean="0">
                  <a:solidFill>
                    <a:schemeClr val="bg1"/>
                  </a:solidFill>
                  <a:latin typeface="微软雅黑" pitchFamily="34" charset="-122"/>
                  <a:ea typeface="微软雅黑" pitchFamily="34" charset="-122"/>
                </a:rPr>
                <a:t>2014</a:t>
              </a:r>
              <a:r>
                <a:rPr lang="zh-CN" altLang="en-US" sz="1100" b="1" dirty="0" smtClean="0">
                  <a:solidFill>
                    <a:schemeClr val="bg1"/>
                  </a:solidFill>
                  <a:latin typeface="微软雅黑" pitchFamily="34" charset="-122"/>
                  <a:ea typeface="微软雅黑" pitchFamily="34" charset="-122"/>
                </a:rPr>
                <a:t>年</a:t>
              </a:r>
              <a:endParaRPr lang="zh-CN" altLang="en-US" sz="1100" dirty="0">
                <a:solidFill>
                  <a:schemeClr val="bg1"/>
                </a:solidFill>
              </a:endParaRPr>
            </a:p>
          </p:txBody>
        </p:sp>
      </p:grpSp>
      <p:grpSp>
        <p:nvGrpSpPr>
          <p:cNvPr id="65" name="组合 64"/>
          <p:cNvGrpSpPr/>
          <p:nvPr/>
        </p:nvGrpSpPr>
        <p:grpSpPr>
          <a:xfrm>
            <a:off x="5801291" y="1309822"/>
            <a:ext cx="700868" cy="585088"/>
            <a:chOff x="8271039" y="1534510"/>
            <a:chExt cx="1031953" cy="860599"/>
          </a:xfrm>
        </p:grpSpPr>
        <p:sp>
          <p:nvSpPr>
            <p:cNvPr id="66" name="Teardrop 65"/>
            <p:cNvSpPr/>
            <p:nvPr/>
          </p:nvSpPr>
          <p:spPr>
            <a:xfrm rot="8100000">
              <a:off x="8345582" y="1534510"/>
              <a:ext cx="882869" cy="860599"/>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accent2">
                    <a:lumMod val="75000"/>
                  </a:schemeClr>
                </a:solidFill>
                <a:latin typeface="微软雅黑" pitchFamily="34" charset="-122"/>
                <a:ea typeface="微软雅黑" pitchFamily="34" charset="-122"/>
              </a:endParaRPr>
            </a:p>
          </p:txBody>
        </p:sp>
        <p:sp>
          <p:nvSpPr>
            <p:cNvPr id="67" name="TextBox 66"/>
            <p:cNvSpPr txBox="1"/>
            <p:nvPr/>
          </p:nvSpPr>
          <p:spPr>
            <a:xfrm>
              <a:off x="8271039" y="1823410"/>
              <a:ext cx="1031953" cy="384799"/>
            </a:xfrm>
            <a:prstGeom prst="rect">
              <a:avLst/>
            </a:prstGeom>
            <a:noFill/>
          </p:spPr>
          <p:txBody>
            <a:bodyPr wrap="square" rtlCol="0">
              <a:spAutoFit/>
            </a:bodyPr>
            <a:lstStyle/>
            <a:p>
              <a:pPr algn="ctr"/>
              <a:r>
                <a:rPr lang="en-US" altLang="zh-CN" sz="1100" b="1" dirty="0" smtClean="0">
                  <a:solidFill>
                    <a:schemeClr val="bg1"/>
                  </a:solidFill>
                  <a:latin typeface="微软雅黑" pitchFamily="34" charset="-122"/>
                  <a:ea typeface="微软雅黑" pitchFamily="34" charset="-122"/>
                </a:rPr>
                <a:t>2015</a:t>
              </a:r>
              <a:r>
                <a:rPr lang="zh-CN" altLang="en-US" sz="1100" b="1" dirty="0" smtClean="0">
                  <a:solidFill>
                    <a:schemeClr val="bg1"/>
                  </a:solidFill>
                  <a:latin typeface="微软雅黑" pitchFamily="34" charset="-122"/>
                  <a:ea typeface="微软雅黑" pitchFamily="34" charset="-122"/>
                </a:rPr>
                <a:t>年</a:t>
              </a:r>
              <a:endParaRPr lang="zh-CN" altLang="en-US" sz="1100" dirty="0">
                <a:solidFill>
                  <a:schemeClr val="bg1"/>
                </a:solidFill>
              </a:endParaRPr>
            </a:p>
          </p:txBody>
        </p:sp>
      </p:grpSp>
      <p:grpSp>
        <p:nvGrpSpPr>
          <p:cNvPr id="68" name="组合 67"/>
          <p:cNvGrpSpPr/>
          <p:nvPr/>
        </p:nvGrpSpPr>
        <p:grpSpPr>
          <a:xfrm>
            <a:off x="7156156" y="1309822"/>
            <a:ext cx="700868" cy="585088"/>
            <a:chOff x="10099471" y="1534510"/>
            <a:chExt cx="1031953" cy="860599"/>
          </a:xfrm>
        </p:grpSpPr>
        <p:sp>
          <p:nvSpPr>
            <p:cNvPr id="69" name="Teardrop 69"/>
            <p:cNvSpPr/>
            <p:nvPr/>
          </p:nvSpPr>
          <p:spPr>
            <a:xfrm rot="8100000">
              <a:off x="10174014" y="1534510"/>
              <a:ext cx="882869" cy="860599"/>
            </a:xfrm>
            <a:prstGeom prst="teardrop">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accent2">
                    <a:lumMod val="75000"/>
                  </a:schemeClr>
                </a:solidFill>
                <a:latin typeface="微软雅黑" pitchFamily="34" charset="-122"/>
                <a:ea typeface="微软雅黑" pitchFamily="34" charset="-122"/>
              </a:endParaRPr>
            </a:p>
          </p:txBody>
        </p:sp>
        <p:sp>
          <p:nvSpPr>
            <p:cNvPr id="70" name="TextBox 69"/>
            <p:cNvSpPr txBox="1"/>
            <p:nvPr/>
          </p:nvSpPr>
          <p:spPr>
            <a:xfrm>
              <a:off x="10099471" y="1812320"/>
              <a:ext cx="1031953" cy="384799"/>
            </a:xfrm>
            <a:prstGeom prst="rect">
              <a:avLst/>
            </a:prstGeom>
            <a:noFill/>
          </p:spPr>
          <p:txBody>
            <a:bodyPr wrap="square" rtlCol="0">
              <a:spAutoFit/>
            </a:bodyPr>
            <a:lstStyle/>
            <a:p>
              <a:pPr algn="ctr"/>
              <a:r>
                <a:rPr lang="en-US" altLang="zh-CN" sz="1100" b="1" dirty="0">
                  <a:solidFill>
                    <a:schemeClr val="bg1"/>
                  </a:solidFill>
                  <a:latin typeface="微软雅黑" pitchFamily="34" charset="-122"/>
                  <a:ea typeface="微软雅黑" pitchFamily="34" charset="-122"/>
                </a:rPr>
                <a:t>2016</a:t>
              </a:r>
              <a:r>
                <a:rPr lang="zh-CN" altLang="en-US" sz="1100" b="1" dirty="0">
                  <a:solidFill>
                    <a:schemeClr val="bg1"/>
                  </a:solidFill>
                  <a:latin typeface="微软雅黑" pitchFamily="34" charset="-122"/>
                  <a:ea typeface="微软雅黑" pitchFamily="34" charset="-122"/>
                </a:rPr>
                <a:t>年</a:t>
              </a:r>
              <a:endParaRPr lang="zh-CN" altLang="en-US" sz="1100" dirty="0">
                <a:solidFill>
                  <a:schemeClr val="bg1"/>
                </a:solidFill>
              </a:endParaRPr>
            </a:p>
          </p:txBody>
        </p:sp>
      </p:grpSp>
      <p:pic>
        <p:nvPicPr>
          <p:cNvPr id="71" name="Picture 77" descr="F:\Trabajos\Envato\Graphic River\Mica PPT\mountains.png"/>
          <p:cNvPicPr>
            <a:picLocks noChangeAspect="1" noChangeArrowheads="1"/>
          </p:cNvPicPr>
          <p:nvPr/>
        </p:nvPicPr>
        <p:blipFill rotWithShape="1">
          <a:blip r:embed="rId3" cstate="print">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a:ext>
            </a:extLst>
          </a:blip>
          <a:srcRect l="50681"/>
          <a:stretch/>
        </p:blipFill>
        <p:spPr bwMode="auto">
          <a:xfrm rot="10800000" flipV="1">
            <a:off x="6839379" y="3053547"/>
            <a:ext cx="2307543" cy="6096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6221818"/>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wipe(down)">
                                      <p:cBhvr>
                                        <p:cTn id="7" dur="500"/>
                                        <p:tgtEl>
                                          <p:spTgt spid="51"/>
                                        </p:tgtEl>
                                      </p:cBhvr>
                                    </p:animEffect>
                                  </p:childTnLst>
                                </p:cTn>
                              </p:par>
                              <p:par>
                                <p:cTn id="8" presetID="22" presetClass="entr" presetSubtype="4" fill="hold" nodeType="withEffect">
                                  <p:stCondLst>
                                    <p:cond delay="0"/>
                                  </p:stCondLst>
                                  <p:childTnLst>
                                    <p:set>
                                      <p:cBhvr>
                                        <p:cTn id="9" dur="1" fill="hold">
                                          <p:stCondLst>
                                            <p:cond delay="0"/>
                                          </p:stCondLst>
                                        </p:cTn>
                                        <p:tgtEl>
                                          <p:spTgt spid="71"/>
                                        </p:tgtEl>
                                        <p:attrNameLst>
                                          <p:attrName>style.visibility</p:attrName>
                                        </p:attrNameLst>
                                      </p:cBhvr>
                                      <p:to>
                                        <p:strVal val="visible"/>
                                      </p:to>
                                    </p:set>
                                    <p:animEffect transition="in" filter="wipe(down)">
                                      <p:cBhvr>
                                        <p:cTn id="10" dur="500"/>
                                        <p:tgtEl>
                                          <p:spTgt spid="71"/>
                                        </p:tgtEl>
                                      </p:cBhvr>
                                    </p:animEffect>
                                  </p:childTnLst>
                                </p:cTn>
                              </p:par>
                            </p:childTnLst>
                          </p:cTn>
                        </p:par>
                        <p:par>
                          <p:cTn id="11" fill="hold">
                            <p:stCondLst>
                              <p:cond delay="500"/>
                            </p:stCondLst>
                            <p:childTnLst>
                              <p:par>
                                <p:cTn id="12" presetID="22" presetClass="entr" presetSubtype="4" fill="hold" nodeType="afterEffect">
                                  <p:stCondLst>
                                    <p:cond delay="0"/>
                                  </p:stCondLst>
                                  <p:childTnLst>
                                    <p:set>
                                      <p:cBhvr>
                                        <p:cTn id="13" dur="1" fill="hold">
                                          <p:stCondLst>
                                            <p:cond delay="0"/>
                                          </p:stCondLst>
                                        </p:cTn>
                                        <p:tgtEl>
                                          <p:spTgt spid="44"/>
                                        </p:tgtEl>
                                        <p:attrNameLst>
                                          <p:attrName>style.visibility</p:attrName>
                                        </p:attrNameLst>
                                      </p:cBhvr>
                                      <p:to>
                                        <p:strVal val="visible"/>
                                      </p:to>
                                    </p:set>
                                    <p:animEffect transition="in" filter="wipe(down)">
                                      <p:cBhvr>
                                        <p:cTn id="14" dur="500"/>
                                        <p:tgtEl>
                                          <p:spTgt spid="44"/>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55"/>
                                        </p:tgtEl>
                                        <p:attrNameLst>
                                          <p:attrName>style.visibility</p:attrName>
                                        </p:attrNameLst>
                                      </p:cBhvr>
                                      <p:to>
                                        <p:strVal val="visible"/>
                                      </p:to>
                                    </p:set>
                                    <p:animEffect transition="in" filter="fade">
                                      <p:cBhvr>
                                        <p:cTn id="18" dur="500"/>
                                        <p:tgtEl>
                                          <p:spTgt spid="55"/>
                                        </p:tgtEl>
                                      </p:cBhvr>
                                    </p:animEffect>
                                  </p:childTnLst>
                                </p:cTn>
                              </p:par>
                              <p:par>
                                <p:cTn id="19" presetID="47" presetClass="entr" presetSubtype="0" fill="hold" nodeType="withEffect">
                                  <p:stCondLst>
                                    <p:cond delay="0"/>
                                  </p:stCondLst>
                                  <p:childTnLst>
                                    <p:set>
                                      <p:cBhvr>
                                        <p:cTn id="20" dur="1" fill="hold">
                                          <p:stCondLst>
                                            <p:cond delay="0"/>
                                          </p:stCondLst>
                                        </p:cTn>
                                        <p:tgtEl>
                                          <p:spTgt spid="56"/>
                                        </p:tgtEl>
                                        <p:attrNameLst>
                                          <p:attrName>style.visibility</p:attrName>
                                        </p:attrNameLst>
                                      </p:cBhvr>
                                      <p:to>
                                        <p:strVal val="visible"/>
                                      </p:to>
                                    </p:set>
                                    <p:animEffect transition="in" filter="fade">
                                      <p:cBhvr>
                                        <p:cTn id="21" dur="500"/>
                                        <p:tgtEl>
                                          <p:spTgt spid="56"/>
                                        </p:tgtEl>
                                      </p:cBhvr>
                                    </p:animEffect>
                                    <p:anim calcmode="lin" valueType="num">
                                      <p:cBhvr>
                                        <p:cTn id="22" dur="500" fill="hold"/>
                                        <p:tgtEl>
                                          <p:spTgt spid="56"/>
                                        </p:tgtEl>
                                        <p:attrNameLst>
                                          <p:attrName>ppt_x</p:attrName>
                                        </p:attrNameLst>
                                      </p:cBhvr>
                                      <p:tavLst>
                                        <p:tav tm="0">
                                          <p:val>
                                            <p:strVal val="#ppt_x"/>
                                          </p:val>
                                        </p:tav>
                                        <p:tav tm="100000">
                                          <p:val>
                                            <p:strVal val="#ppt_x"/>
                                          </p:val>
                                        </p:tav>
                                      </p:tavLst>
                                    </p:anim>
                                    <p:anim calcmode="lin" valueType="num">
                                      <p:cBhvr>
                                        <p:cTn id="23" dur="500" fill="hold"/>
                                        <p:tgtEl>
                                          <p:spTgt spid="56"/>
                                        </p:tgtEl>
                                        <p:attrNameLst>
                                          <p:attrName>ppt_y</p:attrName>
                                        </p:attrNameLst>
                                      </p:cBhvr>
                                      <p:tavLst>
                                        <p:tav tm="0">
                                          <p:val>
                                            <p:strVal val="#ppt_y-.1"/>
                                          </p:val>
                                        </p:tav>
                                        <p:tav tm="100000">
                                          <p:val>
                                            <p:strVal val="#ppt_y"/>
                                          </p:val>
                                        </p:tav>
                                      </p:tavLst>
                                    </p:anim>
                                  </p:childTnLst>
                                </p:cTn>
                              </p:par>
                            </p:childTnLst>
                          </p:cTn>
                        </p:par>
                        <p:par>
                          <p:cTn id="24" fill="hold">
                            <p:stCondLst>
                              <p:cond delay="1500"/>
                            </p:stCondLst>
                            <p:childTnLst>
                              <p:par>
                                <p:cTn id="25" presetID="22" presetClass="entr" presetSubtype="4" fill="hold" nodeType="afterEffect">
                                  <p:stCondLst>
                                    <p:cond delay="0"/>
                                  </p:stCondLst>
                                  <p:childTnLst>
                                    <p:set>
                                      <p:cBhvr>
                                        <p:cTn id="26" dur="1" fill="hold">
                                          <p:stCondLst>
                                            <p:cond delay="0"/>
                                          </p:stCondLst>
                                        </p:cTn>
                                        <p:tgtEl>
                                          <p:spTgt spid="45"/>
                                        </p:tgtEl>
                                        <p:attrNameLst>
                                          <p:attrName>style.visibility</p:attrName>
                                        </p:attrNameLst>
                                      </p:cBhvr>
                                      <p:to>
                                        <p:strVal val="visible"/>
                                      </p:to>
                                    </p:set>
                                    <p:animEffect transition="in" filter="wipe(down)">
                                      <p:cBhvr>
                                        <p:cTn id="27" dur="500"/>
                                        <p:tgtEl>
                                          <p:spTgt spid="45"/>
                                        </p:tgtEl>
                                      </p:cBhvr>
                                    </p:animEffect>
                                  </p:childTnLst>
                                </p:cTn>
                              </p:par>
                            </p:childTnLst>
                          </p:cTn>
                        </p:par>
                        <p:par>
                          <p:cTn id="28" fill="hold">
                            <p:stCondLst>
                              <p:cond delay="2000"/>
                            </p:stCondLst>
                            <p:childTnLst>
                              <p:par>
                                <p:cTn id="29" presetID="10" presetClass="entr" presetSubtype="0" fill="hold" grpId="0" nodeType="afterEffect">
                                  <p:stCondLst>
                                    <p:cond delay="0"/>
                                  </p:stCondLst>
                                  <p:childTnLst>
                                    <p:set>
                                      <p:cBhvr>
                                        <p:cTn id="30" dur="1" fill="hold">
                                          <p:stCondLst>
                                            <p:cond delay="0"/>
                                          </p:stCondLst>
                                        </p:cTn>
                                        <p:tgtEl>
                                          <p:spTgt spid="54"/>
                                        </p:tgtEl>
                                        <p:attrNameLst>
                                          <p:attrName>style.visibility</p:attrName>
                                        </p:attrNameLst>
                                      </p:cBhvr>
                                      <p:to>
                                        <p:strVal val="visible"/>
                                      </p:to>
                                    </p:set>
                                    <p:animEffect transition="in" filter="fade">
                                      <p:cBhvr>
                                        <p:cTn id="31" dur="500"/>
                                        <p:tgtEl>
                                          <p:spTgt spid="54"/>
                                        </p:tgtEl>
                                      </p:cBhvr>
                                    </p:animEffect>
                                  </p:childTnLst>
                                </p:cTn>
                              </p:par>
                              <p:par>
                                <p:cTn id="32" presetID="47" presetClass="entr" presetSubtype="0" fill="hold" nodeType="withEffect">
                                  <p:stCondLst>
                                    <p:cond delay="0"/>
                                  </p:stCondLst>
                                  <p:childTnLst>
                                    <p:set>
                                      <p:cBhvr>
                                        <p:cTn id="33" dur="1" fill="hold">
                                          <p:stCondLst>
                                            <p:cond delay="0"/>
                                          </p:stCondLst>
                                        </p:cTn>
                                        <p:tgtEl>
                                          <p:spTgt spid="59"/>
                                        </p:tgtEl>
                                        <p:attrNameLst>
                                          <p:attrName>style.visibility</p:attrName>
                                        </p:attrNameLst>
                                      </p:cBhvr>
                                      <p:to>
                                        <p:strVal val="visible"/>
                                      </p:to>
                                    </p:set>
                                    <p:animEffect transition="in" filter="fade">
                                      <p:cBhvr>
                                        <p:cTn id="34" dur="500"/>
                                        <p:tgtEl>
                                          <p:spTgt spid="59"/>
                                        </p:tgtEl>
                                      </p:cBhvr>
                                    </p:animEffect>
                                    <p:anim calcmode="lin" valueType="num">
                                      <p:cBhvr>
                                        <p:cTn id="35" dur="500" fill="hold"/>
                                        <p:tgtEl>
                                          <p:spTgt spid="59"/>
                                        </p:tgtEl>
                                        <p:attrNameLst>
                                          <p:attrName>ppt_x</p:attrName>
                                        </p:attrNameLst>
                                      </p:cBhvr>
                                      <p:tavLst>
                                        <p:tav tm="0">
                                          <p:val>
                                            <p:strVal val="#ppt_x"/>
                                          </p:val>
                                        </p:tav>
                                        <p:tav tm="100000">
                                          <p:val>
                                            <p:strVal val="#ppt_x"/>
                                          </p:val>
                                        </p:tav>
                                      </p:tavLst>
                                    </p:anim>
                                    <p:anim calcmode="lin" valueType="num">
                                      <p:cBhvr>
                                        <p:cTn id="36" dur="500" fill="hold"/>
                                        <p:tgtEl>
                                          <p:spTgt spid="59"/>
                                        </p:tgtEl>
                                        <p:attrNameLst>
                                          <p:attrName>ppt_y</p:attrName>
                                        </p:attrNameLst>
                                      </p:cBhvr>
                                      <p:tavLst>
                                        <p:tav tm="0">
                                          <p:val>
                                            <p:strVal val="#ppt_y-.1"/>
                                          </p:val>
                                        </p:tav>
                                        <p:tav tm="100000">
                                          <p:val>
                                            <p:strVal val="#ppt_y"/>
                                          </p:val>
                                        </p:tav>
                                      </p:tavLst>
                                    </p:anim>
                                  </p:childTnLst>
                                </p:cTn>
                              </p:par>
                            </p:childTnLst>
                          </p:cTn>
                        </p:par>
                        <p:par>
                          <p:cTn id="37" fill="hold">
                            <p:stCondLst>
                              <p:cond delay="2500"/>
                            </p:stCondLst>
                            <p:childTnLst>
                              <p:par>
                                <p:cTn id="38" presetID="22" presetClass="entr" presetSubtype="4" fill="hold" nodeType="afterEffect">
                                  <p:stCondLst>
                                    <p:cond delay="0"/>
                                  </p:stCondLst>
                                  <p:childTnLst>
                                    <p:set>
                                      <p:cBhvr>
                                        <p:cTn id="39" dur="1" fill="hold">
                                          <p:stCondLst>
                                            <p:cond delay="0"/>
                                          </p:stCondLst>
                                        </p:cTn>
                                        <p:tgtEl>
                                          <p:spTgt spid="47"/>
                                        </p:tgtEl>
                                        <p:attrNameLst>
                                          <p:attrName>style.visibility</p:attrName>
                                        </p:attrNameLst>
                                      </p:cBhvr>
                                      <p:to>
                                        <p:strVal val="visible"/>
                                      </p:to>
                                    </p:set>
                                    <p:animEffect transition="in" filter="wipe(down)">
                                      <p:cBhvr>
                                        <p:cTn id="40" dur="500"/>
                                        <p:tgtEl>
                                          <p:spTgt spid="47"/>
                                        </p:tgtEl>
                                      </p:cBhvr>
                                    </p:animEffect>
                                  </p:childTnLst>
                                </p:cTn>
                              </p:par>
                            </p:childTnLst>
                          </p:cTn>
                        </p:par>
                        <p:par>
                          <p:cTn id="41" fill="hold">
                            <p:stCondLst>
                              <p:cond delay="3000"/>
                            </p:stCondLst>
                            <p:childTnLst>
                              <p:par>
                                <p:cTn id="42" presetID="10" presetClass="entr" presetSubtype="0" fill="hold" grpId="0" nodeType="afterEffect">
                                  <p:stCondLst>
                                    <p:cond delay="0"/>
                                  </p:stCondLst>
                                  <p:childTnLst>
                                    <p:set>
                                      <p:cBhvr>
                                        <p:cTn id="43" dur="1" fill="hold">
                                          <p:stCondLst>
                                            <p:cond delay="0"/>
                                          </p:stCondLst>
                                        </p:cTn>
                                        <p:tgtEl>
                                          <p:spTgt spid="53"/>
                                        </p:tgtEl>
                                        <p:attrNameLst>
                                          <p:attrName>style.visibility</p:attrName>
                                        </p:attrNameLst>
                                      </p:cBhvr>
                                      <p:to>
                                        <p:strVal val="visible"/>
                                      </p:to>
                                    </p:set>
                                    <p:animEffect transition="in" filter="fade">
                                      <p:cBhvr>
                                        <p:cTn id="44" dur="500"/>
                                        <p:tgtEl>
                                          <p:spTgt spid="53"/>
                                        </p:tgtEl>
                                      </p:cBhvr>
                                    </p:animEffect>
                                  </p:childTnLst>
                                </p:cTn>
                              </p:par>
                              <p:par>
                                <p:cTn id="45" presetID="47" presetClass="entr" presetSubtype="0" fill="hold" nodeType="withEffect">
                                  <p:stCondLst>
                                    <p:cond delay="0"/>
                                  </p:stCondLst>
                                  <p:childTnLst>
                                    <p:set>
                                      <p:cBhvr>
                                        <p:cTn id="46" dur="1" fill="hold">
                                          <p:stCondLst>
                                            <p:cond delay="0"/>
                                          </p:stCondLst>
                                        </p:cTn>
                                        <p:tgtEl>
                                          <p:spTgt spid="62"/>
                                        </p:tgtEl>
                                        <p:attrNameLst>
                                          <p:attrName>style.visibility</p:attrName>
                                        </p:attrNameLst>
                                      </p:cBhvr>
                                      <p:to>
                                        <p:strVal val="visible"/>
                                      </p:to>
                                    </p:set>
                                    <p:animEffect transition="in" filter="fade">
                                      <p:cBhvr>
                                        <p:cTn id="47" dur="500"/>
                                        <p:tgtEl>
                                          <p:spTgt spid="62"/>
                                        </p:tgtEl>
                                      </p:cBhvr>
                                    </p:animEffect>
                                    <p:anim calcmode="lin" valueType="num">
                                      <p:cBhvr>
                                        <p:cTn id="48" dur="500" fill="hold"/>
                                        <p:tgtEl>
                                          <p:spTgt spid="62"/>
                                        </p:tgtEl>
                                        <p:attrNameLst>
                                          <p:attrName>ppt_x</p:attrName>
                                        </p:attrNameLst>
                                      </p:cBhvr>
                                      <p:tavLst>
                                        <p:tav tm="0">
                                          <p:val>
                                            <p:strVal val="#ppt_x"/>
                                          </p:val>
                                        </p:tav>
                                        <p:tav tm="100000">
                                          <p:val>
                                            <p:strVal val="#ppt_x"/>
                                          </p:val>
                                        </p:tav>
                                      </p:tavLst>
                                    </p:anim>
                                    <p:anim calcmode="lin" valueType="num">
                                      <p:cBhvr>
                                        <p:cTn id="49" dur="500" fill="hold"/>
                                        <p:tgtEl>
                                          <p:spTgt spid="62"/>
                                        </p:tgtEl>
                                        <p:attrNameLst>
                                          <p:attrName>ppt_y</p:attrName>
                                        </p:attrNameLst>
                                      </p:cBhvr>
                                      <p:tavLst>
                                        <p:tav tm="0">
                                          <p:val>
                                            <p:strVal val="#ppt_y-.1"/>
                                          </p:val>
                                        </p:tav>
                                        <p:tav tm="100000">
                                          <p:val>
                                            <p:strVal val="#ppt_y"/>
                                          </p:val>
                                        </p:tav>
                                      </p:tavLst>
                                    </p:anim>
                                  </p:childTnLst>
                                </p:cTn>
                              </p:par>
                            </p:childTnLst>
                          </p:cTn>
                        </p:par>
                        <p:par>
                          <p:cTn id="50" fill="hold">
                            <p:stCondLst>
                              <p:cond delay="3500"/>
                            </p:stCondLst>
                            <p:childTnLst>
                              <p:par>
                                <p:cTn id="51" presetID="22" presetClass="entr" presetSubtype="4" fill="hold" nodeType="afterEffect">
                                  <p:stCondLst>
                                    <p:cond delay="0"/>
                                  </p:stCondLst>
                                  <p:childTnLst>
                                    <p:set>
                                      <p:cBhvr>
                                        <p:cTn id="52" dur="1" fill="hold">
                                          <p:stCondLst>
                                            <p:cond delay="0"/>
                                          </p:stCondLst>
                                        </p:cTn>
                                        <p:tgtEl>
                                          <p:spTgt spid="48"/>
                                        </p:tgtEl>
                                        <p:attrNameLst>
                                          <p:attrName>style.visibility</p:attrName>
                                        </p:attrNameLst>
                                      </p:cBhvr>
                                      <p:to>
                                        <p:strVal val="visible"/>
                                      </p:to>
                                    </p:set>
                                    <p:animEffect transition="in" filter="wipe(down)">
                                      <p:cBhvr>
                                        <p:cTn id="53" dur="500"/>
                                        <p:tgtEl>
                                          <p:spTgt spid="48"/>
                                        </p:tgtEl>
                                      </p:cBhvr>
                                    </p:animEffect>
                                  </p:childTnLst>
                                </p:cTn>
                              </p:par>
                            </p:childTnLst>
                          </p:cTn>
                        </p:par>
                        <p:par>
                          <p:cTn id="54" fill="hold">
                            <p:stCondLst>
                              <p:cond delay="4000"/>
                            </p:stCondLst>
                            <p:childTnLst>
                              <p:par>
                                <p:cTn id="55" presetID="10" presetClass="entr" presetSubtype="0" fill="hold" grpId="0" nodeType="afterEffect">
                                  <p:stCondLst>
                                    <p:cond delay="0"/>
                                  </p:stCondLst>
                                  <p:childTnLst>
                                    <p:set>
                                      <p:cBhvr>
                                        <p:cTn id="56" dur="1" fill="hold">
                                          <p:stCondLst>
                                            <p:cond delay="0"/>
                                          </p:stCondLst>
                                        </p:cTn>
                                        <p:tgtEl>
                                          <p:spTgt spid="52"/>
                                        </p:tgtEl>
                                        <p:attrNameLst>
                                          <p:attrName>style.visibility</p:attrName>
                                        </p:attrNameLst>
                                      </p:cBhvr>
                                      <p:to>
                                        <p:strVal val="visible"/>
                                      </p:to>
                                    </p:set>
                                    <p:animEffect transition="in" filter="fade">
                                      <p:cBhvr>
                                        <p:cTn id="57" dur="500"/>
                                        <p:tgtEl>
                                          <p:spTgt spid="52"/>
                                        </p:tgtEl>
                                      </p:cBhvr>
                                    </p:animEffect>
                                  </p:childTnLst>
                                </p:cTn>
                              </p:par>
                              <p:par>
                                <p:cTn id="58" presetID="47" presetClass="entr" presetSubtype="0" fill="hold" nodeType="withEffect">
                                  <p:stCondLst>
                                    <p:cond delay="0"/>
                                  </p:stCondLst>
                                  <p:childTnLst>
                                    <p:set>
                                      <p:cBhvr>
                                        <p:cTn id="59" dur="1" fill="hold">
                                          <p:stCondLst>
                                            <p:cond delay="0"/>
                                          </p:stCondLst>
                                        </p:cTn>
                                        <p:tgtEl>
                                          <p:spTgt spid="65"/>
                                        </p:tgtEl>
                                        <p:attrNameLst>
                                          <p:attrName>style.visibility</p:attrName>
                                        </p:attrNameLst>
                                      </p:cBhvr>
                                      <p:to>
                                        <p:strVal val="visible"/>
                                      </p:to>
                                    </p:set>
                                    <p:animEffect transition="in" filter="fade">
                                      <p:cBhvr>
                                        <p:cTn id="60" dur="500"/>
                                        <p:tgtEl>
                                          <p:spTgt spid="65"/>
                                        </p:tgtEl>
                                      </p:cBhvr>
                                    </p:animEffect>
                                    <p:anim calcmode="lin" valueType="num">
                                      <p:cBhvr>
                                        <p:cTn id="61" dur="500" fill="hold"/>
                                        <p:tgtEl>
                                          <p:spTgt spid="65"/>
                                        </p:tgtEl>
                                        <p:attrNameLst>
                                          <p:attrName>ppt_x</p:attrName>
                                        </p:attrNameLst>
                                      </p:cBhvr>
                                      <p:tavLst>
                                        <p:tav tm="0">
                                          <p:val>
                                            <p:strVal val="#ppt_x"/>
                                          </p:val>
                                        </p:tav>
                                        <p:tav tm="100000">
                                          <p:val>
                                            <p:strVal val="#ppt_x"/>
                                          </p:val>
                                        </p:tav>
                                      </p:tavLst>
                                    </p:anim>
                                    <p:anim calcmode="lin" valueType="num">
                                      <p:cBhvr>
                                        <p:cTn id="62" dur="500" fill="hold"/>
                                        <p:tgtEl>
                                          <p:spTgt spid="65"/>
                                        </p:tgtEl>
                                        <p:attrNameLst>
                                          <p:attrName>ppt_y</p:attrName>
                                        </p:attrNameLst>
                                      </p:cBhvr>
                                      <p:tavLst>
                                        <p:tav tm="0">
                                          <p:val>
                                            <p:strVal val="#ppt_y-.1"/>
                                          </p:val>
                                        </p:tav>
                                        <p:tav tm="100000">
                                          <p:val>
                                            <p:strVal val="#ppt_y"/>
                                          </p:val>
                                        </p:tav>
                                      </p:tavLst>
                                    </p:anim>
                                  </p:childTnLst>
                                </p:cTn>
                              </p:par>
                            </p:childTnLst>
                          </p:cTn>
                        </p:par>
                        <p:par>
                          <p:cTn id="63" fill="hold">
                            <p:stCondLst>
                              <p:cond delay="4500"/>
                            </p:stCondLst>
                            <p:childTnLst>
                              <p:par>
                                <p:cTn id="64" presetID="22" presetClass="entr" presetSubtype="4" fill="hold" nodeType="afterEffect">
                                  <p:stCondLst>
                                    <p:cond delay="0"/>
                                  </p:stCondLst>
                                  <p:childTnLst>
                                    <p:set>
                                      <p:cBhvr>
                                        <p:cTn id="65" dur="1" fill="hold">
                                          <p:stCondLst>
                                            <p:cond delay="0"/>
                                          </p:stCondLst>
                                        </p:cTn>
                                        <p:tgtEl>
                                          <p:spTgt spid="49"/>
                                        </p:tgtEl>
                                        <p:attrNameLst>
                                          <p:attrName>style.visibility</p:attrName>
                                        </p:attrNameLst>
                                      </p:cBhvr>
                                      <p:to>
                                        <p:strVal val="visible"/>
                                      </p:to>
                                    </p:set>
                                    <p:animEffect transition="in" filter="wipe(down)">
                                      <p:cBhvr>
                                        <p:cTn id="66" dur="500"/>
                                        <p:tgtEl>
                                          <p:spTgt spid="49"/>
                                        </p:tgtEl>
                                      </p:cBhvr>
                                    </p:animEffect>
                                  </p:childTnLst>
                                </p:cTn>
                              </p:par>
                            </p:childTnLst>
                          </p:cTn>
                        </p:par>
                        <p:par>
                          <p:cTn id="67" fill="hold">
                            <p:stCondLst>
                              <p:cond delay="5000"/>
                            </p:stCondLst>
                            <p:childTnLst>
                              <p:par>
                                <p:cTn id="68" presetID="10" presetClass="entr" presetSubtype="0" fill="hold" grpId="0" nodeType="after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500"/>
                                        <p:tgtEl>
                                          <p:spTgt spid="50"/>
                                        </p:tgtEl>
                                      </p:cBhvr>
                                    </p:animEffect>
                                  </p:childTnLst>
                                </p:cTn>
                              </p:par>
                              <p:par>
                                <p:cTn id="71" presetID="47" presetClass="entr" presetSubtype="0" fill="hold" nodeType="withEffect">
                                  <p:stCondLst>
                                    <p:cond delay="0"/>
                                  </p:stCondLst>
                                  <p:childTnLst>
                                    <p:set>
                                      <p:cBhvr>
                                        <p:cTn id="72" dur="1" fill="hold">
                                          <p:stCondLst>
                                            <p:cond delay="0"/>
                                          </p:stCondLst>
                                        </p:cTn>
                                        <p:tgtEl>
                                          <p:spTgt spid="68"/>
                                        </p:tgtEl>
                                        <p:attrNameLst>
                                          <p:attrName>style.visibility</p:attrName>
                                        </p:attrNameLst>
                                      </p:cBhvr>
                                      <p:to>
                                        <p:strVal val="visible"/>
                                      </p:to>
                                    </p:set>
                                    <p:animEffect transition="in" filter="fade">
                                      <p:cBhvr>
                                        <p:cTn id="73" dur="500"/>
                                        <p:tgtEl>
                                          <p:spTgt spid="68"/>
                                        </p:tgtEl>
                                      </p:cBhvr>
                                    </p:animEffect>
                                    <p:anim calcmode="lin" valueType="num">
                                      <p:cBhvr>
                                        <p:cTn id="74" dur="500" fill="hold"/>
                                        <p:tgtEl>
                                          <p:spTgt spid="68"/>
                                        </p:tgtEl>
                                        <p:attrNameLst>
                                          <p:attrName>ppt_x</p:attrName>
                                        </p:attrNameLst>
                                      </p:cBhvr>
                                      <p:tavLst>
                                        <p:tav tm="0">
                                          <p:val>
                                            <p:strVal val="#ppt_x"/>
                                          </p:val>
                                        </p:tav>
                                        <p:tav tm="100000">
                                          <p:val>
                                            <p:strVal val="#ppt_x"/>
                                          </p:val>
                                        </p:tav>
                                      </p:tavLst>
                                    </p:anim>
                                    <p:anim calcmode="lin" valueType="num">
                                      <p:cBhvr>
                                        <p:cTn id="75" dur="500" fill="hold"/>
                                        <p:tgtEl>
                                          <p:spTgt spid="68"/>
                                        </p:tgtEl>
                                        <p:attrNameLst>
                                          <p:attrName>ppt_y</p:attrName>
                                        </p:attrNameLst>
                                      </p:cBhvr>
                                      <p:tavLst>
                                        <p:tav tm="0">
                                          <p:val>
                                            <p:strVal val="#ppt_y-.1"/>
                                          </p:val>
                                        </p:tav>
                                        <p:tav tm="100000">
                                          <p:val>
                                            <p:strVal val="#ppt_y"/>
                                          </p:val>
                                        </p:tav>
                                      </p:tavLst>
                                    </p:anim>
                                  </p:childTnLst>
                                </p:cTn>
                              </p:par>
                              <p:par>
                                <p:cTn id="76" presetID="12" presetClass="entr" presetSubtype="4" fill="hold" grpId="0" nodeType="withEffect">
                                  <p:stCondLst>
                                    <p:cond delay="0"/>
                                  </p:stCondLst>
                                  <p:iterate type="lt">
                                    <p:tmPct val="13248"/>
                                  </p:iterate>
                                  <p:childTnLst>
                                    <p:set>
                                      <p:cBhvr>
                                        <p:cTn id="77" dur="1" fill="hold">
                                          <p:stCondLst>
                                            <p:cond delay="0"/>
                                          </p:stCondLst>
                                        </p:cTn>
                                        <p:tgtEl>
                                          <p:spTgt spid="46"/>
                                        </p:tgtEl>
                                        <p:attrNameLst>
                                          <p:attrName>style.visibility</p:attrName>
                                        </p:attrNameLst>
                                      </p:cBhvr>
                                      <p:to>
                                        <p:strVal val="visible"/>
                                      </p:to>
                                    </p:set>
                                    <p:anim calcmode="lin" valueType="num">
                                      <p:cBhvr additive="base">
                                        <p:cTn id="78" dur="300"/>
                                        <p:tgtEl>
                                          <p:spTgt spid="46"/>
                                        </p:tgtEl>
                                        <p:attrNameLst>
                                          <p:attrName>ppt_y</p:attrName>
                                        </p:attrNameLst>
                                      </p:cBhvr>
                                      <p:tavLst>
                                        <p:tav tm="0">
                                          <p:val>
                                            <p:strVal val="#ppt_y+#ppt_h*1.125000"/>
                                          </p:val>
                                        </p:tav>
                                        <p:tav tm="100000">
                                          <p:val>
                                            <p:strVal val="#ppt_y"/>
                                          </p:val>
                                        </p:tav>
                                      </p:tavLst>
                                    </p:anim>
                                    <p:animEffect transition="in" filter="wipe(up)">
                                      <p:cBhvr>
                                        <p:cTn id="79" dur="3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50" grpId="0"/>
      <p:bldP spid="52" grpId="0"/>
      <p:bldP spid="53" grpId="0"/>
      <p:bldP spid="54" grpId="0"/>
      <p:bldP spid="5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五边形 2"/>
          <p:cNvSpPr/>
          <p:nvPr/>
        </p:nvSpPr>
        <p:spPr>
          <a:xfrm flipH="1">
            <a:off x="1980408" y="2837406"/>
            <a:ext cx="2252381" cy="38301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100">
              <a:latin typeface="微软雅黑" pitchFamily="34" charset="-122"/>
              <a:ea typeface="微软雅黑" pitchFamily="34" charset="-122"/>
            </a:endParaRPr>
          </a:p>
        </p:txBody>
      </p:sp>
      <p:sp>
        <p:nvSpPr>
          <p:cNvPr id="4" name="五边形 3"/>
          <p:cNvSpPr/>
          <p:nvPr/>
        </p:nvSpPr>
        <p:spPr>
          <a:xfrm flipH="1">
            <a:off x="2847579" y="3292213"/>
            <a:ext cx="1385210" cy="383018"/>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100">
              <a:latin typeface="微软雅黑" pitchFamily="34" charset="-122"/>
              <a:ea typeface="微软雅黑" pitchFamily="34" charset="-122"/>
            </a:endParaRPr>
          </a:p>
        </p:txBody>
      </p:sp>
      <p:sp>
        <p:nvSpPr>
          <p:cNvPr id="5" name="五边形 4"/>
          <p:cNvSpPr/>
          <p:nvPr/>
        </p:nvSpPr>
        <p:spPr>
          <a:xfrm flipH="1">
            <a:off x="2320612" y="3747020"/>
            <a:ext cx="1912176" cy="38301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100">
              <a:latin typeface="微软雅黑" pitchFamily="34" charset="-122"/>
              <a:ea typeface="微软雅黑" pitchFamily="34" charset="-122"/>
            </a:endParaRPr>
          </a:p>
        </p:txBody>
      </p:sp>
      <p:sp>
        <p:nvSpPr>
          <p:cNvPr id="6" name="五边形 5"/>
          <p:cNvSpPr/>
          <p:nvPr/>
        </p:nvSpPr>
        <p:spPr>
          <a:xfrm flipH="1">
            <a:off x="1475656" y="4201827"/>
            <a:ext cx="2757132" cy="383018"/>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100">
              <a:latin typeface="微软雅黑" pitchFamily="34" charset="-122"/>
              <a:ea typeface="微软雅黑" pitchFamily="34" charset="-122"/>
            </a:endParaRPr>
          </a:p>
        </p:txBody>
      </p:sp>
      <p:sp>
        <p:nvSpPr>
          <p:cNvPr id="7" name="TextBox 159"/>
          <p:cNvSpPr txBox="1"/>
          <p:nvPr/>
        </p:nvSpPr>
        <p:spPr>
          <a:xfrm>
            <a:off x="3602427" y="2875317"/>
            <a:ext cx="582532" cy="315471"/>
          </a:xfrm>
          <a:prstGeom prst="rect">
            <a:avLst/>
          </a:prstGeom>
          <a:noFill/>
        </p:spPr>
        <p:txBody>
          <a:bodyPr wrap="none" lIns="68580" tIns="34290" rIns="68580" bIns="34290" rtlCol="0">
            <a:spAutoFit/>
          </a:bodyPr>
          <a:lstStyle/>
          <a:p>
            <a:pPr algn="ctr"/>
            <a:r>
              <a:rPr lang="en-US" altLang="zh-CN" sz="1600" b="1" dirty="0">
                <a:solidFill>
                  <a:schemeClr val="bg1"/>
                </a:solidFill>
                <a:latin typeface="微软雅黑" pitchFamily="34" charset="-122"/>
                <a:ea typeface="微软雅黑" pitchFamily="34" charset="-122"/>
              </a:rPr>
              <a:t>73%</a:t>
            </a:r>
            <a:endParaRPr lang="zh-CN" altLang="en-US" sz="1600" b="1" dirty="0">
              <a:solidFill>
                <a:schemeClr val="bg1"/>
              </a:solidFill>
              <a:latin typeface="微软雅黑" pitchFamily="34" charset="-122"/>
              <a:ea typeface="微软雅黑" pitchFamily="34" charset="-122"/>
            </a:endParaRPr>
          </a:p>
        </p:txBody>
      </p:sp>
      <p:sp>
        <p:nvSpPr>
          <p:cNvPr id="9" name="TextBox 160"/>
          <p:cNvSpPr txBox="1"/>
          <p:nvPr/>
        </p:nvSpPr>
        <p:spPr>
          <a:xfrm>
            <a:off x="3595213" y="3333742"/>
            <a:ext cx="582532" cy="315471"/>
          </a:xfrm>
          <a:prstGeom prst="rect">
            <a:avLst/>
          </a:prstGeom>
          <a:noFill/>
        </p:spPr>
        <p:txBody>
          <a:bodyPr wrap="none" lIns="68580" tIns="34290" rIns="68580" bIns="34290" rtlCol="0">
            <a:spAutoFit/>
          </a:bodyPr>
          <a:lstStyle/>
          <a:p>
            <a:pPr algn="ctr"/>
            <a:r>
              <a:rPr lang="en-US" altLang="zh-CN" sz="1600" b="1" dirty="0">
                <a:solidFill>
                  <a:schemeClr val="bg1"/>
                </a:solidFill>
                <a:latin typeface="微软雅黑" pitchFamily="34" charset="-122"/>
                <a:ea typeface="微软雅黑" pitchFamily="34" charset="-122"/>
              </a:rPr>
              <a:t>30%</a:t>
            </a:r>
            <a:endParaRPr lang="zh-CN" altLang="en-US" sz="1600" b="1" dirty="0">
              <a:solidFill>
                <a:schemeClr val="bg1"/>
              </a:solidFill>
              <a:latin typeface="微软雅黑" pitchFamily="34" charset="-122"/>
              <a:ea typeface="微软雅黑" pitchFamily="34" charset="-122"/>
            </a:endParaRPr>
          </a:p>
        </p:txBody>
      </p:sp>
      <p:sp>
        <p:nvSpPr>
          <p:cNvPr id="10" name="TextBox 161"/>
          <p:cNvSpPr txBox="1"/>
          <p:nvPr/>
        </p:nvSpPr>
        <p:spPr>
          <a:xfrm>
            <a:off x="3595214" y="3788609"/>
            <a:ext cx="582532" cy="315471"/>
          </a:xfrm>
          <a:prstGeom prst="rect">
            <a:avLst/>
          </a:prstGeom>
          <a:noFill/>
        </p:spPr>
        <p:txBody>
          <a:bodyPr wrap="none" lIns="68580" tIns="34290" rIns="68580" bIns="34290" rtlCol="0">
            <a:spAutoFit/>
          </a:bodyPr>
          <a:lstStyle/>
          <a:p>
            <a:pPr algn="ctr"/>
            <a:r>
              <a:rPr lang="en-US" altLang="zh-CN" sz="1600" b="1" dirty="0">
                <a:solidFill>
                  <a:schemeClr val="bg1"/>
                </a:solidFill>
                <a:latin typeface="微软雅黑" pitchFamily="34" charset="-122"/>
                <a:ea typeface="微软雅黑" pitchFamily="34" charset="-122"/>
              </a:rPr>
              <a:t>50%</a:t>
            </a:r>
            <a:endParaRPr lang="zh-CN" altLang="en-US" sz="1600" b="1" dirty="0">
              <a:solidFill>
                <a:schemeClr val="bg1"/>
              </a:solidFill>
              <a:latin typeface="微软雅黑" pitchFamily="34" charset="-122"/>
              <a:ea typeface="微软雅黑" pitchFamily="34" charset="-122"/>
            </a:endParaRPr>
          </a:p>
        </p:txBody>
      </p:sp>
      <p:sp>
        <p:nvSpPr>
          <p:cNvPr id="11" name="TextBox 162"/>
          <p:cNvSpPr txBox="1"/>
          <p:nvPr/>
        </p:nvSpPr>
        <p:spPr>
          <a:xfrm>
            <a:off x="3614451" y="4247864"/>
            <a:ext cx="582532" cy="315471"/>
          </a:xfrm>
          <a:prstGeom prst="rect">
            <a:avLst/>
          </a:prstGeom>
          <a:noFill/>
        </p:spPr>
        <p:txBody>
          <a:bodyPr wrap="none" lIns="68580" tIns="34290" rIns="68580" bIns="34290" rtlCol="0">
            <a:spAutoFit/>
          </a:bodyPr>
          <a:lstStyle/>
          <a:p>
            <a:pPr algn="ctr"/>
            <a:r>
              <a:rPr lang="en-US" altLang="zh-CN" sz="1600" b="1" dirty="0">
                <a:solidFill>
                  <a:schemeClr val="bg1"/>
                </a:solidFill>
                <a:latin typeface="微软雅黑" pitchFamily="34" charset="-122"/>
                <a:ea typeface="微软雅黑" pitchFamily="34" charset="-122"/>
              </a:rPr>
              <a:t>75%</a:t>
            </a:r>
            <a:endParaRPr lang="zh-CN" altLang="en-US" sz="1600" b="1" dirty="0">
              <a:solidFill>
                <a:schemeClr val="bg1"/>
              </a:solidFill>
              <a:latin typeface="微软雅黑" pitchFamily="34" charset="-122"/>
              <a:ea typeface="微软雅黑" pitchFamily="34" charset="-122"/>
            </a:endParaRPr>
          </a:p>
        </p:txBody>
      </p:sp>
      <p:sp>
        <p:nvSpPr>
          <p:cNvPr id="12" name="五边形 11"/>
          <p:cNvSpPr/>
          <p:nvPr/>
        </p:nvSpPr>
        <p:spPr>
          <a:xfrm>
            <a:off x="4959426" y="2839397"/>
            <a:ext cx="1149664" cy="383018"/>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100" b="1">
              <a:solidFill>
                <a:schemeClr val="bg1"/>
              </a:solidFill>
              <a:latin typeface="微软雅黑" pitchFamily="34" charset="-122"/>
              <a:ea typeface="微软雅黑" pitchFamily="34" charset="-122"/>
            </a:endParaRPr>
          </a:p>
        </p:txBody>
      </p:sp>
      <p:sp>
        <p:nvSpPr>
          <p:cNvPr id="13" name="五边形 12"/>
          <p:cNvSpPr/>
          <p:nvPr/>
        </p:nvSpPr>
        <p:spPr>
          <a:xfrm>
            <a:off x="4959427" y="3294204"/>
            <a:ext cx="2170277" cy="383018"/>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100">
              <a:latin typeface="微软雅黑" pitchFamily="34" charset="-122"/>
              <a:ea typeface="微软雅黑" pitchFamily="34" charset="-122"/>
            </a:endParaRPr>
          </a:p>
        </p:txBody>
      </p:sp>
      <p:sp>
        <p:nvSpPr>
          <p:cNvPr id="14" name="五边形 13"/>
          <p:cNvSpPr/>
          <p:nvPr/>
        </p:nvSpPr>
        <p:spPr>
          <a:xfrm>
            <a:off x="4959426" y="3749012"/>
            <a:ext cx="1360817" cy="383018"/>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100" b="1">
              <a:solidFill>
                <a:schemeClr val="bg1"/>
              </a:solidFill>
              <a:latin typeface="微软雅黑" pitchFamily="34" charset="-122"/>
              <a:ea typeface="微软雅黑" pitchFamily="34" charset="-122"/>
            </a:endParaRPr>
          </a:p>
        </p:txBody>
      </p:sp>
      <p:sp>
        <p:nvSpPr>
          <p:cNvPr id="15" name="五边形 14"/>
          <p:cNvSpPr/>
          <p:nvPr/>
        </p:nvSpPr>
        <p:spPr>
          <a:xfrm>
            <a:off x="4959426" y="4203818"/>
            <a:ext cx="2900981" cy="383018"/>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100">
              <a:latin typeface="微软雅黑" pitchFamily="34" charset="-122"/>
              <a:ea typeface="微软雅黑" pitchFamily="34" charset="-122"/>
            </a:endParaRPr>
          </a:p>
        </p:txBody>
      </p:sp>
      <p:sp>
        <p:nvSpPr>
          <p:cNvPr id="16" name="TextBox 173"/>
          <p:cNvSpPr txBox="1"/>
          <p:nvPr/>
        </p:nvSpPr>
        <p:spPr>
          <a:xfrm>
            <a:off x="5029504" y="2881787"/>
            <a:ext cx="582532" cy="315471"/>
          </a:xfrm>
          <a:prstGeom prst="rect">
            <a:avLst/>
          </a:prstGeom>
          <a:noFill/>
        </p:spPr>
        <p:txBody>
          <a:bodyPr wrap="none" lIns="68580" tIns="34290" rIns="68580" bIns="34290" rtlCol="0">
            <a:spAutoFit/>
          </a:bodyPr>
          <a:lstStyle/>
          <a:p>
            <a:pPr algn="ctr"/>
            <a:r>
              <a:rPr lang="en-US" altLang="zh-CN" sz="1600" b="1" dirty="0">
                <a:solidFill>
                  <a:schemeClr val="bg1"/>
                </a:solidFill>
                <a:latin typeface="微软雅黑" pitchFamily="34" charset="-122"/>
                <a:ea typeface="微软雅黑" pitchFamily="34" charset="-122"/>
              </a:rPr>
              <a:t>20%</a:t>
            </a:r>
            <a:endParaRPr lang="zh-CN" altLang="en-US" sz="1600" b="1" dirty="0">
              <a:solidFill>
                <a:schemeClr val="bg1"/>
              </a:solidFill>
              <a:latin typeface="微软雅黑" pitchFamily="34" charset="-122"/>
              <a:ea typeface="微软雅黑" pitchFamily="34" charset="-122"/>
            </a:endParaRPr>
          </a:p>
        </p:txBody>
      </p:sp>
      <p:sp>
        <p:nvSpPr>
          <p:cNvPr id="17" name="TextBox 174"/>
          <p:cNvSpPr txBox="1"/>
          <p:nvPr/>
        </p:nvSpPr>
        <p:spPr>
          <a:xfrm>
            <a:off x="5029503" y="3329205"/>
            <a:ext cx="582532" cy="315471"/>
          </a:xfrm>
          <a:prstGeom prst="rect">
            <a:avLst/>
          </a:prstGeom>
          <a:noFill/>
        </p:spPr>
        <p:txBody>
          <a:bodyPr wrap="none" lIns="68580" tIns="34290" rIns="68580" bIns="34290" rtlCol="0">
            <a:spAutoFit/>
          </a:bodyPr>
          <a:lstStyle/>
          <a:p>
            <a:pPr algn="ctr"/>
            <a:r>
              <a:rPr lang="en-US" altLang="zh-CN" sz="1600" b="1" dirty="0">
                <a:solidFill>
                  <a:schemeClr val="bg1"/>
                </a:solidFill>
                <a:latin typeface="微软雅黑" pitchFamily="34" charset="-122"/>
                <a:ea typeface="微软雅黑" pitchFamily="34" charset="-122"/>
              </a:rPr>
              <a:t>56%</a:t>
            </a:r>
            <a:endParaRPr lang="zh-CN" altLang="en-US" sz="1600" b="1" dirty="0">
              <a:solidFill>
                <a:schemeClr val="bg1"/>
              </a:solidFill>
              <a:latin typeface="微软雅黑" pitchFamily="34" charset="-122"/>
              <a:ea typeface="微软雅黑" pitchFamily="34" charset="-122"/>
            </a:endParaRPr>
          </a:p>
        </p:txBody>
      </p:sp>
      <p:sp>
        <p:nvSpPr>
          <p:cNvPr id="18" name="TextBox 175"/>
          <p:cNvSpPr txBox="1"/>
          <p:nvPr/>
        </p:nvSpPr>
        <p:spPr>
          <a:xfrm>
            <a:off x="5029505" y="3788607"/>
            <a:ext cx="582532" cy="315471"/>
          </a:xfrm>
          <a:prstGeom prst="rect">
            <a:avLst/>
          </a:prstGeom>
          <a:noFill/>
        </p:spPr>
        <p:txBody>
          <a:bodyPr wrap="none" lIns="68580" tIns="34290" rIns="68580" bIns="34290" rtlCol="0">
            <a:spAutoFit/>
          </a:bodyPr>
          <a:lstStyle/>
          <a:p>
            <a:pPr algn="ctr"/>
            <a:r>
              <a:rPr lang="en-US" altLang="zh-CN" sz="1600" b="1" dirty="0">
                <a:solidFill>
                  <a:schemeClr val="bg1"/>
                </a:solidFill>
                <a:latin typeface="微软雅黑" pitchFamily="34" charset="-122"/>
                <a:ea typeface="微软雅黑" pitchFamily="34" charset="-122"/>
              </a:rPr>
              <a:t>29%</a:t>
            </a:r>
            <a:endParaRPr lang="zh-CN" altLang="en-US" sz="1600" b="1" dirty="0">
              <a:solidFill>
                <a:schemeClr val="bg1"/>
              </a:solidFill>
              <a:latin typeface="微软雅黑" pitchFamily="34" charset="-122"/>
              <a:ea typeface="微软雅黑" pitchFamily="34" charset="-122"/>
            </a:endParaRPr>
          </a:p>
        </p:txBody>
      </p:sp>
      <p:sp>
        <p:nvSpPr>
          <p:cNvPr id="19" name="TextBox 176"/>
          <p:cNvSpPr txBox="1"/>
          <p:nvPr/>
        </p:nvSpPr>
        <p:spPr>
          <a:xfrm>
            <a:off x="5042237" y="4245407"/>
            <a:ext cx="582532" cy="315471"/>
          </a:xfrm>
          <a:prstGeom prst="rect">
            <a:avLst/>
          </a:prstGeom>
          <a:noFill/>
        </p:spPr>
        <p:txBody>
          <a:bodyPr wrap="none" lIns="68580" tIns="34290" rIns="68580" bIns="34290" rtlCol="0">
            <a:spAutoFit/>
          </a:bodyPr>
          <a:lstStyle/>
          <a:p>
            <a:pPr algn="ctr"/>
            <a:r>
              <a:rPr lang="en-US" altLang="zh-CN" sz="1600" b="1" dirty="0">
                <a:solidFill>
                  <a:schemeClr val="bg1"/>
                </a:solidFill>
                <a:latin typeface="微软雅黑" pitchFamily="34" charset="-122"/>
                <a:ea typeface="微软雅黑" pitchFamily="34" charset="-122"/>
              </a:rPr>
              <a:t>77%</a:t>
            </a:r>
            <a:endParaRPr lang="zh-CN" altLang="en-US" sz="1600" b="1" dirty="0">
              <a:solidFill>
                <a:schemeClr val="bg1"/>
              </a:solidFill>
              <a:latin typeface="微软雅黑" pitchFamily="34" charset="-122"/>
              <a:ea typeface="微软雅黑" pitchFamily="34" charset="-122"/>
            </a:endParaRPr>
          </a:p>
        </p:txBody>
      </p:sp>
      <p:sp>
        <p:nvSpPr>
          <p:cNvPr id="20" name="TextBox 180"/>
          <p:cNvSpPr txBox="1"/>
          <p:nvPr/>
        </p:nvSpPr>
        <p:spPr>
          <a:xfrm>
            <a:off x="4310732" y="2916721"/>
            <a:ext cx="571310" cy="242374"/>
          </a:xfrm>
          <a:prstGeom prst="rect">
            <a:avLst/>
          </a:prstGeom>
          <a:noFill/>
        </p:spPr>
        <p:txBody>
          <a:bodyPr wrap="none" lIns="68580" tIns="34290" rIns="68580" bIns="34290" rtlCol="0">
            <a:spAutoFit/>
          </a:bodyPr>
          <a:lstStyle/>
          <a:p>
            <a:pPr algn="ctr"/>
            <a:r>
              <a:rPr lang="zh-CN" altLang="en-US" sz="1100" b="1" dirty="0">
                <a:solidFill>
                  <a:schemeClr val="tx1">
                    <a:lumMod val="75000"/>
                    <a:lumOff val="25000"/>
                  </a:schemeClr>
                </a:solidFill>
                <a:latin typeface="微软雅黑" pitchFamily="34" charset="-122"/>
                <a:ea typeface="微软雅黑" pitchFamily="34" charset="-122"/>
              </a:rPr>
              <a:t>项目一</a:t>
            </a:r>
          </a:p>
        </p:txBody>
      </p:sp>
      <p:sp>
        <p:nvSpPr>
          <p:cNvPr id="21" name="TextBox 181"/>
          <p:cNvSpPr txBox="1"/>
          <p:nvPr/>
        </p:nvSpPr>
        <p:spPr>
          <a:xfrm>
            <a:off x="4310732" y="3368305"/>
            <a:ext cx="571310" cy="242374"/>
          </a:xfrm>
          <a:prstGeom prst="rect">
            <a:avLst/>
          </a:prstGeom>
          <a:noFill/>
        </p:spPr>
        <p:txBody>
          <a:bodyPr wrap="none" lIns="68580" tIns="34290" rIns="68580" bIns="34290" rtlCol="0">
            <a:spAutoFit/>
          </a:bodyPr>
          <a:lstStyle/>
          <a:p>
            <a:pPr algn="ctr"/>
            <a:r>
              <a:rPr lang="zh-CN" altLang="en-US" sz="1100" b="1" dirty="0">
                <a:solidFill>
                  <a:schemeClr val="tx1">
                    <a:lumMod val="75000"/>
                    <a:lumOff val="25000"/>
                  </a:schemeClr>
                </a:solidFill>
                <a:latin typeface="微软雅黑" pitchFamily="34" charset="-122"/>
                <a:ea typeface="微软雅黑" pitchFamily="34" charset="-122"/>
              </a:rPr>
              <a:t>项目二</a:t>
            </a:r>
          </a:p>
        </p:txBody>
      </p:sp>
      <p:sp>
        <p:nvSpPr>
          <p:cNvPr id="22" name="TextBox 182"/>
          <p:cNvSpPr txBox="1"/>
          <p:nvPr/>
        </p:nvSpPr>
        <p:spPr>
          <a:xfrm>
            <a:off x="4310906" y="3823112"/>
            <a:ext cx="571310" cy="242374"/>
          </a:xfrm>
          <a:prstGeom prst="rect">
            <a:avLst/>
          </a:prstGeom>
          <a:noFill/>
        </p:spPr>
        <p:txBody>
          <a:bodyPr wrap="none" lIns="68580" tIns="34290" rIns="68580" bIns="34290" rtlCol="0">
            <a:spAutoFit/>
          </a:bodyPr>
          <a:lstStyle/>
          <a:p>
            <a:pPr algn="ctr"/>
            <a:r>
              <a:rPr lang="zh-CN" altLang="en-US" sz="1100" b="1" dirty="0">
                <a:solidFill>
                  <a:schemeClr val="tx1">
                    <a:lumMod val="75000"/>
                    <a:lumOff val="25000"/>
                  </a:schemeClr>
                </a:solidFill>
                <a:latin typeface="微软雅黑" pitchFamily="34" charset="-122"/>
                <a:ea typeface="微软雅黑" pitchFamily="34" charset="-122"/>
              </a:rPr>
              <a:t>项目三</a:t>
            </a:r>
          </a:p>
        </p:txBody>
      </p:sp>
      <p:sp>
        <p:nvSpPr>
          <p:cNvPr id="23" name="TextBox 183"/>
          <p:cNvSpPr txBox="1"/>
          <p:nvPr/>
        </p:nvSpPr>
        <p:spPr>
          <a:xfrm>
            <a:off x="4310906" y="4279911"/>
            <a:ext cx="571310" cy="242374"/>
          </a:xfrm>
          <a:prstGeom prst="rect">
            <a:avLst/>
          </a:prstGeom>
          <a:noFill/>
        </p:spPr>
        <p:txBody>
          <a:bodyPr wrap="none" lIns="68580" tIns="34290" rIns="68580" bIns="34290" rtlCol="0">
            <a:spAutoFit/>
          </a:bodyPr>
          <a:lstStyle/>
          <a:p>
            <a:pPr algn="ctr"/>
            <a:r>
              <a:rPr lang="zh-CN" altLang="en-US" sz="1100" b="1" dirty="0">
                <a:solidFill>
                  <a:schemeClr val="tx1">
                    <a:lumMod val="75000"/>
                    <a:lumOff val="25000"/>
                  </a:schemeClr>
                </a:solidFill>
                <a:latin typeface="微软雅黑" pitchFamily="34" charset="-122"/>
                <a:ea typeface="微软雅黑" pitchFamily="34" charset="-122"/>
              </a:rPr>
              <a:t>项目四</a:t>
            </a:r>
          </a:p>
        </p:txBody>
      </p:sp>
      <p:sp>
        <p:nvSpPr>
          <p:cNvPr id="24" name="Oval 4"/>
          <p:cNvSpPr/>
          <p:nvPr/>
        </p:nvSpPr>
        <p:spPr>
          <a:xfrm>
            <a:off x="4957546" y="1131590"/>
            <a:ext cx="838590" cy="790950"/>
          </a:xfrm>
          <a:prstGeom prst="ellipse">
            <a:avLst/>
          </a:prstGeom>
          <a:solidFill>
            <a:schemeClr val="accent2"/>
          </a:solidFill>
          <a:ln>
            <a:noFill/>
          </a:ln>
        </p:spPr>
        <p:style>
          <a:lnRef idx="2">
            <a:schemeClr val="accent5">
              <a:shade val="50000"/>
            </a:schemeClr>
          </a:lnRef>
          <a:fillRef idx="1">
            <a:schemeClr val="accent5"/>
          </a:fillRef>
          <a:effectRef idx="0">
            <a:schemeClr val="accent5"/>
          </a:effectRef>
          <a:fontRef idx="minor">
            <a:schemeClr val="lt1"/>
          </a:fontRef>
        </p:style>
        <p:txBody>
          <a:bodyPr lIns="68580" tIns="34290" rIns="68580" bIns="34290" rtlCol="0" anchor="ctr"/>
          <a:lstStyle/>
          <a:p>
            <a:pPr algn="ctr"/>
            <a:r>
              <a:rPr lang="en-US" sz="1400" b="1" dirty="0" smtClean="0">
                <a:solidFill>
                  <a:schemeClr val="bg1"/>
                </a:solidFill>
                <a:latin typeface="微软雅黑" pitchFamily="34" charset="-122"/>
                <a:ea typeface="微软雅黑" pitchFamily="34" charset="-122"/>
              </a:rPr>
              <a:t>2016</a:t>
            </a:r>
            <a:endParaRPr lang="en-US" sz="1400" b="1" dirty="0">
              <a:solidFill>
                <a:schemeClr val="bg1"/>
              </a:solidFill>
              <a:latin typeface="微软雅黑" pitchFamily="34" charset="-122"/>
              <a:ea typeface="微软雅黑" pitchFamily="34" charset="-122"/>
            </a:endParaRPr>
          </a:p>
        </p:txBody>
      </p:sp>
      <p:sp>
        <p:nvSpPr>
          <p:cNvPr id="25" name="Oval 5"/>
          <p:cNvSpPr/>
          <p:nvPr/>
        </p:nvSpPr>
        <p:spPr>
          <a:xfrm>
            <a:off x="3411117" y="1131590"/>
            <a:ext cx="838590" cy="790950"/>
          </a:xfrm>
          <a:prstGeom prst="ellipse">
            <a:avLst/>
          </a:prstGeom>
          <a:solidFill>
            <a:schemeClr val="accent1"/>
          </a:solidFill>
          <a:ln>
            <a:noFill/>
          </a:ln>
        </p:spPr>
        <p:style>
          <a:lnRef idx="2">
            <a:schemeClr val="accent5">
              <a:shade val="50000"/>
            </a:schemeClr>
          </a:lnRef>
          <a:fillRef idx="1">
            <a:schemeClr val="accent5"/>
          </a:fillRef>
          <a:effectRef idx="0">
            <a:schemeClr val="accent5"/>
          </a:effectRef>
          <a:fontRef idx="minor">
            <a:schemeClr val="lt1"/>
          </a:fontRef>
        </p:style>
        <p:txBody>
          <a:bodyPr lIns="68580" tIns="34290" rIns="68580" bIns="34290" rtlCol="0" anchor="ctr"/>
          <a:lstStyle/>
          <a:p>
            <a:pPr algn="ctr"/>
            <a:r>
              <a:rPr lang="en-US" altLang="zh-CN" sz="1400" b="1" dirty="0" smtClean="0">
                <a:solidFill>
                  <a:schemeClr val="bg1"/>
                </a:solidFill>
                <a:latin typeface="微软雅黑" pitchFamily="34" charset="-122"/>
                <a:ea typeface="微软雅黑" pitchFamily="34" charset="-122"/>
              </a:rPr>
              <a:t>2015</a:t>
            </a:r>
            <a:endParaRPr lang="en-US" sz="1400" b="1" dirty="0">
              <a:solidFill>
                <a:schemeClr val="bg1"/>
              </a:solidFill>
              <a:latin typeface="微软雅黑" pitchFamily="34" charset="-122"/>
              <a:ea typeface="微软雅黑" pitchFamily="34" charset="-122"/>
            </a:endParaRPr>
          </a:p>
        </p:txBody>
      </p:sp>
      <p:sp>
        <p:nvSpPr>
          <p:cNvPr id="26" name="Text Box 10"/>
          <p:cNvSpPr txBox="1">
            <a:spLocks noChangeArrowheads="1"/>
          </p:cNvSpPr>
          <p:nvPr/>
        </p:nvSpPr>
        <p:spPr bwMode="auto">
          <a:xfrm>
            <a:off x="4959426" y="2019822"/>
            <a:ext cx="3717030" cy="754822"/>
          </a:xfrm>
          <a:prstGeom prst="rect">
            <a:avLst/>
          </a:prstGeom>
          <a:noFill/>
          <a:ln w="9525">
            <a:noFill/>
            <a:miter lim="800000"/>
            <a:headEnd/>
            <a:tailEnd/>
          </a:ln>
        </p:spPr>
        <p:txBody>
          <a:bodyPr wrap="square" lIns="34290" tIns="17145" rIns="34290" bIns="17145">
            <a:spAutoFit/>
          </a:bodyPr>
          <a:lstStyle/>
          <a:p>
            <a:pPr defTabSz="816174">
              <a:lnSpc>
                <a:spcPct val="130000"/>
              </a:lnSpc>
            </a:pPr>
            <a:r>
              <a:rPr lang="zh-CN" altLang="en-US" sz="1200" b="1" dirty="0">
                <a:solidFill>
                  <a:schemeClr val="tx1">
                    <a:lumMod val="75000"/>
                    <a:lumOff val="25000"/>
                  </a:schemeClr>
                </a:solidFill>
                <a:latin typeface="微软雅黑" pitchFamily="34" charset="-122"/>
                <a:ea typeface="微软雅黑" pitchFamily="34" charset="-122"/>
                <a:cs typeface="Open Sans" pitchFamily="34" charset="0"/>
              </a:rPr>
              <a:t>单击此处添加标题</a:t>
            </a:r>
            <a:endParaRPr lang="en-US" altLang="zh-CN" sz="1200" b="1" dirty="0">
              <a:solidFill>
                <a:schemeClr val="tx1">
                  <a:lumMod val="75000"/>
                  <a:lumOff val="25000"/>
                </a:schemeClr>
              </a:solidFill>
              <a:latin typeface="微软雅黑" pitchFamily="34" charset="-122"/>
              <a:ea typeface="微软雅黑" pitchFamily="34" charset="-122"/>
              <a:cs typeface="Open Sans" pitchFamily="34" charset="0"/>
            </a:endParaRPr>
          </a:p>
          <a:p>
            <a:pPr defTabSz="816174">
              <a:lnSpc>
                <a:spcPct val="130000"/>
              </a:lnSpc>
            </a:pPr>
            <a:r>
              <a:rPr lang="zh-CN" altLang="en-US" sz="1200" dirty="0">
                <a:solidFill>
                  <a:schemeClr val="tx1">
                    <a:lumMod val="75000"/>
                    <a:lumOff val="25000"/>
                  </a:schemeClr>
                </a:solidFill>
                <a:latin typeface="微软雅黑" pitchFamily="34" charset="-122"/>
                <a:ea typeface="微软雅黑" pitchFamily="34" charset="-122"/>
                <a:cs typeface="Open Sans" pitchFamily="34" charset="0"/>
              </a:rPr>
              <a:t>您的内容打在这里，或者通过复制您的文本后，在此框中选择粘贴，并选择只保留文字。</a:t>
            </a:r>
            <a:endParaRPr lang="en-US" sz="1200" dirty="0">
              <a:solidFill>
                <a:schemeClr val="tx1">
                  <a:lumMod val="75000"/>
                  <a:lumOff val="25000"/>
                </a:schemeClr>
              </a:solidFill>
              <a:latin typeface="微软雅黑" pitchFamily="34" charset="-122"/>
              <a:ea typeface="微软雅黑" pitchFamily="34" charset="-122"/>
              <a:cs typeface="Open Sans" pitchFamily="34" charset="0"/>
            </a:endParaRPr>
          </a:p>
        </p:txBody>
      </p:sp>
      <p:sp>
        <p:nvSpPr>
          <p:cNvPr id="27" name="Text Box 10"/>
          <p:cNvSpPr txBox="1">
            <a:spLocks noChangeArrowheads="1"/>
          </p:cNvSpPr>
          <p:nvPr/>
        </p:nvSpPr>
        <p:spPr bwMode="auto">
          <a:xfrm>
            <a:off x="611560" y="2019821"/>
            <a:ext cx="3631847" cy="754822"/>
          </a:xfrm>
          <a:prstGeom prst="rect">
            <a:avLst/>
          </a:prstGeom>
          <a:noFill/>
          <a:ln w="9525">
            <a:noFill/>
            <a:miter lim="800000"/>
            <a:headEnd/>
            <a:tailEnd/>
          </a:ln>
        </p:spPr>
        <p:txBody>
          <a:bodyPr wrap="square" lIns="34290" tIns="17145" rIns="34290" bIns="17145">
            <a:spAutoFit/>
          </a:bodyPr>
          <a:lstStyle/>
          <a:p>
            <a:pPr algn="r" defTabSz="816174">
              <a:lnSpc>
                <a:spcPct val="130000"/>
              </a:lnSpc>
            </a:pPr>
            <a:r>
              <a:rPr lang="zh-CN" altLang="en-US" sz="1200" b="1" dirty="0">
                <a:solidFill>
                  <a:schemeClr val="tx1">
                    <a:lumMod val="75000"/>
                    <a:lumOff val="25000"/>
                  </a:schemeClr>
                </a:solidFill>
                <a:latin typeface="微软雅黑" pitchFamily="34" charset="-122"/>
                <a:ea typeface="微软雅黑" pitchFamily="34" charset="-122"/>
                <a:cs typeface="Open Sans" pitchFamily="34" charset="0"/>
              </a:rPr>
              <a:t>单击此处添加标题</a:t>
            </a:r>
            <a:endParaRPr lang="en-US" altLang="zh-CN" sz="1200" b="1" dirty="0">
              <a:solidFill>
                <a:schemeClr val="tx1">
                  <a:lumMod val="75000"/>
                  <a:lumOff val="25000"/>
                </a:schemeClr>
              </a:solidFill>
              <a:latin typeface="微软雅黑" pitchFamily="34" charset="-122"/>
              <a:ea typeface="微软雅黑" pitchFamily="34" charset="-122"/>
              <a:cs typeface="Open Sans" pitchFamily="34" charset="0"/>
            </a:endParaRPr>
          </a:p>
          <a:p>
            <a:pPr algn="r" defTabSz="816174">
              <a:lnSpc>
                <a:spcPct val="130000"/>
              </a:lnSpc>
            </a:pPr>
            <a:r>
              <a:rPr lang="zh-CN" altLang="en-US" sz="1200" dirty="0">
                <a:solidFill>
                  <a:schemeClr val="tx1">
                    <a:lumMod val="75000"/>
                    <a:lumOff val="25000"/>
                  </a:schemeClr>
                </a:solidFill>
                <a:latin typeface="微软雅黑" pitchFamily="34" charset="-122"/>
                <a:ea typeface="微软雅黑" pitchFamily="34" charset="-122"/>
                <a:cs typeface="Open Sans" pitchFamily="34" charset="0"/>
              </a:rPr>
              <a:t>您的内容打在这里，或者通过复制您的文本后，在此框中选择粘贴，并选择只保留文字。</a:t>
            </a:r>
            <a:endParaRPr lang="en-US" sz="1200" dirty="0">
              <a:solidFill>
                <a:schemeClr val="tx1">
                  <a:lumMod val="75000"/>
                  <a:lumOff val="25000"/>
                </a:schemeClr>
              </a:solidFill>
              <a:latin typeface="微软雅黑" pitchFamily="34" charset="-122"/>
              <a:ea typeface="微软雅黑" pitchFamily="34" charset="-122"/>
              <a:cs typeface="Open Sans" pitchFamily="34" charset="0"/>
            </a:endParaRPr>
          </a:p>
        </p:txBody>
      </p:sp>
      <p:sp>
        <p:nvSpPr>
          <p:cNvPr id="28" name="TextBox 27"/>
          <p:cNvSpPr txBox="1"/>
          <p:nvPr/>
        </p:nvSpPr>
        <p:spPr>
          <a:xfrm>
            <a:off x="355782" y="205624"/>
            <a:ext cx="2236510" cy="400110"/>
          </a:xfrm>
          <a:prstGeom prst="rect">
            <a:avLst/>
          </a:prstGeom>
          <a:noFill/>
        </p:spPr>
        <p:txBody>
          <a:bodyPr wrap="none" rtlCol="0">
            <a:spAutoFit/>
          </a:bodyPr>
          <a:lstStyle/>
          <a:p>
            <a:r>
              <a:rPr lang="zh-CN" altLang="en-US" sz="2000" b="1" dirty="0" smtClean="0">
                <a:solidFill>
                  <a:schemeClr val="accent1"/>
                </a:solidFill>
                <a:latin typeface="微软雅黑" pitchFamily="34" charset="-122"/>
                <a:ea typeface="微软雅黑" pitchFamily="34" charset="-122"/>
              </a:rPr>
              <a:t>点击添加标题文本</a:t>
            </a:r>
            <a:endParaRPr lang="zh-CN" altLang="en-US" sz="2000" b="1" dirty="0">
              <a:solidFill>
                <a:schemeClr val="accent1"/>
              </a:solidFill>
              <a:latin typeface="微软雅黑" pitchFamily="34" charset="-122"/>
              <a:ea typeface="微软雅黑" pitchFamily="34" charset="-122"/>
            </a:endParaRPr>
          </a:p>
        </p:txBody>
      </p:sp>
      <p:sp>
        <p:nvSpPr>
          <p:cNvPr id="29" name="TextBox 28"/>
          <p:cNvSpPr txBox="1"/>
          <p:nvPr/>
        </p:nvSpPr>
        <p:spPr>
          <a:xfrm>
            <a:off x="7682019" y="195037"/>
            <a:ext cx="1138453" cy="461665"/>
          </a:xfrm>
          <a:prstGeom prst="rect">
            <a:avLst/>
          </a:prstGeom>
          <a:noFill/>
        </p:spPr>
        <p:txBody>
          <a:bodyPr wrap="none" rtlCol="0">
            <a:spAutoFit/>
          </a:bodyPr>
          <a:lstStyle/>
          <a:p>
            <a:r>
              <a:rPr lang="en-US" altLang="zh-CN" sz="2400" dirty="0" smtClean="0">
                <a:solidFill>
                  <a:schemeClr val="accent2"/>
                </a:solidFill>
                <a:latin typeface="Eras Bold ITC" panose="020B0907030504020204" pitchFamily="34" charset="0"/>
                <a:ea typeface="微软雅黑" panose="020B0503020204020204" pitchFamily="34" charset="-122"/>
              </a:rPr>
              <a:t>LOGO</a:t>
            </a:r>
            <a:endParaRPr lang="zh-CN" altLang="en-US" sz="2400" dirty="0">
              <a:solidFill>
                <a:schemeClr val="accent2"/>
              </a:solidFill>
              <a:latin typeface="Eras Bold ITC" panose="020B0907030504020204" pitchFamily="34" charset="0"/>
              <a:ea typeface="微软雅黑" panose="020B0503020204020204" pitchFamily="34" charset="-122"/>
            </a:endParaRPr>
          </a:p>
        </p:txBody>
      </p:sp>
    </p:spTree>
    <p:extLst>
      <p:ext uri="{BB962C8B-B14F-4D97-AF65-F5344CB8AC3E}">
        <p14:creationId xmlns:p14="http://schemas.microsoft.com/office/powerpoint/2010/main" val="1639017313"/>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0-#ppt_w/2"/>
                                          </p:val>
                                        </p:tav>
                                        <p:tav tm="100000">
                                          <p:val>
                                            <p:strVal val="#ppt_x"/>
                                          </p:val>
                                        </p:tav>
                                      </p:tavLst>
                                    </p:anim>
                                    <p:anim calcmode="lin" valueType="num">
                                      <p:cBhvr additive="base">
                                        <p:cTn id="8" dur="500" fill="hold"/>
                                        <p:tgtEl>
                                          <p:spTgt spid="2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24"/>
                                        </p:tgtEl>
                                        <p:attrNameLst>
                                          <p:attrName>style.visibility</p:attrName>
                                        </p:attrNameLst>
                                      </p:cBhvr>
                                      <p:to>
                                        <p:strVal val="visible"/>
                                      </p:to>
                                    </p:set>
                                    <p:anim calcmode="lin" valueType="num">
                                      <p:cBhvr additive="base">
                                        <p:cTn id="12" dur="500" fill="hold"/>
                                        <p:tgtEl>
                                          <p:spTgt spid="24"/>
                                        </p:tgtEl>
                                        <p:attrNameLst>
                                          <p:attrName>ppt_x</p:attrName>
                                        </p:attrNameLst>
                                      </p:cBhvr>
                                      <p:tavLst>
                                        <p:tav tm="0">
                                          <p:val>
                                            <p:strVal val="1+#ppt_w/2"/>
                                          </p:val>
                                        </p:tav>
                                        <p:tav tm="100000">
                                          <p:val>
                                            <p:strVal val="#ppt_x"/>
                                          </p:val>
                                        </p:tav>
                                      </p:tavLst>
                                    </p:anim>
                                    <p:anim calcmode="lin" valueType="num">
                                      <p:cBhvr additive="base">
                                        <p:cTn id="13" dur="500" fill="hold"/>
                                        <p:tgtEl>
                                          <p:spTgt spid="2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childTnLst>
                                </p:cTn>
                              </p:par>
                            </p:childTnLst>
                          </p:cTn>
                        </p:par>
                        <p:par>
                          <p:cTn id="18" fill="hold">
                            <p:stCondLst>
                              <p:cond delay="1500"/>
                            </p:stCondLst>
                            <p:childTnLst>
                              <p:par>
                                <p:cTn id="19" presetID="10" presetClass="entr" presetSubtype="0"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00"/>
                                        <p:tgtEl>
                                          <p:spTgt spid="26"/>
                                        </p:tgtEl>
                                      </p:cBhvr>
                                    </p:animEffect>
                                  </p:childTnLst>
                                </p:cTn>
                              </p:par>
                            </p:childTnLst>
                          </p:cTn>
                        </p:par>
                        <p:par>
                          <p:cTn id="22" fill="hold">
                            <p:stCondLst>
                              <p:cond delay="2000"/>
                            </p:stCondLst>
                            <p:childTnLst>
                              <p:par>
                                <p:cTn id="23" presetID="2" presetClass="entr" presetSubtype="4" decel="100000" fill="hold" grpId="0" nodeType="afterEffect">
                                  <p:stCondLst>
                                    <p:cond delay="0"/>
                                  </p:stCondLst>
                                  <p:childTnLst>
                                    <p:set>
                                      <p:cBhvr>
                                        <p:cTn id="24" dur="1" fill="hold">
                                          <p:stCondLst>
                                            <p:cond delay="0"/>
                                          </p:stCondLst>
                                        </p:cTn>
                                        <p:tgtEl>
                                          <p:spTgt spid="20"/>
                                        </p:tgtEl>
                                        <p:attrNameLst>
                                          <p:attrName>style.visibility</p:attrName>
                                        </p:attrNameLst>
                                      </p:cBhvr>
                                      <p:to>
                                        <p:strVal val="visible"/>
                                      </p:to>
                                    </p:set>
                                    <p:anim calcmode="lin" valueType="num">
                                      <p:cBhvr additive="base">
                                        <p:cTn id="25" dur="500" fill="hold"/>
                                        <p:tgtEl>
                                          <p:spTgt spid="20"/>
                                        </p:tgtEl>
                                        <p:attrNameLst>
                                          <p:attrName>ppt_x</p:attrName>
                                        </p:attrNameLst>
                                      </p:cBhvr>
                                      <p:tavLst>
                                        <p:tav tm="0">
                                          <p:val>
                                            <p:strVal val="#ppt_x"/>
                                          </p:val>
                                        </p:tav>
                                        <p:tav tm="100000">
                                          <p:val>
                                            <p:strVal val="#ppt_x"/>
                                          </p:val>
                                        </p:tav>
                                      </p:tavLst>
                                    </p:anim>
                                    <p:anim calcmode="lin" valueType="num">
                                      <p:cBhvr additive="base">
                                        <p:cTn id="26" dur="500" fill="hold"/>
                                        <p:tgtEl>
                                          <p:spTgt spid="20"/>
                                        </p:tgtEl>
                                        <p:attrNameLst>
                                          <p:attrName>ppt_y</p:attrName>
                                        </p:attrNameLst>
                                      </p:cBhvr>
                                      <p:tavLst>
                                        <p:tav tm="0">
                                          <p:val>
                                            <p:strVal val="1+#ppt_h/2"/>
                                          </p:val>
                                        </p:tav>
                                        <p:tav tm="100000">
                                          <p:val>
                                            <p:strVal val="#ppt_y"/>
                                          </p:val>
                                        </p:tav>
                                      </p:tavLst>
                                    </p:anim>
                                  </p:childTnLst>
                                </p:cTn>
                              </p:par>
                              <p:par>
                                <p:cTn id="27" presetID="2" presetClass="entr" presetSubtype="4" decel="10000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 calcmode="lin" valueType="num">
                                      <p:cBhvr additive="base">
                                        <p:cTn id="29" dur="500" fill="hold"/>
                                        <p:tgtEl>
                                          <p:spTgt spid="21"/>
                                        </p:tgtEl>
                                        <p:attrNameLst>
                                          <p:attrName>ppt_x</p:attrName>
                                        </p:attrNameLst>
                                      </p:cBhvr>
                                      <p:tavLst>
                                        <p:tav tm="0">
                                          <p:val>
                                            <p:strVal val="#ppt_x"/>
                                          </p:val>
                                        </p:tav>
                                        <p:tav tm="100000">
                                          <p:val>
                                            <p:strVal val="#ppt_x"/>
                                          </p:val>
                                        </p:tav>
                                      </p:tavLst>
                                    </p:anim>
                                    <p:anim calcmode="lin" valueType="num">
                                      <p:cBhvr additive="base">
                                        <p:cTn id="30" dur="500" fill="hold"/>
                                        <p:tgtEl>
                                          <p:spTgt spid="21"/>
                                        </p:tgtEl>
                                        <p:attrNameLst>
                                          <p:attrName>ppt_y</p:attrName>
                                        </p:attrNameLst>
                                      </p:cBhvr>
                                      <p:tavLst>
                                        <p:tav tm="0">
                                          <p:val>
                                            <p:strVal val="1+#ppt_h/2"/>
                                          </p:val>
                                        </p:tav>
                                        <p:tav tm="100000">
                                          <p:val>
                                            <p:strVal val="#ppt_y"/>
                                          </p:val>
                                        </p:tav>
                                      </p:tavLst>
                                    </p:anim>
                                  </p:childTnLst>
                                </p:cTn>
                              </p:par>
                              <p:par>
                                <p:cTn id="31" presetID="2" presetClass="entr" presetSubtype="4" decel="10000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 calcmode="lin" valueType="num">
                                      <p:cBhvr additive="base">
                                        <p:cTn id="33" dur="500" fill="hold"/>
                                        <p:tgtEl>
                                          <p:spTgt spid="22"/>
                                        </p:tgtEl>
                                        <p:attrNameLst>
                                          <p:attrName>ppt_x</p:attrName>
                                        </p:attrNameLst>
                                      </p:cBhvr>
                                      <p:tavLst>
                                        <p:tav tm="0">
                                          <p:val>
                                            <p:strVal val="#ppt_x"/>
                                          </p:val>
                                        </p:tav>
                                        <p:tav tm="100000">
                                          <p:val>
                                            <p:strVal val="#ppt_x"/>
                                          </p:val>
                                        </p:tav>
                                      </p:tavLst>
                                    </p:anim>
                                    <p:anim calcmode="lin" valueType="num">
                                      <p:cBhvr additive="base">
                                        <p:cTn id="34" dur="500" fill="hold"/>
                                        <p:tgtEl>
                                          <p:spTgt spid="22"/>
                                        </p:tgtEl>
                                        <p:attrNameLst>
                                          <p:attrName>ppt_y</p:attrName>
                                        </p:attrNameLst>
                                      </p:cBhvr>
                                      <p:tavLst>
                                        <p:tav tm="0">
                                          <p:val>
                                            <p:strVal val="1+#ppt_h/2"/>
                                          </p:val>
                                        </p:tav>
                                        <p:tav tm="100000">
                                          <p:val>
                                            <p:strVal val="#ppt_y"/>
                                          </p:val>
                                        </p:tav>
                                      </p:tavLst>
                                    </p:anim>
                                  </p:childTnLst>
                                </p:cTn>
                              </p:par>
                              <p:par>
                                <p:cTn id="35" presetID="2" presetClass="entr" presetSubtype="4" decel="10000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anim calcmode="lin" valueType="num">
                                      <p:cBhvr additive="base">
                                        <p:cTn id="37" dur="500" fill="hold"/>
                                        <p:tgtEl>
                                          <p:spTgt spid="23"/>
                                        </p:tgtEl>
                                        <p:attrNameLst>
                                          <p:attrName>ppt_x</p:attrName>
                                        </p:attrNameLst>
                                      </p:cBhvr>
                                      <p:tavLst>
                                        <p:tav tm="0">
                                          <p:val>
                                            <p:strVal val="#ppt_x"/>
                                          </p:val>
                                        </p:tav>
                                        <p:tav tm="100000">
                                          <p:val>
                                            <p:strVal val="#ppt_x"/>
                                          </p:val>
                                        </p:tav>
                                      </p:tavLst>
                                    </p:anim>
                                    <p:anim calcmode="lin" valueType="num">
                                      <p:cBhvr additive="base">
                                        <p:cTn id="38" dur="500" fill="hold"/>
                                        <p:tgtEl>
                                          <p:spTgt spid="23"/>
                                        </p:tgtEl>
                                        <p:attrNameLst>
                                          <p:attrName>ppt_y</p:attrName>
                                        </p:attrNameLst>
                                      </p:cBhvr>
                                      <p:tavLst>
                                        <p:tav tm="0">
                                          <p:val>
                                            <p:strVal val="1+#ppt_h/2"/>
                                          </p:val>
                                        </p:tav>
                                        <p:tav tm="100000">
                                          <p:val>
                                            <p:strVal val="#ppt_y"/>
                                          </p:val>
                                        </p:tav>
                                      </p:tavLst>
                                    </p:anim>
                                  </p:childTnLst>
                                </p:cTn>
                              </p:par>
                            </p:childTnLst>
                          </p:cTn>
                        </p:par>
                        <p:par>
                          <p:cTn id="39" fill="hold">
                            <p:stCondLst>
                              <p:cond delay="2500"/>
                            </p:stCondLst>
                            <p:childTnLst>
                              <p:par>
                                <p:cTn id="40" presetID="22" presetClass="entr" presetSubtype="8"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left)">
                                      <p:cBhvr>
                                        <p:cTn id="42" dur="500"/>
                                        <p:tgtEl>
                                          <p:spTgt spid="12"/>
                                        </p:tgtEl>
                                      </p:cBhvr>
                                    </p:animEffect>
                                  </p:childTnLst>
                                </p:cTn>
                              </p:par>
                              <p:par>
                                <p:cTn id="43" presetID="22" presetClass="entr" presetSubtype="8" fill="hold" grpId="0" nodeType="withEffect">
                                  <p:stCondLst>
                                    <p:cond delay="100"/>
                                  </p:stCondLst>
                                  <p:childTnLst>
                                    <p:set>
                                      <p:cBhvr>
                                        <p:cTn id="44" dur="1" fill="hold">
                                          <p:stCondLst>
                                            <p:cond delay="0"/>
                                          </p:stCondLst>
                                        </p:cTn>
                                        <p:tgtEl>
                                          <p:spTgt spid="13"/>
                                        </p:tgtEl>
                                        <p:attrNameLst>
                                          <p:attrName>style.visibility</p:attrName>
                                        </p:attrNameLst>
                                      </p:cBhvr>
                                      <p:to>
                                        <p:strVal val="visible"/>
                                      </p:to>
                                    </p:set>
                                    <p:animEffect transition="in" filter="wipe(left)">
                                      <p:cBhvr>
                                        <p:cTn id="45" dur="500"/>
                                        <p:tgtEl>
                                          <p:spTgt spid="13"/>
                                        </p:tgtEl>
                                      </p:cBhvr>
                                    </p:animEffect>
                                  </p:childTnLst>
                                </p:cTn>
                              </p:par>
                              <p:par>
                                <p:cTn id="46" presetID="22" presetClass="entr" presetSubtype="8" fill="hold" grpId="0" nodeType="withEffect">
                                  <p:stCondLst>
                                    <p:cond delay="200"/>
                                  </p:stCondLst>
                                  <p:childTnLst>
                                    <p:set>
                                      <p:cBhvr>
                                        <p:cTn id="47" dur="1" fill="hold">
                                          <p:stCondLst>
                                            <p:cond delay="0"/>
                                          </p:stCondLst>
                                        </p:cTn>
                                        <p:tgtEl>
                                          <p:spTgt spid="14"/>
                                        </p:tgtEl>
                                        <p:attrNameLst>
                                          <p:attrName>style.visibility</p:attrName>
                                        </p:attrNameLst>
                                      </p:cBhvr>
                                      <p:to>
                                        <p:strVal val="visible"/>
                                      </p:to>
                                    </p:set>
                                    <p:animEffect transition="in" filter="wipe(left)">
                                      <p:cBhvr>
                                        <p:cTn id="48" dur="500"/>
                                        <p:tgtEl>
                                          <p:spTgt spid="14"/>
                                        </p:tgtEl>
                                      </p:cBhvr>
                                    </p:animEffect>
                                  </p:childTnLst>
                                </p:cTn>
                              </p:par>
                              <p:par>
                                <p:cTn id="49" presetID="22" presetClass="entr" presetSubtype="8" fill="hold" grpId="0" nodeType="withEffect">
                                  <p:stCondLst>
                                    <p:cond delay="300"/>
                                  </p:stCondLst>
                                  <p:childTnLst>
                                    <p:set>
                                      <p:cBhvr>
                                        <p:cTn id="50" dur="1" fill="hold">
                                          <p:stCondLst>
                                            <p:cond delay="0"/>
                                          </p:stCondLst>
                                        </p:cTn>
                                        <p:tgtEl>
                                          <p:spTgt spid="15"/>
                                        </p:tgtEl>
                                        <p:attrNameLst>
                                          <p:attrName>style.visibility</p:attrName>
                                        </p:attrNameLst>
                                      </p:cBhvr>
                                      <p:to>
                                        <p:strVal val="visible"/>
                                      </p:to>
                                    </p:set>
                                    <p:animEffect transition="in" filter="wipe(left)">
                                      <p:cBhvr>
                                        <p:cTn id="51" dur="500"/>
                                        <p:tgtEl>
                                          <p:spTgt spid="15"/>
                                        </p:tgtEl>
                                      </p:cBhvr>
                                    </p:animEffect>
                                  </p:childTnLst>
                                </p:cTn>
                              </p:par>
                              <p:par>
                                <p:cTn id="52" presetID="22" presetClass="entr" presetSubtype="2" fill="hold" grpId="0" nodeType="withEffect">
                                  <p:stCondLst>
                                    <p:cond delay="0"/>
                                  </p:stCondLst>
                                  <p:childTnLst>
                                    <p:set>
                                      <p:cBhvr>
                                        <p:cTn id="53" dur="1" fill="hold">
                                          <p:stCondLst>
                                            <p:cond delay="0"/>
                                          </p:stCondLst>
                                        </p:cTn>
                                        <p:tgtEl>
                                          <p:spTgt spid="3"/>
                                        </p:tgtEl>
                                        <p:attrNameLst>
                                          <p:attrName>style.visibility</p:attrName>
                                        </p:attrNameLst>
                                      </p:cBhvr>
                                      <p:to>
                                        <p:strVal val="visible"/>
                                      </p:to>
                                    </p:set>
                                    <p:animEffect transition="in" filter="wipe(right)">
                                      <p:cBhvr>
                                        <p:cTn id="54" dur="500"/>
                                        <p:tgtEl>
                                          <p:spTgt spid="3"/>
                                        </p:tgtEl>
                                      </p:cBhvr>
                                    </p:animEffect>
                                  </p:childTnLst>
                                </p:cTn>
                              </p:par>
                              <p:par>
                                <p:cTn id="55" presetID="22" presetClass="entr" presetSubtype="2" fill="hold" grpId="0" nodeType="withEffect">
                                  <p:stCondLst>
                                    <p:cond delay="100"/>
                                  </p:stCondLst>
                                  <p:childTnLst>
                                    <p:set>
                                      <p:cBhvr>
                                        <p:cTn id="56" dur="1" fill="hold">
                                          <p:stCondLst>
                                            <p:cond delay="0"/>
                                          </p:stCondLst>
                                        </p:cTn>
                                        <p:tgtEl>
                                          <p:spTgt spid="4"/>
                                        </p:tgtEl>
                                        <p:attrNameLst>
                                          <p:attrName>style.visibility</p:attrName>
                                        </p:attrNameLst>
                                      </p:cBhvr>
                                      <p:to>
                                        <p:strVal val="visible"/>
                                      </p:to>
                                    </p:set>
                                    <p:animEffect transition="in" filter="wipe(right)">
                                      <p:cBhvr>
                                        <p:cTn id="57" dur="500"/>
                                        <p:tgtEl>
                                          <p:spTgt spid="4"/>
                                        </p:tgtEl>
                                      </p:cBhvr>
                                    </p:animEffect>
                                  </p:childTnLst>
                                </p:cTn>
                              </p:par>
                              <p:par>
                                <p:cTn id="58" presetID="22" presetClass="entr" presetSubtype="2" fill="hold" grpId="0" nodeType="withEffect">
                                  <p:stCondLst>
                                    <p:cond delay="200"/>
                                  </p:stCondLst>
                                  <p:childTnLst>
                                    <p:set>
                                      <p:cBhvr>
                                        <p:cTn id="59" dur="1" fill="hold">
                                          <p:stCondLst>
                                            <p:cond delay="0"/>
                                          </p:stCondLst>
                                        </p:cTn>
                                        <p:tgtEl>
                                          <p:spTgt spid="5"/>
                                        </p:tgtEl>
                                        <p:attrNameLst>
                                          <p:attrName>style.visibility</p:attrName>
                                        </p:attrNameLst>
                                      </p:cBhvr>
                                      <p:to>
                                        <p:strVal val="visible"/>
                                      </p:to>
                                    </p:set>
                                    <p:animEffect transition="in" filter="wipe(right)">
                                      <p:cBhvr>
                                        <p:cTn id="60" dur="500"/>
                                        <p:tgtEl>
                                          <p:spTgt spid="5"/>
                                        </p:tgtEl>
                                      </p:cBhvr>
                                    </p:animEffect>
                                  </p:childTnLst>
                                </p:cTn>
                              </p:par>
                              <p:par>
                                <p:cTn id="61" presetID="22" presetClass="entr" presetSubtype="2" fill="hold" grpId="0" nodeType="withEffect">
                                  <p:stCondLst>
                                    <p:cond delay="300"/>
                                  </p:stCondLst>
                                  <p:childTnLst>
                                    <p:set>
                                      <p:cBhvr>
                                        <p:cTn id="62" dur="1" fill="hold">
                                          <p:stCondLst>
                                            <p:cond delay="0"/>
                                          </p:stCondLst>
                                        </p:cTn>
                                        <p:tgtEl>
                                          <p:spTgt spid="6"/>
                                        </p:tgtEl>
                                        <p:attrNameLst>
                                          <p:attrName>style.visibility</p:attrName>
                                        </p:attrNameLst>
                                      </p:cBhvr>
                                      <p:to>
                                        <p:strVal val="visible"/>
                                      </p:to>
                                    </p:set>
                                    <p:animEffect transition="in" filter="wipe(right)">
                                      <p:cBhvr>
                                        <p:cTn id="63" dur="500"/>
                                        <p:tgtEl>
                                          <p:spTgt spid="6"/>
                                        </p:tgtEl>
                                      </p:cBhvr>
                                    </p:animEffect>
                                  </p:childTnLst>
                                </p:cTn>
                              </p:par>
                            </p:childTnLst>
                          </p:cTn>
                        </p:par>
                        <p:par>
                          <p:cTn id="64" fill="hold">
                            <p:stCondLst>
                              <p:cond delay="3300"/>
                            </p:stCondLst>
                            <p:childTnLst>
                              <p:par>
                                <p:cTn id="65" presetID="22" presetClass="entr" presetSubtype="8" fill="hold" grpId="0" nodeType="after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wipe(left)">
                                      <p:cBhvr>
                                        <p:cTn id="67" dur="500"/>
                                        <p:tgtEl>
                                          <p:spTgt spid="16"/>
                                        </p:tgtEl>
                                      </p:cBhvr>
                                    </p:animEffect>
                                  </p:childTnLst>
                                </p:cTn>
                              </p:par>
                              <p:par>
                                <p:cTn id="68" presetID="22" presetClass="entr" presetSubtype="8" fill="hold" grpId="0" nodeType="withEffect">
                                  <p:stCondLst>
                                    <p:cond delay="150"/>
                                  </p:stCondLst>
                                  <p:childTnLst>
                                    <p:set>
                                      <p:cBhvr>
                                        <p:cTn id="69" dur="1" fill="hold">
                                          <p:stCondLst>
                                            <p:cond delay="0"/>
                                          </p:stCondLst>
                                        </p:cTn>
                                        <p:tgtEl>
                                          <p:spTgt spid="17"/>
                                        </p:tgtEl>
                                        <p:attrNameLst>
                                          <p:attrName>style.visibility</p:attrName>
                                        </p:attrNameLst>
                                      </p:cBhvr>
                                      <p:to>
                                        <p:strVal val="visible"/>
                                      </p:to>
                                    </p:set>
                                    <p:animEffect transition="in" filter="wipe(left)">
                                      <p:cBhvr>
                                        <p:cTn id="70" dur="500"/>
                                        <p:tgtEl>
                                          <p:spTgt spid="17"/>
                                        </p:tgtEl>
                                      </p:cBhvr>
                                    </p:animEffect>
                                  </p:childTnLst>
                                </p:cTn>
                              </p:par>
                              <p:par>
                                <p:cTn id="71" presetID="22" presetClass="entr" presetSubtype="8" fill="hold" grpId="0" nodeType="withEffect">
                                  <p:stCondLst>
                                    <p:cond delay="300"/>
                                  </p:stCondLst>
                                  <p:childTnLst>
                                    <p:set>
                                      <p:cBhvr>
                                        <p:cTn id="72" dur="1" fill="hold">
                                          <p:stCondLst>
                                            <p:cond delay="0"/>
                                          </p:stCondLst>
                                        </p:cTn>
                                        <p:tgtEl>
                                          <p:spTgt spid="18"/>
                                        </p:tgtEl>
                                        <p:attrNameLst>
                                          <p:attrName>style.visibility</p:attrName>
                                        </p:attrNameLst>
                                      </p:cBhvr>
                                      <p:to>
                                        <p:strVal val="visible"/>
                                      </p:to>
                                    </p:set>
                                    <p:animEffect transition="in" filter="wipe(left)">
                                      <p:cBhvr>
                                        <p:cTn id="73" dur="500"/>
                                        <p:tgtEl>
                                          <p:spTgt spid="18"/>
                                        </p:tgtEl>
                                      </p:cBhvr>
                                    </p:animEffect>
                                  </p:childTnLst>
                                </p:cTn>
                              </p:par>
                              <p:par>
                                <p:cTn id="74" presetID="22" presetClass="entr" presetSubtype="8" fill="hold" grpId="0" nodeType="withEffect">
                                  <p:stCondLst>
                                    <p:cond delay="450"/>
                                  </p:stCondLst>
                                  <p:childTnLst>
                                    <p:set>
                                      <p:cBhvr>
                                        <p:cTn id="75" dur="1" fill="hold">
                                          <p:stCondLst>
                                            <p:cond delay="0"/>
                                          </p:stCondLst>
                                        </p:cTn>
                                        <p:tgtEl>
                                          <p:spTgt spid="19"/>
                                        </p:tgtEl>
                                        <p:attrNameLst>
                                          <p:attrName>style.visibility</p:attrName>
                                        </p:attrNameLst>
                                      </p:cBhvr>
                                      <p:to>
                                        <p:strVal val="visible"/>
                                      </p:to>
                                    </p:set>
                                    <p:animEffect transition="in" filter="wipe(left)">
                                      <p:cBhvr>
                                        <p:cTn id="76" dur="500"/>
                                        <p:tgtEl>
                                          <p:spTgt spid="19"/>
                                        </p:tgtEl>
                                      </p:cBhvr>
                                    </p:animEffect>
                                  </p:childTnLst>
                                </p:cTn>
                              </p:par>
                              <p:par>
                                <p:cTn id="77" presetID="22" presetClass="entr" presetSubtype="2" fill="hold" grpId="0" nodeType="withEffect">
                                  <p:stCondLst>
                                    <p:cond delay="0"/>
                                  </p:stCondLst>
                                  <p:childTnLst>
                                    <p:set>
                                      <p:cBhvr>
                                        <p:cTn id="78" dur="1" fill="hold">
                                          <p:stCondLst>
                                            <p:cond delay="0"/>
                                          </p:stCondLst>
                                        </p:cTn>
                                        <p:tgtEl>
                                          <p:spTgt spid="7"/>
                                        </p:tgtEl>
                                        <p:attrNameLst>
                                          <p:attrName>style.visibility</p:attrName>
                                        </p:attrNameLst>
                                      </p:cBhvr>
                                      <p:to>
                                        <p:strVal val="visible"/>
                                      </p:to>
                                    </p:set>
                                    <p:animEffect transition="in" filter="wipe(right)">
                                      <p:cBhvr>
                                        <p:cTn id="79" dur="500"/>
                                        <p:tgtEl>
                                          <p:spTgt spid="7"/>
                                        </p:tgtEl>
                                      </p:cBhvr>
                                    </p:animEffect>
                                  </p:childTnLst>
                                </p:cTn>
                              </p:par>
                              <p:par>
                                <p:cTn id="80" presetID="22" presetClass="entr" presetSubtype="2" fill="hold" grpId="0" nodeType="withEffect">
                                  <p:stCondLst>
                                    <p:cond delay="150"/>
                                  </p:stCondLst>
                                  <p:childTnLst>
                                    <p:set>
                                      <p:cBhvr>
                                        <p:cTn id="81" dur="1" fill="hold">
                                          <p:stCondLst>
                                            <p:cond delay="0"/>
                                          </p:stCondLst>
                                        </p:cTn>
                                        <p:tgtEl>
                                          <p:spTgt spid="9"/>
                                        </p:tgtEl>
                                        <p:attrNameLst>
                                          <p:attrName>style.visibility</p:attrName>
                                        </p:attrNameLst>
                                      </p:cBhvr>
                                      <p:to>
                                        <p:strVal val="visible"/>
                                      </p:to>
                                    </p:set>
                                    <p:animEffect transition="in" filter="wipe(right)">
                                      <p:cBhvr>
                                        <p:cTn id="82" dur="500"/>
                                        <p:tgtEl>
                                          <p:spTgt spid="9"/>
                                        </p:tgtEl>
                                      </p:cBhvr>
                                    </p:animEffect>
                                  </p:childTnLst>
                                </p:cTn>
                              </p:par>
                              <p:par>
                                <p:cTn id="83" presetID="22" presetClass="entr" presetSubtype="2" fill="hold" grpId="0" nodeType="withEffect">
                                  <p:stCondLst>
                                    <p:cond delay="300"/>
                                  </p:stCondLst>
                                  <p:childTnLst>
                                    <p:set>
                                      <p:cBhvr>
                                        <p:cTn id="84" dur="1" fill="hold">
                                          <p:stCondLst>
                                            <p:cond delay="0"/>
                                          </p:stCondLst>
                                        </p:cTn>
                                        <p:tgtEl>
                                          <p:spTgt spid="10"/>
                                        </p:tgtEl>
                                        <p:attrNameLst>
                                          <p:attrName>style.visibility</p:attrName>
                                        </p:attrNameLst>
                                      </p:cBhvr>
                                      <p:to>
                                        <p:strVal val="visible"/>
                                      </p:to>
                                    </p:set>
                                    <p:animEffect transition="in" filter="wipe(right)">
                                      <p:cBhvr>
                                        <p:cTn id="85" dur="500"/>
                                        <p:tgtEl>
                                          <p:spTgt spid="10"/>
                                        </p:tgtEl>
                                      </p:cBhvr>
                                    </p:animEffect>
                                  </p:childTnLst>
                                </p:cTn>
                              </p:par>
                              <p:par>
                                <p:cTn id="86" presetID="22" presetClass="entr" presetSubtype="2" fill="hold" grpId="0" nodeType="withEffect">
                                  <p:stCondLst>
                                    <p:cond delay="450"/>
                                  </p:stCondLst>
                                  <p:childTnLst>
                                    <p:set>
                                      <p:cBhvr>
                                        <p:cTn id="87" dur="1" fill="hold">
                                          <p:stCondLst>
                                            <p:cond delay="0"/>
                                          </p:stCondLst>
                                        </p:cTn>
                                        <p:tgtEl>
                                          <p:spTgt spid="11"/>
                                        </p:tgtEl>
                                        <p:attrNameLst>
                                          <p:attrName>style.visibility</p:attrName>
                                        </p:attrNameLst>
                                      </p:cBhvr>
                                      <p:to>
                                        <p:strVal val="visible"/>
                                      </p:to>
                                    </p:set>
                                    <p:animEffect transition="in" filter="wipe(right)">
                                      <p:cBhvr>
                                        <p:cTn id="8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p:bldP spid="9" grpId="0"/>
      <p:bldP spid="10" grpId="0"/>
      <p:bldP spid="11" grpId="0"/>
      <p:bldP spid="12" grpId="0" animBg="1"/>
      <p:bldP spid="13" grpId="0" animBg="1"/>
      <p:bldP spid="14" grpId="0" animBg="1"/>
      <p:bldP spid="15" grpId="0" animBg="1"/>
      <p:bldP spid="16" grpId="0"/>
      <p:bldP spid="17" grpId="0"/>
      <p:bldP spid="18" grpId="0"/>
      <p:bldP spid="19" grpId="0"/>
      <p:bldP spid="20" grpId="0"/>
      <p:bldP spid="21" grpId="0"/>
      <p:bldP spid="22" grpId="0"/>
      <p:bldP spid="23" grpId="0"/>
      <p:bldP spid="24" grpId="0" animBg="1"/>
      <p:bldP spid="25" grpId="0" animBg="1"/>
      <p:bldP spid="26" grpId="0"/>
      <p:bldP spid="2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p:cNvSpPr>
            <a:spLocks/>
          </p:cNvSpPr>
          <p:nvPr/>
        </p:nvSpPr>
        <p:spPr bwMode="auto">
          <a:xfrm>
            <a:off x="1842358" y="1131590"/>
            <a:ext cx="4385826" cy="3697563"/>
          </a:xfrm>
          <a:custGeom>
            <a:avLst/>
            <a:gdLst>
              <a:gd name="T0" fmla="*/ 0 w 3668"/>
              <a:gd name="T1" fmla="*/ 2147483647 h 3785"/>
              <a:gd name="T2" fmla="*/ 2147483647 w 3668"/>
              <a:gd name="T3" fmla="*/ 2147483647 h 3785"/>
              <a:gd name="T4" fmla="*/ 2147483647 w 3668"/>
              <a:gd name="T5" fmla="*/ 2147483647 h 3785"/>
              <a:gd name="T6" fmla="*/ 2147483647 w 3668"/>
              <a:gd name="T7" fmla="*/ 2147483647 h 3785"/>
              <a:gd name="T8" fmla="*/ 2147483647 w 3668"/>
              <a:gd name="T9" fmla="*/ 2147483647 h 3785"/>
              <a:gd name="T10" fmla="*/ 2147483647 w 3668"/>
              <a:gd name="T11" fmla="*/ 2147483647 h 3785"/>
              <a:gd name="T12" fmla="*/ 2147483647 w 3668"/>
              <a:gd name="T13" fmla="*/ 2147483647 h 3785"/>
              <a:gd name="T14" fmla="*/ 2147483647 w 3668"/>
              <a:gd name="T15" fmla="*/ 2147483647 h 3785"/>
              <a:gd name="T16" fmla="*/ 2147483647 w 3668"/>
              <a:gd name="T17" fmla="*/ 2147483647 h 3785"/>
              <a:gd name="T18" fmla="*/ 2147483647 w 3668"/>
              <a:gd name="T19" fmla="*/ 2147483647 h 3785"/>
              <a:gd name="T20" fmla="*/ 2147483647 w 3668"/>
              <a:gd name="T21" fmla="*/ 2147483647 h 3785"/>
              <a:gd name="T22" fmla="*/ 2147483647 w 3668"/>
              <a:gd name="T23" fmla="*/ 2147483647 h 3785"/>
              <a:gd name="T24" fmla="*/ 2147483647 w 3668"/>
              <a:gd name="T25" fmla="*/ 2147483647 h 3785"/>
              <a:gd name="T26" fmla="*/ 2147483647 w 3668"/>
              <a:gd name="T27" fmla="*/ 2147483647 h 3785"/>
              <a:gd name="T28" fmla="*/ 2147483647 w 3668"/>
              <a:gd name="T29" fmla="*/ 0 h 3785"/>
              <a:gd name="T30" fmla="*/ 2147483647 w 3668"/>
              <a:gd name="T31" fmla="*/ 2147483647 h 3785"/>
              <a:gd name="T32" fmla="*/ 2147483647 w 3668"/>
              <a:gd name="T33" fmla="*/ 2147483647 h 3785"/>
              <a:gd name="T34" fmla="*/ 2147483647 w 3668"/>
              <a:gd name="T35" fmla="*/ 2147483647 h 3785"/>
              <a:gd name="T36" fmla="*/ 2147483647 w 3668"/>
              <a:gd name="T37" fmla="*/ 2147483647 h 3785"/>
              <a:gd name="T38" fmla="*/ 2147483647 w 3668"/>
              <a:gd name="T39" fmla="*/ 2147483647 h 3785"/>
              <a:gd name="T40" fmla="*/ 2147483647 w 3668"/>
              <a:gd name="T41" fmla="*/ 2147483647 h 3785"/>
              <a:gd name="T42" fmla="*/ 2147483647 w 3668"/>
              <a:gd name="T43" fmla="*/ 2147483647 h 3785"/>
              <a:gd name="T44" fmla="*/ 2147483647 w 3668"/>
              <a:gd name="T45" fmla="*/ 2147483647 h 3785"/>
              <a:gd name="T46" fmla="*/ 2147483647 w 3668"/>
              <a:gd name="T47" fmla="*/ 2147483647 h 3785"/>
              <a:gd name="T48" fmla="*/ 2147483647 w 3668"/>
              <a:gd name="T49" fmla="*/ 2147483647 h 3785"/>
              <a:gd name="T50" fmla="*/ 2147483647 w 3668"/>
              <a:gd name="T51" fmla="*/ 2147483647 h 3785"/>
              <a:gd name="T52" fmla="*/ 2147483647 w 3668"/>
              <a:gd name="T53" fmla="*/ 2147483647 h 3785"/>
              <a:gd name="T54" fmla="*/ 2147483647 w 3668"/>
              <a:gd name="T55" fmla="*/ 2147483647 h 3785"/>
              <a:gd name="T56" fmla="*/ 0 w 3668"/>
              <a:gd name="T57" fmla="*/ 2147483647 h 3785"/>
              <a:gd name="T58" fmla="*/ 0 w 3668"/>
              <a:gd name="T59" fmla="*/ 2147483647 h 378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3668"/>
              <a:gd name="T91" fmla="*/ 0 h 3785"/>
              <a:gd name="T92" fmla="*/ 3668 w 3668"/>
              <a:gd name="T93" fmla="*/ 3785 h 378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3668" h="3785">
                <a:moveTo>
                  <a:pt x="0" y="2742"/>
                </a:moveTo>
                <a:lnTo>
                  <a:pt x="253" y="2556"/>
                </a:lnTo>
                <a:lnTo>
                  <a:pt x="515" y="2395"/>
                </a:lnTo>
                <a:lnTo>
                  <a:pt x="798" y="2223"/>
                </a:lnTo>
                <a:lnTo>
                  <a:pt x="1152" y="2000"/>
                </a:lnTo>
                <a:lnTo>
                  <a:pt x="1587" y="1728"/>
                </a:lnTo>
                <a:lnTo>
                  <a:pt x="1869" y="1525"/>
                </a:lnTo>
                <a:lnTo>
                  <a:pt x="2061" y="1394"/>
                </a:lnTo>
                <a:lnTo>
                  <a:pt x="2324" y="1182"/>
                </a:lnTo>
                <a:lnTo>
                  <a:pt x="2557" y="980"/>
                </a:lnTo>
                <a:lnTo>
                  <a:pt x="2769" y="768"/>
                </a:lnTo>
                <a:lnTo>
                  <a:pt x="2941" y="606"/>
                </a:lnTo>
                <a:lnTo>
                  <a:pt x="3193" y="353"/>
                </a:lnTo>
                <a:lnTo>
                  <a:pt x="3011" y="252"/>
                </a:lnTo>
                <a:lnTo>
                  <a:pt x="3648" y="0"/>
                </a:lnTo>
                <a:lnTo>
                  <a:pt x="3668" y="687"/>
                </a:lnTo>
                <a:lnTo>
                  <a:pt x="3466" y="525"/>
                </a:lnTo>
                <a:lnTo>
                  <a:pt x="3213" y="828"/>
                </a:lnTo>
                <a:lnTo>
                  <a:pt x="2910" y="1202"/>
                </a:lnTo>
                <a:lnTo>
                  <a:pt x="2698" y="1515"/>
                </a:lnTo>
                <a:lnTo>
                  <a:pt x="2597" y="1738"/>
                </a:lnTo>
                <a:lnTo>
                  <a:pt x="2496" y="1970"/>
                </a:lnTo>
                <a:lnTo>
                  <a:pt x="2435" y="2182"/>
                </a:lnTo>
                <a:lnTo>
                  <a:pt x="2375" y="2384"/>
                </a:lnTo>
                <a:lnTo>
                  <a:pt x="2264" y="2779"/>
                </a:lnTo>
                <a:lnTo>
                  <a:pt x="2183" y="3152"/>
                </a:lnTo>
                <a:lnTo>
                  <a:pt x="2122" y="3445"/>
                </a:lnTo>
                <a:lnTo>
                  <a:pt x="2042" y="3785"/>
                </a:lnTo>
                <a:lnTo>
                  <a:pt x="0" y="3785"/>
                </a:lnTo>
                <a:lnTo>
                  <a:pt x="0" y="2742"/>
                </a:lnTo>
                <a:close/>
              </a:path>
            </a:pathLst>
          </a:custGeom>
          <a:gradFill rotWithShape="1">
            <a:gsLst>
              <a:gs pos="0">
                <a:schemeClr val="bg1">
                  <a:lumMod val="75000"/>
                </a:schemeClr>
              </a:gs>
              <a:gs pos="100000">
                <a:srgbClr val="FFFFFF">
                  <a:alpha val="0"/>
                </a:srgbClr>
              </a:gs>
            </a:gsLst>
            <a:lin ang="5400000" scaled="1"/>
          </a:gradFill>
          <a:ln w="9525">
            <a:noFill/>
            <a:round/>
            <a:headEnd/>
            <a:tailEnd/>
          </a:ln>
        </p:spPr>
        <p:txBody>
          <a:bodyPr wrap="none" lIns="62873" tIns="31437" rIns="62873" bIns="31437" anchor="ctr"/>
          <a:lstStyle/>
          <a:p>
            <a:pPr algn="ctr" fontAlgn="base">
              <a:spcBef>
                <a:spcPct val="0"/>
              </a:spcBef>
              <a:spcAft>
                <a:spcPct val="0"/>
              </a:spcAft>
              <a:defRPr/>
            </a:pPr>
            <a:endParaRPr lang="zh-CN" altLang="en-US" sz="1300" b="1" kern="0">
              <a:solidFill>
                <a:srgbClr val="000000"/>
              </a:solidFill>
              <a:latin typeface="微软雅黑" panose="020B0503020204020204" pitchFamily="34" charset="-122"/>
              <a:ea typeface="微软雅黑" panose="020B0503020204020204" pitchFamily="34" charset="-122"/>
            </a:endParaRPr>
          </a:p>
        </p:txBody>
      </p:sp>
      <p:sp>
        <p:nvSpPr>
          <p:cNvPr id="4" name="圆角矩形 3"/>
          <p:cNvSpPr/>
          <p:nvPr/>
        </p:nvSpPr>
        <p:spPr>
          <a:xfrm>
            <a:off x="2990111" y="3477885"/>
            <a:ext cx="1591779" cy="294716"/>
          </a:xfrm>
          <a:prstGeom prst="roundRect">
            <a:avLst/>
          </a:prstGeom>
          <a:solidFill>
            <a:schemeClr val="accent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2873" tIns="31437" rIns="62873" bIns="31437" rtlCol="0" anchor="ctr"/>
          <a:lstStyle/>
          <a:p>
            <a:pPr algn="ctr"/>
            <a:r>
              <a:rPr lang="en-US" altLang="zh-CN" sz="1300" dirty="0">
                <a:latin typeface="微软雅黑" panose="020B0503020204020204" pitchFamily="34" charset="-122"/>
                <a:ea typeface="微软雅黑" panose="020B0503020204020204" pitchFamily="34" charset="-122"/>
              </a:rPr>
              <a:t>2012</a:t>
            </a:r>
            <a:r>
              <a:rPr lang="zh-CN" altLang="en-US" sz="1300" dirty="0">
                <a:latin typeface="微软雅黑" panose="020B0503020204020204" pitchFamily="34" charset="-122"/>
                <a:ea typeface="微软雅黑" panose="020B0503020204020204" pitchFamily="34" charset="-122"/>
              </a:rPr>
              <a:t>年</a:t>
            </a:r>
            <a:r>
              <a:rPr lang="en-US" altLang="zh-CN" sz="1300" dirty="0">
                <a:latin typeface="微软雅黑" panose="020B0503020204020204" pitchFamily="34" charset="-122"/>
                <a:ea typeface="微软雅黑" panose="020B0503020204020204" pitchFamily="34" charset="-122"/>
              </a:rPr>
              <a:t>4</a:t>
            </a:r>
            <a:r>
              <a:rPr lang="zh-CN" altLang="en-US" sz="1300" dirty="0">
                <a:latin typeface="微软雅黑" panose="020B0503020204020204" pitchFamily="34" charset="-122"/>
                <a:ea typeface="微软雅黑" panose="020B0503020204020204" pitchFamily="34" charset="-122"/>
              </a:rPr>
              <a:t>月</a:t>
            </a:r>
          </a:p>
        </p:txBody>
      </p:sp>
      <p:sp>
        <p:nvSpPr>
          <p:cNvPr id="5" name="圆角矩形 4"/>
          <p:cNvSpPr/>
          <p:nvPr/>
        </p:nvSpPr>
        <p:spPr>
          <a:xfrm>
            <a:off x="3657629" y="2842932"/>
            <a:ext cx="1591779" cy="294716"/>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2873" tIns="31437" rIns="62873" bIns="31437" rtlCol="0" anchor="ctr"/>
          <a:lstStyle/>
          <a:p>
            <a:pPr algn="ctr"/>
            <a:r>
              <a:rPr lang="en-US" altLang="zh-CN" sz="1300" dirty="0">
                <a:latin typeface="微软雅黑" panose="020B0503020204020204" pitchFamily="34" charset="-122"/>
                <a:ea typeface="微软雅黑" panose="020B0503020204020204" pitchFamily="34" charset="-122"/>
              </a:rPr>
              <a:t>2013</a:t>
            </a:r>
            <a:r>
              <a:rPr lang="zh-CN" altLang="en-US" sz="1300" dirty="0">
                <a:latin typeface="微软雅黑" panose="020B0503020204020204" pitchFamily="34" charset="-122"/>
                <a:ea typeface="微软雅黑" panose="020B0503020204020204" pitchFamily="34" charset="-122"/>
              </a:rPr>
              <a:t>年</a:t>
            </a:r>
            <a:r>
              <a:rPr lang="en-US" altLang="zh-CN" sz="1300" dirty="0">
                <a:latin typeface="微软雅黑" panose="020B0503020204020204" pitchFamily="34" charset="-122"/>
                <a:ea typeface="微软雅黑" panose="020B0503020204020204" pitchFamily="34" charset="-122"/>
              </a:rPr>
              <a:t>5</a:t>
            </a:r>
            <a:r>
              <a:rPr lang="zh-CN" altLang="en-US" sz="1300" dirty="0">
                <a:latin typeface="微软雅黑" panose="020B0503020204020204" pitchFamily="34" charset="-122"/>
                <a:ea typeface="微软雅黑" panose="020B0503020204020204" pitchFamily="34" charset="-122"/>
              </a:rPr>
              <a:t>月</a:t>
            </a:r>
          </a:p>
        </p:txBody>
      </p:sp>
      <p:sp>
        <p:nvSpPr>
          <p:cNvPr id="6" name="圆角矩形 5"/>
          <p:cNvSpPr/>
          <p:nvPr/>
        </p:nvSpPr>
        <p:spPr>
          <a:xfrm>
            <a:off x="4155060" y="2230346"/>
            <a:ext cx="1591779" cy="294716"/>
          </a:xfrm>
          <a:prstGeom prst="roundRect">
            <a:avLst/>
          </a:prstGeom>
          <a:solidFill>
            <a:schemeClr val="accent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2873" tIns="31437" rIns="62873" bIns="31437" rtlCol="0" anchor="ctr"/>
          <a:lstStyle/>
          <a:p>
            <a:pPr algn="ctr"/>
            <a:r>
              <a:rPr lang="en-US" altLang="zh-CN" sz="1300" dirty="0">
                <a:latin typeface="微软雅黑" panose="020B0503020204020204" pitchFamily="34" charset="-122"/>
                <a:ea typeface="微软雅黑" panose="020B0503020204020204" pitchFamily="34" charset="-122"/>
              </a:rPr>
              <a:t>2014</a:t>
            </a:r>
            <a:r>
              <a:rPr lang="zh-CN" altLang="en-US" sz="1300" dirty="0">
                <a:latin typeface="微软雅黑" panose="020B0503020204020204" pitchFamily="34" charset="-122"/>
                <a:ea typeface="微软雅黑" panose="020B0503020204020204" pitchFamily="34" charset="-122"/>
              </a:rPr>
              <a:t>年</a:t>
            </a:r>
            <a:r>
              <a:rPr lang="en-US" altLang="zh-CN" sz="1300" dirty="0">
                <a:latin typeface="微软雅黑" panose="020B0503020204020204" pitchFamily="34" charset="-122"/>
                <a:ea typeface="微软雅黑" panose="020B0503020204020204" pitchFamily="34" charset="-122"/>
              </a:rPr>
              <a:t>6</a:t>
            </a:r>
            <a:r>
              <a:rPr lang="zh-CN" altLang="en-US" sz="1300" dirty="0">
                <a:latin typeface="微软雅黑" panose="020B0503020204020204" pitchFamily="34" charset="-122"/>
                <a:ea typeface="微软雅黑" panose="020B0503020204020204" pitchFamily="34" charset="-122"/>
              </a:rPr>
              <a:t>月</a:t>
            </a:r>
          </a:p>
        </p:txBody>
      </p:sp>
      <p:sp>
        <p:nvSpPr>
          <p:cNvPr id="7" name="圆角矩形 6"/>
          <p:cNvSpPr/>
          <p:nvPr/>
        </p:nvSpPr>
        <p:spPr>
          <a:xfrm>
            <a:off x="4712678" y="1652099"/>
            <a:ext cx="1591779" cy="294716"/>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2873" tIns="31437" rIns="62873" bIns="31437" rtlCol="0" anchor="ctr"/>
          <a:lstStyle/>
          <a:p>
            <a:pPr algn="ctr"/>
            <a:r>
              <a:rPr lang="en-US" altLang="zh-CN" sz="1300" dirty="0">
                <a:latin typeface="微软雅黑" panose="020B0503020204020204" pitchFamily="34" charset="-122"/>
                <a:ea typeface="微软雅黑" panose="020B0503020204020204" pitchFamily="34" charset="-122"/>
              </a:rPr>
              <a:t>2015</a:t>
            </a:r>
            <a:r>
              <a:rPr lang="zh-CN" altLang="en-US" sz="1300" dirty="0">
                <a:latin typeface="微软雅黑" panose="020B0503020204020204" pitchFamily="34" charset="-122"/>
                <a:ea typeface="微软雅黑" panose="020B0503020204020204" pitchFamily="34" charset="-122"/>
              </a:rPr>
              <a:t>年</a:t>
            </a:r>
            <a:r>
              <a:rPr lang="en-US" altLang="zh-CN" sz="1300" dirty="0">
                <a:latin typeface="微软雅黑" panose="020B0503020204020204" pitchFamily="34" charset="-122"/>
                <a:ea typeface="微软雅黑" panose="020B0503020204020204" pitchFamily="34" charset="-122"/>
              </a:rPr>
              <a:t>12</a:t>
            </a:r>
            <a:r>
              <a:rPr lang="zh-CN" altLang="en-US" sz="1300" dirty="0">
                <a:latin typeface="微软雅黑" panose="020B0503020204020204" pitchFamily="34" charset="-122"/>
                <a:ea typeface="微软雅黑" panose="020B0503020204020204" pitchFamily="34" charset="-122"/>
              </a:rPr>
              <a:t>月</a:t>
            </a:r>
          </a:p>
        </p:txBody>
      </p:sp>
      <p:sp>
        <p:nvSpPr>
          <p:cNvPr id="9" name="圆角矩形 8"/>
          <p:cNvSpPr/>
          <p:nvPr/>
        </p:nvSpPr>
        <p:spPr>
          <a:xfrm>
            <a:off x="2358503" y="4059217"/>
            <a:ext cx="1591779" cy="294716"/>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2873" tIns="31437" rIns="62873" bIns="31437" rtlCol="0" anchor="ctr"/>
          <a:lstStyle/>
          <a:p>
            <a:pPr algn="ctr"/>
            <a:r>
              <a:rPr lang="en-US" altLang="zh-CN" sz="1300" dirty="0">
                <a:latin typeface="微软雅黑" panose="020B0503020204020204" pitchFamily="34" charset="-122"/>
                <a:ea typeface="微软雅黑" panose="020B0503020204020204" pitchFamily="34" charset="-122"/>
              </a:rPr>
              <a:t>2011</a:t>
            </a:r>
            <a:r>
              <a:rPr lang="zh-CN" altLang="en-US" sz="1300" dirty="0">
                <a:latin typeface="微软雅黑" panose="020B0503020204020204" pitchFamily="34" charset="-122"/>
                <a:ea typeface="微软雅黑" panose="020B0503020204020204" pitchFamily="34" charset="-122"/>
              </a:rPr>
              <a:t>年</a:t>
            </a:r>
            <a:r>
              <a:rPr lang="en-US" altLang="zh-CN" sz="1300" dirty="0">
                <a:latin typeface="微软雅黑" panose="020B0503020204020204" pitchFamily="34" charset="-122"/>
                <a:ea typeface="微软雅黑" panose="020B0503020204020204" pitchFamily="34" charset="-122"/>
              </a:rPr>
              <a:t>3</a:t>
            </a:r>
            <a:r>
              <a:rPr lang="zh-CN" altLang="en-US" sz="1300" dirty="0">
                <a:latin typeface="微软雅黑" panose="020B0503020204020204" pitchFamily="34" charset="-122"/>
                <a:ea typeface="微软雅黑" panose="020B0503020204020204" pitchFamily="34" charset="-122"/>
              </a:rPr>
              <a:t>月</a:t>
            </a:r>
          </a:p>
        </p:txBody>
      </p:sp>
      <p:sp>
        <p:nvSpPr>
          <p:cNvPr id="10" name="矩形 9"/>
          <p:cNvSpPr/>
          <p:nvPr/>
        </p:nvSpPr>
        <p:spPr>
          <a:xfrm>
            <a:off x="4712678" y="4039585"/>
            <a:ext cx="1579168" cy="432820"/>
          </a:xfrm>
          <a:prstGeom prst="rect">
            <a:avLst/>
          </a:prstGeom>
          <a:ln>
            <a:solidFill>
              <a:srgbClr val="01458E"/>
            </a:solidFill>
            <a:prstDash val="dash"/>
          </a:ln>
        </p:spPr>
        <p:txBody>
          <a:bodyPr wrap="square" lIns="62873" tIns="31437" rIns="62873" bIns="31437">
            <a:spAutoFit/>
          </a:bodyPr>
          <a:lstStyle/>
          <a:p>
            <a:pPr algn="ct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单击此处添加文本</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单击此处添加文本</a:t>
            </a:r>
          </a:p>
        </p:txBody>
      </p:sp>
      <p:sp>
        <p:nvSpPr>
          <p:cNvPr id="11" name="矩形 10"/>
          <p:cNvSpPr/>
          <p:nvPr/>
        </p:nvSpPr>
        <p:spPr>
          <a:xfrm>
            <a:off x="5133353" y="3415816"/>
            <a:ext cx="1579168" cy="432820"/>
          </a:xfrm>
          <a:prstGeom prst="rect">
            <a:avLst/>
          </a:prstGeom>
          <a:ln>
            <a:solidFill>
              <a:srgbClr val="01458E"/>
            </a:solidFill>
            <a:prstDash val="dash"/>
          </a:ln>
        </p:spPr>
        <p:txBody>
          <a:bodyPr wrap="square" lIns="62873" tIns="31437" rIns="62873" bIns="31437">
            <a:spAutoFit/>
          </a:bodyPr>
          <a:lstStyle/>
          <a:p>
            <a:pPr algn="ct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单击此处添加文本</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单击此处添加文本</a:t>
            </a:r>
          </a:p>
        </p:txBody>
      </p:sp>
      <p:sp>
        <p:nvSpPr>
          <p:cNvPr id="12" name="矩形 11"/>
          <p:cNvSpPr/>
          <p:nvPr/>
        </p:nvSpPr>
        <p:spPr>
          <a:xfrm>
            <a:off x="5541562" y="2792046"/>
            <a:ext cx="1579168" cy="432820"/>
          </a:xfrm>
          <a:prstGeom prst="rect">
            <a:avLst/>
          </a:prstGeom>
          <a:ln>
            <a:solidFill>
              <a:srgbClr val="01458E"/>
            </a:solidFill>
            <a:prstDash val="dash"/>
          </a:ln>
        </p:spPr>
        <p:txBody>
          <a:bodyPr wrap="square" lIns="62873" tIns="31437" rIns="62873" bIns="31437">
            <a:spAutoFit/>
          </a:bodyPr>
          <a:lstStyle/>
          <a:p>
            <a:pPr algn="ct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单击此处添加文本</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单击此处添加文本</a:t>
            </a:r>
          </a:p>
        </p:txBody>
      </p:sp>
      <p:sp>
        <p:nvSpPr>
          <p:cNvPr id="13" name="矩形 12"/>
          <p:cNvSpPr/>
          <p:nvPr/>
        </p:nvSpPr>
        <p:spPr>
          <a:xfrm>
            <a:off x="5922937" y="2168277"/>
            <a:ext cx="1579168" cy="432820"/>
          </a:xfrm>
          <a:prstGeom prst="rect">
            <a:avLst/>
          </a:prstGeom>
          <a:ln>
            <a:solidFill>
              <a:srgbClr val="01458E"/>
            </a:solidFill>
            <a:prstDash val="dash"/>
          </a:ln>
        </p:spPr>
        <p:txBody>
          <a:bodyPr wrap="square" lIns="62873" tIns="31437" rIns="62873" bIns="31437">
            <a:spAutoFit/>
          </a:bodyPr>
          <a:lstStyle/>
          <a:p>
            <a:pPr algn="ct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单击此处添加文本</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单击此处添加文本</a:t>
            </a:r>
          </a:p>
        </p:txBody>
      </p:sp>
      <p:sp>
        <p:nvSpPr>
          <p:cNvPr id="14" name="矩形 13"/>
          <p:cNvSpPr/>
          <p:nvPr/>
        </p:nvSpPr>
        <p:spPr>
          <a:xfrm>
            <a:off x="6521224" y="1601214"/>
            <a:ext cx="1579168" cy="432820"/>
          </a:xfrm>
          <a:prstGeom prst="rect">
            <a:avLst/>
          </a:prstGeom>
          <a:ln>
            <a:solidFill>
              <a:srgbClr val="01458E"/>
            </a:solidFill>
            <a:prstDash val="dash"/>
          </a:ln>
        </p:spPr>
        <p:txBody>
          <a:bodyPr wrap="square" lIns="62873" tIns="31437" rIns="62873" bIns="31437">
            <a:spAutoFit/>
          </a:bodyPr>
          <a:lstStyle/>
          <a:p>
            <a:pPr algn="ct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单击此处添加文本</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单击此处添加文本</a:t>
            </a:r>
          </a:p>
        </p:txBody>
      </p:sp>
      <p:sp>
        <p:nvSpPr>
          <p:cNvPr id="15" name="Content Placeholder 2"/>
          <p:cNvSpPr txBox="1">
            <a:spLocks/>
          </p:cNvSpPr>
          <p:nvPr/>
        </p:nvSpPr>
        <p:spPr>
          <a:xfrm>
            <a:off x="1018280" y="1761009"/>
            <a:ext cx="2545608" cy="905004"/>
          </a:xfrm>
          <a:prstGeom prst="rect">
            <a:avLst/>
          </a:prstGeom>
        </p:spPr>
        <p:txBody>
          <a:bodyPr lIns="68580" tIns="34290" rIns="68580" bIns="3429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None/>
            </a:pPr>
            <a:r>
              <a:rPr lang="zh-CN" altLang="en-US" sz="12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您的内容打在这里，或者通过复制您的文本后，在此框中选择粘贴，并选择只保留文字。在此录入上述图表的综合描述说明。</a:t>
            </a:r>
            <a:endParaRPr lang="en-US" sz="1200" dirty="0">
              <a:solidFill>
                <a:schemeClr val="tx1">
                  <a:lumMod val="75000"/>
                  <a:lumOff val="25000"/>
                </a:schemeClr>
              </a:solidFill>
              <a:latin typeface="微软雅黑" pitchFamily="34" charset="-122"/>
              <a:ea typeface="微软雅黑" pitchFamily="34" charset="-122"/>
            </a:endParaRPr>
          </a:p>
        </p:txBody>
      </p:sp>
      <p:sp>
        <p:nvSpPr>
          <p:cNvPr id="16" name="Title 13"/>
          <p:cNvSpPr txBox="1">
            <a:spLocks/>
          </p:cNvSpPr>
          <p:nvPr/>
        </p:nvSpPr>
        <p:spPr>
          <a:xfrm>
            <a:off x="1040529" y="1381646"/>
            <a:ext cx="2163319" cy="439136"/>
          </a:xfrm>
          <a:prstGeom prst="rect">
            <a:avLst/>
          </a:prstGeom>
        </p:spPr>
        <p:txBody>
          <a:bodyPr vert="horz" lIns="68580" tIns="34290" rIns="68580" bIns="3429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zh-CN" altLang="en-US" sz="1400" b="1" dirty="0" smtClean="0">
                <a:solidFill>
                  <a:schemeClr val="accent1"/>
                </a:solidFill>
                <a:latin typeface="微软雅黑" pitchFamily="34" charset="-122"/>
                <a:ea typeface="微软雅黑" pitchFamily="34" charset="-122"/>
              </a:rPr>
              <a:t>添加标题内容文字</a:t>
            </a:r>
            <a:endParaRPr lang="en-US" sz="1400" b="1" dirty="0">
              <a:solidFill>
                <a:schemeClr val="accent1"/>
              </a:solidFill>
              <a:latin typeface="微软雅黑" pitchFamily="34" charset="-122"/>
              <a:ea typeface="微软雅黑" pitchFamily="34" charset="-122"/>
            </a:endParaRPr>
          </a:p>
        </p:txBody>
      </p:sp>
      <p:sp>
        <p:nvSpPr>
          <p:cNvPr id="17" name="TextBox 16"/>
          <p:cNvSpPr txBox="1"/>
          <p:nvPr/>
        </p:nvSpPr>
        <p:spPr>
          <a:xfrm>
            <a:off x="355782" y="205624"/>
            <a:ext cx="2236510" cy="400110"/>
          </a:xfrm>
          <a:prstGeom prst="rect">
            <a:avLst/>
          </a:prstGeom>
          <a:noFill/>
        </p:spPr>
        <p:txBody>
          <a:bodyPr wrap="none" rtlCol="0">
            <a:spAutoFit/>
          </a:bodyPr>
          <a:lstStyle/>
          <a:p>
            <a:r>
              <a:rPr lang="zh-CN" altLang="en-US" sz="2000" b="1" dirty="0" smtClean="0">
                <a:solidFill>
                  <a:schemeClr val="accent1"/>
                </a:solidFill>
                <a:latin typeface="微软雅黑" pitchFamily="34" charset="-122"/>
                <a:ea typeface="微软雅黑" pitchFamily="34" charset="-122"/>
              </a:rPr>
              <a:t>点击添加标题文本</a:t>
            </a:r>
            <a:endParaRPr lang="zh-CN" altLang="en-US" sz="2000" b="1" dirty="0">
              <a:solidFill>
                <a:schemeClr val="accent1"/>
              </a:solidFill>
              <a:latin typeface="微软雅黑" pitchFamily="34" charset="-122"/>
              <a:ea typeface="微软雅黑" pitchFamily="34" charset="-122"/>
            </a:endParaRPr>
          </a:p>
        </p:txBody>
      </p:sp>
      <p:sp>
        <p:nvSpPr>
          <p:cNvPr id="18" name="TextBox 17"/>
          <p:cNvSpPr txBox="1"/>
          <p:nvPr/>
        </p:nvSpPr>
        <p:spPr>
          <a:xfrm>
            <a:off x="7682019" y="195037"/>
            <a:ext cx="1138453" cy="461665"/>
          </a:xfrm>
          <a:prstGeom prst="rect">
            <a:avLst/>
          </a:prstGeom>
          <a:noFill/>
        </p:spPr>
        <p:txBody>
          <a:bodyPr wrap="none" rtlCol="0">
            <a:spAutoFit/>
          </a:bodyPr>
          <a:lstStyle/>
          <a:p>
            <a:r>
              <a:rPr lang="en-US" altLang="zh-CN" sz="2400" dirty="0" smtClean="0">
                <a:solidFill>
                  <a:schemeClr val="accent2"/>
                </a:solidFill>
                <a:latin typeface="Eras Bold ITC" panose="020B0907030504020204" pitchFamily="34" charset="0"/>
                <a:ea typeface="微软雅黑" panose="020B0503020204020204" pitchFamily="34" charset="-122"/>
              </a:rPr>
              <a:t>LOGO</a:t>
            </a:r>
            <a:endParaRPr lang="zh-CN" altLang="en-US" sz="2400" dirty="0">
              <a:solidFill>
                <a:schemeClr val="accent2"/>
              </a:solidFill>
              <a:latin typeface="Eras Bold ITC" panose="020B0907030504020204" pitchFamily="34" charset="0"/>
              <a:ea typeface="微软雅黑" panose="020B0503020204020204" pitchFamily="34" charset="-122"/>
            </a:endParaRPr>
          </a:p>
        </p:txBody>
      </p:sp>
    </p:spTree>
    <p:extLst>
      <p:ext uri="{BB962C8B-B14F-4D97-AF65-F5344CB8AC3E}">
        <p14:creationId xmlns:p14="http://schemas.microsoft.com/office/powerpoint/2010/main" val="3478139338"/>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 presetClass="entr" presetSubtype="8" fill="hold" grpId="0" nodeType="withEffect">
                                  <p:stCondLst>
                                    <p:cond delay="300"/>
                                  </p:stCondLst>
                                  <p:childTnLst>
                                    <p:set>
                                      <p:cBhvr>
                                        <p:cTn id="9" dur="1" fill="hold">
                                          <p:stCondLst>
                                            <p:cond delay="0"/>
                                          </p:stCondLst>
                                        </p:cTn>
                                        <p:tgtEl>
                                          <p:spTgt spid="9"/>
                                        </p:tgtEl>
                                        <p:attrNameLst>
                                          <p:attrName>style.visibility</p:attrName>
                                        </p:attrNameLst>
                                      </p:cBhvr>
                                      <p:to>
                                        <p:strVal val="visible"/>
                                      </p:to>
                                    </p:set>
                                    <p:anim calcmode="lin" valueType="num">
                                      <p:cBhvr additive="base">
                                        <p:cTn id="10" dur="500" fill="hold"/>
                                        <p:tgtEl>
                                          <p:spTgt spid="9"/>
                                        </p:tgtEl>
                                        <p:attrNameLst>
                                          <p:attrName>ppt_x</p:attrName>
                                        </p:attrNameLst>
                                      </p:cBhvr>
                                      <p:tavLst>
                                        <p:tav tm="0">
                                          <p:val>
                                            <p:strVal val="0-#ppt_w/2"/>
                                          </p:val>
                                        </p:tav>
                                        <p:tav tm="100000">
                                          <p:val>
                                            <p:strVal val="#ppt_x"/>
                                          </p:val>
                                        </p:tav>
                                      </p:tavLst>
                                    </p:anim>
                                    <p:anim calcmode="lin" valueType="num">
                                      <p:cBhvr additive="base">
                                        <p:cTn id="11" dur="500" fill="hold"/>
                                        <p:tgtEl>
                                          <p:spTgt spid="9"/>
                                        </p:tgtEl>
                                        <p:attrNameLst>
                                          <p:attrName>ppt_y</p:attrName>
                                        </p:attrNameLst>
                                      </p:cBhvr>
                                      <p:tavLst>
                                        <p:tav tm="0">
                                          <p:val>
                                            <p:strVal val="#ppt_y"/>
                                          </p:val>
                                        </p:tav>
                                        <p:tav tm="100000">
                                          <p:val>
                                            <p:strVal val="#ppt_y"/>
                                          </p:val>
                                        </p:tav>
                                      </p:tavLst>
                                    </p:anim>
                                  </p:childTnLst>
                                </p:cTn>
                              </p:par>
                              <p:par>
                                <p:cTn id="12" presetID="2" presetClass="entr" presetSubtype="2" fill="hold" grpId="0" nodeType="withEffect">
                                  <p:stCondLst>
                                    <p:cond delay="300"/>
                                  </p:stCondLst>
                                  <p:childTnLst>
                                    <p:set>
                                      <p:cBhvr>
                                        <p:cTn id="13" dur="1" fill="hold">
                                          <p:stCondLst>
                                            <p:cond delay="0"/>
                                          </p:stCondLst>
                                        </p:cTn>
                                        <p:tgtEl>
                                          <p:spTgt spid="10"/>
                                        </p:tgtEl>
                                        <p:attrNameLst>
                                          <p:attrName>style.visibility</p:attrName>
                                        </p:attrNameLst>
                                      </p:cBhvr>
                                      <p:to>
                                        <p:strVal val="visible"/>
                                      </p:to>
                                    </p:set>
                                    <p:anim calcmode="lin" valueType="num">
                                      <p:cBhvr additive="base">
                                        <p:cTn id="14" dur="500" fill="hold"/>
                                        <p:tgtEl>
                                          <p:spTgt spid="10"/>
                                        </p:tgtEl>
                                        <p:attrNameLst>
                                          <p:attrName>ppt_x</p:attrName>
                                        </p:attrNameLst>
                                      </p:cBhvr>
                                      <p:tavLst>
                                        <p:tav tm="0">
                                          <p:val>
                                            <p:strVal val="1+#ppt_w/2"/>
                                          </p:val>
                                        </p:tav>
                                        <p:tav tm="100000">
                                          <p:val>
                                            <p:strVal val="#ppt_x"/>
                                          </p:val>
                                        </p:tav>
                                      </p:tavLst>
                                    </p:anim>
                                    <p:anim calcmode="lin" valueType="num">
                                      <p:cBhvr additive="base">
                                        <p:cTn id="15" dur="500" fill="hold"/>
                                        <p:tgtEl>
                                          <p:spTgt spid="10"/>
                                        </p:tgtEl>
                                        <p:attrNameLst>
                                          <p:attrName>ppt_y</p:attrName>
                                        </p:attrNameLst>
                                      </p:cBhvr>
                                      <p:tavLst>
                                        <p:tav tm="0">
                                          <p:val>
                                            <p:strVal val="#ppt_y"/>
                                          </p:val>
                                        </p:tav>
                                        <p:tav tm="100000">
                                          <p:val>
                                            <p:strVal val="#ppt_y"/>
                                          </p:val>
                                        </p:tav>
                                      </p:tavLst>
                                    </p:anim>
                                  </p:childTnLst>
                                </p:cTn>
                              </p:par>
                              <p:par>
                                <p:cTn id="16" presetID="2" presetClass="entr" presetSubtype="8" fill="hold" grpId="0" nodeType="withEffect">
                                  <p:stCondLst>
                                    <p:cond delay="50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fill="hold"/>
                                        <p:tgtEl>
                                          <p:spTgt spid="4"/>
                                        </p:tgtEl>
                                        <p:attrNameLst>
                                          <p:attrName>ppt_x</p:attrName>
                                        </p:attrNameLst>
                                      </p:cBhvr>
                                      <p:tavLst>
                                        <p:tav tm="0">
                                          <p:val>
                                            <p:strVal val="0-#ppt_w/2"/>
                                          </p:val>
                                        </p:tav>
                                        <p:tav tm="100000">
                                          <p:val>
                                            <p:strVal val="#ppt_x"/>
                                          </p:val>
                                        </p:tav>
                                      </p:tavLst>
                                    </p:anim>
                                    <p:anim calcmode="lin" valueType="num">
                                      <p:cBhvr additive="base">
                                        <p:cTn id="19" dur="500" fill="hold"/>
                                        <p:tgtEl>
                                          <p:spTgt spid="4"/>
                                        </p:tgtEl>
                                        <p:attrNameLst>
                                          <p:attrName>ppt_y</p:attrName>
                                        </p:attrNameLst>
                                      </p:cBhvr>
                                      <p:tavLst>
                                        <p:tav tm="0">
                                          <p:val>
                                            <p:strVal val="#ppt_y"/>
                                          </p:val>
                                        </p:tav>
                                        <p:tav tm="100000">
                                          <p:val>
                                            <p:strVal val="#ppt_y"/>
                                          </p:val>
                                        </p:tav>
                                      </p:tavLst>
                                    </p:anim>
                                  </p:childTnLst>
                                </p:cTn>
                              </p:par>
                              <p:par>
                                <p:cTn id="20" presetID="2" presetClass="entr" presetSubtype="2" fill="hold" grpId="0" nodeType="withEffect">
                                  <p:stCondLst>
                                    <p:cond delay="50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1+#ppt_w/2"/>
                                          </p:val>
                                        </p:tav>
                                        <p:tav tm="100000">
                                          <p:val>
                                            <p:strVal val="#ppt_x"/>
                                          </p:val>
                                        </p:tav>
                                      </p:tavLst>
                                    </p:anim>
                                    <p:anim calcmode="lin" valueType="num">
                                      <p:cBhvr additive="base">
                                        <p:cTn id="23" dur="500" fill="hold"/>
                                        <p:tgtEl>
                                          <p:spTgt spid="11"/>
                                        </p:tgtEl>
                                        <p:attrNameLst>
                                          <p:attrName>ppt_y</p:attrName>
                                        </p:attrNameLst>
                                      </p:cBhvr>
                                      <p:tavLst>
                                        <p:tav tm="0">
                                          <p:val>
                                            <p:strVal val="#ppt_y"/>
                                          </p:val>
                                        </p:tav>
                                        <p:tav tm="100000">
                                          <p:val>
                                            <p:strVal val="#ppt_y"/>
                                          </p:val>
                                        </p:tav>
                                      </p:tavLst>
                                    </p:anim>
                                  </p:childTnLst>
                                </p:cTn>
                              </p:par>
                              <p:par>
                                <p:cTn id="24" presetID="2" presetClass="entr" presetSubtype="8" fill="hold" grpId="0" nodeType="withEffect">
                                  <p:stCondLst>
                                    <p:cond delay="700"/>
                                  </p:stCondLst>
                                  <p:childTnLst>
                                    <p:set>
                                      <p:cBhvr>
                                        <p:cTn id="25" dur="1" fill="hold">
                                          <p:stCondLst>
                                            <p:cond delay="0"/>
                                          </p:stCondLst>
                                        </p:cTn>
                                        <p:tgtEl>
                                          <p:spTgt spid="5"/>
                                        </p:tgtEl>
                                        <p:attrNameLst>
                                          <p:attrName>style.visibility</p:attrName>
                                        </p:attrNameLst>
                                      </p:cBhvr>
                                      <p:to>
                                        <p:strVal val="visible"/>
                                      </p:to>
                                    </p:set>
                                    <p:anim calcmode="lin" valueType="num">
                                      <p:cBhvr additive="base">
                                        <p:cTn id="26" dur="500" fill="hold"/>
                                        <p:tgtEl>
                                          <p:spTgt spid="5"/>
                                        </p:tgtEl>
                                        <p:attrNameLst>
                                          <p:attrName>ppt_x</p:attrName>
                                        </p:attrNameLst>
                                      </p:cBhvr>
                                      <p:tavLst>
                                        <p:tav tm="0">
                                          <p:val>
                                            <p:strVal val="0-#ppt_w/2"/>
                                          </p:val>
                                        </p:tav>
                                        <p:tav tm="100000">
                                          <p:val>
                                            <p:strVal val="#ppt_x"/>
                                          </p:val>
                                        </p:tav>
                                      </p:tavLst>
                                    </p:anim>
                                    <p:anim calcmode="lin" valueType="num">
                                      <p:cBhvr additive="base">
                                        <p:cTn id="27" dur="500" fill="hold"/>
                                        <p:tgtEl>
                                          <p:spTgt spid="5"/>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700"/>
                                  </p:stCondLst>
                                  <p:childTnLst>
                                    <p:set>
                                      <p:cBhvr>
                                        <p:cTn id="29" dur="1" fill="hold">
                                          <p:stCondLst>
                                            <p:cond delay="0"/>
                                          </p:stCondLst>
                                        </p:cTn>
                                        <p:tgtEl>
                                          <p:spTgt spid="12"/>
                                        </p:tgtEl>
                                        <p:attrNameLst>
                                          <p:attrName>style.visibility</p:attrName>
                                        </p:attrNameLst>
                                      </p:cBhvr>
                                      <p:to>
                                        <p:strVal val="visible"/>
                                      </p:to>
                                    </p:set>
                                    <p:anim calcmode="lin" valueType="num">
                                      <p:cBhvr additive="base">
                                        <p:cTn id="30" dur="500" fill="hold"/>
                                        <p:tgtEl>
                                          <p:spTgt spid="12"/>
                                        </p:tgtEl>
                                        <p:attrNameLst>
                                          <p:attrName>ppt_x</p:attrName>
                                        </p:attrNameLst>
                                      </p:cBhvr>
                                      <p:tavLst>
                                        <p:tav tm="0">
                                          <p:val>
                                            <p:strVal val="1+#ppt_w/2"/>
                                          </p:val>
                                        </p:tav>
                                        <p:tav tm="100000">
                                          <p:val>
                                            <p:strVal val="#ppt_x"/>
                                          </p:val>
                                        </p:tav>
                                      </p:tavLst>
                                    </p:anim>
                                    <p:anim calcmode="lin" valueType="num">
                                      <p:cBhvr additive="base">
                                        <p:cTn id="31" dur="500" fill="hold"/>
                                        <p:tgtEl>
                                          <p:spTgt spid="12"/>
                                        </p:tgtEl>
                                        <p:attrNameLst>
                                          <p:attrName>ppt_y</p:attrName>
                                        </p:attrNameLst>
                                      </p:cBhvr>
                                      <p:tavLst>
                                        <p:tav tm="0">
                                          <p:val>
                                            <p:strVal val="#ppt_y"/>
                                          </p:val>
                                        </p:tav>
                                        <p:tav tm="100000">
                                          <p:val>
                                            <p:strVal val="#ppt_y"/>
                                          </p:val>
                                        </p:tav>
                                      </p:tavLst>
                                    </p:anim>
                                  </p:childTnLst>
                                </p:cTn>
                              </p:par>
                              <p:par>
                                <p:cTn id="32" presetID="2" presetClass="entr" presetSubtype="8" fill="hold" grpId="0" nodeType="withEffect">
                                  <p:stCondLst>
                                    <p:cond delay="900"/>
                                  </p:stCondLst>
                                  <p:childTnLst>
                                    <p:set>
                                      <p:cBhvr>
                                        <p:cTn id="33" dur="1" fill="hold">
                                          <p:stCondLst>
                                            <p:cond delay="0"/>
                                          </p:stCondLst>
                                        </p:cTn>
                                        <p:tgtEl>
                                          <p:spTgt spid="6"/>
                                        </p:tgtEl>
                                        <p:attrNameLst>
                                          <p:attrName>style.visibility</p:attrName>
                                        </p:attrNameLst>
                                      </p:cBhvr>
                                      <p:to>
                                        <p:strVal val="visible"/>
                                      </p:to>
                                    </p:set>
                                    <p:anim calcmode="lin" valueType="num">
                                      <p:cBhvr additive="base">
                                        <p:cTn id="34" dur="500" fill="hold"/>
                                        <p:tgtEl>
                                          <p:spTgt spid="6"/>
                                        </p:tgtEl>
                                        <p:attrNameLst>
                                          <p:attrName>ppt_x</p:attrName>
                                        </p:attrNameLst>
                                      </p:cBhvr>
                                      <p:tavLst>
                                        <p:tav tm="0">
                                          <p:val>
                                            <p:strVal val="0-#ppt_w/2"/>
                                          </p:val>
                                        </p:tav>
                                        <p:tav tm="100000">
                                          <p:val>
                                            <p:strVal val="#ppt_x"/>
                                          </p:val>
                                        </p:tav>
                                      </p:tavLst>
                                    </p:anim>
                                    <p:anim calcmode="lin" valueType="num">
                                      <p:cBhvr additive="base">
                                        <p:cTn id="35" dur="500" fill="hold"/>
                                        <p:tgtEl>
                                          <p:spTgt spid="6"/>
                                        </p:tgtEl>
                                        <p:attrNameLst>
                                          <p:attrName>ppt_y</p:attrName>
                                        </p:attrNameLst>
                                      </p:cBhvr>
                                      <p:tavLst>
                                        <p:tav tm="0">
                                          <p:val>
                                            <p:strVal val="#ppt_y"/>
                                          </p:val>
                                        </p:tav>
                                        <p:tav tm="100000">
                                          <p:val>
                                            <p:strVal val="#ppt_y"/>
                                          </p:val>
                                        </p:tav>
                                      </p:tavLst>
                                    </p:anim>
                                  </p:childTnLst>
                                </p:cTn>
                              </p:par>
                              <p:par>
                                <p:cTn id="36" presetID="2" presetClass="entr" presetSubtype="2" fill="hold" grpId="0" nodeType="withEffect">
                                  <p:stCondLst>
                                    <p:cond delay="900"/>
                                  </p:stCondLst>
                                  <p:childTnLst>
                                    <p:set>
                                      <p:cBhvr>
                                        <p:cTn id="37" dur="1" fill="hold">
                                          <p:stCondLst>
                                            <p:cond delay="0"/>
                                          </p:stCondLst>
                                        </p:cTn>
                                        <p:tgtEl>
                                          <p:spTgt spid="13"/>
                                        </p:tgtEl>
                                        <p:attrNameLst>
                                          <p:attrName>style.visibility</p:attrName>
                                        </p:attrNameLst>
                                      </p:cBhvr>
                                      <p:to>
                                        <p:strVal val="visible"/>
                                      </p:to>
                                    </p:set>
                                    <p:anim calcmode="lin" valueType="num">
                                      <p:cBhvr additive="base">
                                        <p:cTn id="38" dur="500" fill="hold"/>
                                        <p:tgtEl>
                                          <p:spTgt spid="13"/>
                                        </p:tgtEl>
                                        <p:attrNameLst>
                                          <p:attrName>ppt_x</p:attrName>
                                        </p:attrNameLst>
                                      </p:cBhvr>
                                      <p:tavLst>
                                        <p:tav tm="0">
                                          <p:val>
                                            <p:strVal val="1+#ppt_w/2"/>
                                          </p:val>
                                        </p:tav>
                                        <p:tav tm="100000">
                                          <p:val>
                                            <p:strVal val="#ppt_x"/>
                                          </p:val>
                                        </p:tav>
                                      </p:tavLst>
                                    </p:anim>
                                    <p:anim calcmode="lin" valueType="num">
                                      <p:cBhvr additive="base">
                                        <p:cTn id="39" dur="500" fill="hold"/>
                                        <p:tgtEl>
                                          <p:spTgt spid="13"/>
                                        </p:tgtEl>
                                        <p:attrNameLst>
                                          <p:attrName>ppt_y</p:attrName>
                                        </p:attrNameLst>
                                      </p:cBhvr>
                                      <p:tavLst>
                                        <p:tav tm="0">
                                          <p:val>
                                            <p:strVal val="#ppt_y"/>
                                          </p:val>
                                        </p:tav>
                                        <p:tav tm="100000">
                                          <p:val>
                                            <p:strVal val="#ppt_y"/>
                                          </p:val>
                                        </p:tav>
                                      </p:tavLst>
                                    </p:anim>
                                  </p:childTnLst>
                                </p:cTn>
                              </p:par>
                              <p:par>
                                <p:cTn id="40" presetID="2" presetClass="entr" presetSubtype="8" fill="hold" grpId="0" nodeType="withEffect">
                                  <p:stCondLst>
                                    <p:cond delay="1200"/>
                                  </p:stCondLst>
                                  <p:childTnLst>
                                    <p:set>
                                      <p:cBhvr>
                                        <p:cTn id="41" dur="1" fill="hold">
                                          <p:stCondLst>
                                            <p:cond delay="0"/>
                                          </p:stCondLst>
                                        </p:cTn>
                                        <p:tgtEl>
                                          <p:spTgt spid="7"/>
                                        </p:tgtEl>
                                        <p:attrNameLst>
                                          <p:attrName>style.visibility</p:attrName>
                                        </p:attrNameLst>
                                      </p:cBhvr>
                                      <p:to>
                                        <p:strVal val="visible"/>
                                      </p:to>
                                    </p:set>
                                    <p:anim calcmode="lin" valueType="num">
                                      <p:cBhvr additive="base">
                                        <p:cTn id="42" dur="500" fill="hold"/>
                                        <p:tgtEl>
                                          <p:spTgt spid="7"/>
                                        </p:tgtEl>
                                        <p:attrNameLst>
                                          <p:attrName>ppt_x</p:attrName>
                                        </p:attrNameLst>
                                      </p:cBhvr>
                                      <p:tavLst>
                                        <p:tav tm="0">
                                          <p:val>
                                            <p:strVal val="0-#ppt_w/2"/>
                                          </p:val>
                                        </p:tav>
                                        <p:tav tm="100000">
                                          <p:val>
                                            <p:strVal val="#ppt_x"/>
                                          </p:val>
                                        </p:tav>
                                      </p:tavLst>
                                    </p:anim>
                                    <p:anim calcmode="lin" valueType="num">
                                      <p:cBhvr additive="base">
                                        <p:cTn id="43" dur="500" fill="hold"/>
                                        <p:tgtEl>
                                          <p:spTgt spid="7"/>
                                        </p:tgtEl>
                                        <p:attrNameLst>
                                          <p:attrName>ppt_y</p:attrName>
                                        </p:attrNameLst>
                                      </p:cBhvr>
                                      <p:tavLst>
                                        <p:tav tm="0">
                                          <p:val>
                                            <p:strVal val="#ppt_y"/>
                                          </p:val>
                                        </p:tav>
                                        <p:tav tm="100000">
                                          <p:val>
                                            <p:strVal val="#ppt_y"/>
                                          </p:val>
                                        </p:tav>
                                      </p:tavLst>
                                    </p:anim>
                                  </p:childTnLst>
                                </p:cTn>
                              </p:par>
                              <p:par>
                                <p:cTn id="44" presetID="2" presetClass="entr" presetSubtype="2" fill="hold" grpId="0" nodeType="withEffect">
                                  <p:stCondLst>
                                    <p:cond delay="1200"/>
                                  </p:stCondLst>
                                  <p:childTnLst>
                                    <p:set>
                                      <p:cBhvr>
                                        <p:cTn id="45" dur="1" fill="hold">
                                          <p:stCondLst>
                                            <p:cond delay="0"/>
                                          </p:stCondLst>
                                        </p:cTn>
                                        <p:tgtEl>
                                          <p:spTgt spid="14"/>
                                        </p:tgtEl>
                                        <p:attrNameLst>
                                          <p:attrName>style.visibility</p:attrName>
                                        </p:attrNameLst>
                                      </p:cBhvr>
                                      <p:to>
                                        <p:strVal val="visible"/>
                                      </p:to>
                                    </p:set>
                                    <p:anim calcmode="lin" valueType="num">
                                      <p:cBhvr additive="base">
                                        <p:cTn id="46" dur="500" fill="hold"/>
                                        <p:tgtEl>
                                          <p:spTgt spid="14"/>
                                        </p:tgtEl>
                                        <p:attrNameLst>
                                          <p:attrName>ppt_x</p:attrName>
                                        </p:attrNameLst>
                                      </p:cBhvr>
                                      <p:tavLst>
                                        <p:tav tm="0">
                                          <p:val>
                                            <p:strVal val="1+#ppt_w/2"/>
                                          </p:val>
                                        </p:tav>
                                        <p:tav tm="100000">
                                          <p:val>
                                            <p:strVal val="#ppt_x"/>
                                          </p:val>
                                        </p:tav>
                                      </p:tavLst>
                                    </p:anim>
                                    <p:anim calcmode="lin" valueType="num">
                                      <p:cBhvr additive="base">
                                        <p:cTn id="47" dur="500" fill="hold"/>
                                        <p:tgtEl>
                                          <p:spTgt spid="14"/>
                                        </p:tgtEl>
                                        <p:attrNameLst>
                                          <p:attrName>ppt_y</p:attrName>
                                        </p:attrNameLst>
                                      </p:cBhvr>
                                      <p:tavLst>
                                        <p:tav tm="0">
                                          <p:val>
                                            <p:strVal val="#ppt_y"/>
                                          </p:val>
                                        </p:tav>
                                        <p:tav tm="100000">
                                          <p:val>
                                            <p:strVal val="#ppt_y"/>
                                          </p:val>
                                        </p:tav>
                                      </p:tavLst>
                                    </p:anim>
                                  </p:childTnLst>
                                </p:cTn>
                              </p:par>
                            </p:childTnLst>
                          </p:cTn>
                        </p:par>
                        <p:par>
                          <p:cTn id="48" fill="hold">
                            <p:stCondLst>
                              <p:cond delay="1700"/>
                            </p:stCondLst>
                            <p:childTnLst>
                              <p:par>
                                <p:cTn id="49" presetID="16" presetClass="entr" presetSubtype="21" fill="hold" grpId="0" nodeType="after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barn(inVertical)">
                                      <p:cBhvr>
                                        <p:cTn id="51" dur="500"/>
                                        <p:tgtEl>
                                          <p:spTgt spid="16"/>
                                        </p:tgtEl>
                                      </p:cBhvr>
                                    </p:animEffect>
                                  </p:childTnLst>
                                </p:cTn>
                              </p:par>
                            </p:childTnLst>
                          </p:cTn>
                        </p:par>
                        <p:par>
                          <p:cTn id="52" fill="hold">
                            <p:stCondLst>
                              <p:cond delay="2200"/>
                            </p:stCondLst>
                            <p:childTnLst>
                              <p:par>
                                <p:cTn id="53" presetID="10" presetClass="entr" presetSubtype="0" fill="hold" grpId="0" nodeType="after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9" grpId="0" animBg="1"/>
      <p:bldP spid="10" grpId="0" animBg="1"/>
      <p:bldP spid="11" grpId="0" animBg="1"/>
      <p:bldP spid="12" grpId="0" animBg="1"/>
      <p:bldP spid="13" grpId="0" animBg="1"/>
      <p:bldP spid="14" grpId="0" animBg="1"/>
      <p:bldP spid="15" grpId="0"/>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730854" y="1283610"/>
            <a:ext cx="5153514" cy="348839"/>
            <a:chOff x="3002037" y="1465798"/>
            <a:chExt cx="7067433" cy="369332"/>
          </a:xfrm>
          <a:solidFill>
            <a:schemeClr val="accent2">
              <a:lumMod val="75000"/>
            </a:schemeClr>
          </a:solidFill>
        </p:grpSpPr>
        <p:sp>
          <p:nvSpPr>
            <p:cNvPr id="4" name="矩形 3"/>
            <p:cNvSpPr/>
            <p:nvPr/>
          </p:nvSpPr>
          <p:spPr bwMode="auto">
            <a:xfrm>
              <a:off x="3002037" y="1465798"/>
              <a:ext cx="7067433" cy="369332"/>
            </a:xfrm>
            <a:prstGeom prst="rect">
              <a:avLst/>
            </a:prstGeom>
            <a:solidFill>
              <a:schemeClr val="accent1"/>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zh-CN" altLang="en-US" sz="1600">
                <a:latin typeface="微软雅黑" pitchFamily="34" charset="-122"/>
                <a:ea typeface="微软雅黑" pitchFamily="34" charset="-122"/>
              </a:endParaRPr>
            </a:p>
          </p:txBody>
        </p:sp>
        <p:sp>
          <p:nvSpPr>
            <p:cNvPr id="5" name="TextBox 4"/>
            <p:cNvSpPr txBox="1"/>
            <p:nvPr/>
          </p:nvSpPr>
          <p:spPr>
            <a:xfrm>
              <a:off x="3033222" y="1474123"/>
              <a:ext cx="5688632" cy="358443"/>
            </a:xfrm>
            <a:prstGeom prst="rect">
              <a:avLst/>
            </a:prstGeom>
            <a:noFill/>
          </p:spPr>
          <p:txBody>
            <a:bodyPr wrap="square" rtlCol="0">
              <a:spAutoFit/>
            </a:bodyPr>
            <a:lstStyle/>
            <a:p>
              <a:r>
                <a:rPr lang="zh-CN" altLang="en-US" sz="1600" dirty="0">
                  <a:solidFill>
                    <a:srgbClr val="F8F8F8"/>
                  </a:solidFill>
                  <a:latin typeface="微软雅黑" pitchFamily="34" charset="-122"/>
                  <a:ea typeface="微软雅黑" pitchFamily="34" charset="-122"/>
                </a:rPr>
                <a:t>单击此处添加标题</a:t>
              </a:r>
            </a:p>
          </p:txBody>
        </p:sp>
      </p:grpSp>
      <p:grpSp>
        <p:nvGrpSpPr>
          <p:cNvPr id="6" name="组合 5"/>
          <p:cNvGrpSpPr/>
          <p:nvPr/>
        </p:nvGrpSpPr>
        <p:grpSpPr>
          <a:xfrm>
            <a:off x="2730854" y="2981927"/>
            <a:ext cx="5153514" cy="354849"/>
            <a:chOff x="3002037" y="3922395"/>
            <a:chExt cx="7067433" cy="375695"/>
          </a:xfrm>
          <a:solidFill>
            <a:schemeClr val="accent2">
              <a:lumMod val="75000"/>
            </a:schemeClr>
          </a:solidFill>
        </p:grpSpPr>
        <p:sp>
          <p:nvSpPr>
            <p:cNvPr id="7" name="矩形 6"/>
            <p:cNvSpPr/>
            <p:nvPr/>
          </p:nvSpPr>
          <p:spPr bwMode="auto">
            <a:xfrm>
              <a:off x="3002037" y="3922395"/>
              <a:ext cx="7067433" cy="369332"/>
            </a:xfrm>
            <a:prstGeom prst="rect">
              <a:avLst/>
            </a:prstGeom>
            <a:solidFill>
              <a:schemeClr val="accent1"/>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zh-CN" altLang="en-US" sz="1600">
                <a:latin typeface="微软雅黑" pitchFamily="34" charset="-122"/>
                <a:ea typeface="微软雅黑" pitchFamily="34" charset="-122"/>
              </a:endParaRPr>
            </a:p>
          </p:txBody>
        </p:sp>
        <p:sp>
          <p:nvSpPr>
            <p:cNvPr id="9" name="TextBox 8"/>
            <p:cNvSpPr txBox="1"/>
            <p:nvPr/>
          </p:nvSpPr>
          <p:spPr>
            <a:xfrm>
              <a:off x="3023808" y="3939647"/>
              <a:ext cx="4085844" cy="358443"/>
            </a:xfrm>
            <a:prstGeom prst="rect">
              <a:avLst/>
            </a:prstGeom>
            <a:noFill/>
          </p:spPr>
          <p:txBody>
            <a:bodyPr wrap="square" rtlCol="0">
              <a:spAutoFit/>
            </a:bodyPr>
            <a:lstStyle/>
            <a:p>
              <a:r>
                <a:rPr lang="zh-CN" altLang="en-US" sz="1600" dirty="0">
                  <a:solidFill>
                    <a:srgbClr val="F8F8F8"/>
                  </a:solidFill>
                  <a:latin typeface="微软雅黑" pitchFamily="34" charset="-122"/>
                  <a:ea typeface="微软雅黑" pitchFamily="34" charset="-122"/>
                </a:rPr>
                <a:t>单击此处添加标题</a:t>
              </a:r>
            </a:p>
          </p:txBody>
        </p:sp>
      </p:grpSp>
      <p:sp>
        <p:nvSpPr>
          <p:cNvPr id="10" name="TextBox 9"/>
          <p:cNvSpPr txBox="1"/>
          <p:nvPr/>
        </p:nvSpPr>
        <p:spPr>
          <a:xfrm>
            <a:off x="2730854" y="1815365"/>
            <a:ext cx="5153514" cy="1029513"/>
          </a:xfrm>
          <a:prstGeom prst="rect">
            <a:avLst/>
          </a:prstGeom>
          <a:noFill/>
        </p:spPr>
        <p:txBody>
          <a:bodyPr wrap="square" lIns="68580" tIns="34290" rIns="68580" bIns="34290" rtlCol="0">
            <a:spAutoFit/>
          </a:bodyPr>
          <a:lstStyle/>
          <a:p>
            <a:pPr>
              <a:lnSpc>
                <a:spcPct val="130000"/>
              </a:lnSpc>
            </a:pPr>
            <a:r>
              <a:rPr lang="zh-CN" altLang="en-US" sz="1200" dirty="0">
                <a:latin typeface="微软雅黑" pitchFamily="34" charset="-122"/>
                <a:ea typeface="微软雅黑" pitchFamily="34" charset="-122"/>
              </a:rPr>
              <a:t>您的内容打在这里，或者通过复制您的文本后，在此框中选择粘贴，并选择只保留文字。在此录入上述图表的综合描述说明，在此录入上述图表的综合描述说明您的内容打在这里，或者通过复制您的文本后，在此框中选择粘贴，并选择只保留文字</a:t>
            </a:r>
            <a:r>
              <a:rPr lang="zh-CN" altLang="en-US" sz="1200" dirty="0" smtClean="0">
                <a:latin typeface="微软雅黑" pitchFamily="34" charset="-122"/>
                <a:ea typeface="微软雅黑" pitchFamily="34" charset="-122"/>
              </a:rPr>
              <a:t>。</a:t>
            </a:r>
            <a:endParaRPr lang="zh-CN" altLang="en-US" sz="1200" dirty="0">
              <a:latin typeface="微软雅黑" pitchFamily="34" charset="-122"/>
              <a:ea typeface="微软雅黑" pitchFamily="34" charset="-122"/>
            </a:endParaRPr>
          </a:p>
        </p:txBody>
      </p:sp>
      <p:sp>
        <p:nvSpPr>
          <p:cNvPr id="11" name="TextBox 10"/>
          <p:cNvSpPr txBox="1"/>
          <p:nvPr/>
        </p:nvSpPr>
        <p:spPr>
          <a:xfrm>
            <a:off x="2730854" y="3486453"/>
            <a:ext cx="5153514" cy="1029513"/>
          </a:xfrm>
          <a:prstGeom prst="rect">
            <a:avLst/>
          </a:prstGeom>
          <a:noFill/>
        </p:spPr>
        <p:txBody>
          <a:bodyPr wrap="square" lIns="68580" tIns="34290" rIns="68580" bIns="34290" rtlCol="0">
            <a:spAutoFit/>
          </a:bodyPr>
          <a:lstStyle/>
          <a:p>
            <a:pPr>
              <a:lnSpc>
                <a:spcPct val="130000"/>
              </a:lnSpc>
            </a:pPr>
            <a:r>
              <a:rPr lang="zh-CN" altLang="en-US" sz="1200" dirty="0">
                <a:latin typeface="微软雅黑" pitchFamily="34" charset="-122"/>
                <a:ea typeface="微软雅黑" pitchFamily="34" charset="-122"/>
              </a:rPr>
              <a:t>您的内容打在这里，或者通过复制您的文本后，在此框中选择粘贴，并选择只保留文字。在此录入上述图表的综合描述说明，在此录入上述图表的综合描述说明您的内容打在这里，或者通过复制您的文本后，在此框中选择粘贴，并选择只保留文字</a:t>
            </a:r>
            <a:r>
              <a:rPr lang="zh-CN" altLang="en-US" sz="1200" dirty="0" smtClean="0">
                <a:latin typeface="微软雅黑" pitchFamily="34" charset="-122"/>
                <a:ea typeface="微软雅黑" pitchFamily="34" charset="-122"/>
              </a:rPr>
              <a:t>。</a:t>
            </a:r>
            <a:endParaRPr lang="zh-CN" altLang="en-US" sz="1200" dirty="0">
              <a:latin typeface="微软雅黑" pitchFamily="34" charset="-122"/>
              <a:ea typeface="微软雅黑" pitchFamily="34" charset="-122"/>
            </a:endParaRPr>
          </a:p>
        </p:txBody>
      </p:sp>
      <p:sp>
        <p:nvSpPr>
          <p:cNvPr id="12" name="等腰三角形 2"/>
          <p:cNvSpPr/>
          <p:nvPr/>
        </p:nvSpPr>
        <p:spPr bwMode="auto">
          <a:xfrm rot="2747878">
            <a:off x="1522002" y="1241247"/>
            <a:ext cx="992271" cy="1148109"/>
          </a:xfrm>
          <a:custGeom>
            <a:avLst/>
            <a:gdLst/>
            <a:ahLst/>
            <a:cxnLst/>
            <a:rect l="l" t="t" r="r" b="b"/>
            <a:pathLst>
              <a:path w="1152128" h="1333073">
                <a:moveTo>
                  <a:pt x="576064" y="0"/>
                </a:moveTo>
                <a:lnTo>
                  <a:pt x="687529" y="192182"/>
                </a:lnTo>
                <a:cubicBezTo>
                  <a:pt x="952381" y="243689"/>
                  <a:pt x="1152128" y="477023"/>
                  <a:pt x="1152128" y="757009"/>
                </a:cubicBezTo>
                <a:cubicBezTo>
                  <a:pt x="1152128" y="1075160"/>
                  <a:pt x="894215" y="1333073"/>
                  <a:pt x="576064" y="1333073"/>
                </a:cubicBezTo>
                <a:cubicBezTo>
                  <a:pt x="257913" y="1333073"/>
                  <a:pt x="0" y="1075160"/>
                  <a:pt x="0" y="757009"/>
                </a:cubicBezTo>
                <a:cubicBezTo>
                  <a:pt x="0" y="477023"/>
                  <a:pt x="199747" y="243689"/>
                  <a:pt x="464599" y="192182"/>
                </a:cubicBezTo>
                <a:close/>
              </a:path>
            </a:pathLst>
          </a:custGeom>
          <a:solidFill>
            <a:schemeClr val="accent1"/>
          </a:solidFill>
          <a:ln>
            <a:noFill/>
          </a:ln>
          <a:extLst/>
        </p:spPr>
        <p:txBody>
          <a:bodyPr wrap="none" lIns="68580" tIns="34290" rIns="68580" bIns="34290" anchor="ctr"/>
          <a:lstStyle/>
          <a:p>
            <a:pPr algn="ctr"/>
            <a:endParaRPr lang="zh-CN" altLang="en-US" sz="1100" kern="0" dirty="0">
              <a:solidFill>
                <a:srgbClr val="FFFFFF"/>
              </a:solidFill>
              <a:latin typeface="微软雅黑" pitchFamily="34" charset="-122"/>
              <a:ea typeface="微软雅黑" pitchFamily="34" charset="-122"/>
            </a:endParaRPr>
          </a:p>
        </p:txBody>
      </p:sp>
      <p:sp>
        <p:nvSpPr>
          <p:cNvPr id="13" name="TextBox 12"/>
          <p:cNvSpPr txBox="1"/>
          <p:nvPr/>
        </p:nvSpPr>
        <p:spPr>
          <a:xfrm>
            <a:off x="1628226" y="1682507"/>
            <a:ext cx="643835" cy="369258"/>
          </a:xfrm>
          <a:prstGeom prst="rect">
            <a:avLst/>
          </a:prstGeom>
          <a:noFill/>
          <a:ln>
            <a:noFill/>
          </a:ln>
        </p:spPr>
        <p:txBody>
          <a:bodyPr wrap="none" lIns="68580" tIns="34290" rIns="68580" bIns="34290" anchor="ctr"/>
          <a:lstStyle>
            <a:defPPr>
              <a:defRPr lang="zh-CN"/>
            </a:defPPr>
            <a:lvl1pPr algn="ctr">
              <a:defRPr sz="2000" kern="0">
                <a:solidFill>
                  <a:srgbClr val="FFFFFF"/>
                </a:solidFill>
                <a:latin typeface="微软雅黑" pitchFamily="34" charset="-122"/>
                <a:ea typeface="微软雅黑" pitchFamily="34" charset="-122"/>
              </a:defRPr>
            </a:lvl1pPr>
          </a:lstStyle>
          <a:p>
            <a:r>
              <a:rPr lang="zh-CN" altLang="en-US" b="1" dirty="0" smtClean="0"/>
              <a:t>正面</a:t>
            </a:r>
            <a:endParaRPr lang="en-US" altLang="zh-CN" b="1" dirty="0" smtClean="0"/>
          </a:p>
          <a:p>
            <a:r>
              <a:rPr lang="zh-CN" altLang="en-US" b="1" dirty="0" smtClean="0"/>
              <a:t>观点</a:t>
            </a:r>
            <a:endParaRPr lang="zh-CN" altLang="en-US" b="1" dirty="0"/>
          </a:p>
        </p:txBody>
      </p:sp>
      <p:sp>
        <p:nvSpPr>
          <p:cNvPr id="14" name="等腰三角形 2"/>
          <p:cNvSpPr/>
          <p:nvPr/>
        </p:nvSpPr>
        <p:spPr bwMode="auto">
          <a:xfrm rot="3036074">
            <a:off x="1522001" y="2986140"/>
            <a:ext cx="992273" cy="1148112"/>
          </a:xfrm>
          <a:custGeom>
            <a:avLst/>
            <a:gdLst/>
            <a:ahLst/>
            <a:cxnLst/>
            <a:rect l="l" t="t" r="r" b="b"/>
            <a:pathLst>
              <a:path w="1152128" h="1333073">
                <a:moveTo>
                  <a:pt x="576064" y="0"/>
                </a:moveTo>
                <a:lnTo>
                  <a:pt x="687529" y="192182"/>
                </a:lnTo>
                <a:cubicBezTo>
                  <a:pt x="952381" y="243689"/>
                  <a:pt x="1152128" y="477023"/>
                  <a:pt x="1152128" y="757009"/>
                </a:cubicBezTo>
                <a:cubicBezTo>
                  <a:pt x="1152128" y="1075160"/>
                  <a:pt x="894215" y="1333073"/>
                  <a:pt x="576064" y="1333073"/>
                </a:cubicBezTo>
                <a:cubicBezTo>
                  <a:pt x="257913" y="1333073"/>
                  <a:pt x="0" y="1075160"/>
                  <a:pt x="0" y="757009"/>
                </a:cubicBezTo>
                <a:cubicBezTo>
                  <a:pt x="0" y="477023"/>
                  <a:pt x="199747" y="243689"/>
                  <a:pt x="464599" y="192182"/>
                </a:cubicBezTo>
                <a:close/>
              </a:path>
            </a:pathLst>
          </a:custGeom>
          <a:solidFill>
            <a:schemeClr val="accent2"/>
          </a:solidFill>
          <a:ln>
            <a:noFill/>
          </a:ln>
          <a:extLst/>
        </p:spPr>
        <p:txBody>
          <a:bodyPr wrap="none" lIns="68580" tIns="34290" rIns="68580" bIns="34290" anchor="ctr"/>
          <a:lstStyle/>
          <a:p>
            <a:pPr algn="ctr"/>
            <a:endParaRPr lang="zh-CN" altLang="en-US" sz="1100" kern="0">
              <a:solidFill>
                <a:srgbClr val="FFFFFF"/>
              </a:solidFill>
              <a:latin typeface="微软雅黑" pitchFamily="34" charset="-122"/>
              <a:ea typeface="微软雅黑" pitchFamily="34" charset="-122"/>
            </a:endParaRPr>
          </a:p>
        </p:txBody>
      </p:sp>
      <p:sp>
        <p:nvSpPr>
          <p:cNvPr id="15" name="TextBox 14"/>
          <p:cNvSpPr txBox="1"/>
          <p:nvPr/>
        </p:nvSpPr>
        <p:spPr>
          <a:xfrm>
            <a:off x="1628228" y="3421201"/>
            <a:ext cx="643835" cy="369258"/>
          </a:xfrm>
          <a:prstGeom prst="rect">
            <a:avLst/>
          </a:prstGeom>
          <a:noFill/>
          <a:ln>
            <a:noFill/>
          </a:ln>
        </p:spPr>
        <p:txBody>
          <a:bodyPr wrap="none" lIns="68580" tIns="34290" rIns="68580" bIns="34290" anchor="ctr"/>
          <a:lstStyle>
            <a:defPPr>
              <a:defRPr lang="zh-CN"/>
            </a:defPPr>
            <a:lvl1pPr algn="ctr">
              <a:defRPr sz="2000" kern="0">
                <a:solidFill>
                  <a:srgbClr val="FFFFFF"/>
                </a:solidFill>
                <a:latin typeface="微软雅黑" pitchFamily="34" charset="-122"/>
                <a:ea typeface="微软雅黑" pitchFamily="34" charset="-122"/>
              </a:defRPr>
            </a:lvl1pPr>
          </a:lstStyle>
          <a:p>
            <a:r>
              <a:rPr lang="zh-CN" altLang="en-US" b="1" dirty="0" smtClean="0"/>
              <a:t>负面</a:t>
            </a:r>
            <a:endParaRPr lang="en-US" altLang="zh-CN" b="1" dirty="0" smtClean="0"/>
          </a:p>
          <a:p>
            <a:r>
              <a:rPr lang="zh-CN" altLang="en-US" b="1" dirty="0" smtClean="0"/>
              <a:t>观点</a:t>
            </a:r>
            <a:endParaRPr lang="zh-CN" altLang="en-US" b="1" dirty="0"/>
          </a:p>
        </p:txBody>
      </p:sp>
      <p:sp>
        <p:nvSpPr>
          <p:cNvPr id="16" name="TextBox 15"/>
          <p:cNvSpPr txBox="1"/>
          <p:nvPr/>
        </p:nvSpPr>
        <p:spPr>
          <a:xfrm>
            <a:off x="355782" y="205624"/>
            <a:ext cx="2236510" cy="400110"/>
          </a:xfrm>
          <a:prstGeom prst="rect">
            <a:avLst/>
          </a:prstGeom>
          <a:noFill/>
        </p:spPr>
        <p:txBody>
          <a:bodyPr wrap="none" rtlCol="0">
            <a:spAutoFit/>
          </a:bodyPr>
          <a:lstStyle/>
          <a:p>
            <a:r>
              <a:rPr lang="zh-CN" altLang="en-US" sz="2000" b="1" dirty="0" smtClean="0">
                <a:solidFill>
                  <a:schemeClr val="accent1"/>
                </a:solidFill>
                <a:latin typeface="微软雅黑" pitchFamily="34" charset="-122"/>
                <a:ea typeface="微软雅黑" pitchFamily="34" charset="-122"/>
              </a:rPr>
              <a:t>点击添加标题文本</a:t>
            </a:r>
            <a:endParaRPr lang="zh-CN" altLang="en-US" sz="2000" b="1" dirty="0">
              <a:solidFill>
                <a:schemeClr val="accent1"/>
              </a:solidFill>
              <a:latin typeface="微软雅黑" pitchFamily="34" charset="-122"/>
              <a:ea typeface="微软雅黑" pitchFamily="34" charset="-122"/>
            </a:endParaRPr>
          </a:p>
        </p:txBody>
      </p:sp>
      <p:sp>
        <p:nvSpPr>
          <p:cNvPr id="17" name="TextBox 16"/>
          <p:cNvSpPr txBox="1"/>
          <p:nvPr/>
        </p:nvSpPr>
        <p:spPr>
          <a:xfrm>
            <a:off x="7682019" y="195037"/>
            <a:ext cx="1138453" cy="461665"/>
          </a:xfrm>
          <a:prstGeom prst="rect">
            <a:avLst/>
          </a:prstGeom>
          <a:noFill/>
        </p:spPr>
        <p:txBody>
          <a:bodyPr wrap="none" rtlCol="0">
            <a:spAutoFit/>
          </a:bodyPr>
          <a:lstStyle/>
          <a:p>
            <a:r>
              <a:rPr lang="en-US" altLang="zh-CN" sz="2400" dirty="0" smtClean="0">
                <a:solidFill>
                  <a:schemeClr val="accent2"/>
                </a:solidFill>
                <a:latin typeface="Eras Bold ITC" panose="020B0907030504020204" pitchFamily="34" charset="0"/>
                <a:ea typeface="微软雅黑" panose="020B0503020204020204" pitchFamily="34" charset="-122"/>
              </a:rPr>
              <a:t>LOGO</a:t>
            </a:r>
            <a:endParaRPr lang="zh-CN" altLang="en-US" sz="2400" dirty="0">
              <a:solidFill>
                <a:schemeClr val="accent2"/>
              </a:solidFill>
              <a:latin typeface="Eras Bold ITC" panose="020B0907030504020204" pitchFamily="34" charset="0"/>
              <a:ea typeface="微软雅黑" panose="020B0503020204020204" pitchFamily="34" charset="-122"/>
            </a:endParaRPr>
          </a:p>
        </p:txBody>
      </p:sp>
    </p:spTree>
    <p:extLst>
      <p:ext uri="{BB962C8B-B14F-4D97-AF65-F5344CB8AC3E}">
        <p14:creationId xmlns:p14="http://schemas.microsoft.com/office/powerpoint/2010/main" val="1034198749"/>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290">
                                          <p:stCondLst>
                                            <p:cond delay="0"/>
                                          </p:stCondLst>
                                        </p:cTn>
                                        <p:tgtEl>
                                          <p:spTgt spid="13"/>
                                        </p:tgtEl>
                                      </p:cBhvr>
                                    </p:animEffect>
                                    <p:anim calcmode="lin" valueType="num">
                                      <p:cBhvr>
                                        <p:cTn id="8" dur="911"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9" dur="332"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10" dur="332" tmFilter="0, 0; 0.125,0.2665; 0.25,0.4; 0.375,0.465; 0.5,0.5;  0.625,0.535; 0.75,0.6; 0.875,0.7335; 1,1">
                                          <p:stCondLst>
                                            <p:cond delay="332"/>
                                          </p:stCondLst>
                                        </p:cTn>
                                        <p:tgtEl>
                                          <p:spTgt spid="13"/>
                                        </p:tgtEl>
                                        <p:attrNameLst>
                                          <p:attrName>ppt_y</p:attrName>
                                        </p:attrNameLst>
                                      </p:cBhvr>
                                      <p:tavLst>
                                        <p:tav tm="0" fmla="#ppt_y-sin(pi*$)/9">
                                          <p:val>
                                            <p:fltVal val="0"/>
                                          </p:val>
                                        </p:tav>
                                        <p:tav tm="100000">
                                          <p:val>
                                            <p:fltVal val="1"/>
                                          </p:val>
                                        </p:tav>
                                      </p:tavLst>
                                    </p:anim>
                                    <p:anim calcmode="lin" valueType="num">
                                      <p:cBhvr>
                                        <p:cTn id="11" dur="166" tmFilter="0, 0; 0.125,0.2665; 0.25,0.4; 0.375,0.465; 0.5,0.5;  0.625,0.535; 0.75,0.6; 0.875,0.7335; 1,1">
                                          <p:stCondLst>
                                            <p:cond delay="662"/>
                                          </p:stCondLst>
                                        </p:cTn>
                                        <p:tgtEl>
                                          <p:spTgt spid="13"/>
                                        </p:tgtEl>
                                        <p:attrNameLst>
                                          <p:attrName>ppt_y</p:attrName>
                                        </p:attrNameLst>
                                      </p:cBhvr>
                                      <p:tavLst>
                                        <p:tav tm="0" fmla="#ppt_y-sin(pi*$)/27">
                                          <p:val>
                                            <p:fltVal val="0"/>
                                          </p:val>
                                        </p:tav>
                                        <p:tav tm="100000">
                                          <p:val>
                                            <p:fltVal val="1"/>
                                          </p:val>
                                        </p:tav>
                                      </p:tavLst>
                                    </p:anim>
                                    <p:anim calcmode="lin" valueType="num">
                                      <p:cBhvr>
                                        <p:cTn id="12" dur="82" tmFilter="0, 0; 0.125,0.2665; 0.25,0.4; 0.375,0.465; 0.5,0.5;  0.625,0.535; 0.75,0.6; 0.875,0.7335; 1,1">
                                          <p:stCondLst>
                                            <p:cond delay="828"/>
                                          </p:stCondLst>
                                        </p:cTn>
                                        <p:tgtEl>
                                          <p:spTgt spid="13"/>
                                        </p:tgtEl>
                                        <p:attrNameLst>
                                          <p:attrName>ppt_y</p:attrName>
                                        </p:attrNameLst>
                                      </p:cBhvr>
                                      <p:tavLst>
                                        <p:tav tm="0" fmla="#ppt_y-sin(pi*$)/81">
                                          <p:val>
                                            <p:fltVal val="0"/>
                                          </p:val>
                                        </p:tav>
                                        <p:tav tm="100000">
                                          <p:val>
                                            <p:fltVal val="1"/>
                                          </p:val>
                                        </p:tav>
                                      </p:tavLst>
                                    </p:anim>
                                    <p:animScale>
                                      <p:cBhvr>
                                        <p:cTn id="13" dur="13">
                                          <p:stCondLst>
                                            <p:cond delay="325"/>
                                          </p:stCondLst>
                                        </p:cTn>
                                        <p:tgtEl>
                                          <p:spTgt spid="13"/>
                                        </p:tgtEl>
                                      </p:cBhvr>
                                      <p:to x="100000" y="60000"/>
                                    </p:animScale>
                                    <p:animScale>
                                      <p:cBhvr>
                                        <p:cTn id="14" dur="83" decel="50000">
                                          <p:stCondLst>
                                            <p:cond delay="338"/>
                                          </p:stCondLst>
                                        </p:cTn>
                                        <p:tgtEl>
                                          <p:spTgt spid="13"/>
                                        </p:tgtEl>
                                      </p:cBhvr>
                                      <p:to x="100000" y="100000"/>
                                    </p:animScale>
                                    <p:animScale>
                                      <p:cBhvr>
                                        <p:cTn id="15" dur="13">
                                          <p:stCondLst>
                                            <p:cond delay="656"/>
                                          </p:stCondLst>
                                        </p:cTn>
                                        <p:tgtEl>
                                          <p:spTgt spid="13"/>
                                        </p:tgtEl>
                                      </p:cBhvr>
                                      <p:to x="100000" y="80000"/>
                                    </p:animScale>
                                    <p:animScale>
                                      <p:cBhvr>
                                        <p:cTn id="16" dur="83" decel="50000">
                                          <p:stCondLst>
                                            <p:cond delay="669"/>
                                          </p:stCondLst>
                                        </p:cTn>
                                        <p:tgtEl>
                                          <p:spTgt spid="13"/>
                                        </p:tgtEl>
                                      </p:cBhvr>
                                      <p:to x="100000" y="100000"/>
                                    </p:animScale>
                                    <p:animScale>
                                      <p:cBhvr>
                                        <p:cTn id="17" dur="13">
                                          <p:stCondLst>
                                            <p:cond delay="821"/>
                                          </p:stCondLst>
                                        </p:cTn>
                                        <p:tgtEl>
                                          <p:spTgt spid="13"/>
                                        </p:tgtEl>
                                      </p:cBhvr>
                                      <p:to x="100000" y="90000"/>
                                    </p:animScale>
                                    <p:animScale>
                                      <p:cBhvr>
                                        <p:cTn id="18" dur="83" decel="50000">
                                          <p:stCondLst>
                                            <p:cond delay="834"/>
                                          </p:stCondLst>
                                        </p:cTn>
                                        <p:tgtEl>
                                          <p:spTgt spid="13"/>
                                        </p:tgtEl>
                                      </p:cBhvr>
                                      <p:to x="100000" y="100000"/>
                                    </p:animScale>
                                    <p:animScale>
                                      <p:cBhvr>
                                        <p:cTn id="19" dur="13">
                                          <p:stCondLst>
                                            <p:cond delay="904"/>
                                          </p:stCondLst>
                                        </p:cTn>
                                        <p:tgtEl>
                                          <p:spTgt spid="13"/>
                                        </p:tgtEl>
                                      </p:cBhvr>
                                      <p:to x="100000" y="95000"/>
                                    </p:animScale>
                                    <p:animScale>
                                      <p:cBhvr>
                                        <p:cTn id="20" dur="83" decel="50000">
                                          <p:stCondLst>
                                            <p:cond delay="917"/>
                                          </p:stCondLst>
                                        </p:cTn>
                                        <p:tgtEl>
                                          <p:spTgt spid="13"/>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down)">
                                      <p:cBhvr>
                                        <p:cTn id="23" dur="290">
                                          <p:stCondLst>
                                            <p:cond delay="0"/>
                                          </p:stCondLst>
                                        </p:cTn>
                                        <p:tgtEl>
                                          <p:spTgt spid="12"/>
                                        </p:tgtEl>
                                      </p:cBhvr>
                                    </p:animEffect>
                                    <p:anim calcmode="lin" valueType="num">
                                      <p:cBhvr>
                                        <p:cTn id="24" dur="911"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25" dur="332"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26" dur="332" tmFilter="0, 0; 0.125,0.2665; 0.25,0.4; 0.375,0.465; 0.5,0.5;  0.625,0.535; 0.75,0.6; 0.875,0.7335; 1,1">
                                          <p:stCondLst>
                                            <p:cond delay="332"/>
                                          </p:stCondLst>
                                        </p:cTn>
                                        <p:tgtEl>
                                          <p:spTgt spid="12"/>
                                        </p:tgtEl>
                                        <p:attrNameLst>
                                          <p:attrName>ppt_y</p:attrName>
                                        </p:attrNameLst>
                                      </p:cBhvr>
                                      <p:tavLst>
                                        <p:tav tm="0" fmla="#ppt_y-sin(pi*$)/9">
                                          <p:val>
                                            <p:fltVal val="0"/>
                                          </p:val>
                                        </p:tav>
                                        <p:tav tm="100000">
                                          <p:val>
                                            <p:fltVal val="1"/>
                                          </p:val>
                                        </p:tav>
                                      </p:tavLst>
                                    </p:anim>
                                    <p:anim calcmode="lin" valueType="num">
                                      <p:cBhvr>
                                        <p:cTn id="27" dur="166" tmFilter="0, 0; 0.125,0.2665; 0.25,0.4; 0.375,0.465; 0.5,0.5;  0.625,0.535; 0.75,0.6; 0.875,0.7335; 1,1">
                                          <p:stCondLst>
                                            <p:cond delay="662"/>
                                          </p:stCondLst>
                                        </p:cTn>
                                        <p:tgtEl>
                                          <p:spTgt spid="12"/>
                                        </p:tgtEl>
                                        <p:attrNameLst>
                                          <p:attrName>ppt_y</p:attrName>
                                        </p:attrNameLst>
                                      </p:cBhvr>
                                      <p:tavLst>
                                        <p:tav tm="0" fmla="#ppt_y-sin(pi*$)/27">
                                          <p:val>
                                            <p:fltVal val="0"/>
                                          </p:val>
                                        </p:tav>
                                        <p:tav tm="100000">
                                          <p:val>
                                            <p:fltVal val="1"/>
                                          </p:val>
                                        </p:tav>
                                      </p:tavLst>
                                    </p:anim>
                                    <p:anim calcmode="lin" valueType="num">
                                      <p:cBhvr>
                                        <p:cTn id="28" dur="82" tmFilter="0, 0; 0.125,0.2665; 0.25,0.4; 0.375,0.465; 0.5,0.5;  0.625,0.535; 0.75,0.6; 0.875,0.7335; 1,1">
                                          <p:stCondLst>
                                            <p:cond delay="828"/>
                                          </p:stCondLst>
                                        </p:cTn>
                                        <p:tgtEl>
                                          <p:spTgt spid="12"/>
                                        </p:tgtEl>
                                        <p:attrNameLst>
                                          <p:attrName>ppt_y</p:attrName>
                                        </p:attrNameLst>
                                      </p:cBhvr>
                                      <p:tavLst>
                                        <p:tav tm="0" fmla="#ppt_y-sin(pi*$)/81">
                                          <p:val>
                                            <p:fltVal val="0"/>
                                          </p:val>
                                        </p:tav>
                                        <p:tav tm="100000">
                                          <p:val>
                                            <p:fltVal val="1"/>
                                          </p:val>
                                        </p:tav>
                                      </p:tavLst>
                                    </p:anim>
                                    <p:animScale>
                                      <p:cBhvr>
                                        <p:cTn id="29" dur="13">
                                          <p:stCondLst>
                                            <p:cond delay="325"/>
                                          </p:stCondLst>
                                        </p:cTn>
                                        <p:tgtEl>
                                          <p:spTgt spid="12"/>
                                        </p:tgtEl>
                                      </p:cBhvr>
                                      <p:to x="100000" y="60000"/>
                                    </p:animScale>
                                    <p:animScale>
                                      <p:cBhvr>
                                        <p:cTn id="30" dur="83" decel="50000">
                                          <p:stCondLst>
                                            <p:cond delay="338"/>
                                          </p:stCondLst>
                                        </p:cTn>
                                        <p:tgtEl>
                                          <p:spTgt spid="12"/>
                                        </p:tgtEl>
                                      </p:cBhvr>
                                      <p:to x="100000" y="100000"/>
                                    </p:animScale>
                                    <p:animScale>
                                      <p:cBhvr>
                                        <p:cTn id="31" dur="13">
                                          <p:stCondLst>
                                            <p:cond delay="656"/>
                                          </p:stCondLst>
                                        </p:cTn>
                                        <p:tgtEl>
                                          <p:spTgt spid="12"/>
                                        </p:tgtEl>
                                      </p:cBhvr>
                                      <p:to x="100000" y="80000"/>
                                    </p:animScale>
                                    <p:animScale>
                                      <p:cBhvr>
                                        <p:cTn id="32" dur="83" decel="50000">
                                          <p:stCondLst>
                                            <p:cond delay="669"/>
                                          </p:stCondLst>
                                        </p:cTn>
                                        <p:tgtEl>
                                          <p:spTgt spid="12"/>
                                        </p:tgtEl>
                                      </p:cBhvr>
                                      <p:to x="100000" y="100000"/>
                                    </p:animScale>
                                    <p:animScale>
                                      <p:cBhvr>
                                        <p:cTn id="33" dur="13">
                                          <p:stCondLst>
                                            <p:cond delay="821"/>
                                          </p:stCondLst>
                                        </p:cTn>
                                        <p:tgtEl>
                                          <p:spTgt spid="12"/>
                                        </p:tgtEl>
                                      </p:cBhvr>
                                      <p:to x="100000" y="90000"/>
                                    </p:animScale>
                                    <p:animScale>
                                      <p:cBhvr>
                                        <p:cTn id="34" dur="83" decel="50000">
                                          <p:stCondLst>
                                            <p:cond delay="834"/>
                                          </p:stCondLst>
                                        </p:cTn>
                                        <p:tgtEl>
                                          <p:spTgt spid="12"/>
                                        </p:tgtEl>
                                      </p:cBhvr>
                                      <p:to x="100000" y="100000"/>
                                    </p:animScale>
                                    <p:animScale>
                                      <p:cBhvr>
                                        <p:cTn id="35" dur="13">
                                          <p:stCondLst>
                                            <p:cond delay="904"/>
                                          </p:stCondLst>
                                        </p:cTn>
                                        <p:tgtEl>
                                          <p:spTgt spid="12"/>
                                        </p:tgtEl>
                                      </p:cBhvr>
                                      <p:to x="100000" y="95000"/>
                                    </p:animScale>
                                    <p:animScale>
                                      <p:cBhvr>
                                        <p:cTn id="36" dur="83" decel="50000">
                                          <p:stCondLst>
                                            <p:cond delay="917"/>
                                          </p:stCondLst>
                                        </p:cTn>
                                        <p:tgtEl>
                                          <p:spTgt spid="12"/>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down)">
                                      <p:cBhvr>
                                        <p:cTn id="39" dur="290">
                                          <p:stCondLst>
                                            <p:cond delay="0"/>
                                          </p:stCondLst>
                                        </p:cTn>
                                        <p:tgtEl>
                                          <p:spTgt spid="14"/>
                                        </p:tgtEl>
                                      </p:cBhvr>
                                    </p:animEffect>
                                    <p:anim calcmode="lin" valueType="num">
                                      <p:cBhvr>
                                        <p:cTn id="40" dur="911"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41" dur="332"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42" dur="332" tmFilter="0, 0; 0.125,0.2665; 0.25,0.4; 0.375,0.465; 0.5,0.5;  0.625,0.535; 0.75,0.6; 0.875,0.7335; 1,1">
                                          <p:stCondLst>
                                            <p:cond delay="332"/>
                                          </p:stCondLst>
                                        </p:cTn>
                                        <p:tgtEl>
                                          <p:spTgt spid="14"/>
                                        </p:tgtEl>
                                        <p:attrNameLst>
                                          <p:attrName>ppt_y</p:attrName>
                                        </p:attrNameLst>
                                      </p:cBhvr>
                                      <p:tavLst>
                                        <p:tav tm="0" fmla="#ppt_y-sin(pi*$)/9">
                                          <p:val>
                                            <p:fltVal val="0"/>
                                          </p:val>
                                        </p:tav>
                                        <p:tav tm="100000">
                                          <p:val>
                                            <p:fltVal val="1"/>
                                          </p:val>
                                        </p:tav>
                                      </p:tavLst>
                                    </p:anim>
                                    <p:anim calcmode="lin" valueType="num">
                                      <p:cBhvr>
                                        <p:cTn id="43" dur="166" tmFilter="0, 0; 0.125,0.2665; 0.25,0.4; 0.375,0.465; 0.5,0.5;  0.625,0.535; 0.75,0.6; 0.875,0.7335; 1,1">
                                          <p:stCondLst>
                                            <p:cond delay="662"/>
                                          </p:stCondLst>
                                        </p:cTn>
                                        <p:tgtEl>
                                          <p:spTgt spid="14"/>
                                        </p:tgtEl>
                                        <p:attrNameLst>
                                          <p:attrName>ppt_y</p:attrName>
                                        </p:attrNameLst>
                                      </p:cBhvr>
                                      <p:tavLst>
                                        <p:tav tm="0" fmla="#ppt_y-sin(pi*$)/27">
                                          <p:val>
                                            <p:fltVal val="0"/>
                                          </p:val>
                                        </p:tav>
                                        <p:tav tm="100000">
                                          <p:val>
                                            <p:fltVal val="1"/>
                                          </p:val>
                                        </p:tav>
                                      </p:tavLst>
                                    </p:anim>
                                    <p:anim calcmode="lin" valueType="num">
                                      <p:cBhvr>
                                        <p:cTn id="44" dur="82" tmFilter="0, 0; 0.125,0.2665; 0.25,0.4; 0.375,0.465; 0.5,0.5;  0.625,0.535; 0.75,0.6; 0.875,0.7335; 1,1">
                                          <p:stCondLst>
                                            <p:cond delay="828"/>
                                          </p:stCondLst>
                                        </p:cTn>
                                        <p:tgtEl>
                                          <p:spTgt spid="14"/>
                                        </p:tgtEl>
                                        <p:attrNameLst>
                                          <p:attrName>ppt_y</p:attrName>
                                        </p:attrNameLst>
                                      </p:cBhvr>
                                      <p:tavLst>
                                        <p:tav tm="0" fmla="#ppt_y-sin(pi*$)/81">
                                          <p:val>
                                            <p:fltVal val="0"/>
                                          </p:val>
                                        </p:tav>
                                        <p:tav tm="100000">
                                          <p:val>
                                            <p:fltVal val="1"/>
                                          </p:val>
                                        </p:tav>
                                      </p:tavLst>
                                    </p:anim>
                                    <p:animScale>
                                      <p:cBhvr>
                                        <p:cTn id="45" dur="13">
                                          <p:stCondLst>
                                            <p:cond delay="325"/>
                                          </p:stCondLst>
                                        </p:cTn>
                                        <p:tgtEl>
                                          <p:spTgt spid="14"/>
                                        </p:tgtEl>
                                      </p:cBhvr>
                                      <p:to x="100000" y="60000"/>
                                    </p:animScale>
                                    <p:animScale>
                                      <p:cBhvr>
                                        <p:cTn id="46" dur="83" decel="50000">
                                          <p:stCondLst>
                                            <p:cond delay="338"/>
                                          </p:stCondLst>
                                        </p:cTn>
                                        <p:tgtEl>
                                          <p:spTgt spid="14"/>
                                        </p:tgtEl>
                                      </p:cBhvr>
                                      <p:to x="100000" y="100000"/>
                                    </p:animScale>
                                    <p:animScale>
                                      <p:cBhvr>
                                        <p:cTn id="47" dur="13">
                                          <p:stCondLst>
                                            <p:cond delay="656"/>
                                          </p:stCondLst>
                                        </p:cTn>
                                        <p:tgtEl>
                                          <p:spTgt spid="14"/>
                                        </p:tgtEl>
                                      </p:cBhvr>
                                      <p:to x="100000" y="80000"/>
                                    </p:animScale>
                                    <p:animScale>
                                      <p:cBhvr>
                                        <p:cTn id="48" dur="83" decel="50000">
                                          <p:stCondLst>
                                            <p:cond delay="669"/>
                                          </p:stCondLst>
                                        </p:cTn>
                                        <p:tgtEl>
                                          <p:spTgt spid="14"/>
                                        </p:tgtEl>
                                      </p:cBhvr>
                                      <p:to x="100000" y="100000"/>
                                    </p:animScale>
                                    <p:animScale>
                                      <p:cBhvr>
                                        <p:cTn id="49" dur="13">
                                          <p:stCondLst>
                                            <p:cond delay="821"/>
                                          </p:stCondLst>
                                        </p:cTn>
                                        <p:tgtEl>
                                          <p:spTgt spid="14"/>
                                        </p:tgtEl>
                                      </p:cBhvr>
                                      <p:to x="100000" y="90000"/>
                                    </p:animScale>
                                    <p:animScale>
                                      <p:cBhvr>
                                        <p:cTn id="50" dur="83" decel="50000">
                                          <p:stCondLst>
                                            <p:cond delay="834"/>
                                          </p:stCondLst>
                                        </p:cTn>
                                        <p:tgtEl>
                                          <p:spTgt spid="14"/>
                                        </p:tgtEl>
                                      </p:cBhvr>
                                      <p:to x="100000" y="100000"/>
                                    </p:animScale>
                                    <p:animScale>
                                      <p:cBhvr>
                                        <p:cTn id="51" dur="13">
                                          <p:stCondLst>
                                            <p:cond delay="904"/>
                                          </p:stCondLst>
                                        </p:cTn>
                                        <p:tgtEl>
                                          <p:spTgt spid="14"/>
                                        </p:tgtEl>
                                      </p:cBhvr>
                                      <p:to x="100000" y="95000"/>
                                    </p:animScale>
                                    <p:animScale>
                                      <p:cBhvr>
                                        <p:cTn id="52" dur="83" decel="50000">
                                          <p:stCondLst>
                                            <p:cond delay="917"/>
                                          </p:stCondLst>
                                        </p:cTn>
                                        <p:tgtEl>
                                          <p:spTgt spid="14"/>
                                        </p:tgtEl>
                                      </p:cBhvr>
                                      <p:to x="100000" y="100000"/>
                                    </p:animScale>
                                  </p:childTnLst>
                                </p:cTn>
                              </p:par>
                              <p:par>
                                <p:cTn id="53" presetID="26" presetClass="entr" presetSubtype="0"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wipe(down)">
                                      <p:cBhvr>
                                        <p:cTn id="55" dur="290">
                                          <p:stCondLst>
                                            <p:cond delay="0"/>
                                          </p:stCondLst>
                                        </p:cTn>
                                        <p:tgtEl>
                                          <p:spTgt spid="15"/>
                                        </p:tgtEl>
                                      </p:cBhvr>
                                    </p:animEffect>
                                    <p:anim calcmode="lin" valueType="num">
                                      <p:cBhvr>
                                        <p:cTn id="56" dur="911"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57" dur="332"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58" dur="332" tmFilter="0, 0; 0.125,0.2665; 0.25,0.4; 0.375,0.465; 0.5,0.5;  0.625,0.535; 0.75,0.6; 0.875,0.7335; 1,1">
                                          <p:stCondLst>
                                            <p:cond delay="332"/>
                                          </p:stCondLst>
                                        </p:cTn>
                                        <p:tgtEl>
                                          <p:spTgt spid="15"/>
                                        </p:tgtEl>
                                        <p:attrNameLst>
                                          <p:attrName>ppt_y</p:attrName>
                                        </p:attrNameLst>
                                      </p:cBhvr>
                                      <p:tavLst>
                                        <p:tav tm="0" fmla="#ppt_y-sin(pi*$)/9">
                                          <p:val>
                                            <p:fltVal val="0"/>
                                          </p:val>
                                        </p:tav>
                                        <p:tav tm="100000">
                                          <p:val>
                                            <p:fltVal val="1"/>
                                          </p:val>
                                        </p:tav>
                                      </p:tavLst>
                                    </p:anim>
                                    <p:anim calcmode="lin" valueType="num">
                                      <p:cBhvr>
                                        <p:cTn id="59" dur="166" tmFilter="0, 0; 0.125,0.2665; 0.25,0.4; 0.375,0.465; 0.5,0.5;  0.625,0.535; 0.75,0.6; 0.875,0.7335; 1,1">
                                          <p:stCondLst>
                                            <p:cond delay="662"/>
                                          </p:stCondLst>
                                        </p:cTn>
                                        <p:tgtEl>
                                          <p:spTgt spid="15"/>
                                        </p:tgtEl>
                                        <p:attrNameLst>
                                          <p:attrName>ppt_y</p:attrName>
                                        </p:attrNameLst>
                                      </p:cBhvr>
                                      <p:tavLst>
                                        <p:tav tm="0" fmla="#ppt_y-sin(pi*$)/27">
                                          <p:val>
                                            <p:fltVal val="0"/>
                                          </p:val>
                                        </p:tav>
                                        <p:tav tm="100000">
                                          <p:val>
                                            <p:fltVal val="1"/>
                                          </p:val>
                                        </p:tav>
                                      </p:tavLst>
                                    </p:anim>
                                    <p:anim calcmode="lin" valueType="num">
                                      <p:cBhvr>
                                        <p:cTn id="60" dur="82" tmFilter="0, 0; 0.125,0.2665; 0.25,0.4; 0.375,0.465; 0.5,0.5;  0.625,0.535; 0.75,0.6; 0.875,0.7335; 1,1">
                                          <p:stCondLst>
                                            <p:cond delay="828"/>
                                          </p:stCondLst>
                                        </p:cTn>
                                        <p:tgtEl>
                                          <p:spTgt spid="15"/>
                                        </p:tgtEl>
                                        <p:attrNameLst>
                                          <p:attrName>ppt_y</p:attrName>
                                        </p:attrNameLst>
                                      </p:cBhvr>
                                      <p:tavLst>
                                        <p:tav tm="0" fmla="#ppt_y-sin(pi*$)/81">
                                          <p:val>
                                            <p:fltVal val="0"/>
                                          </p:val>
                                        </p:tav>
                                        <p:tav tm="100000">
                                          <p:val>
                                            <p:fltVal val="1"/>
                                          </p:val>
                                        </p:tav>
                                      </p:tavLst>
                                    </p:anim>
                                    <p:animScale>
                                      <p:cBhvr>
                                        <p:cTn id="61" dur="13">
                                          <p:stCondLst>
                                            <p:cond delay="325"/>
                                          </p:stCondLst>
                                        </p:cTn>
                                        <p:tgtEl>
                                          <p:spTgt spid="15"/>
                                        </p:tgtEl>
                                      </p:cBhvr>
                                      <p:to x="100000" y="60000"/>
                                    </p:animScale>
                                    <p:animScale>
                                      <p:cBhvr>
                                        <p:cTn id="62" dur="83" decel="50000">
                                          <p:stCondLst>
                                            <p:cond delay="338"/>
                                          </p:stCondLst>
                                        </p:cTn>
                                        <p:tgtEl>
                                          <p:spTgt spid="15"/>
                                        </p:tgtEl>
                                      </p:cBhvr>
                                      <p:to x="100000" y="100000"/>
                                    </p:animScale>
                                    <p:animScale>
                                      <p:cBhvr>
                                        <p:cTn id="63" dur="13">
                                          <p:stCondLst>
                                            <p:cond delay="656"/>
                                          </p:stCondLst>
                                        </p:cTn>
                                        <p:tgtEl>
                                          <p:spTgt spid="15"/>
                                        </p:tgtEl>
                                      </p:cBhvr>
                                      <p:to x="100000" y="80000"/>
                                    </p:animScale>
                                    <p:animScale>
                                      <p:cBhvr>
                                        <p:cTn id="64" dur="83" decel="50000">
                                          <p:stCondLst>
                                            <p:cond delay="669"/>
                                          </p:stCondLst>
                                        </p:cTn>
                                        <p:tgtEl>
                                          <p:spTgt spid="15"/>
                                        </p:tgtEl>
                                      </p:cBhvr>
                                      <p:to x="100000" y="100000"/>
                                    </p:animScale>
                                    <p:animScale>
                                      <p:cBhvr>
                                        <p:cTn id="65" dur="13">
                                          <p:stCondLst>
                                            <p:cond delay="821"/>
                                          </p:stCondLst>
                                        </p:cTn>
                                        <p:tgtEl>
                                          <p:spTgt spid="15"/>
                                        </p:tgtEl>
                                      </p:cBhvr>
                                      <p:to x="100000" y="90000"/>
                                    </p:animScale>
                                    <p:animScale>
                                      <p:cBhvr>
                                        <p:cTn id="66" dur="83" decel="50000">
                                          <p:stCondLst>
                                            <p:cond delay="834"/>
                                          </p:stCondLst>
                                        </p:cTn>
                                        <p:tgtEl>
                                          <p:spTgt spid="15"/>
                                        </p:tgtEl>
                                      </p:cBhvr>
                                      <p:to x="100000" y="100000"/>
                                    </p:animScale>
                                    <p:animScale>
                                      <p:cBhvr>
                                        <p:cTn id="67" dur="13">
                                          <p:stCondLst>
                                            <p:cond delay="904"/>
                                          </p:stCondLst>
                                        </p:cTn>
                                        <p:tgtEl>
                                          <p:spTgt spid="15"/>
                                        </p:tgtEl>
                                      </p:cBhvr>
                                      <p:to x="100000" y="95000"/>
                                    </p:animScale>
                                    <p:animScale>
                                      <p:cBhvr>
                                        <p:cTn id="68" dur="83" decel="50000">
                                          <p:stCondLst>
                                            <p:cond delay="917"/>
                                          </p:stCondLst>
                                        </p:cTn>
                                        <p:tgtEl>
                                          <p:spTgt spid="15"/>
                                        </p:tgtEl>
                                      </p:cBhvr>
                                      <p:to x="100000" y="100000"/>
                                    </p:animScale>
                                  </p:childTnLst>
                                </p:cTn>
                              </p:par>
                            </p:childTnLst>
                          </p:cTn>
                        </p:par>
                        <p:par>
                          <p:cTn id="69" fill="hold">
                            <p:stCondLst>
                              <p:cond delay="1000"/>
                            </p:stCondLst>
                            <p:childTnLst>
                              <p:par>
                                <p:cTn id="70" presetID="22" presetClass="entr" presetSubtype="8" fill="hold" nodeType="afterEffect">
                                  <p:stCondLst>
                                    <p:cond delay="0"/>
                                  </p:stCondLst>
                                  <p:childTnLst>
                                    <p:set>
                                      <p:cBhvr>
                                        <p:cTn id="71" dur="1" fill="hold">
                                          <p:stCondLst>
                                            <p:cond delay="0"/>
                                          </p:stCondLst>
                                        </p:cTn>
                                        <p:tgtEl>
                                          <p:spTgt spid="3"/>
                                        </p:tgtEl>
                                        <p:attrNameLst>
                                          <p:attrName>style.visibility</p:attrName>
                                        </p:attrNameLst>
                                      </p:cBhvr>
                                      <p:to>
                                        <p:strVal val="visible"/>
                                      </p:to>
                                    </p:set>
                                    <p:animEffect transition="in" filter="wipe(left)">
                                      <p:cBhvr>
                                        <p:cTn id="72" dur="1000"/>
                                        <p:tgtEl>
                                          <p:spTgt spid="3"/>
                                        </p:tgtEl>
                                      </p:cBhvr>
                                    </p:animEffect>
                                  </p:childTnLst>
                                </p:cTn>
                              </p:par>
                              <p:par>
                                <p:cTn id="73" presetID="12" presetClass="entr" presetSubtype="4" fill="hold" grpId="0" nodeType="withEffect">
                                  <p:stCondLst>
                                    <p:cond delay="0"/>
                                  </p:stCondLst>
                                  <p:iterate type="lt">
                                    <p:tmPct val="5983"/>
                                  </p:iterate>
                                  <p:childTnLst>
                                    <p:set>
                                      <p:cBhvr>
                                        <p:cTn id="74" dur="1" fill="hold">
                                          <p:stCondLst>
                                            <p:cond delay="0"/>
                                          </p:stCondLst>
                                        </p:cTn>
                                        <p:tgtEl>
                                          <p:spTgt spid="10"/>
                                        </p:tgtEl>
                                        <p:attrNameLst>
                                          <p:attrName>style.visibility</p:attrName>
                                        </p:attrNameLst>
                                      </p:cBhvr>
                                      <p:to>
                                        <p:strVal val="visible"/>
                                      </p:to>
                                    </p:set>
                                    <p:anim calcmode="lin" valueType="num">
                                      <p:cBhvr additive="base">
                                        <p:cTn id="75" dur="300"/>
                                        <p:tgtEl>
                                          <p:spTgt spid="10"/>
                                        </p:tgtEl>
                                        <p:attrNameLst>
                                          <p:attrName>ppt_y</p:attrName>
                                        </p:attrNameLst>
                                      </p:cBhvr>
                                      <p:tavLst>
                                        <p:tav tm="0">
                                          <p:val>
                                            <p:strVal val="#ppt_y+#ppt_h*1.125000"/>
                                          </p:val>
                                        </p:tav>
                                        <p:tav tm="100000">
                                          <p:val>
                                            <p:strVal val="#ppt_y"/>
                                          </p:val>
                                        </p:tav>
                                      </p:tavLst>
                                    </p:anim>
                                    <p:animEffect transition="in" filter="wipe(up)">
                                      <p:cBhvr>
                                        <p:cTn id="76" dur="300"/>
                                        <p:tgtEl>
                                          <p:spTgt spid="10"/>
                                        </p:tgtEl>
                                      </p:cBhvr>
                                    </p:animEffect>
                                  </p:childTnLst>
                                </p:cTn>
                              </p:par>
                              <p:par>
                                <p:cTn id="77" presetID="22" presetClass="entr" presetSubtype="8" fill="hold" nodeType="withEffect">
                                  <p:stCondLst>
                                    <p:cond delay="1000"/>
                                  </p:stCondLst>
                                  <p:childTnLst>
                                    <p:set>
                                      <p:cBhvr>
                                        <p:cTn id="78" dur="1" fill="hold">
                                          <p:stCondLst>
                                            <p:cond delay="0"/>
                                          </p:stCondLst>
                                        </p:cTn>
                                        <p:tgtEl>
                                          <p:spTgt spid="6"/>
                                        </p:tgtEl>
                                        <p:attrNameLst>
                                          <p:attrName>style.visibility</p:attrName>
                                        </p:attrNameLst>
                                      </p:cBhvr>
                                      <p:to>
                                        <p:strVal val="visible"/>
                                      </p:to>
                                    </p:set>
                                    <p:animEffect transition="in" filter="wipe(left)">
                                      <p:cBhvr>
                                        <p:cTn id="79" dur="1000"/>
                                        <p:tgtEl>
                                          <p:spTgt spid="6"/>
                                        </p:tgtEl>
                                      </p:cBhvr>
                                    </p:animEffect>
                                  </p:childTnLst>
                                </p:cTn>
                              </p:par>
                              <p:par>
                                <p:cTn id="80" presetID="12" presetClass="entr" presetSubtype="4" fill="hold" grpId="0" nodeType="withEffect">
                                  <p:stCondLst>
                                    <p:cond delay="1000"/>
                                  </p:stCondLst>
                                  <p:iterate type="lt">
                                    <p:tmPct val="5983"/>
                                  </p:iterate>
                                  <p:childTnLst>
                                    <p:set>
                                      <p:cBhvr>
                                        <p:cTn id="81" dur="1" fill="hold">
                                          <p:stCondLst>
                                            <p:cond delay="0"/>
                                          </p:stCondLst>
                                        </p:cTn>
                                        <p:tgtEl>
                                          <p:spTgt spid="11"/>
                                        </p:tgtEl>
                                        <p:attrNameLst>
                                          <p:attrName>style.visibility</p:attrName>
                                        </p:attrNameLst>
                                      </p:cBhvr>
                                      <p:to>
                                        <p:strVal val="visible"/>
                                      </p:to>
                                    </p:set>
                                    <p:anim calcmode="lin" valueType="num">
                                      <p:cBhvr additive="base">
                                        <p:cTn id="82" dur="300"/>
                                        <p:tgtEl>
                                          <p:spTgt spid="11"/>
                                        </p:tgtEl>
                                        <p:attrNameLst>
                                          <p:attrName>ppt_y</p:attrName>
                                        </p:attrNameLst>
                                      </p:cBhvr>
                                      <p:tavLst>
                                        <p:tav tm="0">
                                          <p:val>
                                            <p:strVal val="#ppt_y+#ppt_h*1.125000"/>
                                          </p:val>
                                        </p:tav>
                                        <p:tav tm="100000">
                                          <p:val>
                                            <p:strVal val="#ppt_y"/>
                                          </p:val>
                                        </p:tav>
                                      </p:tavLst>
                                    </p:anim>
                                    <p:animEffect transition="in" filter="wipe(up)">
                                      <p:cBhvr>
                                        <p:cTn id="83" dur="3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animBg="1"/>
      <p:bldP spid="13" grpId="0"/>
      <p:bldP spid="14" grpId="0" animBg="1"/>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567257" y="1176418"/>
            <a:ext cx="8016139" cy="613694"/>
          </a:xfrm>
          <a:prstGeom prst="rect">
            <a:avLst/>
          </a:prstGeom>
        </p:spPr>
        <p:txBody>
          <a:bodyPr wrap="square">
            <a:spAutoFit/>
          </a:bodyPr>
          <a:lstStyle/>
          <a:p>
            <a:pPr>
              <a:lnSpc>
                <a:spcPct val="150000"/>
              </a:lnSpc>
              <a:spcBef>
                <a:spcPts val="600"/>
              </a:spcBef>
              <a:spcAft>
                <a:spcPts val="600"/>
              </a:spcAft>
              <a:defRPr/>
            </a:pPr>
            <a:r>
              <a:rPr lang="zh-CN" altLang="en-US" sz="1200" dirty="0">
                <a:solidFill>
                  <a:schemeClr val="tx1">
                    <a:lumMod val="85000"/>
                    <a:lumOff val="15000"/>
                  </a:schemeClr>
                </a:solidFill>
                <a:latin typeface="微软雅黑" pitchFamily="34" charset="-122"/>
                <a:ea typeface="微软雅黑" pitchFamily="34" charset="-122"/>
              </a:rPr>
              <a:t>请在此处输入您的文本或者复制您的文本粘贴到此处，请在此处输入您的文本或者复制您的文本粘贴到此处。请在此处输入您的文本或者复制您的文本粘贴到此处，请在此处输入您的文本或者复制您的文本粘贴到此处。</a:t>
            </a:r>
          </a:p>
        </p:txBody>
      </p:sp>
      <p:pic>
        <p:nvPicPr>
          <p:cNvPr id="28" name="图片 27"/>
          <p:cNvPicPr>
            <a:picLocks noChangeAspect="1"/>
          </p:cNvPicPr>
          <p:nvPr/>
        </p:nvPicPr>
        <p:blipFill rotWithShape="1">
          <a:blip r:embed="rId3" cstate="print">
            <a:extLst>
              <a:ext uri="{28A0092B-C50C-407E-A947-70E740481C1C}">
                <a14:useLocalDpi xmlns:a14="http://schemas.microsoft.com/office/drawing/2010/main" val="0"/>
              </a:ext>
            </a:extLst>
          </a:blip>
          <a:srcRect t="16006" b="21838"/>
          <a:stretch/>
        </p:blipFill>
        <p:spPr>
          <a:xfrm>
            <a:off x="567258" y="2106429"/>
            <a:ext cx="5486547" cy="2419988"/>
          </a:xfrm>
          <a:prstGeom prst="rect">
            <a:avLst/>
          </a:prstGeom>
        </p:spPr>
      </p:pic>
      <p:sp>
        <p:nvSpPr>
          <p:cNvPr id="29" name="Rectangle 12"/>
          <p:cNvSpPr/>
          <p:nvPr/>
        </p:nvSpPr>
        <p:spPr bwMode="auto">
          <a:xfrm>
            <a:off x="6130216" y="2106429"/>
            <a:ext cx="2453181" cy="2419987"/>
          </a:xfrm>
          <a:prstGeom prst="rect">
            <a:avLst/>
          </a:prstGeom>
          <a:solidFill>
            <a:schemeClr val="accent1"/>
          </a:solidFill>
          <a:ln w="9525" cap="flat" cmpd="sng" algn="ctr">
            <a:noFill/>
            <a:prstDash val="solid"/>
            <a:headEnd type="none" w="med" len="med"/>
            <a:tailEnd type="none" w="med" len="med"/>
          </a:ln>
          <a:effectLst/>
        </p:spPr>
        <p:txBody>
          <a:bodyPr rot="0" spcFirstLastPara="0" vert="horz" wrap="square" lIns="137166" tIns="68583" rIns="34292" bIns="34292" numCol="1" spcCol="0" rtlCol="0" fromWordArt="0" anchor="t" anchorCtr="0" forceAA="0" compatLnSpc="1">
            <a:prstTxWarp prst="textNoShape">
              <a:avLst/>
            </a:prstTxWarp>
            <a:noAutofit/>
          </a:bodyPr>
          <a:lstStyle>
            <a:defPPr>
              <a:defRPr lang="en-US"/>
            </a:defPPr>
            <a:lvl1pPr marL="0" algn="l" defTabSz="914363" rtl="0" eaLnBrk="1" latinLnBrk="0" hangingPunct="1">
              <a:defRPr sz="1800" kern="1200">
                <a:solidFill>
                  <a:schemeClr val="lt1"/>
                </a:solidFill>
                <a:latin typeface="+mn-lt"/>
                <a:ea typeface="+mn-ea"/>
                <a:cs typeface="+mn-cs"/>
              </a:defRPr>
            </a:lvl1pPr>
            <a:lvl2pPr marL="457182" algn="l" defTabSz="914363" rtl="0" eaLnBrk="1" latinLnBrk="0" hangingPunct="1">
              <a:defRPr sz="1800" kern="1200">
                <a:solidFill>
                  <a:schemeClr val="lt1"/>
                </a:solidFill>
                <a:latin typeface="+mn-lt"/>
                <a:ea typeface="+mn-ea"/>
                <a:cs typeface="+mn-cs"/>
              </a:defRPr>
            </a:lvl2pPr>
            <a:lvl3pPr marL="914363" algn="l" defTabSz="914363" rtl="0" eaLnBrk="1" latinLnBrk="0" hangingPunct="1">
              <a:defRPr sz="1800" kern="1200">
                <a:solidFill>
                  <a:schemeClr val="lt1"/>
                </a:solidFill>
                <a:latin typeface="+mn-lt"/>
                <a:ea typeface="+mn-ea"/>
                <a:cs typeface="+mn-cs"/>
              </a:defRPr>
            </a:lvl3pPr>
            <a:lvl4pPr marL="1371545" algn="l" defTabSz="914363" rtl="0" eaLnBrk="1" latinLnBrk="0" hangingPunct="1">
              <a:defRPr sz="1800" kern="1200">
                <a:solidFill>
                  <a:schemeClr val="lt1"/>
                </a:solidFill>
                <a:latin typeface="+mn-lt"/>
                <a:ea typeface="+mn-ea"/>
                <a:cs typeface="+mn-cs"/>
              </a:defRPr>
            </a:lvl4pPr>
            <a:lvl5pPr marL="1828727" algn="l" defTabSz="914363" rtl="0" eaLnBrk="1" latinLnBrk="0" hangingPunct="1">
              <a:defRPr sz="1800" kern="1200">
                <a:solidFill>
                  <a:schemeClr val="lt1"/>
                </a:solidFill>
                <a:latin typeface="+mn-lt"/>
                <a:ea typeface="+mn-ea"/>
                <a:cs typeface="+mn-cs"/>
              </a:defRPr>
            </a:lvl5pPr>
            <a:lvl6pPr marL="2285909" algn="l" defTabSz="914363" rtl="0" eaLnBrk="1" latinLnBrk="0" hangingPunct="1">
              <a:defRPr sz="1800" kern="1200">
                <a:solidFill>
                  <a:schemeClr val="lt1"/>
                </a:solidFill>
                <a:latin typeface="+mn-lt"/>
                <a:ea typeface="+mn-ea"/>
                <a:cs typeface="+mn-cs"/>
              </a:defRPr>
            </a:lvl6pPr>
            <a:lvl7pPr marL="2743090" algn="l" defTabSz="914363" rtl="0" eaLnBrk="1" latinLnBrk="0" hangingPunct="1">
              <a:defRPr sz="1800" kern="1200">
                <a:solidFill>
                  <a:schemeClr val="lt1"/>
                </a:solidFill>
                <a:latin typeface="+mn-lt"/>
                <a:ea typeface="+mn-ea"/>
                <a:cs typeface="+mn-cs"/>
              </a:defRPr>
            </a:lvl7pPr>
            <a:lvl8pPr marL="3200272" algn="l" defTabSz="914363" rtl="0" eaLnBrk="1" latinLnBrk="0" hangingPunct="1">
              <a:defRPr sz="1800" kern="1200">
                <a:solidFill>
                  <a:schemeClr val="lt1"/>
                </a:solidFill>
                <a:latin typeface="+mn-lt"/>
                <a:ea typeface="+mn-ea"/>
                <a:cs typeface="+mn-cs"/>
              </a:defRPr>
            </a:lvl8pPr>
            <a:lvl9pPr marL="3657454" algn="l" defTabSz="914363" rtl="0" eaLnBrk="1" latinLnBrk="0" hangingPunct="1">
              <a:defRPr sz="1800" kern="1200">
                <a:solidFill>
                  <a:schemeClr val="lt1"/>
                </a:solidFill>
                <a:latin typeface="+mn-lt"/>
                <a:ea typeface="+mn-ea"/>
                <a:cs typeface="+mn-cs"/>
              </a:defRPr>
            </a:lvl9pPr>
          </a:lstStyle>
          <a:p>
            <a:pPr marL="0" marR="0" lvl="0" indent="0" algn="l" defTabSz="914363" rtl="0" eaLnBrk="1" fontAlgn="auto" latinLnBrk="0" hangingPunct="1">
              <a:lnSpc>
                <a:spcPct val="100000"/>
              </a:lnSpc>
              <a:spcBef>
                <a:spcPts val="0"/>
              </a:spcBef>
              <a:spcAft>
                <a:spcPts val="450"/>
              </a:spcAft>
              <a:buClrTx/>
              <a:buSzTx/>
              <a:buFontTx/>
              <a:buNone/>
              <a:tabLst/>
              <a:defRPr/>
            </a:pPr>
            <a:endParaRPr kumimoji="0" lang="en-US" sz="2700" b="0" i="0" u="none" strike="noStrike" kern="1200" cap="none" spc="0" normalizeH="0" baseline="0" noProof="0" dirty="0">
              <a:ln>
                <a:noFill/>
              </a:ln>
              <a:solidFill>
                <a:srgbClr val="FFFFFF">
                  <a:alpha val="99000"/>
                </a:srgbClr>
              </a:solidFill>
              <a:effectLst/>
              <a:uLnTx/>
              <a:uFillTx/>
              <a:latin typeface="Segoe UI Light" pitchFamily="34" charset="0"/>
              <a:ea typeface="+mn-ea"/>
              <a:cs typeface="+mn-cs"/>
            </a:endParaRPr>
          </a:p>
        </p:txBody>
      </p:sp>
      <p:sp>
        <p:nvSpPr>
          <p:cNvPr id="30" name="文本框 81"/>
          <p:cNvSpPr txBox="1">
            <a:spLocks noChangeArrowheads="1"/>
          </p:cNvSpPr>
          <p:nvPr/>
        </p:nvSpPr>
        <p:spPr bwMode="auto">
          <a:xfrm>
            <a:off x="6423157" y="2493443"/>
            <a:ext cx="1944216" cy="1734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nSpc>
                <a:spcPct val="150000"/>
              </a:lnSpc>
            </a:pPr>
            <a:r>
              <a:rPr lang="zh-CN" altLang="en-US" sz="1200" dirty="0" smtClean="0">
                <a:solidFill>
                  <a:schemeClr val="bg1"/>
                </a:solidFill>
                <a:latin typeface="微软雅黑" pitchFamily="34" charset="-122"/>
                <a:ea typeface="微软雅黑" pitchFamily="34" charset="-122"/>
              </a:rPr>
              <a:t>此处</a:t>
            </a:r>
            <a:r>
              <a:rPr lang="zh-CN" altLang="en-US" sz="1200" dirty="0">
                <a:solidFill>
                  <a:schemeClr val="bg1"/>
                </a:solidFill>
                <a:latin typeface="微软雅黑" pitchFamily="34" charset="-122"/>
                <a:ea typeface="微软雅黑" pitchFamily="34" charset="-122"/>
              </a:rPr>
              <a:t>输入您的文本请在此处输入您的文本此处输入您的文本此处输入您的文本此处输入您的文本请在此处输入您的文本此处输入您的</a:t>
            </a:r>
            <a:r>
              <a:rPr lang="zh-CN" altLang="en-US" sz="1200" dirty="0" smtClean="0">
                <a:solidFill>
                  <a:schemeClr val="bg1"/>
                </a:solidFill>
                <a:latin typeface="微软雅黑" pitchFamily="34" charset="-122"/>
                <a:ea typeface="微软雅黑" pitchFamily="34" charset="-122"/>
              </a:rPr>
              <a:t>文本。</a:t>
            </a:r>
            <a:endParaRPr lang="zh-CN" altLang="en-US" sz="1200" dirty="0">
              <a:solidFill>
                <a:schemeClr val="bg1"/>
              </a:solidFill>
              <a:latin typeface="微软雅黑" pitchFamily="34" charset="-122"/>
              <a:ea typeface="微软雅黑" pitchFamily="34" charset="-122"/>
            </a:endParaRPr>
          </a:p>
        </p:txBody>
      </p:sp>
      <p:sp>
        <p:nvSpPr>
          <p:cNvPr id="6" name="TextBox 5"/>
          <p:cNvSpPr txBox="1"/>
          <p:nvPr/>
        </p:nvSpPr>
        <p:spPr>
          <a:xfrm>
            <a:off x="355782" y="205624"/>
            <a:ext cx="2236510" cy="400110"/>
          </a:xfrm>
          <a:prstGeom prst="rect">
            <a:avLst/>
          </a:prstGeom>
          <a:noFill/>
        </p:spPr>
        <p:txBody>
          <a:bodyPr wrap="none" rtlCol="0">
            <a:spAutoFit/>
          </a:bodyPr>
          <a:lstStyle/>
          <a:p>
            <a:r>
              <a:rPr lang="zh-CN" altLang="en-US" sz="2000" b="1" dirty="0" smtClean="0">
                <a:solidFill>
                  <a:schemeClr val="accent1"/>
                </a:solidFill>
                <a:latin typeface="微软雅黑" pitchFamily="34" charset="-122"/>
                <a:ea typeface="微软雅黑" pitchFamily="34" charset="-122"/>
              </a:rPr>
              <a:t>点击添加标题文本</a:t>
            </a:r>
            <a:endParaRPr lang="zh-CN" altLang="en-US" sz="2000" b="1" dirty="0">
              <a:solidFill>
                <a:schemeClr val="accent1"/>
              </a:solidFill>
              <a:latin typeface="微软雅黑" pitchFamily="34" charset="-122"/>
              <a:ea typeface="微软雅黑" pitchFamily="34" charset="-122"/>
            </a:endParaRPr>
          </a:p>
        </p:txBody>
      </p:sp>
      <p:sp>
        <p:nvSpPr>
          <p:cNvPr id="7" name="TextBox 6"/>
          <p:cNvSpPr txBox="1"/>
          <p:nvPr/>
        </p:nvSpPr>
        <p:spPr>
          <a:xfrm>
            <a:off x="7682019" y="195037"/>
            <a:ext cx="1138453" cy="461665"/>
          </a:xfrm>
          <a:prstGeom prst="rect">
            <a:avLst/>
          </a:prstGeom>
          <a:noFill/>
        </p:spPr>
        <p:txBody>
          <a:bodyPr wrap="none" rtlCol="0">
            <a:spAutoFit/>
          </a:bodyPr>
          <a:lstStyle/>
          <a:p>
            <a:r>
              <a:rPr lang="en-US" altLang="zh-CN" sz="2400" dirty="0" smtClean="0">
                <a:solidFill>
                  <a:schemeClr val="accent2"/>
                </a:solidFill>
                <a:latin typeface="Eras Bold ITC" panose="020B0907030504020204" pitchFamily="34" charset="0"/>
                <a:ea typeface="微软雅黑" panose="020B0503020204020204" pitchFamily="34" charset="-122"/>
              </a:rPr>
              <a:t>LOGO</a:t>
            </a:r>
            <a:endParaRPr lang="zh-CN" altLang="en-US" sz="2400" dirty="0">
              <a:solidFill>
                <a:schemeClr val="accent2"/>
              </a:solidFill>
              <a:latin typeface="Eras Bold ITC" panose="020B0907030504020204" pitchFamily="34" charset="0"/>
              <a:ea typeface="微软雅黑" panose="020B0503020204020204" pitchFamily="34" charset="-122"/>
            </a:endParaRPr>
          </a:p>
        </p:txBody>
      </p:sp>
    </p:spTree>
    <p:extLst>
      <p:ext uri="{BB962C8B-B14F-4D97-AF65-F5344CB8AC3E}">
        <p14:creationId xmlns:p14="http://schemas.microsoft.com/office/powerpoint/2010/main" val="390489765"/>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lt">
                                    <p:tmPct val="8000"/>
                                  </p:iterate>
                                  <p:childTnLst>
                                    <p:set>
                                      <p:cBhvr>
                                        <p:cTn id="6" dur="1" fill="hold">
                                          <p:stCondLst>
                                            <p:cond delay="0"/>
                                          </p:stCondLst>
                                        </p:cTn>
                                        <p:tgtEl>
                                          <p:spTgt spid="27"/>
                                        </p:tgtEl>
                                        <p:attrNameLst>
                                          <p:attrName>style.visibility</p:attrName>
                                        </p:attrNameLst>
                                      </p:cBhvr>
                                      <p:to>
                                        <p:strVal val="visible"/>
                                      </p:to>
                                    </p:set>
                                    <p:animEffect transition="in" filter="wipe(left)">
                                      <p:cBhvr>
                                        <p:cTn id="7" dur="300"/>
                                        <p:tgtEl>
                                          <p:spTgt spid="27"/>
                                        </p:tgtEl>
                                      </p:cBhvr>
                                    </p:animEffect>
                                  </p:childTnLst>
                                </p:cTn>
                              </p:par>
                            </p:childTnLst>
                          </p:cTn>
                        </p:par>
                        <p:par>
                          <p:cTn id="8" fill="hold">
                            <p:stCondLst>
                              <p:cond delay="2580"/>
                            </p:stCondLst>
                            <p:childTnLst>
                              <p:par>
                                <p:cTn id="9" presetID="22" presetClass="entr" presetSubtype="2"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right)">
                                      <p:cBhvr>
                                        <p:cTn id="11" dur="500"/>
                                        <p:tgtEl>
                                          <p:spTgt spid="2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wipe(left)">
                                      <p:cBhvr>
                                        <p:cTn id="14" dur="500"/>
                                        <p:tgtEl>
                                          <p:spTgt spid="29"/>
                                        </p:tgtEl>
                                      </p:cBhvr>
                                    </p:animEffect>
                                  </p:childTnLst>
                                </p:cTn>
                              </p:par>
                            </p:childTnLst>
                          </p:cTn>
                        </p:par>
                        <p:par>
                          <p:cTn id="15" fill="hold">
                            <p:stCondLst>
                              <p:cond delay="3080"/>
                            </p:stCondLst>
                            <p:childTnLst>
                              <p:par>
                                <p:cTn id="16" presetID="22" presetClass="entr" presetSubtype="2" fill="hold" grpId="0" nodeType="after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wipe(right)">
                                      <p:cBhvr>
                                        <p:cTn id="1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9" grpId="0" animBg="1"/>
      <p:bldP spid="3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a:off x="2339753" y="1643229"/>
            <a:ext cx="6804248" cy="1648601"/>
          </a:xfrm>
          <a:prstGeom prst="rect">
            <a:avLst/>
          </a:prstGeom>
          <a:solidFill>
            <a:schemeClr val="accent1"/>
          </a:solidFill>
          <a:ln w="9525">
            <a:noFill/>
            <a:miter lim="800000"/>
            <a:headEnd/>
            <a:tailEnd/>
          </a:ln>
        </p:spPr>
        <p:txBody>
          <a:bodyPr wrap="none" anchor="ctr"/>
          <a:lstStyle/>
          <a:p>
            <a:endParaRPr lang="zh-CN" altLang="en-US" sz="1600">
              <a:latin typeface="Calibri" pitchFamily="34" charset="0"/>
            </a:endParaRPr>
          </a:p>
        </p:txBody>
      </p:sp>
      <p:sp>
        <p:nvSpPr>
          <p:cNvPr id="23" name="矩形 22"/>
          <p:cNvSpPr/>
          <p:nvPr/>
        </p:nvSpPr>
        <p:spPr>
          <a:xfrm>
            <a:off x="1" y="1643229"/>
            <a:ext cx="2339751" cy="16486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105235" fontAlgn="auto">
              <a:spcBef>
                <a:spcPts val="0"/>
              </a:spcBef>
              <a:spcAft>
                <a:spcPts val="0"/>
              </a:spcAft>
              <a:defRPr/>
            </a:pPr>
            <a:endParaRPr lang="zh-CN" altLang="en-US" sz="1600"/>
          </a:p>
        </p:txBody>
      </p:sp>
      <p:sp>
        <p:nvSpPr>
          <p:cNvPr id="24" name="Text Box 2"/>
          <p:cNvSpPr txBox="1">
            <a:spLocks noChangeArrowheads="1"/>
          </p:cNvSpPr>
          <p:nvPr/>
        </p:nvSpPr>
        <p:spPr bwMode="auto">
          <a:xfrm>
            <a:off x="2699792" y="1923678"/>
            <a:ext cx="4858820" cy="646331"/>
          </a:xfrm>
          <a:prstGeom prst="rect">
            <a:avLst/>
          </a:prstGeom>
          <a:noFill/>
          <a:ln w="9525">
            <a:noFill/>
            <a:miter lim="800000"/>
            <a:headEnd/>
            <a:tailEnd/>
          </a:ln>
        </p:spPr>
        <p:txBody>
          <a:bodyPr wrap="square">
            <a:spAutoFit/>
          </a:bodyPr>
          <a:lstStyle/>
          <a:p>
            <a:pPr lvl="0">
              <a:defRPr/>
            </a:pPr>
            <a:r>
              <a:rPr lang="zh-CN" altLang="en-US" sz="3600" b="1" kern="0" dirty="0" smtClean="0">
                <a:solidFill>
                  <a:schemeClr val="bg1"/>
                </a:solidFill>
                <a:latin typeface="微软雅黑" pitchFamily="34" charset="-122"/>
                <a:ea typeface="微软雅黑" pitchFamily="34" charset="-122"/>
              </a:rPr>
              <a:t>在此输入过渡页标题</a:t>
            </a:r>
            <a:endParaRPr lang="zh-CN" altLang="en-US" sz="3600" b="1" kern="0" dirty="0">
              <a:solidFill>
                <a:schemeClr val="bg1"/>
              </a:solidFill>
              <a:latin typeface="微软雅黑" pitchFamily="34" charset="-122"/>
              <a:ea typeface="微软雅黑" pitchFamily="34" charset="-122"/>
            </a:endParaRPr>
          </a:p>
        </p:txBody>
      </p:sp>
      <p:sp>
        <p:nvSpPr>
          <p:cNvPr id="25" name="Text Box 2"/>
          <p:cNvSpPr txBox="1">
            <a:spLocks noChangeArrowheads="1"/>
          </p:cNvSpPr>
          <p:nvPr/>
        </p:nvSpPr>
        <p:spPr bwMode="auto">
          <a:xfrm>
            <a:off x="2749180" y="2643758"/>
            <a:ext cx="4809432" cy="307777"/>
          </a:xfrm>
          <a:prstGeom prst="rect">
            <a:avLst/>
          </a:prstGeom>
          <a:noFill/>
          <a:ln w="9525">
            <a:noFill/>
            <a:miter lim="800000"/>
            <a:headEnd/>
            <a:tailEnd/>
          </a:ln>
        </p:spPr>
        <p:txBody>
          <a:bodyPr wrap="square">
            <a:spAutoFit/>
          </a:bodyPr>
          <a:lstStyle/>
          <a:p>
            <a:pPr lvl="0">
              <a:defRPr/>
            </a:pPr>
            <a:r>
              <a:rPr lang="zh-CN" altLang="en-US" sz="1400" kern="0" dirty="0">
                <a:solidFill>
                  <a:schemeClr val="bg1"/>
                </a:solidFill>
                <a:latin typeface="微软雅黑" pitchFamily="34" charset="-122"/>
                <a:ea typeface="微软雅黑" pitchFamily="34" charset="-122"/>
              </a:rPr>
              <a:t>点击</a:t>
            </a:r>
            <a:r>
              <a:rPr lang="zh-CN" altLang="en-US" sz="1400" kern="0" dirty="0" smtClean="0">
                <a:solidFill>
                  <a:schemeClr val="bg1"/>
                </a:solidFill>
                <a:latin typeface="微软雅黑" pitchFamily="34" charset="-122"/>
                <a:ea typeface="微软雅黑" pitchFamily="34" charset="-122"/>
              </a:rPr>
              <a:t>录入</a:t>
            </a:r>
            <a:r>
              <a:rPr lang="zh-CN" altLang="en-US" sz="1400" kern="0" dirty="0">
                <a:solidFill>
                  <a:schemeClr val="bg1"/>
                </a:solidFill>
                <a:latin typeface="微软雅黑" pitchFamily="34" charset="-122"/>
                <a:ea typeface="微软雅黑" pitchFamily="34" charset="-122"/>
              </a:rPr>
              <a:t>此部分的内容及说明，</a:t>
            </a:r>
            <a:r>
              <a:rPr lang="zh-CN" altLang="en-US" sz="1400" kern="0" dirty="0" smtClean="0">
                <a:solidFill>
                  <a:schemeClr val="bg1"/>
                </a:solidFill>
                <a:latin typeface="微软雅黑" pitchFamily="34" charset="-122"/>
                <a:ea typeface="微软雅黑" pitchFamily="34" charset="-122"/>
              </a:rPr>
              <a:t>简单扼要。</a:t>
            </a:r>
            <a:endParaRPr lang="zh-CN" altLang="en-US" sz="1400" kern="0" dirty="0">
              <a:solidFill>
                <a:schemeClr val="bg1"/>
              </a:solidFill>
              <a:latin typeface="微软雅黑" pitchFamily="34" charset="-122"/>
              <a:ea typeface="微软雅黑" pitchFamily="34" charset="-122"/>
            </a:endParaRPr>
          </a:p>
        </p:txBody>
      </p:sp>
      <p:sp>
        <p:nvSpPr>
          <p:cNvPr id="7" name="TextBox 6"/>
          <p:cNvSpPr txBox="1"/>
          <p:nvPr/>
        </p:nvSpPr>
        <p:spPr>
          <a:xfrm>
            <a:off x="498725" y="1773272"/>
            <a:ext cx="1354858" cy="1446550"/>
          </a:xfrm>
          <a:prstGeom prst="rect">
            <a:avLst/>
          </a:prstGeom>
          <a:noFill/>
        </p:spPr>
        <p:txBody>
          <a:bodyPr wrap="none" rtlCol="0">
            <a:spAutoFit/>
          </a:bodyPr>
          <a:lstStyle/>
          <a:p>
            <a:pPr algn="ctr"/>
            <a:r>
              <a:rPr lang="en-US" altLang="zh-CN" sz="8800" dirty="0" smtClean="0">
                <a:solidFill>
                  <a:schemeClr val="bg1"/>
                </a:solidFill>
                <a:latin typeface="Impact" panose="020B0806030902050204" pitchFamily="34" charset="0"/>
                <a:ea typeface="微软雅黑" panose="020B0503020204020204" pitchFamily="34" charset="-122"/>
              </a:rPr>
              <a:t>02</a:t>
            </a:r>
            <a:endParaRPr lang="zh-CN" altLang="en-US" sz="8800" dirty="0">
              <a:solidFill>
                <a:schemeClr val="bg1"/>
              </a:solidFill>
              <a:latin typeface="Impact" panose="020B0806030902050204" pitchFamily="34" charset="0"/>
              <a:ea typeface="微软雅黑" panose="020B0503020204020204" pitchFamily="34" charset="-122"/>
            </a:endParaRPr>
          </a:p>
        </p:txBody>
      </p:sp>
    </p:spTree>
    <p:extLst>
      <p:ext uri="{BB962C8B-B14F-4D97-AF65-F5344CB8AC3E}">
        <p14:creationId xmlns:p14="http://schemas.microsoft.com/office/powerpoint/2010/main" val="3979002570"/>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1+#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49" presetClass="entr" presetSubtype="0" decel="10000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p:cTn id="16" dur="500" fill="hold"/>
                                        <p:tgtEl>
                                          <p:spTgt spid="7"/>
                                        </p:tgtEl>
                                        <p:attrNameLst>
                                          <p:attrName>ppt_w</p:attrName>
                                        </p:attrNameLst>
                                      </p:cBhvr>
                                      <p:tavLst>
                                        <p:tav tm="0">
                                          <p:val>
                                            <p:fltVal val="0"/>
                                          </p:val>
                                        </p:tav>
                                        <p:tav tm="100000">
                                          <p:val>
                                            <p:strVal val="#ppt_w"/>
                                          </p:val>
                                        </p:tav>
                                      </p:tavLst>
                                    </p:anim>
                                    <p:anim calcmode="lin" valueType="num">
                                      <p:cBhvr>
                                        <p:cTn id="17" dur="500" fill="hold"/>
                                        <p:tgtEl>
                                          <p:spTgt spid="7"/>
                                        </p:tgtEl>
                                        <p:attrNameLst>
                                          <p:attrName>ppt_h</p:attrName>
                                        </p:attrNameLst>
                                      </p:cBhvr>
                                      <p:tavLst>
                                        <p:tav tm="0">
                                          <p:val>
                                            <p:fltVal val="0"/>
                                          </p:val>
                                        </p:tav>
                                        <p:tav tm="100000">
                                          <p:val>
                                            <p:strVal val="#ppt_h"/>
                                          </p:val>
                                        </p:tav>
                                      </p:tavLst>
                                    </p:anim>
                                    <p:anim calcmode="lin" valueType="num">
                                      <p:cBhvr>
                                        <p:cTn id="18" dur="500" fill="hold"/>
                                        <p:tgtEl>
                                          <p:spTgt spid="7"/>
                                        </p:tgtEl>
                                        <p:attrNameLst>
                                          <p:attrName>style.rotation</p:attrName>
                                        </p:attrNameLst>
                                      </p:cBhvr>
                                      <p:tavLst>
                                        <p:tav tm="0">
                                          <p:val>
                                            <p:fltVal val="360"/>
                                          </p:val>
                                        </p:tav>
                                        <p:tav tm="100000">
                                          <p:val>
                                            <p:fltVal val="0"/>
                                          </p:val>
                                        </p:tav>
                                      </p:tavLst>
                                    </p:anim>
                                    <p:animEffect transition="in" filter="fade">
                                      <p:cBhvr>
                                        <p:cTn id="19" dur="500"/>
                                        <p:tgtEl>
                                          <p:spTgt spid="7"/>
                                        </p:tgtEl>
                                      </p:cBhvr>
                                    </p:animEffect>
                                  </p:childTnLst>
                                </p:cTn>
                              </p:par>
                            </p:childTnLst>
                          </p:cTn>
                        </p:par>
                        <p:par>
                          <p:cTn id="20" fill="hold">
                            <p:stCondLst>
                              <p:cond delay="1000"/>
                            </p:stCondLst>
                            <p:childTnLst>
                              <p:par>
                                <p:cTn id="21" presetID="41" presetClass="entr" presetSubtype="0" fill="hold" grpId="0" nodeType="afterEffect">
                                  <p:stCondLst>
                                    <p:cond delay="0"/>
                                  </p:stCondLst>
                                  <p:iterate type="lt">
                                    <p:tmPct val="10000"/>
                                  </p:iterate>
                                  <p:childTnLst>
                                    <p:set>
                                      <p:cBhvr>
                                        <p:cTn id="22" dur="1" fill="hold">
                                          <p:stCondLst>
                                            <p:cond delay="0"/>
                                          </p:stCondLst>
                                        </p:cTn>
                                        <p:tgtEl>
                                          <p:spTgt spid="24"/>
                                        </p:tgtEl>
                                        <p:attrNameLst>
                                          <p:attrName>style.visibility</p:attrName>
                                        </p:attrNameLst>
                                      </p:cBhvr>
                                      <p:to>
                                        <p:strVal val="visible"/>
                                      </p:to>
                                    </p:set>
                                    <p:anim calcmode="lin" valueType="num">
                                      <p:cBhvr>
                                        <p:cTn id="23" dur="800" fill="hold"/>
                                        <p:tgtEl>
                                          <p:spTgt spid="24"/>
                                        </p:tgtEl>
                                        <p:attrNameLst>
                                          <p:attrName>ppt_x</p:attrName>
                                        </p:attrNameLst>
                                      </p:cBhvr>
                                      <p:tavLst>
                                        <p:tav tm="0">
                                          <p:val>
                                            <p:strVal val="#ppt_x"/>
                                          </p:val>
                                        </p:tav>
                                        <p:tav tm="50000">
                                          <p:val>
                                            <p:strVal val="#ppt_x+.1"/>
                                          </p:val>
                                        </p:tav>
                                        <p:tav tm="100000">
                                          <p:val>
                                            <p:strVal val="#ppt_x"/>
                                          </p:val>
                                        </p:tav>
                                      </p:tavLst>
                                    </p:anim>
                                    <p:anim calcmode="lin" valueType="num">
                                      <p:cBhvr>
                                        <p:cTn id="24" dur="800" fill="hold"/>
                                        <p:tgtEl>
                                          <p:spTgt spid="24"/>
                                        </p:tgtEl>
                                        <p:attrNameLst>
                                          <p:attrName>ppt_y</p:attrName>
                                        </p:attrNameLst>
                                      </p:cBhvr>
                                      <p:tavLst>
                                        <p:tav tm="0">
                                          <p:val>
                                            <p:strVal val="#ppt_y"/>
                                          </p:val>
                                        </p:tav>
                                        <p:tav tm="100000">
                                          <p:val>
                                            <p:strVal val="#ppt_y"/>
                                          </p:val>
                                        </p:tav>
                                      </p:tavLst>
                                    </p:anim>
                                    <p:anim calcmode="lin" valueType="num">
                                      <p:cBhvr>
                                        <p:cTn id="25" dur="800" fill="hold"/>
                                        <p:tgtEl>
                                          <p:spTgt spid="24"/>
                                        </p:tgtEl>
                                        <p:attrNameLst>
                                          <p:attrName>ppt_h</p:attrName>
                                        </p:attrNameLst>
                                      </p:cBhvr>
                                      <p:tavLst>
                                        <p:tav tm="0">
                                          <p:val>
                                            <p:strVal val="#ppt_h/10"/>
                                          </p:val>
                                        </p:tav>
                                        <p:tav tm="50000">
                                          <p:val>
                                            <p:strVal val="#ppt_h+.01"/>
                                          </p:val>
                                        </p:tav>
                                        <p:tav tm="100000">
                                          <p:val>
                                            <p:strVal val="#ppt_h"/>
                                          </p:val>
                                        </p:tav>
                                      </p:tavLst>
                                    </p:anim>
                                    <p:anim calcmode="lin" valueType="num">
                                      <p:cBhvr>
                                        <p:cTn id="26" dur="800" fill="hold"/>
                                        <p:tgtEl>
                                          <p:spTgt spid="24"/>
                                        </p:tgtEl>
                                        <p:attrNameLst>
                                          <p:attrName>ppt_w</p:attrName>
                                        </p:attrNameLst>
                                      </p:cBhvr>
                                      <p:tavLst>
                                        <p:tav tm="0">
                                          <p:val>
                                            <p:strVal val="#ppt_w/10"/>
                                          </p:val>
                                        </p:tav>
                                        <p:tav tm="50000">
                                          <p:val>
                                            <p:strVal val="#ppt_w+.01"/>
                                          </p:val>
                                        </p:tav>
                                        <p:tav tm="100000">
                                          <p:val>
                                            <p:strVal val="#ppt_w"/>
                                          </p:val>
                                        </p:tav>
                                      </p:tavLst>
                                    </p:anim>
                                    <p:animEffect transition="in" filter="fade">
                                      <p:cBhvr>
                                        <p:cTn id="27" dur="800" tmFilter="0,0; .5, 1; 1, 1"/>
                                        <p:tgtEl>
                                          <p:spTgt spid="24"/>
                                        </p:tgtEl>
                                      </p:cBhvr>
                                    </p:animEffect>
                                  </p:childTnLst>
                                </p:cTn>
                              </p:par>
                            </p:childTnLst>
                          </p:cTn>
                        </p:par>
                        <p:par>
                          <p:cTn id="28" fill="hold">
                            <p:stCondLst>
                              <p:cond delay="2440"/>
                            </p:stCondLst>
                            <p:childTnLst>
                              <p:par>
                                <p:cTn id="29" presetID="22" presetClass="entr" presetSubtype="4"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wipe(down)">
                                      <p:cBhvr>
                                        <p:cTn id="3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p:bldP spid="25"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864500" y="1407910"/>
            <a:ext cx="1918068" cy="680813"/>
            <a:chOff x="3666731" y="1984470"/>
            <a:chExt cx="2636520" cy="1447800"/>
          </a:xfrm>
        </p:grpSpPr>
        <p:sp>
          <p:nvSpPr>
            <p:cNvPr id="4" name="任意多边形 3"/>
            <p:cNvSpPr/>
            <p:nvPr/>
          </p:nvSpPr>
          <p:spPr>
            <a:xfrm>
              <a:off x="3666731" y="1984470"/>
              <a:ext cx="2636520" cy="1447800"/>
            </a:xfrm>
            <a:custGeom>
              <a:avLst/>
              <a:gdLst>
                <a:gd name="connsiteX0" fmla="*/ 0 w 2636520"/>
                <a:gd name="connsiteY0" fmla="*/ 0 h 1447800"/>
                <a:gd name="connsiteX1" fmla="*/ 2103122 w 2636520"/>
                <a:gd name="connsiteY1" fmla="*/ 0 h 1447800"/>
                <a:gd name="connsiteX2" fmla="*/ 2636520 w 2636520"/>
                <a:gd name="connsiteY2" fmla="*/ 723900 h 1447800"/>
                <a:gd name="connsiteX3" fmla="*/ 2103122 w 2636520"/>
                <a:gd name="connsiteY3" fmla="*/ 1447800 h 1447800"/>
                <a:gd name="connsiteX4" fmla="*/ 0 w 2636520"/>
                <a:gd name="connsiteY4" fmla="*/ 1447800 h 1447800"/>
                <a:gd name="connsiteX5" fmla="*/ 0 w 2636520"/>
                <a:gd name="connsiteY5" fmla="*/ 1442632 h 1447800"/>
                <a:gd name="connsiteX6" fmla="*/ 529590 w 2636520"/>
                <a:gd name="connsiteY6" fmla="*/ 723900 h 1447800"/>
                <a:gd name="connsiteX7" fmla="*/ 0 w 2636520"/>
                <a:gd name="connsiteY7" fmla="*/ 5168 h 144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6520" h="1447800">
                  <a:moveTo>
                    <a:pt x="0" y="0"/>
                  </a:moveTo>
                  <a:lnTo>
                    <a:pt x="2103122" y="0"/>
                  </a:lnTo>
                  <a:lnTo>
                    <a:pt x="2636520" y="723900"/>
                  </a:lnTo>
                  <a:lnTo>
                    <a:pt x="2103122" y="1447800"/>
                  </a:lnTo>
                  <a:lnTo>
                    <a:pt x="0" y="1447800"/>
                  </a:lnTo>
                  <a:lnTo>
                    <a:pt x="0" y="1442632"/>
                  </a:lnTo>
                  <a:lnTo>
                    <a:pt x="529590" y="723900"/>
                  </a:lnTo>
                  <a:lnTo>
                    <a:pt x="0" y="51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0" b="1" dirty="0">
                <a:solidFill>
                  <a:schemeClr val="tx2">
                    <a:lumMod val="75000"/>
                  </a:schemeClr>
                </a:solidFill>
                <a:latin typeface="Arial" panose="020B0604020202020204" pitchFamily="34" charset="0"/>
                <a:ea typeface="微软雅黑" pitchFamily="34" charset="-122"/>
                <a:cs typeface="Arial" panose="020B0604020202020204" pitchFamily="34" charset="0"/>
              </a:endParaRPr>
            </a:p>
          </p:txBody>
        </p:sp>
        <p:sp>
          <p:nvSpPr>
            <p:cNvPr id="5" name="文本框 35"/>
            <p:cNvSpPr txBox="1"/>
            <p:nvPr/>
          </p:nvSpPr>
          <p:spPr>
            <a:xfrm>
              <a:off x="3971726" y="2364755"/>
              <a:ext cx="2230360" cy="687235"/>
            </a:xfrm>
            <a:prstGeom prst="rect">
              <a:avLst/>
            </a:prstGeom>
            <a:noFill/>
          </p:spPr>
          <p:txBody>
            <a:bodyPr wrap="square" rtlCol="0" anchor="ctr">
              <a:spAutoFit/>
            </a:bodyPr>
            <a:lstStyle/>
            <a:p>
              <a:pPr algn="ctr"/>
              <a:r>
                <a:rPr lang="zh-CN" altLang="en-US" sz="1500" b="1" dirty="0">
                  <a:solidFill>
                    <a:schemeClr val="bg1">
                      <a:lumMod val="95000"/>
                    </a:schemeClr>
                  </a:solidFill>
                  <a:latin typeface="Arial" panose="020B0604020202020204" pitchFamily="34" charset="0"/>
                  <a:ea typeface="微软雅黑" pitchFamily="34" charset="-122"/>
                  <a:cs typeface="Arial" panose="020B0604020202020204" pitchFamily="34" charset="0"/>
                </a:rPr>
                <a:t>第二季度</a:t>
              </a:r>
              <a:endParaRPr lang="zh-CN" altLang="en-US" sz="1500" b="1" baseline="-3000" dirty="0">
                <a:solidFill>
                  <a:schemeClr val="bg1">
                    <a:lumMod val="95000"/>
                  </a:schemeClr>
                </a:solidFill>
                <a:latin typeface="Arial" panose="020B0604020202020204" pitchFamily="34" charset="0"/>
                <a:ea typeface="微软雅黑" pitchFamily="34" charset="-122"/>
                <a:cs typeface="Arial" panose="020B0604020202020204" pitchFamily="34" charset="0"/>
              </a:endParaRPr>
            </a:p>
          </p:txBody>
        </p:sp>
      </p:grpSp>
      <p:grpSp>
        <p:nvGrpSpPr>
          <p:cNvPr id="6" name="组合 5"/>
          <p:cNvGrpSpPr/>
          <p:nvPr/>
        </p:nvGrpSpPr>
        <p:grpSpPr>
          <a:xfrm>
            <a:off x="1261360" y="1407910"/>
            <a:ext cx="1918068" cy="680813"/>
            <a:chOff x="1436370" y="1984470"/>
            <a:chExt cx="2636520" cy="1447800"/>
          </a:xfrm>
        </p:grpSpPr>
        <p:sp>
          <p:nvSpPr>
            <p:cNvPr id="7" name="任意多边形 6"/>
            <p:cNvSpPr/>
            <p:nvPr/>
          </p:nvSpPr>
          <p:spPr>
            <a:xfrm>
              <a:off x="1436370" y="1984470"/>
              <a:ext cx="2636520" cy="1447800"/>
            </a:xfrm>
            <a:custGeom>
              <a:avLst/>
              <a:gdLst>
                <a:gd name="connsiteX0" fmla="*/ 0 w 2636520"/>
                <a:gd name="connsiteY0" fmla="*/ 0 h 1447800"/>
                <a:gd name="connsiteX1" fmla="*/ 2103122 w 2636520"/>
                <a:gd name="connsiteY1" fmla="*/ 0 h 1447800"/>
                <a:gd name="connsiteX2" fmla="*/ 2636520 w 2636520"/>
                <a:gd name="connsiteY2" fmla="*/ 723900 h 1447800"/>
                <a:gd name="connsiteX3" fmla="*/ 2103122 w 2636520"/>
                <a:gd name="connsiteY3" fmla="*/ 1447800 h 1447800"/>
                <a:gd name="connsiteX4" fmla="*/ 0 w 2636520"/>
                <a:gd name="connsiteY4" fmla="*/ 1447800 h 1447800"/>
                <a:gd name="connsiteX5" fmla="*/ 0 w 2636520"/>
                <a:gd name="connsiteY5" fmla="*/ 1442632 h 1447800"/>
                <a:gd name="connsiteX6" fmla="*/ 529590 w 2636520"/>
                <a:gd name="connsiteY6" fmla="*/ 723900 h 1447800"/>
                <a:gd name="connsiteX7" fmla="*/ 0 w 2636520"/>
                <a:gd name="connsiteY7" fmla="*/ 5168 h 144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6520" h="1447800">
                  <a:moveTo>
                    <a:pt x="0" y="0"/>
                  </a:moveTo>
                  <a:lnTo>
                    <a:pt x="2103122" y="0"/>
                  </a:lnTo>
                  <a:lnTo>
                    <a:pt x="2636520" y="723900"/>
                  </a:lnTo>
                  <a:lnTo>
                    <a:pt x="2103122" y="1447800"/>
                  </a:lnTo>
                  <a:lnTo>
                    <a:pt x="0" y="1447800"/>
                  </a:lnTo>
                  <a:lnTo>
                    <a:pt x="0" y="1442632"/>
                  </a:lnTo>
                  <a:lnTo>
                    <a:pt x="529590" y="723900"/>
                  </a:lnTo>
                  <a:lnTo>
                    <a:pt x="0" y="516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0" b="1" dirty="0">
                <a:solidFill>
                  <a:schemeClr val="tx2">
                    <a:lumMod val="75000"/>
                  </a:schemeClr>
                </a:solidFill>
                <a:latin typeface="Arial" panose="020B0604020202020204" pitchFamily="34" charset="0"/>
                <a:ea typeface="微软雅黑" pitchFamily="34" charset="-122"/>
                <a:cs typeface="Arial" panose="020B0604020202020204" pitchFamily="34" charset="0"/>
              </a:endParaRPr>
            </a:p>
          </p:txBody>
        </p:sp>
        <p:sp>
          <p:nvSpPr>
            <p:cNvPr id="9" name="文本框 43"/>
            <p:cNvSpPr txBox="1"/>
            <p:nvPr/>
          </p:nvSpPr>
          <p:spPr>
            <a:xfrm>
              <a:off x="1709209" y="2315665"/>
              <a:ext cx="2293960" cy="785412"/>
            </a:xfrm>
            <a:prstGeom prst="rect">
              <a:avLst/>
            </a:prstGeom>
            <a:noFill/>
          </p:spPr>
          <p:txBody>
            <a:bodyPr wrap="square" rtlCol="0" anchor="ctr">
              <a:spAutoFit/>
            </a:bodyPr>
            <a:lstStyle/>
            <a:p>
              <a:pPr algn="ctr">
                <a:lnSpc>
                  <a:spcPct val="120000"/>
                </a:lnSpc>
              </a:pPr>
              <a:r>
                <a:rPr lang="zh-CN" altLang="en-US" sz="1500" b="1" dirty="0">
                  <a:solidFill>
                    <a:schemeClr val="bg1">
                      <a:lumMod val="95000"/>
                    </a:schemeClr>
                  </a:solidFill>
                  <a:latin typeface="Arial" panose="020B0604020202020204" pitchFamily="34" charset="0"/>
                  <a:ea typeface="微软雅黑" pitchFamily="34" charset="-122"/>
                  <a:cs typeface="Arial" panose="020B0604020202020204" pitchFamily="34" charset="0"/>
                </a:rPr>
                <a:t>第一季度</a:t>
              </a:r>
              <a:endParaRPr lang="zh-CN" altLang="en-US" sz="1500" b="1" baseline="-3000" dirty="0">
                <a:solidFill>
                  <a:schemeClr val="bg1">
                    <a:lumMod val="95000"/>
                  </a:schemeClr>
                </a:solidFill>
                <a:latin typeface="Arial" panose="020B0604020202020204" pitchFamily="34" charset="0"/>
                <a:ea typeface="微软雅黑" pitchFamily="34" charset="-122"/>
                <a:cs typeface="Arial" panose="020B0604020202020204" pitchFamily="34" charset="0"/>
              </a:endParaRPr>
            </a:p>
          </p:txBody>
        </p:sp>
      </p:grpSp>
      <p:grpSp>
        <p:nvGrpSpPr>
          <p:cNvPr id="10" name="组合 9"/>
          <p:cNvGrpSpPr/>
          <p:nvPr/>
        </p:nvGrpSpPr>
        <p:grpSpPr>
          <a:xfrm>
            <a:off x="6070781" y="1407910"/>
            <a:ext cx="1918068" cy="680813"/>
            <a:chOff x="8127453" y="1984470"/>
            <a:chExt cx="2636520" cy="1447800"/>
          </a:xfrm>
        </p:grpSpPr>
        <p:sp>
          <p:nvSpPr>
            <p:cNvPr id="11" name="任意多边形 10"/>
            <p:cNvSpPr/>
            <p:nvPr/>
          </p:nvSpPr>
          <p:spPr>
            <a:xfrm>
              <a:off x="8127453" y="1984470"/>
              <a:ext cx="2636520" cy="1447800"/>
            </a:xfrm>
            <a:custGeom>
              <a:avLst/>
              <a:gdLst>
                <a:gd name="connsiteX0" fmla="*/ 0 w 2636520"/>
                <a:gd name="connsiteY0" fmla="*/ 0 h 1447800"/>
                <a:gd name="connsiteX1" fmla="*/ 2103122 w 2636520"/>
                <a:gd name="connsiteY1" fmla="*/ 0 h 1447800"/>
                <a:gd name="connsiteX2" fmla="*/ 2636520 w 2636520"/>
                <a:gd name="connsiteY2" fmla="*/ 723900 h 1447800"/>
                <a:gd name="connsiteX3" fmla="*/ 2103122 w 2636520"/>
                <a:gd name="connsiteY3" fmla="*/ 1447800 h 1447800"/>
                <a:gd name="connsiteX4" fmla="*/ 0 w 2636520"/>
                <a:gd name="connsiteY4" fmla="*/ 1447800 h 1447800"/>
                <a:gd name="connsiteX5" fmla="*/ 0 w 2636520"/>
                <a:gd name="connsiteY5" fmla="*/ 1442632 h 1447800"/>
                <a:gd name="connsiteX6" fmla="*/ 529590 w 2636520"/>
                <a:gd name="connsiteY6" fmla="*/ 723900 h 1447800"/>
                <a:gd name="connsiteX7" fmla="*/ 0 w 2636520"/>
                <a:gd name="connsiteY7" fmla="*/ 5168 h 144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6520" h="1447800">
                  <a:moveTo>
                    <a:pt x="0" y="0"/>
                  </a:moveTo>
                  <a:lnTo>
                    <a:pt x="2103122" y="0"/>
                  </a:lnTo>
                  <a:lnTo>
                    <a:pt x="2636520" y="723900"/>
                  </a:lnTo>
                  <a:lnTo>
                    <a:pt x="2103122" y="1447800"/>
                  </a:lnTo>
                  <a:lnTo>
                    <a:pt x="0" y="1447800"/>
                  </a:lnTo>
                  <a:lnTo>
                    <a:pt x="0" y="1442632"/>
                  </a:lnTo>
                  <a:lnTo>
                    <a:pt x="529590" y="723900"/>
                  </a:lnTo>
                  <a:lnTo>
                    <a:pt x="0" y="51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0" b="1" dirty="0">
                <a:solidFill>
                  <a:schemeClr val="tx2">
                    <a:lumMod val="75000"/>
                  </a:schemeClr>
                </a:solidFill>
                <a:latin typeface="Arial" panose="020B0604020202020204" pitchFamily="34" charset="0"/>
                <a:ea typeface="微软雅黑" pitchFamily="34" charset="-122"/>
                <a:cs typeface="Arial" panose="020B0604020202020204" pitchFamily="34" charset="0"/>
              </a:endParaRPr>
            </a:p>
          </p:txBody>
        </p:sp>
        <p:sp>
          <p:nvSpPr>
            <p:cNvPr id="12" name="文本框 46"/>
            <p:cNvSpPr txBox="1"/>
            <p:nvPr/>
          </p:nvSpPr>
          <p:spPr>
            <a:xfrm>
              <a:off x="8439016" y="2315665"/>
              <a:ext cx="2230360" cy="785412"/>
            </a:xfrm>
            <a:prstGeom prst="rect">
              <a:avLst/>
            </a:prstGeom>
            <a:noFill/>
          </p:spPr>
          <p:txBody>
            <a:bodyPr wrap="square" rtlCol="0" anchor="ctr">
              <a:spAutoFit/>
            </a:bodyPr>
            <a:lstStyle/>
            <a:p>
              <a:pPr algn="ctr">
                <a:lnSpc>
                  <a:spcPct val="120000"/>
                </a:lnSpc>
              </a:pPr>
              <a:r>
                <a:rPr lang="zh-CN" altLang="en-US" sz="1500" b="1" dirty="0">
                  <a:solidFill>
                    <a:schemeClr val="bg1">
                      <a:lumMod val="95000"/>
                    </a:schemeClr>
                  </a:solidFill>
                  <a:latin typeface="Arial" panose="020B0604020202020204" pitchFamily="34" charset="0"/>
                  <a:ea typeface="微软雅黑" pitchFamily="34" charset="-122"/>
                  <a:cs typeface="Arial" panose="020B0604020202020204" pitchFamily="34" charset="0"/>
                </a:rPr>
                <a:t>第四季度</a:t>
              </a:r>
              <a:endParaRPr lang="zh-CN" altLang="en-US" sz="1500" b="1" baseline="-3000" dirty="0">
                <a:solidFill>
                  <a:schemeClr val="bg1">
                    <a:lumMod val="95000"/>
                  </a:schemeClr>
                </a:solidFill>
                <a:latin typeface="Arial" panose="020B0604020202020204" pitchFamily="34" charset="0"/>
                <a:ea typeface="微软雅黑" pitchFamily="34" charset="-122"/>
                <a:cs typeface="Arial" panose="020B0604020202020204" pitchFamily="34" charset="0"/>
              </a:endParaRPr>
            </a:p>
          </p:txBody>
        </p:sp>
      </p:grpSp>
      <p:grpSp>
        <p:nvGrpSpPr>
          <p:cNvPr id="13" name="组合 12"/>
          <p:cNvGrpSpPr/>
          <p:nvPr/>
        </p:nvGrpSpPr>
        <p:grpSpPr>
          <a:xfrm>
            <a:off x="4467640" y="1407910"/>
            <a:ext cx="1918068" cy="680813"/>
            <a:chOff x="5897092" y="1984470"/>
            <a:chExt cx="2636520" cy="1447800"/>
          </a:xfrm>
        </p:grpSpPr>
        <p:sp>
          <p:nvSpPr>
            <p:cNvPr id="14" name="任意多边形 13"/>
            <p:cNvSpPr/>
            <p:nvPr/>
          </p:nvSpPr>
          <p:spPr>
            <a:xfrm>
              <a:off x="5897092" y="1984470"/>
              <a:ext cx="2636520" cy="1447800"/>
            </a:xfrm>
            <a:custGeom>
              <a:avLst/>
              <a:gdLst>
                <a:gd name="connsiteX0" fmla="*/ 0 w 2636520"/>
                <a:gd name="connsiteY0" fmla="*/ 0 h 1447800"/>
                <a:gd name="connsiteX1" fmla="*/ 2103122 w 2636520"/>
                <a:gd name="connsiteY1" fmla="*/ 0 h 1447800"/>
                <a:gd name="connsiteX2" fmla="*/ 2636520 w 2636520"/>
                <a:gd name="connsiteY2" fmla="*/ 723900 h 1447800"/>
                <a:gd name="connsiteX3" fmla="*/ 2103122 w 2636520"/>
                <a:gd name="connsiteY3" fmla="*/ 1447800 h 1447800"/>
                <a:gd name="connsiteX4" fmla="*/ 0 w 2636520"/>
                <a:gd name="connsiteY4" fmla="*/ 1447800 h 1447800"/>
                <a:gd name="connsiteX5" fmla="*/ 0 w 2636520"/>
                <a:gd name="connsiteY5" fmla="*/ 1442632 h 1447800"/>
                <a:gd name="connsiteX6" fmla="*/ 529590 w 2636520"/>
                <a:gd name="connsiteY6" fmla="*/ 723900 h 1447800"/>
                <a:gd name="connsiteX7" fmla="*/ 0 w 2636520"/>
                <a:gd name="connsiteY7" fmla="*/ 5168 h 144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6520" h="1447800">
                  <a:moveTo>
                    <a:pt x="0" y="0"/>
                  </a:moveTo>
                  <a:lnTo>
                    <a:pt x="2103122" y="0"/>
                  </a:lnTo>
                  <a:lnTo>
                    <a:pt x="2636520" y="723900"/>
                  </a:lnTo>
                  <a:lnTo>
                    <a:pt x="2103122" y="1447800"/>
                  </a:lnTo>
                  <a:lnTo>
                    <a:pt x="0" y="1447800"/>
                  </a:lnTo>
                  <a:lnTo>
                    <a:pt x="0" y="1442632"/>
                  </a:lnTo>
                  <a:lnTo>
                    <a:pt x="529590" y="723900"/>
                  </a:lnTo>
                  <a:lnTo>
                    <a:pt x="0" y="516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00" b="1" dirty="0">
                <a:solidFill>
                  <a:schemeClr val="tx2">
                    <a:lumMod val="75000"/>
                  </a:schemeClr>
                </a:solidFill>
                <a:latin typeface="Arial" panose="020B0604020202020204" pitchFamily="34" charset="0"/>
                <a:ea typeface="微软雅黑" pitchFamily="34" charset="-122"/>
                <a:cs typeface="Arial" panose="020B0604020202020204" pitchFamily="34" charset="0"/>
              </a:endParaRPr>
            </a:p>
          </p:txBody>
        </p:sp>
        <p:sp>
          <p:nvSpPr>
            <p:cNvPr id="15" name="文本框 49"/>
            <p:cNvSpPr txBox="1"/>
            <p:nvPr/>
          </p:nvSpPr>
          <p:spPr>
            <a:xfrm>
              <a:off x="6227711" y="2315669"/>
              <a:ext cx="2205655" cy="785412"/>
            </a:xfrm>
            <a:prstGeom prst="rect">
              <a:avLst/>
            </a:prstGeom>
            <a:noFill/>
          </p:spPr>
          <p:txBody>
            <a:bodyPr wrap="square" rtlCol="0" anchor="ctr">
              <a:spAutoFit/>
            </a:bodyPr>
            <a:lstStyle/>
            <a:p>
              <a:pPr algn="ctr">
                <a:lnSpc>
                  <a:spcPct val="120000"/>
                </a:lnSpc>
              </a:pPr>
              <a:r>
                <a:rPr lang="zh-CN" altLang="en-US" sz="1500" b="1" dirty="0">
                  <a:solidFill>
                    <a:schemeClr val="bg1">
                      <a:lumMod val="95000"/>
                    </a:schemeClr>
                  </a:solidFill>
                  <a:latin typeface="Arial" panose="020B0604020202020204" pitchFamily="34" charset="0"/>
                  <a:ea typeface="微软雅黑" pitchFamily="34" charset="-122"/>
                  <a:cs typeface="Arial" panose="020B0604020202020204" pitchFamily="34" charset="0"/>
                </a:rPr>
                <a:t>第三季度</a:t>
              </a:r>
              <a:endParaRPr lang="zh-CN" altLang="en-US" sz="1500" b="1" baseline="-3000" dirty="0">
                <a:solidFill>
                  <a:schemeClr val="bg1">
                    <a:lumMod val="95000"/>
                  </a:schemeClr>
                </a:solidFill>
                <a:latin typeface="Arial" panose="020B0604020202020204" pitchFamily="34" charset="0"/>
                <a:ea typeface="微软雅黑" pitchFamily="34" charset="-122"/>
                <a:cs typeface="Arial" panose="020B0604020202020204" pitchFamily="34" charset="0"/>
              </a:endParaRPr>
            </a:p>
          </p:txBody>
        </p:sp>
      </p:grpSp>
      <p:sp>
        <p:nvSpPr>
          <p:cNvPr id="16" name="矩形 47"/>
          <p:cNvSpPr>
            <a:spLocks noChangeArrowheads="1"/>
          </p:cNvSpPr>
          <p:nvPr/>
        </p:nvSpPr>
        <p:spPr bwMode="auto">
          <a:xfrm>
            <a:off x="1061304" y="4105560"/>
            <a:ext cx="7039088" cy="475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3" tIns="34287" rIns="68573" bIns="34287">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a:lnSpc>
                <a:spcPct val="120000"/>
              </a:lnSpc>
              <a:spcBef>
                <a:spcPct val="0"/>
              </a:spcBef>
              <a:buNone/>
            </a:pPr>
            <a:r>
              <a:rPr lang="zh-CN" altLang="en-US" sz="1100" dirty="0">
                <a:sym typeface="微软雅黑" pitchFamily="34" charset="-122"/>
              </a:rPr>
              <a:t>您的内容打在这里，或者通过复制您的文本后，在此框中选择粘贴，并选择只保留文字。在此录入上述图表的综合描述说明，您的内容打在这里，或者通过复制您的文本后，在此框中选择粘贴，并选择只保留文字。</a:t>
            </a:r>
          </a:p>
        </p:txBody>
      </p:sp>
      <p:sp>
        <p:nvSpPr>
          <p:cNvPr id="17" name="矩形 16"/>
          <p:cNvSpPr/>
          <p:nvPr/>
        </p:nvSpPr>
        <p:spPr>
          <a:xfrm>
            <a:off x="1637846" y="2297224"/>
            <a:ext cx="1061816" cy="253910"/>
          </a:xfrm>
          <a:prstGeom prst="rect">
            <a:avLst/>
          </a:prstGeom>
        </p:spPr>
        <p:txBody>
          <a:bodyPr wrap="none" lIns="68573" tIns="34287" rIns="68573" bIns="34287">
            <a:spAutoFit/>
          </a:bodyPr>
          <a:lstStyle/>
          <a:p>
            <a:pPr algn="ctr"/>
            <a:r>
              <a:rPr lang="zh-CN" altLang="en-US" sz="1200" b="1" dirty="0">
                <a:latin typeface="微软雅黑" pitchFamily="34" charset="-122"/>
                <a:ea typeface="微软雅黑" pitchFamily="34" charset="-122"/>
              </a:rPr>
              <a:t>单击添加标题</a:t>
            </a:r>
            <a:endParaRPr lang="en-US" altLang="zh-CN" sz="1200" b="1" dirty="0">
              <a:latin typeface="微软雅黑" pitchFamily="34" charset="-122"/>
              <a:ea typeface="微软雅黑" pitchFamily="34" charset="-122"/>
            </a:endParaRPr>
          </a:p>
        </p:txBody>
      </p:sp>
      <p:sp>
        <p:nvSpPr>
          <p:cNvPr id="18" name="矩形 47"/>
          <p:cNvSpPr>
            <a:spLocks noChangeArrowheads="1"/>
          </p:cNvSpPr>
          <p:nvPr/>
        </p:nvSpPr>
        <p:spPr bwMode="auto">
          <a:xfrm>
            <a:off x="1455527" y="2656564"/>
            <a:ext cx="1430914" cy="1084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3" tIns="34287" rIns="68573" bIns="34287">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a:lnSpc>
                <a:spcPct val="120000"/>
              </a:lnSpc>
              <a:spcBef>
                <a:spcPct val="0"/>
              </a:spcBef>
              <a:buNone/>
            </a:pPr>
            <a:r>
              <a:rPr lang="zh-CN" altLang="en-US" sz="1100" dirty="0">
                <a:sym typeface="微软雅黑" pitchFamily="34" charset="-122"/>
              </a:rPr>
              <a:t>在此录入上述图表的描述说明，在此录入上述图表的描述说明，在此录入上述图表的描述说明。</a:t>
            </a:r>
          </a:p>
        </p:txBody>
      </p:sp>
      <p:sp>
        <p:nvSpPr>
          <p:cNvPr id="19" name="矩形 18"/>
          <p:cNvSpPr/>
          <p:nvPr/>
        </p:nvSpPr>
        <p:spPr>
          <a:xfrm>
            <a:off x="3263325" y="2297224"/>
            <a:ext cx="1061816" cy="253910"/>
          </a:xfrm>
          <a:prstGeom prst="rect">
            <a:avLst/>
          </a:prstGeom>
        </p:spPr>
        <p:txBody>
          <a:bodyPr wrap="none" lIns="68573" tIns="34287" rIns="68573" bIns="34287">
            <a:spAutoFit/>
          </a:bodyPr>
          <a:lstStyle/>
          <a:p>
            <a:pPr algn="ctr"/>
            <a:r>
              <a:rPr lang="zh-CN" altLang="en-US" sz="1200" b="1" dirty="0">
                <a:latin typeface="微软雅黑" pitchFamily="34" charset="-122"/>
                <a:ea typeface="微软雅黑" pitchFamily="34" charset="-122"/>
              </a:rPr>
              <a:t>单击添加标题</a:t>
            </a:r>
            <a:endParaRPr lang="en-US" altLang="zh-CN" sz="1200" b="1" dirty="0">
              <a:latin typeface="微软雅黑" pitchFamily="34" charset="-122"/>
              <a:ea typeface="微软雅黑" pitchFamily="34" charset="-122"/>
            </a:endParaRPr>
          </a:p>
        </p:txBody>
      </p:sp>
      <p:sp>
        <p:nvSpPr>
          <p:cNvPr id="20" name="矩形 47"/>
          <p:cNvSpPr>
            <a:spLocks noChangeArrowheads="1"/>
          </p:cNvSpPr>
          <p:nvPr/>
        </p:nvSpPr>
        <p:spPr bwMode="auto">
          <a:xfrm>
            <a:off x="3113009" y="2656564"/>
            <a:ext cx="1406521" cy="1084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3" tIns="34287" rIns="68573" bIns="34287">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a:lnSpc>
                <a:spcPct val="120000"/>
              </a:lnSpc>
              <a:spcBef>
                <a:spcPct val="0"/>
              </a:spcBef>
              <a:buNone/>
            </a:pPr>
            <a:r>
              <a:rPr lang="zh-CN" altLang="en-US" sz="1100" dirty="0">
                <a:sym typeface="微软雅黑" pitchFamily="34" charset="-122"/>
              </a:rPr>
              <a:t>在此录入上述图表的描述说明，在此录入上述图表的描述说明，在此录入上述图表的描述说明。</a:t>
            </a:r>
          </a:p>
        </p:txBody>
      </p:sp>
      <p:sp>
        <p:nvSpPr>
          <p:cNvPr id="21" name="矩形 20"/>
          <p:cNvSpPr/>
          <p:nvPr/>
        </p:nvSpPr>
        <p:spPr>
          <a:xfrm>
            <a:off x="4888803" y="2297224"/>
            <a:ext cx="1061816" cy="253910"/>
          </a:xfrm>
          <a:prstGeom prst="rect">
            <a:avLst/>
          </a:prstGeom>
        </p:spPr>
        <p:txBody>
          <a:bodyPr wrap="none" lIns="68573" tIns="34287" rIns="68573" bIns="34287">
            <a:spAutoFit/>
          </a:bodyPr>
          <a:lstStyle/>
          <a:p>
            <a:pPr algn="ctr"/>
            <a:r>
              <a:rPr lang="zh-CN" altLang="en-US" sz="1200" b="1" dirty="0">
                <a:latin typeface="微软雅黑" pitchFamily="34" charset="-122"/>
                <a:ea typeface="微软雅黑" pitchFamily="34" charset="-122"/>
              </a:rPr>
              <a:t>单击添加标题</a:t>
            </a:r>
            <a:endParaRPr lang="en-US" altLang="zh-CN" sz="1200" b="1" dirty="0">
              <a:latin typeface="微软雅黑" pitchFamily="34" charset="-122"/>
              <a:ea typeface="微软雅黑" pitchFamily="34" charset="-122"/>
            </a:endParaRPr>
          </a:p>
        </p:txBody>
      </p:sp>
      <p:sp>
        <p:nvSpPr>
          <p:cNvPr id="22" name="矩形 47"/>
          <p:cNvSpPr>
            <a:spLocks noChangeArrowheads="1"/>
          </p:cNvSpPr>
          <p:nvPr/>
        </p:nvSpPr>
        <p:spPr bwMode="auto">
          <a:xfrm>
            <a:off x="4746098" y="2656564"/>
            <a:ext cx="1419455" cy="1084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3" tIns="34287" rIns="68573" bIns="34287">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a:lnSpc>
                <a:spcPct val="120000"/>
              </a:lnSpc>
              <a:spcBef>
                <a:spcPct val="0"/>
              </a:spcBef>
              <a:buNone/>
            </a:pPr>
            <a:r>
              <a:rPr lang="zh-CN" altLang="en-US" sz="1100" dirty="0">
                <a:sym typeface="微软雅黑" pitchFamily="34" charset="-122"/>
              </a:rPr>
              <a:t>在此录入上述图表的描述说明，在此录入上述图表的描述说明，在此录入上述图表的描述说明。</a:t>
            </a:r>
          </a:p>
        </p:txBody>
      </p:sp>
      <p:sp>
        <p:nvSpPr>
          <p:cNvPr id="23" name="矩形 22"/>
          <p:cNvSpPr/>
          <p:nvPr/>
        </p:nvSpPr>
        <p:spPr>
          <a:xfrm>
            <a:off x="6514281" y="2297224"/>
            <a:ext cx="1061816" cy="253910"/>
          </a:xfrm>
          <a:prstGeom prst="rect">
            <a:avLst/>
          </a:prstGeom>
        </p:spPr>
        <p:txBody>
          <a:bodyPr wrap="none" lIns="68573" tIns="34287" rIns="68573" bIns="34287">
            <a:spAutoFit/>
          </a:bodyPr>
          <a:lstStyle/>
          <a:p>
            <a:pPr algn="ctr"/>
            <a:r>
              <a:rPr lang="zh-CN" altLang="en-US" sz="1200" b="1" dirty="0">
                <a:latin typeface="微软雅黑" pitchFamily="34" charset="-122"/>
                <a:ea typeface="微软雅黑" pitchFamily="34" charset="-122"/>
              </a:rPr>
              <a:t>单击添加标题</a:t>
            </a:r>
            <a:endParaRPr lang="en-US" altLang="zh-CN" sz="1200" b="1" dirty="0">
              <a:latin typeface="微软雅黑" pitchFamily="34" charset="-122"/>
              <a:ea typeface="微软雅黑" pitchFamily="34" charset="-122"/>
            </a:endParaRPr>
          </a:p>
        </p:txBody>
      </p:sp>
      <p:sp>
        <p:nvSpPr>
          <p:cNvPr id="24" name="矩形 47"/>
          <p:cNvSpPr>
            <a:spLocks noChangeArrowheads="1"/>
          </p:cNvSpPr>
          <p:nvPr/>
        </p:nvSpPr>
        <p:spPr bwMode="auto">
          <a:xfrm>
            <a:off x="6392121" y="2656564"/>
            <a:ext cx="1406245" cy="1084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3" tIns="34287" rIns="68573" bIns="34287">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a:lnSpc>
                <a:spcPct val="120000"/>
              </a:lnSpc>
              <a:spcBef>
                <a:spcPct val="0"/>
              </a:spcBef>
              <a:buNone/>
            </a:pPr>
            <a:r>
              <a:rPr lang="zh-CN" altLang="en-US" sz="1100" dirty="0">
                <a:sym typeface="微软雅黑" pitchFamily="34" charset="-122"/>
              </a:rPr>
              <a:t>在此录入上述图表的描述说明，在此录入上述图表的描述说明，在此录入上述图表的描述说明。</a:t>
            </a:r>
          </a:p>
        </p:txBody>
      </p:sp>
      <p:cxnSp>
        <p:nvCxnSpPr>
          <p:cNvPr id="25" name="直接连接符 8"/>
          <p:cNvCxnSpPr/>
          <p:nvPr/>
        </p:nvCxnSpPr>
        <p:spPr>
          <a:xfrm>
            <a:off x="1070885" y="4013801"/>
            <a:ext cx="7019925"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355782" y="205624"/>
            <a:ext cx="2236510" cy="400110"/>
          </a:xfrm>
          <a:prstGeom prst="rect">
            <a:avLst/>
          </a:prstGeom>
          <a:noFill/>
        </p:spPr>
        <p:txBody>
          <a:bodyPr wrap="none" rtlCol="0">
            <a:spAutoFit/>
          </a:bodyPr>
          <a:lstStyle/>
          <a:p>
            <a:r>
              <a:rPr lang="zh-CN" altLang="en-US" sz="2000" b="1" dirty="0" smtClean="0">
                <a:solidFill>
                  <a:schemeClr val="accent1"/>
                </a:solidFill>
                <a:latin typeface="微软雅黑" pitchFamily="34" charset="-122"/>
                <a:ea typeface="微软雅黑" pitchFamily="34" charset="-122"/>
              </a:rPr>
              <a:t>点击添加标题文本</a:t>
            </a:r>
            <a:endParaRPr lang="zh-CN" altLang="en-US" sz="2000" b="1" dirty="0">
              <a:solidFill>
                <a:schemeClr val="accent1"/>
              </a:solidFill>
              <a:latin typeface="微软雅黑" pitchFamily="34" charset="-122"/>
              <a:ea typeface="微软雅黑" pitchFamily="34" charset="-122"/>
            </a:endParaRPr>
          </a:p>
        </p:txBody>
      </p:sp>
      <p:sp>
        <p:nvSpPr>
          <p:cNvPr id="27" name="TextBox 26"/>
          <p:cNvSpPr txBox="1"/>
          <p:nvPr/>
        </p:nvSpPr>
        <p:spPr>
          <a:xfrm>
            <a:off x="7682019" y="195037"/>
            <a:ext cx="1138453" cy="461665"/>
          </a:xfrm>
          <a:prstGeom prst="rect">
            <a:avLst/>
          </a:prstGeom>
          <a:noFill/>
        </p:spPr>
        <p:txBody>
          <a:bodyPr wrap="none" rtlCol="0">
            <a:spAutoFit/>
          </a:bodyPr>
          <a:lstStyle/>
          <a:p>
            <a:r>
              <a:rPr lang="en-US" altLang="zh-CN" sz="2400" dirty="0" smtClean="0">
                <a:solidFill>
                  <a:schemeClr val="accent2"/>
                </a:solidFill>
                <a:latin typeface="Eras Bold ITC" panose="020B0907030504020204" pitchFamily="34" charset="0"/>
                <a:ea typeface="微软雅黑" panose="020B0503020204020204" pitchFamily="34" charset="-122"/>
              </a:rPr>
              <a:t>LOGO</a:t>
            </a:r>
            <a:endParaRPr lang="zh-CN" altLang="en-US" sz="2400" dirty="0">
              <a:solidFill>
                <a:schemeClr val="accent2"/>
              </a:solidFill>
              <a:latin typeface="Eras Bold ITC" panose="020B0907030504020204" pitchFamily="34" charset="0"/>
              <a:ea typeface="微软雅黑" panose="020B0503020204020204" pitchFamily="34" charset="-122"/>
            </a:endParaRPr>
          </a:p>
        </p:txBody>
      </p:sp>
    </p:spTree>
    <p:extLst>
      <p:ext uri="{BB962C8B-B14F-4D97-AF65-F5344CB8AC3E}">
        <p14:creationId xmlns:p14="http://schemas.microsoft.com/office/powerpoint/2010/main" val="4219942087"/>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400" fill="hold"/>
                                        <p:tgtEl>
                                          <p:spTgt spid="6"/>
                                        </p:tgtEl>
                                        <p:attrNameLst>
                                          <p:attrName>ppt_x</p:attrName>
                                        </p:attrNameLst>
                                      </p:cBhvr>
                                      <p:tavLst>
                                        <p:tav tm="0">
                                          <p:val>
                                            <p:strVal val="0-#ppt_w/2"/>
                                          </p:val>
                                        </p:tav>
                                        <p:tav tm="100000">
                                          <p:val>
                                            <p:strVal val="#ppt_x"/>
                                          </p:val>
                                        </p:tav>
                                      </p:tavLst>
                                    </p:anim>
                                    <p:anim calcmode="lin" valueType="num">
                                      <p:cBhvr additive="base">
                                        <p:cTn id="8" dur="400" fill="hold"/>
                                        <p:tgtEl>
                                          <p:spTgt spid="6"/>
                                        </p:tgtEl>
                                        <p:attrNameLst>
                                          <p:attrName>ppt_y</p:attrName>
                                        </p:attrNameLst>
                                      </p:cBhvr>
                                      <p:tavLst>
                                        <p:tav tm="0">
                                          <p:val>
                                            <p:strVal val="#ppt_y"/>
                                          </p:val>
                                        </p:tav>
                                        <p:tav tm="100000">
                                          <p:val>
                                            <p:strVal val="#ppt_y"/>
                                          </p:val>
                                        </p:tav>
                                      </p:tavLst>
                                    </p:anim>
                                  </p:childTnLst>
                                </p:cTn>
                              </p:par>
                              <p:par>
                                <p:cTn id="9" presetID="12" presetClass="entr" presetSubtype="1" fill="hold" grpId="0" nodeType="withEffect">
                                  <p:stCondLst>
                                    <p:cond delay="50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400"/>
                                        <p:tgtEl>
                                          <p:spTgt spid="17"/>
                                        </p:tgtEl>
                                        <p:attrNameLst>
                                          <p:attrName>ppt_y</p:attrName>
                                        </p:attrNameLst>
                                      </p:cBhvr>
                                      <p:tavLst>
                                        <p:tav tm="0">
                                          <p:val>
                                            <p:strVal val="#ppt_y-#ppt_h*1.125000"/>
                                          </p:val>
                                        </p:tav>
                                        <p:tav tm="100000">
                                          <p:val>
                                            <p:strVal val="#ppt_y"/>
                                          </p:val>
                                        </p:tav>
                                      </p:tavLst>
                                    </p:anim>
                                    <p:animEffect transition="in" filter="wipe(down)">
                                      <p:cBhvr>
                                        <p:cTn id="12" dur="400"/>
                                        <p:tgtEl>
                                          <p:spTgt spid="17"/>
                                        </p:tgtEl>
                                      </p:cBhvr>
                                    </p:animEffect>
                                  </p:childTnLst>
                                </p:cTn>
                              </p:par>
                              <p:par>
                                <p:cTn id="13" presetID="12" presetClass="entr" presetSubtype="1" fill="hold" grpId="0" nodeType="withEffect">
                                  <p:stCondLst>
                                    <p:cond delay="50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400"/>
                                        <p:tgtEl>
                                          <p:spTgt spid="18"/>
                                        </p:tgtEl>
                                        <p:attrNameLst>
                                          <p:attrName>ppt_y</p:attrName>
                                        </p:attrNameLst>
                                      </p:cBhvr>
                                      <p:tavLst>
                                        <p:tav tm="0">
                                          <p:val>
                                            <p:strVal val="#ppt_y-#ppt_h*1.125000"/>
                                          </p:val>
                                        </p:tav>
                                        <p:tav tm="100000">
                                          <p:val>
                                            <p:strVal val="#ppt_y"/>
                                          </p:val>
                                        </p:tav>
                                      </p:tavLst>
                                    </p:anim>
                                    <p:animEffect transition="in" filter="wipe(down)">
                                      <p:cBhvr>
                                        <p:cTn id="16" dur="400"/>
                                        <p:tgtEl>
                                          <p:spTgt spid="18"/>
                                        </p:tgtEl>
                                      </p:cBhvr>
                                    </p:animEffect>
                                  </p:childTnLst>
                                </p:cTn>
                              </p:par>
                            </p:childTnLst>
                          </p:cTn>
                        </p:par>
                        <p:par>
                          <p:cTn id="17" fill="hold">
                            <p:stCondLst>
                              <p:cond delay="900"/>
                            </p:stCondLst>
                            <p:childTnLst>
                              <p:par>
                                <p:cTn id="18" presetID="12" presetClass="entr" presetSubtype="8"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400"/>
                                        <p:tgtEl>
                                          <p:spTgt spid="3"/>
                                        </p:tgtEl>
                                        <p:attrNameLst>
                                          <p:attrName>ppt_x</p:attrName>
                                        </p:attrNameLst>
                                      </p:cBhvr>
                                      <p:tavLst>
                                        <p:tav tm="0">
                                          <p:val>
                                            <p:strVal val="#ppt_x-#ppt_w*1.125000"/>
                                          </p:val>
                                        </p:tav>
                                        <p:tav tm="100000">
                                          <p:val>
                                            <p:strVal val="#ppt_x"/>
                                          </p:val>
                                        </p:tav>
                                      </p:tavLst>
                                    </p:anim>
                                    <p:animEffect transition="in" filter="wipe(right)">
                                      <p:cBhvr>
                                        <p:cTn id="21" dur="400"/>
                                        <p:tgtEl>
                                          <p:spTgt spid="3"/>
                                        </p:tgtEl>
                                      </p:cBhvr>
                                    </p:animEffect>
                                  </p:childTnLst>
                                </p:cTn>
                              </p:par>
                              <p:par>
                                <p:cTn id="22" presetID="12" presetClass="entr" presetSubtype="1" fill="hold" grpId="0" nodeType="withEffect">
                                  <p:stCondLst>
                                    <p:cond delay="500"/>
                                  </p:stCondLst>
                                  <p:childTnLst>
                                    <p:set>
                                      <p:cBhvr>
                                        <p:cTn id="23" dur="1" fill="hold">
                                          <p:stCondLst>
                                            <p:cond delay="0"/>
                                          </p:stCondLst>
                                        </p:cTn>
                                        <p:tgtEl>
                                          <p:spTgt spid="19"/>
                                        </p:tgtEl>
                                        <p:attrNameLst>
                                          <p:attrName>style.visibility</p:attrName>
                                        </p:attrNameLst>
                                      </p:cBhvr>
                                      <p:to>
                                        <p:strVal val="visible"/>
                                      </p:to>
                                    </p:set>
                                    <p:anim calcmode="lin" valueType="num">
                                      <p:cBhvr additive="base">
                                        <p:cTn id="24" dur="400"/>
                                        <p:tgtEl>
                                          <p:spTgt spid="19"/>
                                        </p:tgtEl>
                                        <p:attrNameLst>
                                          <p:attrName>ppt_y</p:attrName>
                                        </p:attrNameLst>
                                      </p:cBhvr>
                                      <p:tavLst>
                                        <p:tav tm="0">
                                          <p:val>
                                            <p:strVal val="#ppt_y-#ppt_h*1.125000"/>
                                          </p:val>
                                        </p:tav>
                                        <p:tav tm="100000">
                                          <p:val>
                                            <p:strVal val="#ppt_y"/>
                                          </p:val>
                                        </p:tav>
                                      </p:tavLst>
                                    </p:anim>
                                    <p:animEffect transition="in" filter="wipe(down)">
                                      <p:cBhvr>
                                        <p:cTn id="25" dur="400"/>
                                        <p:tgtEl>
                                          <p:spTgt spid="19"/>
                                        </p:tgtEl>
                                      </p:cBhvr>
                                    </p:animEffect>
                                  </p:childTnLst>
                                </p:cTn>
                              </p:par>
                              <p:par>
                                <p:cTn id="26" presetID="12" presetClass="entr" presetSubtype="1" fill="hold" grpId="0" nodeType="withEffect">
                                  <p:stCondLst>
                                    <p:cond delay="500"/>
                                  </p:stCondLst>
                                  <p:childTnLst>
                                    <p:set>
                                      <p:cBhvr>
                                        <p:cTn id="27" dur="1" fill="hold">
                                          <p:stCondLst>
                                            <p:cond delay="0"/>
                                          </p:stCondLst>
                                        </p:cTn>
                                        <p:tgtEl>
                                          <p:spTgt spid="20"/>
                                        </p:tgtEl>
                                        <p:attrNameLst>
                                          <p:attrName>style.visibility</p:attrName>
                                        </p:attrNameLst>
                                      </p:cBhvr>
                                      <p:to>
                                        <p:strVal val="visible"/>
                                      </p:to>
                                    </p:set>
                                    <p:anim calcmode="lin" valueType="num">
                                      <p:cBhvr additive="base">
                                        <p:cTn id="28" dur="400"/>
                                        <p:tgtEl>
                                          <p:spTgt spid="20"/>
                                        </p:tgtEl>
                                        <p:attrNameLst>
                                          <p:attrName>ppt_y</p:attrName>
                                        </p:attrNameLst>
                                      </p:cBhvr>
                                      <p:tavLst>
                                        <p:tav tm="0">
                                          <p:val>
                                            <p:strVal val="#ppt_y-#ppt_h*1.125000"/>
                                          </p:val>
                                        </p:tav>
                                        <p:tav tm="100000">
                                          <p:val>
                                            <p:strVal val="#ppt_y"/>
                                          </p:val>
                                        </p:tav>
                                      </p:tavLst>
                                    </p:anim>
                                    <p:animEffect transition="in" filter="wipe(down)">
                                      <p:cBhvr>
                                        <p:cTn id="29" dur="400"/>
                                        <p:tgtEl>
                                          <p:spTgt spid="20"/>
                                        </p:tgtEl>
                                      </p:cBhvr>
                                    </p:animEffect>
                                  </p:childTnLst>
                                </p:cTn>
                              </p:par>
                            </p:childTnLst>
                          </p:cTn>
                        </p:par>
                        <p:par>
                          <p:cTn id="30" fill="hold">
                            <p:stCondLst>
                              <p:cond delay="1800"/>
                            </p:stCondLst>
                            <p:childTnLst>
                              <p:par>
                                <p:cTn id="31" presetID="12" presetClass="entr" presetSubtype="8" fill="hold" nodeType="after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400"/>
                                        <p:tgtEl>
                                          <p:spTgt spid="13"/>
                                        </p:tgtEl>
                                        <p:attrNameLst>
                                          <p:attrName>ppt_x</p:attrName>
                                        </p:attrNameLst>
                                      </p:cBhvr>
                                      <p:tavLst>
                                        <p:tav tm="0">
                                          <p:val>
                                            <p:strVal val="#ppt_x-#ppt_w*1.125000"/>
                                          </p:val>
                                        </p:tav>
                                        <p:tav tm="100000">
                                          <p:val>
                                            <p:strVal val="#ppt_x"/>
                                          </p:val>
                                        </p:tav>
                                      </p:tavLst>
                                    </p:anim>
                                    <p:animEffect transition="in" filter="wipe(right)">
                                      <p:cBhvr>
                                        <p:cTn id="34" dur="400"/>
                                        <p:tgtEl>
                                          <p:spTgt spid="13"/>
                                        </p:tgtEl>
                                      </p:cBhvr>
                                    </p:animEffect>
                                  </p:childTnLst>
                                </p:cTn>
                              </p:par>
                              <p:par>
                                <p:cTn id="35" presetID="12" presetClass="entr" presetSubtype="1" fill="hold" grpId="0" nodeType="withEffect">
                                  <p:stCondLst>
                                    <p:cond delay="500"/>
                                  </p:stCondLst>
                                  <p:childTnLst>
                                    <p:set>
                                      <p:cBhvr>
                                        <p:cTn id="36" dur="1" fill="hold">
                                          <p:stCondLst>
                                            <p:cond delay="0"/>
                                          </p:stCondLst>
                                        </p:cTn>
                                        <p:tgtEl>
                                          <p:spTgt spid="21"/>
                                        </p:tgtEl>
                                        <p:attrNameLst>
                                          <p:attrName>style.visibility</p:attrName>
                                        </p:attrNameLst>
                                      </p:cBhvr>
                                      <p:to>
                                        <p:strVal val="visible"/>
                                      </p:to>
                                    </p:set>
                                    <p:anim calcmode="lin" valueType="num">
                                      <p:cBhvr additive="base">
                                        <p:cTn id="37" dur="400"/>
                                        <p:tgtEl>
                                          <p:spTgt spid="21"/>
                                        </p:tgtEl>
                                        <p:attrNameLst>
                                          <p:attrName>ppt_y</p:attrName>
                                        </p:attrNameLst>
                                      </p:cBhvr>
                                      <p:tavLst>
                                        <p:tav tm="0">
                                          <p:val>
                                            <p:strVal val="#ppt_y-#ppt_h*1.125000"/>
                                          </p:val>
                                        </p:tav>
                                        <p:tav tm="100000">
                                          <p:val>
                                            <p:strVal val="#ppt_y"/>
                                          </p:val>
                                        </p:tav>
                                      </p:tavLst>
                                    </p:anim>
                                    <p:animEffect transition="in" filter="wipe(down)">
                                      <p:cBhvr>
                                        <p:cTn id="38" dur="400"/>
                                        <p:tgtEl>
                                          <p:spTgt spid="21"/>
                                        </p:tgtEl>
                                      </p:cBhvr>
                                    </p:animEffect>
                                  </p:childTnLst>
                                </p:cTn>
                              </p:par>
                              <p:par>
                                <p:cTn id="39" presetID="12" presetClass="entr" presetSubtype="1" fill="hold" grpId="0" nodeType="withEffect">
                                  <p:stCondLst>
                                    <p:cond delay="500"/>
                                  </p:stCondLst>
                                  <p:childTnLst>
                                    <p:set>
                                      <p:cBhvr>
                                        <p:cTn id="40" dur="1" fill="hold">
                                          <p:stCondLst>
                                            <p:cond delay="0"/>
                                          </p:stCondLst>
                                        </p:cTn>
                                        <p:tgtEl>
                                          <p:spTgt spid="22"/>
                                        </p:tgtEl>
                                        <p:attrNameLst>
                                          <p:attrName>style.visibility</p:attrName>
                                        </p:attrNameLst>
                                      </p:cBhvr>
                                      <p:to>
                                        <p:strVal val="visible"/>
                                      </p:to>
                                    </p:set>
                                    <p:anim calcmode="lin" valueType="num">
                                      <p:cBhvr additive="base">
                                        <p:cTn id="41" dur="400"/>
                                        <p:tgtEl>
                                          <p:spTgt spid="22"/>
                                        </p:tgtEl>
                                        <p:attrNameLst>
                                          <p:attrName>ppt_y</p:attrName>
                                        </p:attrNameLst>
                                      </p:cBhvr>
                                      <p:tavLst>
                                        <p:tav tm="0">
                                          <p:val>
                                            <p:strVal val="#ppt_y-#ppt_h*1.125000"/>
                                          </p:val>
                                        </p:tav>
                                        <p:tav tm="100000">
                                          <p:val>
                                            <p:strVal val="#ppt_y"/>
                                          </p:val>
                                        </p:tav>
                                      </p:tavLst>
                                    </p:anim>
                                    <p:animEffect transition="in" filter="wipe(down)">
                                      <p:cBhvr>
                                        <p:cTn id="42" dur="400"/>
                                        <p:tgtEl>
                                          <p:spTgt spid="22"/>
                                        </p:tgtEl>
                                      </p:cBhvr>
                                    </p:animEffect>
                                  </p:childTnLst>
                                </p:cTn>
                              </p:par>
                            </p:childTnLst>
                          </p:cTn>
                        </p:par>
                        <p:par>
                          <p:cTn id="43" fill="hold">
                            <p:stCondLst>
                              <p:cond delay="2700"/>
                            </p:stCondLst>
                            <p:childTnLst>
                              <p:par>
                                <p:cTn id="44" presetID="12" presetClass="entr" presetSubtype="8" fill="hold" nodeType="afterEffect">
                                  <p:stCondLst>
                                    <p:cond delay="0"/>
                                  </p:stCondLst>
                                  <p:childTnLst>
                                    <p:set>
                                      <p:cBhvr>
                                        <p:cTn id="45" dur="1" fill="hold">
                                          <p:stCondLst>
                                            <p:cond delay="0"/>
                                          </p:stCondLst>
                                        </p:cTn>
                                        <p:tgtEl>
                                          <p:spTgt spid="10"/>
                                        </p:tgtEl>
                                        <p:attrNameLst>
                                          <p:attrName>style.visibility</p:attrName>
                                        </p:attrNameLst>
                                      </p:cBhvr>
                                      <p:to>
                                        <p:strVal val="visible"/>
                                      </p:to>
                                    </p:set>
                                    <p:anim calcmode="lin" valueType="num">
                                      <p:cBhvr additive="base">
                                        <p:cTn id="46" dur="400"/>
                                        <p:tgtEl>
                                          <p:spTgt spid="10"/>
                                        </p:tgtEl>
                                        <p:attrNameLst>
                                          <p:attrName>ppt_x</p:attrName>
                                        </p:attrNameLst>
                                      </p:cBhvr>
                                      <p:tavLst>
                                        <p:tav tm="0">
                                          <p:val>
                                            <p:strVal val="#ppt_x-#ppt_w*1.125000"/>
                                          </p:val>
                                        </p:tav>
                                        <p:tav tm="100000">
                                          <p:val>
                                            <p:strVal val="#ppt_x"/>
                                          </p:val>
                                        </p:tav>
                                      </p:tavLst>
                                    </p:anim>
                                    <p:animEffect transition="in" filter="wipe(right)">
                                      <p:cBhvr>
                                        <p:cTn id="47" dur="400"/>
                                        <p:tgtEl>
                                          <p:spTgt spid="10"/>
                                        </p:tgtEl>
                                      </p:cBhvr>
                                    </p:animEffect>
                                  </p:childTnLst>
                                </p:cTn>
                              </p:par>
                              <p:par>
                                <p:cTn id="48" presetID="12" presetClass="entr" presetSubtype="1" fill="hold" grpId="0" nodeType="withEffect">
                                  <p:stCondLst>
                                    <p:cond delay="500"/>
                                  </p:stCondLst>
                                  <p:childTnLst>
                                    <p:set>
                                      <p:cBhvr>
                                        <p:cTn id="49" dur="1" fill="hold">
                                          <p:stCondLst>
                                            <p:cond delay="0"/>
                                          </p:stCondLst>
                                        </p:cTn>
                                        <p:tgtEl>
                                          <p:spTgt spid="23"/>
                                        </p:tgtEl>
                                        <p:attrNameLst>
                                          <p:attrName>style.visibility</p:attrName>
                                        </p:attrNameLst>
                                      </p:cBhvr>
                                      <p:to>
                                        <p:strVal val="visible"/>
                                      </p:to>
                                    </p:set>
                                    <p:anim calcmode="lin" valueType="num">
                                      <p:cBhvr additive="base">
                                        <p:cTn id="50" dur="400"/>
                                        <p:tgtEl>
                                          <p:spTgt spid="23"/>
                                        </p:tgtEl>
                                        <p:attrNameLst>
                                          <p:attrName>ppt_y</p:attrName>
                                        </p:attrNameLst>
                                      </p:cBhvr>
                                      <p:tavLst>
                                        <p:tav tm="0">
                                          <p:val>
                                            <p:strVal val="#ppt_y-#ppt_h*1.125000"/>
                                          </p:val>
                                        </p:tav>
                                        <p:tav tm="100000">
                                          <p:val>
                                            <p:strVal val="#ppt_y"/>
                                          </p:val>
                                        </p:tav>
                                      </p:tavLst>
                                    </p:anim>
                                    <p:animEffect transition="in" filter="wipe(down)">
                                      <p:cBhvr>
                                        <p:cTn id="51" dur="400"/>
                                        <p:tgtEl>
                                          <p:spTgt spid="23"/>
                                        </p:tgtEl>
                                      </p:cBhvr>
                                    </p:animEffect>
                                  </p:childTnLst>
                                </p:cTn>
                              </p:par>
                              <p:par>
                                <p:cTn id="52" presetID="12" presetClass="entr" presetSubtype="1" fill="hold" grpId="0" nodeType="withEffect">
                                  <p:stCondLst>
                                    <p:cond delay="500"/>
                                  </p:stCondLst>
                                  <p:childTnLst>
                                    <p:set>
                                      <p:cBhvr>
                                        <p:cTn id="53" dur="1" fill="hold">
                                          <p:stCondLst>
                                            <p:cond delay="0"/>
                                          </p:stCondLst>
                                        </p:cTn>
                                        <p:tgtEl>
                                          <p:spTgt spid="24"/>
                                        </p:tgtEl>
                                        <p:attrNameLst>
                                          <p:attrName>style.visibility</p:attrName>
                                        </p:attrNameLst>
                                      </p:cBhvr>
                                      <p:to>
                                        <p:strVal val="visible"/>
                                      </p:to>
                                    </p:set>
                                    <p:anim calcmode="lin" valueType="num">
                                      <p:cBhvr additive="base">
                                        <p:cTn id="54" dur="400"/>
                                        <p:tgtEl>
                                          <p:spTgt spid="24"/>
                                        </p:tgtEl>
                                        <p:attrNameLst>
                                          <p:attrName>ppt_y</p:attrName>
                                        </p:attrNameLst>
                                      </p:cBhvr>
                                      <p:tavLst>
                                        <p:tav tm="0">
                                          <p:val>
                                            <p:strVal val="#ppt_y-#ppt_h*1.125000"/>
                                          </p:val>
                                        </p:tav>
                                        <p:tav tm="100000">
                                          <p:val>
                                            <p:strVal val="#ppt_y"/>
                                          </p:val>
                                        </p:tav>
                                      </p:tavLst>
                                    </p:anim>
                                    <p:animEffect transition="in" filter="wipe(down)">
                                      <p:cBhvr>
                                        <p:cTn id="55" dur="400"/>
                                        <p:tgtEl>
                                          <p:spTgt spid="24"/>
                                        </p:tgtEl>
                                      </p:cBhvr>
                                    </p:animEffect>
                                  </p:childTnLst>
                                </p:cTn>
                              </p:par>
                            </p:childTnLst>
                          </p:cTn>
                        </p:par>
                        <p:par>
                          <p:cTn id="56" fill="hold">
                            <p:stCondLst>
                              <p:cond delay="3600"/>
                            </p:stCondLst>
                            <p:childTnLst>
                              <p:par>
                                <p:cTn id="57" presetID="16" presetClass="entr" presetSubtype="37" fill="hold" nodeType="after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barn(outVertical)">
                                      <p:cBhvr>
                                        <p:cTn id="59" dur="750"/>
                                        <p:tgtEl>
                                          <p:spTgt spid="25"/>
                                        </p:tgtEl>
                                      </p:cBhvr>
                                    </p:animEffect>
                                  </p:childTnLst>
                                </p:cTn>
                              </p:par>
                              <p:par>
                                <p:cTn id="60" presetID="53" presetClass="entr" presetSubtype="16" fill="hold" grpId="0" nodeType="withEffect">
                                  <p:stCondLst>
                                    <p:cond delay="250"/>
                                  </p:stCondLst>
                                  <p:childTnLst>
                                    <p:set>
                                      <p:cBhvr>
                                        <p:cTn id="61" dur="1" fill="hold">
                                          <p:stCondLst>
                                            <p:cond delay="0"/>
                                          </p:stCondLst>
                                        </p:cTn>
                                        <p:tgtEl>
                                          <p:spTgt spid="16"/>
                                        </p:tgtEl>
                                        <p:attrNameLst>
                                          <p:attrName>style.visibility</p:attrName>
                                        </p:attrNameLst>
                                      </p:cBhvr>
                                      <p:to>
                                        <p:strVal val="visible"/>
                                      </p:to>
                                    </p:set>
                                    <p:anim calcmode="lin" valueType="num">
                                      <p:cBhvr>
                                        <p:cTn id="62" dur="500" fill="hold"/>
                                        <p:tgtEl>
                                          <p:spTgt spid="16"/>
                                        </p:tgtEl>
                                        <p:attrNameLst>
                                          <p:attrName>ppt_w</p:attrName>
                                        </p:attrNameLst>
                                      </p:cBhvr>
                                      <p:tavLst>
                                        <p:tav tm="0">
                                          <p:val>
                                            <p:fltVal val="0"/>
                                          </p:val>
                                        </p:tav>
                                        <p:tav tm="100000">
                                          <p:val>
                                            <p:strVal val="#ppt_w"/>
                                          </p:val>
                                        </p:tav>
                                      </p:tavLst>
                                    </p:anim>
                                    <p:anim calcmode="lin" valueType="num">
                                      <p:cBhvr>
                                        <p:cTn id="63" dur="500" fill="hold"/>
                                        <p:tgtEl>
                                          <p:spTgt spid="16"/>
                                        </p:tgtEl>
                                        <p:attrNameLst>
                                          <p:attrName>ppt_h</p:attrName>
                                        </p:attrNameLst>
                                      </p:cBhvr>
                                      <p:tavLst>
                                        <p:tav tm="0">
                                          <p:val>
                                            <p:fltVal val="0"/>
                                          </p:val>
                                        </p:tav>
                                        <p:tav tm="100000">
                                          <p:val>
                                            <p:strVal val="#ppt_h"/>
                                          </p:val>
                                        </p:tav>
                                      </p:tavLst>
                                    </p:anim>
                                    <p:animEffect transition="in" filter="fade">
                                      <p:cBhvr>
                                        <p:cTn id="6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0" grpId="0"/>
      <p:bldP spid="21" grpId="0"/>
      <p:bldP spid="22" grpId="0"/>
      <p:bldP spid="23" grpId="0"/>
      <p:bldP spid="2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Group 23"/>
          <p:cNvGrpSpPr/>
          <p:nvPr/>
        </p:nvGrpSpPr>
        <p:grpSpPr>
          <a:xfrm rot="16200000">
            <a:off x="4783889" y="1729091"/>
            <a:ext cx="3569708" cy="2436089"/>
            <a:chOff x="260426" y="2358606"/>
            <a:chExt cx="4159174" cy="2194345"/>
          </a:xfrm>
          <a:solidFill>
            <a:schemeClr val="accent2">
              <a:lumMod val="75000"/>
            </a:schemeClr>
          </a:solidFill>
        </p:grpSpPr>
        <p:sp>
          <p:nvSpPr>
            <p:cNvPr id="59" name="Rectangle 21"/>
            <p:cNvSpPr/>
            <p:nvPr/>
          </p:nvSpPr>
          <p:spPr>
            <a:xfrm>
              <a:off x="260426" y="2610463"/>
              <a:ext cx="4159174" cy="19424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ight Triangle 22"/>
            <p:cNvSpPr/>
            <p:nvPr/>
          </p:nvSpPr>
          <p:spPr>
            <a:xfrm flipH="1">
              <a:off x="2107958" y="2358606"/>
              <a:ext cx="556445" cy="646088"/>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组合 60"/>
          <p:cNvGrpSpPr/>
          <p:nvPr/>
        </p:nvGrpSpPr>
        <p:grpSpPr>
          <a:xfrm>
            <a:off x="1340028" y="1447230"/>
            <a:ext cx="3138671" cy="2769043"/>
            <a:chOff x="2209559" y="721211"/>
            <a:chExt cx="4369160" cy="3684607"/>
          </a:xfrm>
          <a:solidFill>
            <a:schemeClr val="bg1">
              <a:lumMod val="75000"/>
            </a:schemeClr>
          </a:solidFill>
        </p:grpSpPr>
        <p:sp>
          <p:nvSpPr>
            <p:cNvPr id="62" name="Freeform 6"/>
            <p:cNvSpPr>
              <a:spLocks/>
            </p:cNvSpPr>
            <p:nvPr/>
          </p:nvSpPr>
          <p:spPr bwMode="auto">
            <a:xfrm>
              <a:off x="5901001" y="3569840"/>
              <a:ext cx="292326" cy="452166"/>
            </a:xfrm>
            <a:custGeom>
              <a:avLst/>
              <a:gdLst>
                <a:gd name="T0" fmla="*/ 242 w 501"/>
                <a:gd name="T1" fmla="*/ 1207 h 1207"/>
                <a:gd name="T2" fmla="*/ 150 w 501"/>
                <a:gd name="T3" fmla="*/ 1064 h 1207"/>
                <a:gd name="T4" fmla="*/ 93 w 501"/>
                <a:gd name="T5" fmla="*/ 1046 h 1207"/>
                <a:gd name="T6" fmla="*/ 14 w 501"/>
                <a:gd name="T7" fmla="*/ 904 h 1207"/>
                <a:gd name="T8" fmla="*/ 11 w 501"/>
                <a:gd name="T9" fmla="*/ 835 h 1207"/>
                <a:gd name="T10" fmla="*/ 38 w 501"/>
                <a:gd name="T11" fmla="*/ 662 h 1207"/>
                <a:gd name="T12" fmla="*/ 109 w 501"/>
                <a:gd name="T13" fmla="*/ 434 h 1207"/>
                <a:gd name="T14" fmla="*/ 129 w 501"/>
                <a:gd name="T15" fmla="*/ 327 h 1207"/>
                <a:gd name="T16" fmla="*/ 271 w 501"/>
                <a:gd name="T17" fmla="*/ 82 h 1207"/>
                <a:gd name="T18" fmla="*/ 367 w 501"/>
                <a:gd name="T19" fmla="*/ 2 h 1207"/>
                <a:gd name="T20" fmla="*/ 473 w 501"/>
                <a:gd name="T21" fmla="*/ 2 h 1207"/>
                <a:gd name="T22" fmla="*/ 491 w 501"/>
                <a:gd name="T23" fmla="*/ 136 h 1207"/>
                <a:gd name="T24" fmla="*/ 457 w 501"/>
                <a:gd name="T25" fmla="*/ 541 h 1207"/>
                <a:gd name="T26" fmla="*/ 324 w 501"/>
                <a:gd name="T27" fmla="*/ 839 h 1207"/>
                <a:gd name="T28" fmla="*/ 301 w 501"/>
                <a:gd name="T29" fmla="*/ 898 h 1207"/>
                <a:gd name="T30" fmla="*/ 268 w 501"/>
                <a:gd name="T31" fmla="*/ 1185 h 1207"/>
                <a:gd name="T32" fmla="*/ 242 w 501"/>
                <a:gd name="T33" fmla="*/ 1207 h 1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01" h="1207">
                  <a:moveTo>
                    <a:pt x="242" y="1207"/>
                  </a:moveTo>
                  <a:cubicBezTo>
                    <a:pt x="210" y="1157"/>
                    <a:pt x="179" y="1111"/>
                    <a:pt x="150" y="1064"/>
                  </a:cubicBezTo>
                  <a:cubicBezTo>
                    <a:pt x="131" y="1057"/>
                    <a:pt x="112" y="1050"/>
                    <a:pt x="93" y="1046"/>
                  </a:cubicBezTo>
                  <a:cubicBezTo>
                    <a:pt x="77" y="984"/>
                    <a:pt x="36" y="914"/>
                    <a:pt x="14" y="904"/>
                  </a:cubicBezTo>
                  <a:cubicBezTo>
                    <a:pt x="11" y="881"/>
                    <a:pt x="11" y="858"/>
                    <a:pt x="11" y="835"/>
                  </a:cubicBezTo>
                  <a:cubicBezTo>
                    <a:pt x="21" y="766"/>
                    <a:pt x="37" y="718"/>
                    <a:pt x="38" y="662"/>
                  </a:cubicBezTo>
                  <a:cubicBezTo>
                    <a:pt x="0" y="537"/>
                    <a:pt x="54" y="512"/>
                    <a:pt x="109" y="434"/>
                  </a:cubicBezTo>
                  <a:cubicBezTo>
                    <a:pt x="116" y="399"/>
                    <a:pt x="122" y="363"/>
                    <a:pt x="129" y="327"/>
                  </a:cubicBezTo>
                  <a:cubicBezTo>
                    <a:pt x="174" y="220"/>
                    <a:pt x="197" y="155"/>
                    <a:pt x="271" y="82"/>
                  </a:cubicBezTo>
                  <a:cubicBezTo>
                    <a:pt x="303" y="53"/>
                    <a:pt x="335" y="28"/>
                    <a:pt x="367" y="2"/>
                  </a:cubicBezTo>
                  <a:cubicBezTo>
                    <a:pt x="403" y="0"/>
                    <a:pt x="438" y="1"/>
                    <a:pt x="473" y="2"/>
                  </a:cubicBezTo>
                  <a:cubicBezTo>
                    <a:pt x="473" y="15"/>
                    <a:pt x="501" y="97"/>
                    <a:pt x="491" y="136"/>
                  </a:cubicBezTo>
                  <a:cubicBezTo>
                    <a:pt x="424" y="226"/>
                    <a:pt x="461" y="391"/>
                    <a:pt x="457" y="541"/>
                  </a:cubicBezTo>
                  <a:cubicBezTo>
                    <a:pt x="431" y="629"/>
                    <a:pt x="373" y="746"/>
                    <a:pt x="324" y="839"/>
                  </a:cubicBezTo>
                  <a:cubicBezTo>
                    <a:pt x="314" y="859"/>
                    <a:pt x="308" y="878"/>
                    <a:pt x="301" y="898"/>
                  </a:cubicBezTo>
                  <a:cubicBezTo>
                    <a:pt x="288" y="992"/>
                    <a:pt x="278" y="1087"/>
                    <a:pt x="268" y="1185"/>
                  </a:cubicBezTo>
                  <a:cubicBezTo>
                    <a:pt x="258" y="1191"/>
                    <a:pt x="249" y="1198"/>
                    <a:pt x="242" y="1207"/>
                  </a:cubicBezTo>
                  <a:close/>
                </a:path>
              </a:pathLst>
            </a:custGeom>
            <a:grpFill/>
            <a:ln w="8" cap="flat">
              <a:solidFill>
                <a:srgbClr val="FFFFFF"/>
              </a:solidFill>
              <a:prstDash val="solid"/>
              <a:miter lim="800000"/>
              <a:headEnd/>
              <a:tailEnd/>
            </a:ln>
          </p:spPr>
          <p:txBody>
            <a:bodyPr vert="horz" wrap="square" lIns="91424" tIns="45712" rIns="91424" bIns="45712" numCol="1" anchor="t" anchorCtr="0" compatLnSpc="1">
              <a:prstTxWarp prst="textNoShape">
                <a:avLst/>
              </a:prstTxWarp>
            </a:bodyPr>
            <a:lstStyle/>
            <a:p>
              <a:endParaRPr lang="zh-CN" altLang="en-US">
                <a:solidFill>
                  <a:srgbClr val="000000"/>
                </a:solidFill>
              </a:endParaRPr>
            </a:p>
          </p:txBody>
        </p:sp>
        <p:sp>
          <p:nvSpPr>
            <p:cNvPr id="63" name="Freeform 7"/>
            <p:cNvSpPr>
              <a:spLocks/>
            </p:cNvSpPr>
            <p:nvPr/>
          </p:nvSpPr>
          <p:spPr bwMode="auto">
            <a:xfrm>
              <a:off x="4902561" y="4228107"/>
              <a:ext cx="222927" cy="177711"/>
            </a:xfrm>
            <a:custGeom>
              <a:avLst/>
              <a:gdLst>
                <a:gd name="T0" fmla="*/ 277 w 776"/>
                <a:gd name="T1" fmla="*/ 619 h 619"/>
                <a:gd name="T2" fmla="*/ 98 w 776"/>
                <a:gd name="T3" fmla="*/ 552 h 619"/>
                <a:gd name="T4" fmla="*/ 33 w 776"/>
                <a:gd name="T5" fmla="*/ 337 h 619"/>
                <a:gd name="T6" fmla="*/ 126 w 776"/>
                <a:gd name="T7" fmla="*/ 228 h 619"/>
                <a:gd name="T8" fmla="*/ 161 w 776"/>
                <a:gd name="T9" fmla="*/ 200 h 619"/>
                <a:gd name="T10" fmla="*/ 168 w 776"/>
                <a:gd name="T11" fmla="*/ 85 h 619"/>
                <a:gd name="T12" fmla="*/ 181 w 776"/>
                <a:gd name="T13" fmla="*/ 82 h 619"/>
                <a:gd name="T14" fmla="*/ 290 w 776"/>
                <a:gd name="T15" fmla="*/ 95 h 619"/>
                <a:gd name="T16" fmla="*/ 443 w 776"/>
                <a:gd name="T17" fmla="*/ 10 h 619"/>
                <a:gd name="T18" fmla="*/ 696 w 776"/>
                <a:gd name="T19" fmla="*/ 0 h 619"/>
                <a:gd name="T20" fmla="*/ 775 w 776"/>
                <a:gd name="T21" fmla="*/ 114 h 619"/>
                <a:gd name="T22" fmla="*/ 691 w 776"/>
                <a:gd name="T23" fmla="*/ 233 h 619"/>
                <a:gd name="T24" fmla="*/ 604 w 776"/>
                <a:gd name="T25" fmla="*/ 437 h 619"/>
                <a:gd name="T26" fmla="*/ 331 w 776"/>
                <a:gd name="T27" fmla="*/ 607 h 619"/>
                <a:gd name="T28" fmla="*/ 277 w 776"/>
                <a:gd name="T29" fmla="*/ 619 h 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76" h="619">
                  <a:moveTo>
                    <a:pt x="277" y="619"/>
                  </a:moveTo>
                  <a:cubicBezTo>
                    <a:pt x="216" y="594"/>
                    <a:pt x="156" y="573"/>
                    <a:pt x="98" y="552"/>
                  </a:cubicBezTo>
                  <a:cubicBezTo>
                    <a:pt x="0" y="474"/>
                    <a:pt x="32" y="422"/>
                    <a:pt x="33" y="337"/>
                  </a:cubicBezTo>
                  <a:cubicBezTo>
                    <a:pt x="49" y="230"/>
                    <a:pt x="30" y="249"/>
                    <a:pt x="126" y="228"/>
                  </a:cubicBezTo>
                  <a:cubicBezTo>
                    <a:pt x="135" y="219"/>
                    <a:pt x="148" y="209"/>
                    <a:pt x="161" y="200"/>
                  </a:cubicBezTo>
                  <a:cubicBezTo>
                    <a:pt x="161" y="160"/>
                    <a:pt x="165" y="121"/>
                    <a:pt x="168" y="85"/>
                  </a:cubicBezTo>
                  <a:cubicBezTo>
                    <a:pt x="171" y="82"/>
                    <a:pt x="175" y="82"/>
                    <a:pt x="181" y="82"/>
                  </a:cubicBezTo>
                  <a:cubicBezTo>
                    <a:pt x="203" y="93"/>
                    <a:pt x="245" y="100"/>
                    <a:pt x="290" y="95"/>
                  </a:cubicBezTo>
                  <a:cubicBezTo>
                    <a:pt x="341" y="67"/>
                    <a:pt x="392" y="39"/>
                    <a:pt x="443" y="10"/>
                  </a:cubicBezTo>
                  <a:cubicBezTo>
                    <a:pt x="527" y="6"/>
                    <a:pt x="610" y="2"/>
                    <a:pt x="696" y="0"/>
                  </a:cubicBezTo>
                  <a:cubicBezTo>
                    <a:pt x="718" y="17"/>
                    <a:pt x="776" y="42"/>
                    <a:pt x="775" y="114"/>
                  </a:cubicBezTo>
                  <a:cubicBezTo>
                    <a:pt x="749" y="156"/>
                    <a:pt x="723" y="201"/>
                    <a:pt x="691" y="233"/>
                  </a:cubicBezTo>
                  <a:cubicBezTo>
                    <a:pt x="665" y="298"/>
                    <a:pt x="624" y="349"/>
                    <a:pt x="604" y="437"/>
                  </a:cubicBezTo>
                  <a:cubicBezTo>
                    <a:pt x="511" y="493"/>
                    <a:pt x="421" y="550"/>
                    <a:pt x="331" y="607"/>
                  </a:cubicBezTo>
                  <a:cubicBezTo>
                    <a:pt x="312" y="610"/>
                    <a:pt x="293" y="612"/>
                    <a:pt x="277" y="619"/>
                  </a:cubicBezTo>
                  <a:close/>
                </a:path>
              </a:pathLst>
            </a:custGeom>
            <a:grpFill/>
            <a:ln w="8" cap="flat">
              <a:solidFill>
                <a:srgbClr val="FFFFFF"/>
              </a:solidFill>
              <a:prstDash val="solid"/>
              <a:miter lim="800000"/>
              <a:headEnd/>
              <a:tailEnd/>
            </a:ln>
          </p:spPr>
          <p:txBody>
            <a:bodyPr vert="horz" wrap="square" lIns="91424" tIns="45712" rIns="91424" bIns="45712" numCol="1" anchor="t" anchorCtr="0" compatLnSpc="1">
              <a:prstTxWarp prst="textNoShape">
                <a:avLst/>
              </a:prstTxWarp>
            </a:bodyPr>
            <a:lstStyle/>
            <a:p>
              <a:endParaRPr lang="zh-CN" altLang="en-US">
                <a:solidFill>
                  <a:srgbClr val="000000"/>
                </a:solidFill>
              </a:endParaRPr>
            </a:p>
          </p:txBody>
        </p:sp>
        <p:sp>
          <p:nvSpPr>
            <p:cNvPr id="64" name="Freeform 8"/>
            <p:cNvSpPr>
              <a:spLocks/>
            </p:cNvSpPr>
            <p:nvPr/>
          </p:nvSpPr>
          <p:spPr bwMode="auto">
            <a:xfrm>
              <a:off x="3913059" y="3247015"/>
              <a:ext cx="767627" cy="846494"/>
            </a:xfrm>
            <a:custGeom>
              <a:avLst/>
              <a:gdLst>
                <a:gd name="T0" fmla="*/ 1076 w 2678"/>
                <a:gd name="T1" fmla="*/ 2846 h 2954"/>
                <a:gd name="T2" fmla="*/ 1033 w 2678"/>
                <a:gd name="T3" fmla="*/ 2648 h 2954"/>
                <a:gd name="T4" fmla="*/ 783 w 2678"/>
                <a:gd name="T5" fmla="*/ 2721 h 2954"/>
                <a:gd name="T6" fmla="*/ 519 w 2678"/>
                <a:gd name="T7" fmla="*/ 2517 h 2954"/>
                <a:gd name="T8" fmla="*/ 486 w 2678"/>
                <a:gd name="T9" fmla="*/ 2160 h 2954"/>
                <a:gd name="T10" fmla="*/ 340 w 2678"/>
                <a:gd name="T11" fmla="*/ 1946 h 2954"/>
                <a:gd name="T12" fmla="*/ 172 w 2678"/>
                <a:gd name="T13" fmla="*/ 1759 h 2954"/>
                <a:gd name="T14" fmla="*/ 2 w 2678"/>
                <a:gd name="T15" fmla="*/ 1817 h 2954"/>
                <a:gd name="T16" fmla="*/ 46 w 2678"/>
                <a:gd name="T17" fmla="*/ 1438 h 2954"/>
                <a:gd name="T18" fmla="*/ 329 w 2678"/>
                <a:gd name="T19" fmla="*/ 1183 h 2954"/>
                <a:gd name="T20" fmla="*/ 368 w 2678"/>
                <a:gd name="T21" fmla="*/ 994 h 2954"/>
                <a:gd name="T22" fmla="*/ 390 w 2678"/>
                <a:gd name="T23" fmla="*/ 585 h 2954"/>
                <a:gd name="T24" fmla="*/ 263 w 2678"/>
                <a:gd name="T25" fmla="*/ 369 h 2954"/>
                <a:gd name="T26" fmla="*/ 367 w 2678"/>
                <a:gd name="T27" fmla="*/ 68 h 2954"/>
                <a:gd name="T28" fmla="*/ 564 w 2678"/>
                <a:gd name="T29" fmla="*/ 315 h 2954"/>
                <a:gd name="T30" fmla="*/ 670 w 2678"/>
                <a:gd name="T31" fmla="*/ 173 h 2954"/>
                <a:gd name="T32" fmla="*/ 775 w 2678"/>
                <a:gd name="T33" fmla="*/ 310 h 2954"/>
                <a:gd name="T34" fmla="*/ 1013 w 2678"/>
                <a:gd name="T35" fmla="*/ 506 h 2954"/>
                <a:gd name="T36" fmla="*/ 1232 w 2678"/>
                <a:gd name="T37" fmla="*/ 872 h 2954"/>
                <a:gd name="T38" fmla="*/ 1189 w 2678"/>
                <a:gd name="T39" fmla="*/ 1058 h 2954"/>
                <a:gd name="T40" fmla="*/ 1437 w 2678"/>
                <a:gd name="T41" fmla="*/ 1241 h 2954"/>
                <a:gd name="T42" fmla="*/ 1744 w 2678"/>
                <a:gd name="T43" fmla="*/ 1140 h 2954"/>
                <a:gd name="T44" fmla="*/ 1698 w 2678"/>
                <a:gd name="T45" fmla="*/ 877 h 2954"/>
                <a:gd name="T46" fmla="*/ 1888 w 2678"/>
                <a:gd name="T47" fmla="*/ 620 h 2954"/>
                <a:gd name="T48" fmla="*/ 1829 w 2678"/>
                <a:gd name="T49" fmla="*/ 425 h 2954"/>
                <a:gd name="T50" fmla="*/ 1873 w 2678"/>
                <a:gd name="T51" fmla="*/ 394 h 2954"/>
                <a:gd name="T52" fmla="*/ 2116 w 2678"/>
                <a:gd name="T53" fmla="*/ 459 h 2954"/>
                <a:gd name="T54" fmla="*/ 2307 w 2678"/>
                <a:gd name="T55" fmla="*/ 549 h 2954"/>
                <a:gd name="T56" fmla="*/ 2426 w 2678"/>
                <a:gd name="T57" fmla="*/ 509 h 2954"/>
                <a:gd name="T58" fmla="*/ 2293 w 2678"/>
                <a:gd name="T59" fmla="*/ 728 h 2954"/>
                <a:gd name="T60" fmla="*/ 1954 w 2678"/>
                <a:gd name="T61" fmla="*/ 746 h 2954"/>
                <a:gd name="T62" fmla="*/ 1934 w 2678"/>
                <a:gd name="T63" fmla="*/ 939 h 2954"/>
                <a:gd name="T64" fmla="*/ 2182 w 2678"/>
                <a:gd name="T65" fmla="*/ 1106 h 2954"/>
                <a:gd name="T66" fmla="*/ 2231 w 2678"/>
                <a:gd name="T67" fmla="*/ 1460 h 2954"/>
                <a:gd name="T68" fmla="*/ 2217 w 2678"/>
                <a:gd name="T69" fmla="*/ 1748 h 2954"/>
                <a:gd name="T70" fmla="*/ 2513 w 2678"/>
                <a:gd name="T71" fmla="*/ 1919 h 2954"/>
                <a:gd name="T72" fmla="*/ 2663 w 2678"/>
                <a:gd name="T73" fmla="*/ 1976 h 2954"/>
                <a:gd name="T74" fmla="*/ 2646 w 2678"/>
                <a:gd name="T75" fmla="*/ 2096 h 2954"/>
                <a:gd name="T76" fmla="*/ 2259 w 2678"/>
                <a:gd name="T77" fmla="*/ 2257 h 2954"/>
                <a:gd name="T78" fmla="*/ 2066 w 2678"/>
                <a:gd name="T79" fmla="*/ 2360 h 2954"/>
                <a:gd name="T80" fmla="*/ 1737 w 2678"/>
                <a:gd name="T81" fmla="*/ 2427 h 2954"/>
                <a:gd name="T82" fmla="*/ 1433 w 2678"/>
                <a:gd name="T83" fmla="*/ 2439 h 2954"/>
                <a:gd name="T84" fmla="*/ 1255 w 2678"/>
                <a:gd name="T85" fmla="*/ 2408 h 2954"/>
                <a:gd name="T86" fmla="*/ 1237 w 2678"/>
                <a:gd name="T87" fmla="*/ 2732 h 2954"/>
                <a:gd name="T88" fmla="*/ 1223 w 2678"/>
                <a:gd name="T89" fmla="*/ 2954 h 2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78" h="2954">
                  <a:moveTo>
                    <a:pt x="1223" y="2954"/>
                  </a:moveTo>
                  <a:cubicBezTo>
                    <a:pt x="1172" y="2901"/>
                    <a:pt x="1121" y="2867"/>
                    <a:pt x="1076" y="2846"/>
                  </a:cubicBezTo>
                  <a:cubicBezTo>
                    <a:pt x="1083" y="2764"/>
                    <a:pt x="1090" y="2725"/>
                    <a:pt x="1061" y="2675"/>
                  </a:cubicBezTo>
                  <a:cubicBezTo>
                    <a:pt x="1052" y="2665"/>
                    <a:pt x="1042" y="2655"/>
                    <a:pt x="1033" y="2648"/>
                  </a:cubicBezTo>
                  <a:cubicBezTo>
                    <a:pt x="953" y="2646"/>
                    <a:pt x="908" y="2684"/>
                    <a:pt x="869" y="2742"/>
                  </a:cubicBezTo>
                  <a:cubicBezTo>
                    <a:pt x="840" y="2735"/>
                    <a:pt x="812" y="2728"/>
                    <a:pt x="783" y="2721"/>
                  </a:cubicBezTo>
                  <a:cubicBezTo>
                    <a:pt x="751" y="2661"/>
                    <a:pt x="732" y="2637"/>
                    <a:pt x="704" y="2617"/>
                  </a:cubicBezTo>
                  <a:cubicBezTo>
                    <a:pt x="621" y="2497"/>
                    <a:pt x="634" y="2527"/>
                    <a:pt x="519" y="2517"/>
                  </a:cubicBezTo>
                  <a:cubicBezTo>
                    <a:pt x="465" y="2460"/>
                    <a:pt x="481" y="2379"/>
                    <a:pt x="482" y="2336"/>
                  </a:cubicBezTo>
                  <a:cubicBezTo>
                    <a:pt x="505" y="2268"/>
                    <a:pt x="518" y="2203"/>
                    <a:pt x="486" y="2160"/>
                  </a:cubicBezTo>
                  <a:cubicBezTo>
                    <a:pt x="358" y="2114"/>
                    <a:pt x="371" y="2131"/>
                    <a:pt x="372" y="2052"/>
                  </a:cubicBezTo>
                  <a:cubicBezTo>
                    <a:pt x="359" y="2016"/>
                    <a:pt x="350" y="1979"/>
                    <a:pt x="340" y="1946"/>
                  </a:cubicBezTo>
                  <a:cubicBezTo>
                    <a:pt x="328" y="1927"/>
                    <a:pt x="318" y="1910"/>
                    <a:pt x="309" y="1893"/>
                  </a:cubicBezTo>
                  <a:cubicBezTo>
                    <a:pt x="281" y="1771"/>
                    <a:pt x="261" y="1761"/>
                    <a:pt x="172" y="1759"/>
                  </a:cubicBezTo>
                  <a:cubicBezTo>
                    <a:pt x="121" y="1784"/>
                    <a:pt x="53" y="1828"/>
                    <a:pt x="12" y="1827"/>
                  </a:cubicBezTo>
                  <a:cubicBezTo>
                    <a:pt x="9" y="1823"/>
                    <a:pt x="6" y="1820"/>
                    <a:pt x="2" y="1817"/>
                  </a:cubicBezTo>
                  <a:cubicBezTo>
                    <a:pt x="0" y="1725"/>
                    <a:pt x="0" y="1633"/>
                    <a:pt x="1" y="1545"/>
                  </a:cubicBezTo>
                  <a:cubicBezTo>
                    <a:pt x="14" y="1509"/>
                    <a:pt x="30" y="1474"/>
                    <a:pt x="46" y="1438"/>
                  </a:cubicBezTo>
                  <a:cubicBezTo>
                    <a:pt x="117" y="1348"/>
                    <a:pt x="155" y="1320"/>
                    <a:pt x="258" y="1250"/>
                  </a:cubicBezTo>
                  <a:cubicBezTo>
                    <a:pt x="281" y="1228"/>
                    <a:pt x="303" y="1205"/>
                    <a:pt x="329" y="1183"/>
                  </a:cubicBezTo>
                  <a:cubicBezTo>
                    <a:pt x="332" y="1137"/>
                    <a:pt x="336" y="1092"/>
                    <a:pt x="339" y="1049"/>
                  </a:cubicBezTo>
                  <a:cubicBezTo>
                    <a:pt x="349" y="1030"/>
                    <a:pt x="359" y="1010"/>
                    <a:pt x="368" y="994"/>
                  </a:cubicBezTo>
                  <a:cubicBezTo>
                    <a:pt x="369" y="909"/>
                    <a:pt x="363" y="801"/>
                    <a:pt x="402" y="763"/>
                  </a:cubicBezTo>
                  <a:cubicBezTo>
                    <a:pt x="412" y="694"/>
                    <a:pt x="415" y="629"/>
                    <a:pt x="390" y="585"/>
                  </a:cubicBezTo>
                  <a:cubicBezTo>
                    <a:pt x="345" y="545"/>
                    <a:pt x="304" y="505"/>
                    <a:pt x="263" y="468"/>
                  </a:cubicBezTo>
                  <a:cubicBezTo>
                    <a:pt x="263" y="435"/>
                    <a:pt x="263" y="402"/>
                    <a:pt x="263" y="369"/>
                  </a:cubicBezTo>
                  <a:cubicBezTo>
                    <a:pt x="302" y="370"/>
                    <a:pt x="340" y="362"/>
                    <a:pt x="388" y="340"/>
                  </a:cubicBezTo>
                  <a:cubicBezTo>
                    <a:pt x="421" y="236"/>
                    <a:pt x="367" y="140"/>
                    <a:pt x="367" y="68"/>
                  </a:cubicBezTo>
                  <a:cubicBezTo>
                    <a:pt x="399" y="42"/>
                    <a:pt x="422" y="0"/>
                    <a:pt x="476" y="57"/>
                  </a:cubicBezTo>
                  <a:cubicBezTo>
                    <a:pt x="508" y="127"/>
                    <a:pt x="549" y="203"/>
                    <a:pt x="564" y="315"/>
                  </a:cubicBezTo>
                  <a:cubicBezTo>
                    <a:pt x="593" y="345"/>
                    <a:pt x="583" y="335"/>
                    <a:pt x="640" y="346"/>
                  </a:cubicBezTo>
                  <a:cubicBezTo>
                    <a:pt x="676" y="295"/>
                    <a:pt x="670" y="209"/>
                    <a:pt x="670" y="173"/>
                  </a:cubicBezTo>
                  <a:cubicBezTo>
                    <a:pt x="683" y="161"/>
                    <a:pt x="696" y="151"/>
                    <a:pt x="709" y="142"/>
                  </a:cubicBezTo>
                  <a:cubicBezTo>
                    <a:pt x="734" y="178"/>
                    <a:pt x="753" y="234"/>
                    <a:pt x="775" y="310"/>
                  </a:cubicBezTo>
                  <a:cubicBezTo>
                    <a:pt x="800" y="354"/>
                    <a:pt x="832" y="417"/>
                    <a:pt x="895" y="484"/>
                  </a:cubicBezTo>
                  <a:cubicBezTo>
                    <a:pt x="934" y="491"/>
                    <a:pt x="972" y="499"/>
                    <a:pt x="1013" y="506"/>
                  </a:cubicBezTo>
                  <a:cubicBezTo>
                    <a:pt x="1048" y="576"/>
                    <a:pt x="1083" y="649"/>
                    <a:pt x="1121" y="722"/>
                  </a:cubicBezTo>
                  <a:cubicBezTo>
                    <a:pt x="1156" y="772"/>
                    <a:pt x="1194" y="822"/>
                    <a:pt x="1232" y="872"/>
                  </a:cubicBezTo>
                  <a:cubicBezTo>
                    <a:pt x="1232" y="888"/>
                    <a:pt x="1231" y="905"/>
                    <a:pt x="1235" y="924"/>
                  </a:cubicBezTo>
                  <a:cubicBezTo>
                    <a:pt x="1193" y="979"/>
                    <a:pt x="1190" y="963"/>
                    <a:pt x="1189" y="1058"/>
                  </a:cubicBezTo>
                  <a:cubicBezTo>
                    <a:pt x="1230" y="1111"/>
                    <a:pt x="1246" y="1154"/>
                    <a:pt x="1342" y="1183"/>
                  </a:cubicBezTo>
                  <a:cubicBezTo>
                    <a:pt x="1361" y="1196"/>
                    <a:pt x="1377" y="1219"/>
                    <a:pt x="1437" y="1241"/>
                  </a:cubicBezTo>
                  <a:cubicBezTo>
                    <a:pt x="1463" y="1238"/>
                    <a:pt x="1491" y="1235"/>
                    <a:pt x="1520" y="1233"/>
                  </a:cubicBezTo>
                  <a:cubicBezTo>
                    <a:pt x="1594" y="1202"/>
                    <a:pt x="1668" y="1171"/>
                    <a:pt x="1744" y="1140"/>
                  </a:cubicBezTo>
                  <a:cubicBezTo>
                    <a:pt x="1786" y="1073"/>
                    <a:pt x="1783" y="1030"/>
                    <a:pt x="1784" y="971"/>
                  </a:cubicBezTo>
                  <a:cubicBezTo>
                    <a:pt x="1755" y="908"/>
                    <a:pt x="1724" y="901"/>
                    <a:pt x="1698" y="877"/>
                  </a:cubicBezTo>
                  <a:cubicBezTo>
                    <a:pt x="1699" y="802"/>
                    <a:pt x="1689" y="795"/>
                    <a:pt x="1718" y="757"/>
                  </a:cubicBezTo>
                  <a:cubicBezTo>
                    <a:pt x="1779" y="729"/>
                    <a:pt x="1843" y="688"/>
                    <a:pt x="1888" y="620"/>
                  </a:cubicBezTo>
                  <a:cubicBezTo>
                    <a:pt x="1888" y="591"/>
                    <a:pt x="1888" y="564"/>
                    <a:pt x="1892" y="538"/>
                  </a:cubicBezTo>
                  <a:cubicBezTo>
                    <a:pt x="1870" y="469"/>
                    <a:pt x="1854" y="452"/>
                    <a:pt x="1829" y="425"/>
                  </a:cubicBezTo>
                  <a:cubicBezTo>
                    <a:pt x="1825" y="415"/>
                    <a:pt x="1825" y="409"/>
                    <a:pt x="1825" y="402"/>
                  </a:cubicBezTo>
                  <a:cubicBezTo>
                    <a:pt x="1841" y="399"/>
                    <a:pt x="1857" y="397"/>
                    <a:pt x="1873" y="394"/>
                  </a:cubicBezTo>
                  <a:cubicBezTo>
                    <a:pt x="1967" y="301"/>
                    <a:pt x="1871" y="250"/>
                    <a:pt x="2053" y="274"/>
                  </a:cubicBezTo>
                  <a:cubicBezTo>
                    <a:pt x="2072" y="333"/>
                    <a:pt x="2094" y="396"/>
                    <a:pt x="2116" y="459"/>
                  </a:cubicBezTo>
                  <a:cubicBezTo>
                    <a:pt x="2138" y="486"/>
                    <a:pt x="2151" y="509"/>
                    <a:pt x="2198" y="546"/>
                  </a:cubicBezTo>
                  <a:cubicBezTo>
                    <a:pt x="2234" y="547"/>
                    <a:pt x="2269" y="548"/>
                    <a:pt x="2307" y="549"/>
                  </a:cubicBezTo>
                  <a:cubicBezTo>
                    <a:pt x="2339" y="523"/>
                    <a:pt x="2374" y="501"/>
                    <a:pt x="2410" y="479"/>
                  </a:cubicBezTo>
                  <a:cubicBezTo>
                    <a:pt x="2413" y="489"/>
                    <a:pt x="2419" y="499"/>
                    <a:pt x="2426" y="509"/>
                  </a:cubicBezTo>
                  <a:cubicBezTo>
                    <a:pt x="2425" y="555"/>
                    <a:pt x="2428" y="663"/>
                    <a:pt x="2376" y="714"/>
                  </a:cubicBezTo>
                  <a:cubicBezTo>
                    <a:pt x="2338" y="723"/>
                    <a:pt x="2328" y="729"/>
                    <a:pt x="2293" y="728"/>
                  </a:cubicBezTo>
                  <a:cubicBezTo>
                    <a:pt x="2258" y="708"/>
                    <a:pt x="2226" y="688"/>
                    <a:pt x="2195" y="670"/>
                  </a:cubicBezTo>
                  <a:cubicBezTo>
                    <a:pt x="2073" y="667"/>
                    <a:pt x="2038" y="676"/>
                    <a:pt x="1954" y="746"/>
                  </a:cubicBezTo>
                  <a:cubicBezTo>
                    <a:pt x="1942" y="765"/>
                    <a:pt x="1932" y="785"/>
                    <a:pt x="1922" y="804"/>
                  </a:cubicBezTo>
                  <a:cubicBezTo>
                    <a:pt x="1922" y="844"/>
                    <a:pt x="1906" y="876"/>
                    <a:pt x="1934" y="939"/>
                  </a:cubicBezTo>
                  <a:cubicBezTo>
                    <a:pt x="1934" y="975"/>
                    <a:pt x="1978" y="1071"/>
                    <a:pt x="2055" y="1020"/>
                  </a:cubicBezTo>
                  <a:cubicBezTo>
                    <a:pt x="2129" y="1009"/>
                    <a:pt x="2183" y="978"/>
                    <a:pt x="2182" y="1106"/>
                  </a:cubicBezTo>
                  <a:cubicBezTo>
                    <a:pt x="2166" y="1154"/>
                    <a:pt x="2153" y="1203"/>
                    <a:pt x="2140" y="1252"/>
                  </a:cubicBezTo>
                  <a:cubicBezTo>
                    <a:pt x="2059" y="1355"/>
                    <a:pt x="2094" y="1408"/>
                    <a:pt x="2231" y="1460"/>
                  </a:cubicBezTo>
                  <a:cubicBezTo>
                    <a:pt x="2228" y="1490"/>
                    <a:pt x="2228" y="1519"/>
                    <a:pt x="2228" y="1549"/>
                  </a:cubicBezTo>
                  <a:cubicBezTo>
                    <a:pt x="2218" y="1588"/>
                    <a:pt x="2176" y="1682"/>
                    <a:pt x="2217" y="1748"/>
                  </a:cubicBezTo>
                  <a:cubicBezTo>
                    <a:pt x="2245" y="1785"/>
                    <a:pt x="2277" y="1822"/>
                    <a:pt x="2309" y="1859"/>
                  </a:cubicBezTo>
                  <a:cubicBezTo>
                    <a:pt x="2376" y="1877"/>
                    <a:pt x="2443" y="1898"/>
                    <a:pt x="2513" y="1919"/>
                  </a:cubicBezTo>
                  <a:cubicBezTo>
                    <a:pt x="2535" y="1933"/>
                    <a:pt x="2542" y="1950"/>
                    <a:pt x="2583" y="1967"/>
                  </a:cubicBezTo>
                  <a:cubicBezTo>
                    <a:pt x="2609" y="1968"/>
                    <a:pt x="2634" y="1972"/>
                    <a:pt x="2663" y="1976"/>
                  </a:cubicBezTo>
                  <a:cubicBezTo>
                    <a:pt x="2666" y="1995"/>
                    <a:pt x="2672" y="2018"/>
                    <a:pt x="2678" y="2041"/>
                  </a:cubicBezTo>
                  <a:cubicBezTo>
                    <a:pt x="2666" y="2058"/>
                    <a:pt x="2656" y="2077"/>
                    <a:pt x="2646" y="2096"/>
                  </a:cubicBezTo>
                  <a:cubicBezTo>
                    <a:pt x="2601" y="2128"/>
                    <a:pt x="2560" y="2147"/>
                    <a:pt x="2528" y="2159"/>
                  </a:cubicBezTo>
                  <a:cubicBezTo>
                    <a:pt x="2409" y="2156"/>
                    <a:pt x="2339" y="2197"/>
                    <a:pt x="2259" y="2257"/>
                  </a:cubicBezTo>
                  <a:cubicBezTo>
                    <a:pt x="2243" y="2286"/>
                    <a:pt x="2223" y="2335"/>
                    <a:pt x="2185" y="2360"/>
                  </a:cubicBezTo>
                  <a:cubicBezTo>
                    <a:pt x="2143" y="2359"/>
                    <a:pt x="2105" y="2358"/>
                    <a:pt x="2066" y="2360"/>
                  </a:cubicBezTo>
                  <a:cubicBezTo>
                    <a:pt x="2034" y="2389"/>
                    <a:pt x="1986" y="2469"/>
                    <a:pt x="1925" y="2455"/>
                  </a:cubicBezTo>
                  <a:cubicBezTo>
                    <a:pt x="1862" y="2332"/>
                    <a:pt x="1798" y="2383"/>
                    <a:pt x="1737" y="2427"/>
                  </a:cubicBezTo>
                  <a:cubicBezTo>
                    <a:pt x="1650" y="2454"/>
                    <a:pt x="1628" y="2392"/>
                    <a:pt x="1593" y="2368"/>
                  </a:cubicBezTo>
                  <a:cubicBezTo>
                    <a:pt x="1495" y="2333"/>
                    <a:pt x="1472" y="2378"/>
                    <a:pt x="1433" y="2439"/>
                  </a:cubicBezTo>
                  <a:cubicBezTo>
                    <a:pt x="1388" y="2484"/>
                    <a:pt x="1318" y="2426"/>
                    <a:pt x="1299" y="2409"/>
                  </a:cubicBezTo>
                  <a:cubicBezTo>
                    <a:pt x="1283" y="2409"/>
                    <a:pt x="1267" y="2409"/>
                    <a:pt x="1255" y="2408"/>
                  </a:cubicBezTo>
                  <a:cubicBezTo>
                    <a:pt x="1193" y="2462"/>
                    <a:pt x="1203" y="2450"/>
                    <a:pt x="1193" y="2548"/>
                  </a:cubicBezTo>
                  <a:cubicBezTo>
                    <a:pt x="1225" y="2604"/>
                    <a:pt x="1266" y="2638"/>
                    <a:pt x="1237" y="2732"/>
                  </a:cubicBezTo>
                  <a:cubicBezTo>
                    <a:pt x="1236" y="2781"/>
                    <a:pt x="1258" y="2837"/>
                    <a:pt x="1267" y="2923"/>
                  </a:cubicBezTo>
                  <a:cubicBezTo>
                    <a:pt x="1248" y="2942"/>
                    <a:pt x="1239" y="2951"/>
                    <a:pt x="1223" y="2954"/>
                  </a:cubicBezTo>
                  <a:close/>
                </a:path>
              </a:pathLst>
            </a:custGeom>
            <a:grpFill/>
            <a:ln w="8" cap="flat">
              <a:solidFill>
                <a:srgbClr val="FFFFFF"/>
              </a:solidFill>
              <a:prstDash val="solid"/>
              <a:miter lim="800000"/>
              <a:headEnd/>
              <a:tailEnd/>
            </a:ln>
          </p:spPr>
          <p:txBody>
            <a:bodyPr vert="horz" wrap="square" lIns="91424" tIns="45712" rIns="91424" bIns="45712" numCol="1" anchor="t" anchorCtr="0" compatLnSpc="1">
              <a:prstTxWarp prst="textNoShape">
                <a:avLst/>
              </a:prstTxWarp>
            </a:bodyPr>
            <a:lstStyle/>
            <a:p>
              <a:endParaRPr lang="zh-CN" altLang="en-US">
                <a:solidFill>
                  <a:srgbClr val="000000"/>
                </a:solidFill>
              </a:endParaRPr>
            </a:p>
          </p:txBody>
        </p:sp>
        <p:sp>
          <p:nvSpPr>
            <p:cNvPr id="65" name="Freeform 9"/>
            <p:cNvSpPr>
              <a:spLocks/>
            </p:cNvSpPr>
            <p:nvPr/>
          </p:nvSpPr>
          <p:spPr bwMode="auto">
            <a:xfrm>
              <a:off x="4559756" y="3580356"/>
              <a:ext cx="653009" cy="496329"/>
            </a:xfrm>
            <a:custGeom>
              <a:avLst/>
              <a:gdLst>
                <a:gd name="T0" fmla="*/ 1361 w 2275"/>
                <a:gd name="T1" fmla="*/ 1675 h 1731"/>
                <a:gd name="T2" fmla="*/ 1298 w 2275"/>
                <a:gd name="T3" fmla="*/ 1637 h 1731"/>
                <a:gd name="T4" fmla="*/ 1179 w 2275"/>
                <a:gd name="T5" fmla="*/ 1654 h 1731"/>
                <a:gd name="T6" fmla="*/ 844 w 2275"/>
                <a:gd name="T7" fmla="*/ 1632 h 1731"/>
                <a:gd name="T8" fmla="*/ 659 w 2275"/>
                <a:gd name="T9" fmla="*/ 1523 h 1731"/>
                <a:gd name="T10" fmla="*/ 615 w 2275"/>
                <a:gd name="T11" fmla="*/ 1463 h 1731"/>
                <a:gd name="T12" fmla="*/ 642 w 2275"/>
                <a:gd name="T13" fmla="*/ 1234 h 1731"/>
                <a:gd name="T14" fmla="*/ 566 w 2275"/>
                <a:gd name="T15" fmla="*/ 1167 h 1731"/>
                <a:gd name="T16" fmla="*/ 246 w 2275"/>
                <a:gd name="T17" fmla="*/ 1110 h 1731"/>
                <a:gd name="T18" fmla="*/ 311 w 2275"/>
                <a:gd name="T19" fmla="*/ 1026 h 1731"/>
                <a:gd name="T20" fmla="*/ 427 w 2275"/>
                <a:gd name="T21" fmla="*/ 784 h 1731"/>
                <a:gd name="T22" fmla="*/ 57 w 2275"/>
                <a:gd name="T23" fmla="*/ 650 h 1731"/>
                <a:gd name="T24" fmla="*/ 186 w 2275"/>
                <a:gd name="T25" fmla="*/ 437 h 1731"/>
                <a:gd name="T26" fmla="*/ 362 w 2275"/>
                <a:gd name="T27" fmla="*/ 553 h 1731"/>
                <a:gd name="T28" fmla="*/ 727 w 2275"/>
                <a:gd name="T29" fmla="*/ 346 h 1731"/>
                <a:gd name="T30" fmla="*/ 804 w 2275"/>
                <a:gd name="T31" fmla="*/ 272 h 1731"/>
                <a:gd name="T32" fmla="*/ 985 w 2275"/>
                <a:gd name="T33" fmla="*/ 398 h 1731"/>
                <a:gd name="T34" fmla="*/ 1171 w 2275"/>
                <a:gd name="T35" fmla="*/ 360 h 1731"/>
                <a:gd name="T36" fmla="*/ 1370 w 2275"/>
                <a:gd name="T37" fmla="*/ 215 h 1731"/>
                <a:gd name="T38" fmla="*/ 1677 w 2275"/>
                <a:gd name="T39" fmla="*/ 111 h 1731"/>
                <a:gd name="T40" fmla="*/ 1990 w 2275"/>
                <a:gd name="T41" fmla="*/ 119 h 1731"/>
                <a:gd name="T42" fmla="*/ 1944 w 2275"/>
                <a:gd name="T43" fmla="*/ 350 h 1731"/>
                <a:gd name="T44" fmla="*/ 2043 w 2275"/>
                <a:gd name="T45" fmla="*/ 451 h 1731"/>
                <a:gd name="T46" fmla="*/ 2099 w 2275"/>
                <a:gd name="T47" fmla="*/ 583 h 1731"/>
                <a:gd name="T48" fmla="*/ 2274 w 2275"/>
                <a:gd name="T49" fmla="*/ 755 h 1731"/>
                <a:gd name="T50" fmla="*/ 2181 w 2275"/>
                <a:gd name="T51" fmla="*/ 838 h 1731"/>
                <a:gd name="T52" fmla="*/ 2125 w 2275"/>
                <a:gd name="T53" fmla="*/ 1062 h 1731"/>
                <a:gd name="T54" fmla="*/ 1871 w 2275"/>
                <a:gd name="T55" fmla="*/ 1311 h 1731"/>
                <a:gd name="T56" fmla="*/ 1733 w 2275"/>
                <a:gd name="T57" fmla="*/ 1442 h 1731"/>
                <a:gd name="T58" fmla="*/ 1714 w 2275"/>
                <a:gd name="T59" fmla="*/ 1458 h 1731"/>
                <a:gd name="T60" fmla="*/ 1614 w 2275"/>
                <a:gd name="T61" fmla="*/ 1554 h 1731"/>
                <a:gd name="T62" fmla="*/ 1412 w 2275"/>
                <a:gd name="T63" fmla="*/ 1729 h 17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275" h="1731">
                  <a:moveTo>
                    <a:pt x="1361" y="1731"/>
                  </a:moveTo>
                  <a:cubicBezTo>
                    <a:pt x="1361" y="1711"/>
                    <a:pt x="1361" y="1691"/>
                    <a:pt x="1361" y="1675"/>
                  </a:cubicBezTo>
                  <a:cubicBezTo>
                    <a:pt x="1345" y="1675"/>
                    <a:pt x="1339" y="1655"/>
                    <a:pt x="1333" y="1645"/>
                  </a:cubicBezTo>
                  <a:cubicBezTo>
                    <a:pt x="1320" y="1641"/>
                    <a:pt x="1307" y="1638"/>
                    <a:pt x="1298" y="1637"/>
                  </a:cubicBezTo>
                  <a:cubicBezTo>
                    <a:pt x="1276" y="1558"/>
                    <a:pt x="1237" y="1560"/>
                    <a:pt x="1199" y="1576"/>
                  </a:cubicBezTo>
                  <a:cubicBezTo>
                    <a:pt x="1192" y="1602"/>
                    <a:pt x="1186" y="1628"/>
                    <a:pt x="1179" y="1654"/>
                  </a:cubicBezTo>
                  <a:cubicBezTo>
                    <a:pt x="1109" y="1655"/>
                    <a:pt x="1039" y="1660"/>
                    <a:pt x="972" y="1665"/>
                  </a:cubicBezTo>
                  <a:cubicBezTo>
                    <a:pt x="927" y="1654"/>
                    <a:pt x="885" y="1643"/>
                    <a:pt x="844" y="1632"/>
                  </a:cubicBezTo>
                  <a:cubicBezTo>
                    <a:pt x="809" y="1625"/>
                    <a:pt x="774" y="1621"/>
                    <a:pt x="739" y="1617"/>
                  </a:cubicBezTo>
                  <a:cubicBezTo>
                    <a:pt x="710" y="1583"/>
                    <a:pt x="685" y="1553"/>
                    <a:pt x="659" y="1523"/>
                  </a:cubicBezTo>
                  <a:cubicBezTo>
                    <a:pt x="647" y="1503"/>
                    <a:pt x="637" y="1483"/>
                    <a:pt x="628" y="1463"/>
                  </a:cubicBezTo>
                  <a:cubicBezTo>
                    <a:pt x="621" y="1463"/>
                    <a:pt x="618" y="1463"/>
                    <a:pt x="615" y="1463"/>
                  </a:cubicBezTo>
                  <a:cubicBezTo>
                    <a:pt x="590" y="1384"/>
                    <a:pt x="612" y="1361"/>
                    <a:pt x="641" y="1316"/>
                  </a:cubicBezTo>
                  <a:cubicBezTo>
                    <a:pt x="642" y="1287"/>
                    <a:pt x="642" y="1261"/>
                    <a:pt x="642" y="1234"/>
                  </a:cubicBezTo>
                  <a:cubicBezTo>
                    <a:pt x="616" y="1217"/>
                    <a:pt x="591" y="1200"/>
                    <a:pt x="569" y="1183"/>
                  </a:cubicBezTo>
                  <a:cubicBezTo>
                    <a:pt x="566" y="1177"/>
                    <a:pt x="566" y="1170"/>
                    <a:pt x="566" y="1167"/>
                  </a:cubicBezTo>
                  <a:cubicBezTo>
                    <a:pt x="463" y="1164"/>
                    <a:pt x="380" y="1152"/>
                    <a:pt x="313" y="1141"/>
                  </a:cubicBezTo>
                  <a:cubicBezTo>
                    <a:pt x="291" y="1131"/>
                    <a:pt x="269" y="1120"/>
                    <a:pt x="246" y="1110"/>
                  </a:cubicBezTo>
                  <a:cubicBezTo>
                    <a:pt x="237" y="1083"/>
                    <a:pt x="228" y="1057"/>
                    <a:pt x="218" y="1030"/>
                  </a:cubicBezTo>
                  <a:cubicBezTo>
                    <a:pt x="247" y="1028"/>
                    <a:pt x="279" y="1025"/>
                    <a:pt x="311" y="1026"/>
                  </a:cubicBezTo>
                  <a:cubicBezTo>
                    <a:pt x="340" y="1017"/>
                    <a:pt x="391" y="979"/>
                    <a:pt x="423" y="951"/>
                  </a:cubicBezTo>
                  <a:cubicBezTo>
                    <a:pt x="465" y="880"/>
                    <a:pt x="462" y="830"/>
                    <a:pt x="427" y="784"/>
                  </a:cubicBezTo>
                  <a:cubicBezTo>
                    <a:pt x="398" y="780"/>
                    <a:pt x="370" y="776"/>
                    <a:pt x="344" y="775"/>
                  </a:cubicBezTo>
                  <a:cubicBezTo>
                    <a:pt x="246" y="700"/>
                    <a:pt x="131" y="688"/>
                    <a:pt x="57" y="650"/>
                  </a:cubicBezTo>
                  <a:cubicBezTo>
                    <a:pt x="19" y="603"/>
                    <a:pt x="0" y="570"/>
                    <a:pt x="0" y="550"/>
                  </a:cubicBezTo>
                  <a:cubicBezTo>
                    <a:pt x="65" y="463"/>
                    <a:pt x="59" y="434"/>
                    <a:pt x="186" y="437"/>
                  </a:cubicBezTo>
                  <a:cubicBezTo>
                    <a:pt x="215" y="448"/>
                    <a:pt x="244" y="458"/>
                    <a:pt x="276" y="472"/>
                  </a:cubicBezTo>
                  <a:cubicBezTo>
                    <a:pt x="304" y="499"/>
                    <a:pt x="333" y="526"/>
                    <a:pt x="362" y="553"/>
                  </a:cubicBezTo>
                  <a:cubicBezTo>
                    <a:pt x="409" y="564"/>
                    <a:pt x="451" y="571"/>
                    <a:pt x="521" y="557"/>
                  </a:cubicBezTo>
                  <a:cubicBezTo>
                    <a:pt x="592" y="506"/>
                    <a:pt x="656" y="406"/>
                    <a:pt x="727" y="346"/>
                  </a:cubicBezTo>
                  <a:cubicBezTo>
                    <a:pt x="727" y="323"/>
                    <a:pt x="727" y="300"/>
                    <a:pt x="731" y="277"/>
                  </a:cubicBezTo>
                  <a:cubicBezTo>
                    <a:pt x="753" y="274"/>
                    <a:pt x="779" y="272"/>
                    <a:pt x="804" y="272"/>
                  </a:cubicBezTo>
                  <a:cubicBezTo>
                    <a:pt x="814" y="286"/>
                    <a:pt x="823" y="299"/>
                    <a:pt x="833" y="316"/>
                  </a:cubicBezTo>
                  <a:cubicBezTo>
                    <a:pt x="871" y="330"/>
                    <a:pt x="912" y="373"/>
                    <a:pt x="985" y="398"/>
                  </a:cubicBezTo>
                  <a:cubicBezTo>
                    <a:pt x="1005" y="399"/>
                    <a:pt x="1024" y="399"/>
                    <a:pt x="1043" y="400"/>
                  </a:cubicBezTo>
                  <a:cubicBezTo>
                    <a:pt x="1085" y="384"/>
                    <a:pt x="1126" y="372"/>
                    <a:pt x="1171" y="360"/>
                  </a:cubicBezTo>
                  <a:cubicBezTo>
                    <a:pt x="1226" y="306"/>
                    <a:pt x="1264" y="278"/>
                    <a:pt x="1335" y="250"/>
                  </a:cubicBezTo>
                  <a:cubicBezTo>
                    <a:pt x="1344" y="237"/>
                    <a:pt x="1351" y="224"/>
                    <a:pt x="1370" y="215"/>
                  </a:cubicBezTo>
                  <a:cubicBezTo>
                    <a:pt x="1422" y="137"/>
                    <a:pt x="1473" y="119"/>
                    <a:pt x="1565" y="112"/>
                  </a:cubicBezTo>
                  <a:cubicBezTo>
                    <a:pt x="1601" y="109"/>
                    <a:pt x="1639" y="110"/>
                    <a:pt x="1677" y="111"/>
                  </a:cubicBezTo>
                  <a:cubicBezTo>
                    <a:pt x="1770" y="51"/>
                    <a:pt x="1796" y="0"/>
                    <a:pt x="1927" y="3"/>
                  </a:cubicBezTo>
                  <a:cubicBezTo>
                    <a:pt x="1946" y="39"/>
                    <a:pt x="1968" y="79"/>
                    <a:pt x="1990" y="119"/>
                  </a:cubicBezTo>
                  <a:cubicBezTo>
                    <a:pt x="2009" y="136"/>
                    <a:pt x="2028" y="153"/>
                    <a:pt x="2048" y="173"/>
                  </a:cubicBezTo>
                  <a:cubicBezTo>
                    <a:pt x="2015" y="231"/>
                    <a:pt x="1970" y="282"/>
                    <a:pt x="1944" y="350"/>
                  </a:cubicBezTo>
                  <a:cubicBezTo>
                    <a:pt x="1941" y="380"/>
                    <a:pt x="1941" y="409"/>
                    <a:pt x="1941" y="439"/>
                  </a:cubicBezTo>
                  <a:cubicBezTo>
                    <a:pt x="1950" y="449"/>
                    <a:pt x="2001" y="450"/>
                    <a:pt x="2043" y="451"/>
                  </a:cubicBezTo>
                  <a:cubicBezTo>
                    <a:pt x="2052" y="481"/>
                    <a:pt x="2062" y="510"/>
                    <a:pt x="2071" y="543"/>
                  </a:cubicBezTo>
                  <a:cubicBezTo>
                    <a:pt x="2080" y="557"/>
                    <a:pt x="2090" y="570"/>
                    <a:pt x="2099" y="583"/>
                  </a:cubicBezTo>
                  <a:cubicBezTo>
                    <a:pt x="2141" y="578"/>
                    <a:pt x="2186" y="573"/>
                    <a:pt x="2230" y="570"/>
                  </a:cubicBezTo>
                  <a:cubicBezTo>
                    <a:pt x="2259" y="610"/>
                    <a:pt x="2275" y="673"/>
                    <a:pt x="2274" y="755"/>
                  </a:cubicBezTo>
                  <a:cubicBezTo>
                    <a:pt x="2258" y="774"/>
                    <a:pt x="2242" y="797"/>
                    <a:pt x="2204" y="815"/>
                  </a:cubicBezTo>
                  <a:cubicBezTo>
                    <a:pt x="2203" y="828"/>
                    <a:pt x="2187" y="835"/>
                    <a:pt x="2181" y="838"/>
                  </a:cubicBezTo>
                  <a:cubicBezTo>
                    <a:pt x="2174" y="883"/>
                    <a:pt x="2168" y="932"/>
                    <a:pt x="2161" y="981"/>
                  </a:cubicBezTo>
                  <a:cubicBezTo>
                    <a:pt x="2148" y="1007"/>
                    <a:pt x="2135" y="1033"/>
                    <a:pt x="2125" y="1062"/>
                  </a:cubicBezTo>
                  <a:cubicBezTo>
                    <a:pt x="2100" y="1078"/>
                    <a:pt x="2068" y="1090"/>
                    <a:pt x="2068" y="1116"/>
                  </a:cubicBezTo>
                  <a:cubicBezTo>
                    <a:pt x="1988" y="1131"/>
                    <a:pt x="1942" y="1277"/>
                    <a:pt x="1871" y="1311"/>
                  </a:cubicBezTo>
                  <a:cubicBezTo>
                    <a:pt x="1871" y="1324"/>
                    <a:pt x="1827" y="1349"/>
                    <a:pt x="1817" y="1352"/>
                  </a:cubicBezTo>
                  <a:cubicBezTo>
                    <a:pt x="1788" y="1381"/>
                    <a:pt x="1759" y="1410"/>
                    <a:pt x="1733" y="1442"/>
                  </a:cubicBezTo>
                  <a:cubicBezTo>
                    <a:pt x="1730" y="1445"/>
                    <a:pt x="1730" y="1452"/>
                    <a:pt x="1730" y="1458"/>
                  </a:cubicBezTo>
                  <a:cubicBezTo>
                    <a:pt x="1724" y="1458"/>
                    <a:pt x="1717" y="1458"/>
                    <a:pt x="1714" y="1458"/>
                  </a:cubicBezTo>
                  <a:cubicBezTo>
                    <a:pt x="1714" y="1461"/>
                    <a:pt x="1714" y="1468"/>
                    <a:pt x="1714" y="1474"/>
                  </a:cubicBezTo>
                  <a:cubicBezTo>
                    <a:pt x="1669" y="1473"/>
                    <a:pt x="1634" y="1531"/>
                    <a:pt x="1614" y="1554"/>
                  </a:cubicBezTo>
                  <a:cubicBezTo>
                    <a:pt x="1598" y="1589"/>
                    <a:pt x="1582" y="1625"/>
                    <a:pt x="1569" y="1661"/>
                  </a:cubicBezTo>
                  <a:cubicBezTo>
                    <a:pt x="1489" y="1675"/>
                    <a:pt x="1463" y="1691"/>
                    <a:pt x="1412" y="1729"/>
                  </a:cubicBezTo>
                  <a:cubicBezTo>
                    <a:pt x="1393" y="1728"/>
                    <a:pt x="1377" y="1728"/>
                    <a:pt x="1361" y="1731"/>
                  </a:cubicBezTo>
                  <a:close/>
                </a:path>
              </a:pathLst>
            </a:custGeom>
            <a:grpFill/>
            <a:ln w="8" cap="flat">
              <a:solidFill>
                <a:srgbClr val="FFFFFF"/>
              </a:solidFill>
              <a:prstDash val="solid"/>
              <a:miter lim="800000"/>
              <a:headEnd/>
              <a:tailEnd/>
            </a:ln>
          </p:spPr>
          <p:txBody>
            <a:bodyPr vert="horz" wrap="square" lIns="91424" tIns="45712" rIns="91424" bIns="45712" numCol="1" anchor="t" anchorCtr="0" compatLnSpc="1">
              <a:prstTxWarp prst="textNoShape">
                <a:avLst/>
              </a:prstTxWarp>
            </a:bodyPr>
            <a:lstStyle/>
            <a:p>
              <a:endParaRPr lang="zh-CN" altLang="en-US">
                <a:solidFill>
                  <a:srgbClr val="000000"/>
                </a:solidFill>
              </a:endParaRPr>
            </a:p>
          </p:txBody>
        </p:sp>
        <p:sp>
          <p:nvSpPr>
            <p:cNvPr id="66" name="Freeform 10"/>
            <p:cNvSpPr>
              <a:spLocks/>
            </p:cNvSpPr>
            <p:nvPr/>
          </p:nvSpPr>
          <p:spPr bwMode="auto">
            <a:xfrm>
              <a:off x="5577651" y="3329036"/>
              <a:ext cx="365937" cy="481607"/>
            </a:xfrm>
            <a:custGeom>
              <a:avLst/>
              <a:gdLst>
                <a:gd name="T0" fmla="*/ 422 w 1277"/>
                <a:gd name="T1" fmla="*/ 1680 h 1680"/>
                <a:gd name="T2" fmla="*/ 362 w 1277"/>
                <a:gd name="T3" fmla="*/ 1571 h 1680"/>
                <a:gd name="T4" fmla="*/ 359 w 1277"/>
                <a:gd name="T5" fmla="*/ 1554 h 1680"/>
                <a:gd name="T6" fmla="*/ 188 w 1277"/>
                <a:gd name="T7" fmla="*/ 1321 h 1680"/>
                <a:gd name="T8" fmla="*/ 16 w 1277"/>
                <a:gd name="T9" fmla="*/ 1297 h 1680"/>
                <a:gd name="T10" fmla="*/ 30 w 1277"/>
                <a:gd name="T11" fmla="*/ 1114 h 1680"/>
                <a:gd name="T12" fmla="*/ 37 w 1277"/>
                <a:gd name="T13" fmla="*/ 947 h 1680"/>
                <a:gd name="T14" fmla="*/ 133 w 1277"/>
                <a:gd name="T15" fmla="*/ 835 h 1680"/>
                <a:gd name="T16" fmla="*/ 150 w 1277"/>
                <a:gd name="T17" fmla="*/ 760 h 1680"/>
                <a:gd name="T18" fmla="*/ 157 w 1277"/>
                <a:gd name="T19" fmla="*/ 590 h 1680"/>
                <a:gd name="T20" fmla="*/ 241 w 1277"/>
                <a:gd name="T21" fmla="*/ 539 h 1680"/>
                <a:gd name="T22" fmla="*/ 302 w 1277"/>
                <a:gd name="T23" fmla="*/ 472 h 1680"/>
                <a:gd name="T24" fmla="*/ 328 w 1277"/>
                <a:gd name="T25" fmla="*/ 414 h 1680"/>
                <a:gd name="T26" fmla="*/ 325 w 1277"/>
                <a:gd name="T27" fmla="*/ 358 h 1680"/>
                <a:gd name="T28" fmla="*/ 380 w 1277"/>
                <a:gd name="T29" fmla="*/ 189 h 1680"/>
                <a:gd name="T30" fmla="*/ 540 w 1277"/>
                <a:gd name="T31" fmla="*/ 154 h 1680"/>
                <a:gd name="T32" fmla="*/ 640 w 1277"/>
                <a:gd name="T33" fmla="*/ 12 h 1680"/>
                <a:gd name="T34" fmla="*/ 723 w 1277"/>
                <a:gd name="T35" fmla="*/ 31 h 1680"/>
                <a:gd name="T36" fmla="*/ 868 w 1277"/>
                <a:gd name="T37" fmla="*/ 310 h 1680"/>
                <a:gd name="T38" fmla="*/ 1037 w 1277"/>
                <a:gd name="T39" fmla="*/ 327 h 1680"/>
                <a:gd name="T40" fmla="*/ 1245 w 1277"/>
                <a:gd name="T41" fmla="*/ 286 h 1680"/>
                <a:gd name="T42" fmla="*/ 1277 w 1277"/>
                <a:gd name="T43" fmla="*/ 304 h 1680"/>
                <a:gd name="T44" fmla="*/ 1184 w 1277"/>
                <a:gd name="T45" fmla="*/ 406 h 1680"/>
                <a:gd name="T46" fmla="*/ 1180 w 1277"/>
                <a:gd name="T47" fmla="*/ 504 h 1680"/>
                <a:gd name="T48" fmla="*/ 1010 w 1277"/>
                <a:gd name="T49" fmla="*/ 575 h 1680"/>
                <a:gd name="T50" fmla="*/ 1074 w 1277"/>
                <a:gd name="T51" fmla="*/ 636 h 1680"/>
                <a:gd name="T52" fmla="*/ 1122 w 1277"/>
                <a:gd name="T53" fmla="*/ 670 h 1680"/>
                <a:gd name="T54" fmla="*/ 1080 w 1277"/>
                <a:gd name="T55" fmla="*/ 708 h 1680"/>
                <a:gd name="T56" fmla="*/ 1066 w 1277"/>
                <a:gd name="T57" fmla="*/ 940 h 1680"/>
                <a:gd name="T58" fmla="*/ 1098 w 1277"/>
                <a:gd name="T59" fmla="*/ 967 h 1680"/>
                <a:gd name="T60" fmla="*/ 1098 w 1277"/>
                <a:gd name="T61" fmla="*/ 977 h 1680"/>
                <a:gd name="T62" fmla="*/ 1078 w 1277"/>
                <a:gd name="T63" fmla="*/ 970 h 1680"/>
                <a:gd name="T64" fmla="*/ 992 w 1277"/>
                <a:gd name="T65" fmla="*/ 971 h 1680"/>
                <a:gd name="T66" fmla="*/ 982 w 1277"/>
                <a:gd name="T67" fmla="*/ 1062 h 1680"/>
                <a:gd name="T68" fmla="*/ 888 w 1277"/>
                <a:gd name="T69" fmla="*/ 1211 h 1680"/>
                <a:gd name="T70" fmla="*/ 824 w 1277"/>
                <a:gd name="T71" fmla="*/ 1281 h 1680"/>
                <a:gd name="T72" fmla="*/ 719 w 1277"/>
                <a:gd name="T73" fmla="*/ 1285 h 1680"/>
                <a:gd name="T74" fmla="*/ 741 w 1277"/>
                <a:gd name="T75" fmla="*/ 1380 h 1680"/>
                <a:gd name="T76" fmla="*/ 522 w 1277"/>
                <a:gd name="T77" fmla="*/ 1562 h 1680"/>
                <a:gd name="T78" fmla="*/ 512 w 1277"/>
                <a:gd name="T79" fmla="*/ 1607 h 1680"/>
                <a:gd name="T80" fmla="*/ 422 w 1277"/>
                <a:gd name="T81" fmla="*/ 1680 h 1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277" h="1680">
                  <a:moveTo>
                    <a:pt x="422" y="1680"/>
                  </a:moveTo>
                  <a:cubicBezTo>
                    <a:pt x="423" y="1621"/>
                    <a:pt x="381" y="1581"/>
                    <a:pt x="362" y="1571"/>
                  </a:cubicBezTo>
                  <a:cubicBezTo>
                    <a:pt x="359" y="1564"/>
                    <a:pt x="359" y="1558"/>
                    <a:pt x="359" y="1554"/>
                  </a:cubicBezTo>
                  <a:cubicBezTo>
                    <a:pt x="302" y="1474"/>
                    <a:pt x="245" y="1397"/>
                    <a:pt x="188" y="1321"/>
                  </a:cubicBezTo>
                  <a:cubicBezTo>
                    <a:pt x="108" y="1292"/>
                    <a:pt x="60" y="1311"/>
                    <a:pt x="16" y="1297"/>
                  </a:cubicBezTo>
                  <a:cubicBezTo>
                    <a:pt x="0" y="1211"/>
                    <a:pt x="16" y="1179"/>
                    <a:pt x="30" y="1114"/>
                  </a:cubicBezTo>
                  <a:cubicBezTo>
                    <a:pt x="62" y="1049"/>
                    <a:pt x="37" y="999"/>
                    <a:pt x="37" y="947"/>
                  </a:cubicBezTo>
                  <a:cubicBezTo>
                    <a:pt x="69" y="908"/>
                    <a:pt x="101" y="870"/>
                    <a:pt x="133" y="835"/>
                  </a:cubicBezTo>
                  <a:cubicBezTo>
                    <a:pt x="137" y="809"/>
                    <a:pt x="143" y="783"/>
                    <a:pt x="150" y="760"/>
                  </a:cubicBezTo>
                  <a:cubicBezTo>
                    <a:pt x="150" y="704"/>
                    <a:pt x="132" y="615"/>
                    <a:pt x="157" y="590"/>
                  </a:cubicBezTo>
                  <a:cubicBezTo>
                    <a:pt x="183" y="571"/>
                    <a:pt x="212" y="555"/>
                    <a:pt x="241" y="539"/>
                  </a:cubicBezTo>
                  <a:cubicBezTo>
                    <a:pt x="260" y="517"/>
                    <a:pt x="279" y="495"/>
                    <a:pt x="302" y="472"/>
                  </a:cubicBezTo>
                  <a:cubicBezTo>
                    <a:pt x="308" y="453"/>
                    <a:pt x="318" y="433"/>
                    <a:pt x="328" y="414"/>
                  </a:cubicBezTo>
                  <a:cubicBezTo>
                    <a:pt x="325" y="394"/>
                    <a:pt x="325" y="375"/>
                    <a:pt x="325" y="358"/>
                  </a:cubicBezTo>
                  <a:cubicBezTo>
                    <a:pt x="274" y="252"/>
                    <a:pt x="300" y="240"/>
                    <a:pt x="380" y="189"/>
                  </a:cubicBezTo>
                  <a:cubicBezTo>
                    <a:pt x="435" y="174"/>
                    <a:pt x="479" y="182"/>
                    <a:pt x="540" y="154"/>
                  </a:cubicBezTo>
                  <a:cubicBezTo>
                    <a:pt x="582" y="129"/>
                    <a:pt x="621" y="58"/>
                    <a:pt x="640" y="12"/>
                  </a:cubicBezTo>
                  <a:cubicBezTo>
                    <a:pt x="669" y="3"/>
                    <a:pt x="685" y="0"/>
                    <a:pt x="723" y="31"/>
                  </a:cubicBezTo>
                  <a:cubicBezTo>
                    <a:pt x="758" y="107"/>
                    <a:pt x="747" y="241"/>
                    <a:pt x="868" y="310"/>
                  </a:cubicBezTo>
                  <a:cubicBezTo>
                    <a:pt x="923" y="314"/>
                    <a:pt x="980" y="319"/>
                    <a:pt x="1037" y="327"/>
                  </a:cubicBezTo>
                  <a:cubicBezTo>
                    <a:pt x="1082" y="282"/>
                    <a:pt x="1172" y="288"/>
                    <a:pt x="1245" y="286"/>
                  </a:cubicBezTo>
                  <a:cubicBezTo>
                    <a:pt x="1255" y="290"/>
                    <a:pt x="1264" y="297"/>
                    <a:pt x="1277" y="304"/>
                  </a:cubicBezTo>
                  <a:cubicBezTo>
                    <a:pt x="1242" y="339"/>
                    <a:pt x="1213" y="354"/>
                    <a:pt x="1184" y="406"/>
                  </a:cubicBezTo>
                  <a:cubicBezTo>
                    <a:pt x="1181" y="439"/>
                    <a:pt x="1180" y="471"/>
                    <a:pt x="1180" y="504"/>
                  </a:cubicBezTo>
                  <a:cubicBezTo>
                    <a:pt x="1100" y="502"/>
                    <a:pt x="992" y="473"/>
                    <a:pt x="1010" y="575"/>
                  </a:cubicBezTo>
                  <a:cubicBezTo>
                    <a:pt x="1033" y="589"/>
                    <a:pt x="1052" y="602"/>
                    <a:pt x="1074" y="636"/>
                  </a:cubicBezTo>
                  <a:cubicBezTo>
                    <a:pt x="1090" y="646"/>
                    <a:pt x="1106" y="656"/>
                    <a:pt x="1122" y="670"/>
                  </a:cubicBezTo>
                  <a:cubicBezTo>
                    <a:pt x="1106" y="682"/>
                    <a:pt x="1093" y="695"/>
                    <a:pt x="1080" y="708"/>
                  </a:cubicBezTo>
                  <a:cubicBezTo>
                    <a:pt x="1080" y="780"/>
                    <a:pt x="1022" y="867"/>
                    <a:pt x="1066" y="940"/>
                  </a:cubicBezTo>
                  <a:cubicBezTo>
                    <a:pt x="1075" y="947"/>
                    <a:pt x="1085" y="957"/>
                    <a:pt x="1098" y="967"/>
                  </a:cubicBezTo>
                  <a:cubicBezTo>
                    <a:pt x="1098" y="970"/>
                    <a:pt x="1098" y="974"/>
                    <a:pt x="1098" y="977"/>
                  </a:cubicBezTo>
                  <a:cubicBezTo>
                    <a:pt x="1091" y="973"/>
                    <a:pt x="1085" y="970"/>
                    <a:pt x="1078" y="970"/>
                  </a:cubicBezTo>
                  <a:cubicBezTo>
                    <a:pt x="1050" y="969"/>
                    <a:pt x="1021" y="968"/>
                    <a:pt x="992" y="971"/>
                  </a:cubicBezTo>
                  <a:cubicBezTo>
                    <a:pt x="966" y="996"/>
                    <a:pt x="992" y="1004"/>
                    <a:pt x="982" y="1062"/>
                  </a:cubicBezTo>
                  <a:cubicBezTo>
                    <a:pt x="899" y="1119"/>
                    <a:pt x="912" y="1097"/>
                    <a:pt x="888" y="1211"/>
                  </a:cubicBezTo>
                  <a:cubicBezTo>
                    <a:pt x="866" y="1233"/>
                    <a:pt x="843" y="1255"/>
                    <a:pt x="824" y="1281"/>
                  </a:cubicBezTo>
                  <a:cubicBezTo>
                    <a:pt x="789" y="1280"/>
                    <a:pt x="754" y="1283"/>
                    <a:pt x="719" y="1285"/>
                  </a:cubicBezTo>
                  <a:cubicBezTo>
                    <a:pt x="696" y="1307"/>
                    <a:pt x="690" y="1340"/>
                    <a:pt x="741" y="1380"/>
                  </a:cubicBezTo>
                  <a:cubicBezTo>
                    <a:pt x="635" y="1404"/>
                    <a:pt x="587" y="1485"/>
                    <a:pt x="522" y="1562"/>
                  </a:cubicBezTo>
                  <a:cubicBezTo>
                    <a:pt x="519" y="1575"/>
                    <a:pt x="516" y="1591"/>
                    <a:pt x="512" y="1607"/>
                  </a:cubicBezTo>
                  <a:cubicBezTo>
                    <a:pt x="480" y="1646"/>
                    <a:pt x="454" y="1661"/>
                    <a:pt x="422" y="1680"/>
                  </a:cubicBezTo>
                  <a:close/>
                </a:path>
              </a:pathLst>
            </a:custGeom>
            <a:grpFill/>
            <a:ln w="8" cap="flat">
              <a:solidFill>
                <a:srgbClr val="FFFFFF"/>
              </a:solidFill>
              <a:prstDash val="solid"/>
              <a:miter lim="800000"/>
              <a:headEnd/>
              <a:tailEnd/>
            </a:ln>
          </p:spPr>
          <p:txBody>
            <a:bodyPr vert="horz" wrap="square" lIns="91424" tIns="45712" rIns="91424" bIns="45712" numCol="1" anchor="t" anchorCtr="0" compatLnSpc="1">
              <a:prstTxWarp prst="textNoShape">
                <a:avLst/>
              </a:prstTxWarp>
            </a:bodyPr>
            <a:lstStyle/>
            <a:p>
              <a:endParaRPr lang="zh-CN" altLang="en-US">
                <a:solidFill>
                  <a:srgbClr val="000000"/>
                </a:solidFill>
              </a:endParaRPr>
            </a:p>
          </p:txBody>
        </p:sp>
        <p:sp>
          <p:nvSpPr>
            <p:cNvPr id="67" name="Freeform 11"/>
            <p:cNvSpPr>
              <a:spLocks/>
            </p:cNvSpPr>
            <p:nvPr/>
          </p:nvSpPr>
          <p:spPr bwMode="auto">
            <a:xfrm>
              <a:off x="4472480" y="3260688"/>
              <a:ext cx="526823" cy="473194"/>
            </a:xfrm>
            <a:custGeom>
              <a:avLst/>
              <a:gdLst>
                <a:gd name="T0" fmla="*/ 724 w 1839"/>
                <a:gd name="T1" fmla="*/ 1648 h 1648"/>
                <a:gd name="T2" fmla="*/ 584 w 1839"/>
                <a:gd name="T3" fmla="*/ 1546 h 1648"/>
                <a:gd name="T4" fmla="*/ 520 w 1839"/>
                <a:gd name="T5" fmla="*/ 1521 h 1648"/>
                <a:gd name="T6" fmla="*/ 335 w 1839"/>
                <a:gd name="T7" fmla="*/ 1562 h 1648"/>
                <a:gd name="T8" fmla="*/ 287 w 1839"/>
                <a:gd name="T9" fmla="*/ 1627 h 1648"/>
                <a:gd name="T10" fmla="*/ 310 w 1839"/>
                <a:gd name="T11" fmla="*/ 1516 h 1648"/>
                <a:gd name="T12" fmla="*/ 317 w 1839"/>
                <a:gd name="T13" fmla="*/ 1388 h 1648"/>
                <a:gd name="T14" fmla="*/ 183 w 1839"/>
                <a:gd name="T15" fmla="*/ 1323 h 1648"/>
                <a:gd name="T16" fmla="*/ 206 w 1839"/>
                <a:gd name="T17" fmla="*/ 1255 h 1648"/>
                <a:gd name="T18" fmla="*/ 255 w 1839"/>
                <a:gd name="T19" fmla="*/ 1086 h 1648"/>
                <a:gd name="T20" fmla="*/ 255 w 1839"/>
                <a:gd name="T21" fmla="*/ 971 h 1648"/>
                <a:gd name="T22" fmla="*/ 214 w 1839"/>
                <a:gd name="T23" fmla="*/ 924 h 1648"/>
                <a:gd name="T24" fmla="*/ 60 w 1839"/>
                <a:gd name="T25" fmla="*/ 950 h 1648"/>
                <a:gd name="T26" fmla="*/ 16 w 1839"/>
                <a:gd name="T27" fmla="*/ 873 h 1648"/>
                <a:gd name="T28" fmla="*/ 0 w 1839"/>
                <a:gd name="T29" fmla="*/ 837 h 1648"/>
                <a:gd name="T30" fmla="*/ 180 w 1839"/>
                <a:gd name="T31" fmla="*/ 651 h 1648"/>
                <a:gd name="T32" fmla="*/ 228 w 1839"/>
                <a:gd name="T33" fmla="*/ 653 h 1648"/>
                <a:gd name="T34" fmla="*/ 439 w 1839"/>
                <a:gd name="T35" fmla="*/ 697 h 1648"/>
                <a:gd name="T36" fmla="*/ 481 w 1839"/>
                <a:gd name="T37" fmla="*/ 649 h 1648"/>
                <a:gd name="T38" fmla="*/ 497 w 1839"/>
                <a:gd name="T39" fmla="*/ 591 h 1648"/>
                <a:gd name="T40" fmla="*/ 529 w 1839"/>
                <a:gd name="T41" fmla="*/ 588 h 1648"/>
                <a:gd name="T42" fmla="*/ 765 w 1839"/>
                <a:gd name="T43" fmla="*/ 624 h 1648"/>
                <a:gd name="T44" fmla="*/ 811 w 1839"/>
                <a:gd name="T45" fmla="*/ 441 h 1648"/>
                <a:gd name="T46" fmla="*/ 601 w 1839"/>
                <a:gd name="T47" fmla="*/ 318 h 1648"/>
                <a:gd name="T48" fmla="*/ 659 w 1839"/>
                <a:gd name="T49" fmla="*/ 231 h 1648"/>
                <a:gd name="T50" fmla="*/ 726 w 1839"/>
                <a:gd name="T51" fmla="*/ 279 h 1648"/>
                <a:gd name="T52" fmla="*/ 850 w 1839"/>
                <a:gd name="T53" fmla="*/ 308 h 1648"/>
                <a:gd name="T54" fmla="*/ 1181 w 1839"/>
                <a:gd name="T55" fmla="*/ 94 h 1648"/>
                <a:gd name="T56" fmla="*/ 1315 w 1839"/>
                <a:gd name="T57" fmla="*/ 2 h 1648"/>
                <a:gd name="T58" fmla="*/ 1429 w 1839"/>
                <a:gd name="T59" fmla="*/ 211 h 1648"/>
                <a:gd name="T60" fmla="*/ 1604 w 1839"/>
                <a:gd name="T61" fmla="*/ 416 h 1648"/>
                <a:gd name="T62" fmla="*/ 1699 w 1839"/>
                <a:gd name="T63" fmla="*/ 454 h 1648"/>
                <a:gd name="T64" fmla="*/ 1698 w 1839"/>
                <a:gd name="T65" fmla="*/ 647 h 1648"/>
                <a:gd name="T66" fmla="*/ 1537 w 1839"/>
                <a:gd name="T67" fmla="*/ 827 h 1648"/>
                <a:gd name="T68" fmla="*/ 1617 w 1839"/>
                <a:gd name="T69" fmla="*/ 812 h 1648"/>
                <a:gd name="T70" fmla="*/ 1742 w 1839"/>
                <a:gd name="T71" fmla="*/ 812 h 1648"/>
                <a:gd name="T72" fmla="*/ 1728 w 1839"/>
                <a:gd name="T73" fmla="*/ 1031 h 1648"/>
                <a:gd name="T74" fmla="*/ 1801 w 1839"/>
                <a:gd name="T75" fmla="*/ 1121 h 1648"/>
                <a:gd name="T76" fmla="*/ 1839 w 1839"/>
                <a:gd name="T77" fmla="*/ 1191 h 1648"/>
                <a:gd name="T78" fmla="*/ 1682 w 1839"/>
                <a:gd name="T79" fmla="*/ 1253 h 1648"/>
                <a:gd name="T80" fmla="*/ 1460 w 1839"/>
                <a:gd name="T81" fmla="*/ 1437 h 1648"/>
                <a:gd name="T82" fmla="*/ 1272 w 1839"/>
                <a:gd name="T83" fmla="*/ 1471 h 1648"/>
                <a:gd name="T84" fmla="*/ 1186 w 1839"/>
                <a:gd name="T85" fmla="*/ 1420 h 1648"/>
                <a:gd name="T86" fmla="*/ 1039 w 1839"/>
                <a:gd name="T87" fmla="*/ 1351 h 1648"/>
                <a:gd name="T88" fmla="*/ 1004 w 1839"/>
                <a:gd name="T89" fmla="*/ 1373 h 1648"/>
                <a:gd name="T90" fmla="*/ 997 w 1839"/>
                <a:gd name="T91" fmla="*/ 1442 h 1648"/>
                <a:gd name="T92" fmla="*/ 843 w 1839"/>
                <a:gd name="T93" fmla="*/ 1618 h 1648"/>
                <a:gd name="T94" fmla="*/ 724 w 1839"/>
                <a:gd name="T95" fmla="*/ 1648 h 16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39" h="1648">
                  <a:moveTo>
                    <a:pt x="724" y="1648"/>
                  </a:moveTo>
                  <a:cubicBezTo>
                    <a:pt x="638" y="1613"/>
                    <a:pt x="619" y="1570"/>
                    <a:pt x="584" y="1546"/>
                  </a:cubicBezTo>
                  <a:cubicBezTo>
                    <a:pt x="562" y="1535"/>
                    <a:pt x="540" y="1528"/>
                    <a:pt x="520" y="1521"/>
                  </a:cubicBezTo>
                  <a:cubicBezTo>
                    <a:pt x="421" y="1519"/>
                    <a:pt x="402" y="1508"/>
                    <a:pt x="335" y="1562"/>
                  </a:cubicBezTo>
                  <a:cubicBezTo>
                    <a:pt x="319" y="1582"/>
                    <a:pt x="303" y="1604"/>
                    <a:pt x="287" y="1627"/>
                  </a:cubicBezTo>
                  <a:cubicBezTo>
                    <a:pt x="287" y="1578"/>
                    <a:pt x="300" y="1542"/>
                    <a:pt x="310" y="1516"/>
                  </a:cubicBezTo>
                  <a:cubicBezTo>
                    <a:pt x="310" y="1473"/>
                    <a:pt x="313" y="1431"/>
                    <a:pt x="317" y="1388"/>
                  </a:cubicBezTo>
                  <a:cubicBezTo>
                    <a:pt x="272" y="1364"/>
                    <a:pt x="227" y="1344"/>
                    <a:pt x="183" y="1323"/>
                  </a:cubicBezTo>
                  <a:cubicBezTo>
                    <a:pt x="183" y="1297"/>
                    <a:pt x="193" y="1271"/>
                    <a:pt x="206" y="1255"/>
                  </a:cubicBezTo>
                  <a:cubicBezTo>
                    <a:pt x="222" y="1196"/>
                    <a:pt x="238" y="1141"/>
                    <a:pt x="255" y="1086"/>
                  </a:cubicBezTo>
                  <a:cubicBezTo>
                    <a:pt x="283" y="1057"/>
                    <a:pt x="255" y="981"/>
                    <a:pt x="255" y="971"/>
                  </a:cubicBezTo>
                  <a:cubicBezTo>
                    <a:pt x="239" y="954"/>
                    <a:pt x="227" y="938"/>
                    <a:pt x="214" y="924"/>
                  </a:cubicBezTo>
                  <a:cubicBezTo>
                    <a:pt x="163" y="923"/>
                    <a:pt x="112" y="938"/>
                    <a:pt x="60" y="950"/>
                  </a:cubicBezTo>
                  <a:cubicBezTo>
                    <a:pt x="9" y="948"/>
                    <a:pt x="16" y="880"/>
                    <a:pt x="16" y="873"/>
                  </a:cubicBezTo>
                  <a:cubicBezTo>
                    <a:pt x="10" y="860"/>
                    <a:pt x="4" y="847"/>
                    <a:pt x="0" y="837"/>
                  </a:cubicBezTo>
                  <a:cubicBezTo>
                    <a:pt x="1" y="683"/>
                    <a:pt x="68" y="678"/>
                    <a:pt x="180" y="651"/>
                  </a:cubicBezTo>
                  <a:cubicBezTo>
                    <a:pt x="196" y="652"/>
                    <a:pt x="212" y="652"/>
                    <a:pt x="228" y="653"/>
                  </a:cubicBezTo>
                  <a:cubicBezTo>
                    <a:pt x="282" y="687"/>
                    <a:pt x="352" y="738"/>
                    <a:pt x="439" y="697"/>
                  </a:cubicBezTo>
                  <a:cubicBezTo>
                    <a:pt x="452" y="681"/>
                    <a:pt x="465" y="665"/>
                    <a:pt x="481" y="649"/>
                  </a:cubicBezTo>
                  <a:cubicBezTo>
                    <a:pt x="484" y="630"/>
                    <a:pt x="491" y="610"/>
                    <a:pt x="497" y="591"/>
                  </a:cubicBezTo>
                  <a:cubicBezTo>
                    <a:pt x="507" y="588"/>
                    <a:pt x="516" y="588"/>
                    <a:pt x="529" y="588"/>
                  </a:cubicBezTo>
                  <a:cubicBezTo>
                    <a:pt x="558" y="618"/>
                    <a:pt x="689" y="622"/>
                    <a:pt x="765" y="624"/>
                  </a:cubicBezTo>
                  <a:cubicBezTo>
                    <a:pt x="823" y="566"/>
                    <a:pt x="811" y="504"/>
                    <a:pt x="811" y="441"/>
                  </a:cubicBezTo>
                  <a:cubicBezTo>
                    <a:pt x="732" y="358"/>
                    <a:pt x="671" y="353"/>
                    <a:pt x="601" y="318"/>
                  </a:cubicBezTo>
                  <a:cubicBezTo>
                    <a:pt x="569" y="249"/>
                    <a:pt x="595" y="230"/>
                    <a:pt x="659" y="231"/>
                  </a:cubicBezTo>
                  <a:cubicBezTo>
                    <a:pt x="681" y="245"/>
                    <a:pt x="704" y="262"/>
                    <a:pt x="726" y="279"/>
                  </a:cubicBezTo>
                  <a:cubicBezTo>
                    <a:pt x="767" y="286"/>
                    <a:pt x="809" y="297"/>
                    <a:pt x="850" y="308"/>
                  </a:cubicBezTo>
                  <a:cubicBezTo>
                    <a:pt x="972" y="311"/>
                    <a:pt x="1126" y="204"/>
                    <a:pt x="1181" y="94"/>
                  </a:cubicBezTo>
                  <a:cubicBezTo>
                    <a:pt x="1181" y="5"/>
                    <a:pt x="1242" y="0"/>
                    <a:pt x="1315" y="2"/>
                  </a:cubicBezTo>
                  <a:cubicBezTo>
                    <a:pt x="1376" y="33"/>
                    <a:pt x="1417" y="113"/>
                    <a:pt x="1429" y="211"/>
                  </a:cubicBezTo>
                  <a:cubicBezTo>
                    <a:pt x="1477" y="275"/>
                    <a:pt x="1521" y="345"/>
                    <a:pt x="1604" y="416"/>
                  </a:cubicBezTo>
                  <a:cubicBezTo>
                    <a:pt x="1636" y="426"/>
                    <a:pt x="1667" y="440"/>
                    <a:pt x="1699" y="454"/>
                  </a:cubicBezTo>
                  <a:cubicBezTo>
                    <a:pt x="1709" y="500"/>
                    <a:pt x="1750" y="580"/>
                    <a:pt x="1698" y="647"/>
                  </a:cubicBezTo>
                  <a:cubicBezTo>
                    <a:pt x="1592" y="717"/>
                    <a:pt x="1522" y="662"/>
                    <a:pt x="1537" y="827"/>
                  </a:cubicBezTo>
                  <a:cubicBezTo>
                    <a:pt x="1560" y="827"/>
                    <a:pt x="1592" y="825"/>
                    <a:pt x="1617" y="812"/>
                  </a:cubicBezTo>
                  <a:cubicBezTo>
                    <a:pt x="1659" y="810"/>
                    <a:pt x="1700" y="811"/>
                    <a:pt x="1742" y="812"/>
                  </a:cubicBezTo>
                  <a:cubicBezTo>
                    <a:pt x="1735" y="884"/>
                    <a:pt x="1731" y="956"/>
                    <a:pt x="1728" y="1031"/>
                  </a:cubicBezTo>
                  <a:cubicBezTo>
                    <a:pt x="1740" y="1061"/>
                    <a:pt x="1756" y="1074"/>
                    <a:pt x="1801" y="1121"/>
                  </a:cubicBezTo>
                  <a:cubicBezTo>
                    <a:pt x="1813" y="1145"/>
                    <a:pt x="1826" y="1168"/>
                    <a:pt x="1839" y="1191"/>
                  </a:cubicBezTo>
                  <a:cubicBezTo>
                    <a:pt x="1765" y="1189"/>
                    <a:pt x="1730" y="1224"/>
                    <a:pt x="1682" y="1253"/>
                  </a:cubicBezTo>
                  <a:cubicBezTo>
                    <a:pt x="1627" y="1336"/>
                    <a:pt x="1531" y="1367"/>
                    <a:pt x="1460" y="1437"/>
                  </a:cubicBezTo>
                  <a:cubicBezTo>
                    <a:pt x="1403" y="1458"/>
                    <a:pt x="1326" y="1479"/>
                    <a:pt x="1272" y="1471"/>
                  </a:cubicBezTo>
                  <a:cubicBezTo>
                    <a:pt x="1243" y="1454"/>
                    <a:pt x="1214" y="1437"/>
                    <a:pt x="1186" y="1420"/>
                  </a:cubicBezTo>
                  <a:cubicBezTo>
                    <a:pt x="1106" y="1326"/>
                    <a:pt x="1119" y="1360"/>
                    <a:pt x="1039" y="1351"/>
                  </a:cubicBezTo>
                  <a:cubicBezTo>
                    <a:pt x="1026" y="1357"/>
                    <a:pt x="1013" y="1363"/>
                    <a:pt x="1004" y="1373"/>
                  </a:cubicBezTo>
                  <a:cubicBezTo>
                    <a:pt x="1000" y="1396"/>
                    <a:pt x="997" y="1419"/>
                    <a:pt x="997" y="1442"/>
                  </a:cubicBezTo>
                  <a:cubicBezTo>
                    <a:pt x="942" y="1496"/>
                    <a:pt x="884" y="1553"/>
                    <a:pt x="843" y="1618"/>
                  </a:cubicBezTo>
                  <a:cubicBezTo>
                    <a:pt x="788" y="1643"/>
                    <a:pt x="750" y="1645"/>
                    <a:pt x="724" y="1648"/>
                  </a:cubicBezTo>
                  <a:close/>
                </a:path>
              </a:pathLst>
            </a:custGeom>
            <a:grpFill/>
            <a:ln w="8" cap="flat">
              <a:solidFill>
                <a:srgbClr val="FFFFFF"/>
              </a:solidFill>
              <a:prstDash val="solid"/>
              <a:miter lim="800000"/>
              <a:headEnd/>
              <a:tailEnd/>
            </a:ln>
          </p:spPr>
          <p:txBody>
            <a:bodyPr vert="horz" wrap="square" lIns="91424" tIns="45712" rIns="91424" bIns="45712" numCol="1" anchor="t" anchorCtr="0" compatLnSpc="1">
              <a:prstTxWarp prst="textNoShape">
                <a:avLst/>
              </a:prstTxWarp>
            </a:bodyPr>
            <a:lstStyle/>
            <a:p>
              <a:endParaRPr lang="zh-CN" altLang="en-US">
                <a:solidFill>
                  <a:srgbClr val="000000"/>
                </a:solidFill>
              </a:endParaRPr>
            </a:p>
          </p:txBody>
        </p:sp>
        <p:sp>
          <p:nvSpPr>
            <p:cNvPr id="68" name="Freeform 12"/>
            <p:cNvSpPr>
              <a:spLocks/>
            </p:cNvSpPr>
            <p:nvPr/>
          </p:nvSpPr>
          <p:spPr bwMode="auto">
            <a:xfrm>
              <a:off x="4921487" y="3161840"/>
              <a:ext cx="467937" cy="580453"/>
            </a:xfrm>
            <a:custGeom>
              <a:avLst/>
              <a:gdLst>
                <a:gd name="T0" fmla="*/ 1005 w 1633"/>
                <a:gd name="T1" fmla="*/ 2024 h 2024"/>
                <a:gd name="T2" fmla="*/ 858 w 1633"/>
                <a:gd name="T3" fmla="*/ 2014 h 2024"/>
                <a:gd name="T4" fmla="*/ 829 w 1633"/>
                <a:gd name="T5" fmla="*/ 1964 h 2024"/>
                <a:gd name="T6" fmla="*/ 708 w 1633"/>
                <a:gd name="T7" fmla="*/ 1879 h 2024"/>
                <a:gd name="T8" fmla="*/ 709 w 1633"/>
                <a:gd name="T9" fmla="*/ 1836 h 2024"/>
                <a:gd name="T10" fmla="*/ 815 w 1633"/>
                <a:gd name="T11" fmla="*/ 1613 h 2024"/>
                <a:gd name="T12" fmla="*/ 717 w 1633"/>
                <a:gd name="T13" fmla="*/ 1470 h 2024"/>
                <a:gd name="T14" fmla="*/ 622 w 1633"/>
                <a:gd name="T15" fmla="*/ 1425 h 2024"/>
                <a:gd name="T16" fmla="*/ 526 w 1633"/>
                <a:gd name="T17" fmla="*/ 1445 h 2024"/>
                <a:gd name="T18" fmla="*/ 401 w 1633"/>
                <a:gd name="T19" fmla="*/ 1534 h 2024"/>
                <a:gd name="T20" fmla="*/ 301 w 1633"/>
                <a:gd name="T21" fmla="*/ 1538 h 2024"/>
                <a:gd name="T22" fmla="*/ 210 w 1633"/>
                <a:gd name="T23" fmla="*/ 1395 h 2024"/>
                <a:gd name="T24" fmla="*/ 194 w 1633"/>
                <a:gd name="T25" fmla="*/ 1365 h 2024"/>
                <a:gd name="T26" fmla="*/ 198 w 1633"/>
                <a:gd name="T27" fmla="*/ 1119 h 2024"/>
                <a:gd name="T28" fmla="*/ 0 w 1633"/>
                <a:gd name="T29" fmla="*/ 1137 h 2024"/>
                <a:gd name="T30" fmla="*/ 100 w 1633"/>
                <a:gd name="T31" fmla="*/ 1058 h 2024"/>
                <a:gd name="T32" fmla="*/ 193 w 1633"/>
                <a:gd name="T33" fmla="*/ 900 h 2024"/>
                <a:gd name="T34" fmla="*/ 150 w 1633"/>
                <a:gd name="T35" fmla="*/ 715 h 2024"/>
                <a:gd name="T36" fmla="*/ 145 w 1633"/>
                <a:gd name="T37" fmla="*/ 496 h 2024"/>
                <a:gd name="T38" fmla="*/ 126 w 1633"/>
                <a:gd name="T39" fmla="*/ 420 h 2024"/>
                <a:gd name="T40" fmla="*/ 251 w 1633"/>
                <a:gd name="T41" fmla="*/ 259 h 2024"/>
                <a:gd name="T42" fmla="*/ 440 w 1633"/>
                <a:gd name="T43" fmla="*/ 202 h 2024"/>
                <a:gd name="T44" fmla="*/ 520 w 1633"/>
                <a:gd name="T45" fmla="*/ 158 h 2024"/>
                <a:gd name="T46" fmla="*/ 473 w 1633"/>
                <a:gd name="T47" fmla="*/ 52 h 2024"/>
                <a:gd name="T48" fmla="*/ 646 w 1633"/>
                <a:gd name="T49" fmla="*/ 66 h 2024"/>
                <a:gd name="T50" fmla="*/ 735 w 1633"/>
                <a:gd name="T51" fmla="*/ 78 h 2024"/>
                <a:gd name="T52" fmla="*/ 955 w 1633"/>
                <a:gd name="T53" fmla="*/ 212 h 2024"/>
                <a:gd name="T54" fmla="*/ 1047 w 1633"/>
                <a:gd name="T55" fmla="*/ 247 h 2024"/>
                <a:gd name="T56" fmla="*/ 1137 w 1633"/>
                <a:gd name="T57" fmla="*/ 252 h 2024"/>
                <a:gd name="T58" fmla="*/ 1201 w 1633"/>
                <a:gd name="T59" fmla="*/ 179 h 2024"/>
                <a:gd name="T60" fmla="*/ 1319 w 1633"/>
                <a:gd name="T61" fmla="*/ 270 h 2024"/>
                <a:gd name="T62" fmla="*/ 1379 w 1633"/>
                <a:gd name="T63" fmla="*/ 304 h 2024"/>
                <a:gd name="T64" fmla="*/ 1573 w 1633"/>
                <a:gd name="T65" fmla="*/ 470 h 2024"/>
                <a:gd name="T66" fmla="*/ 1575 w 1633"/>
                <a:gd name="T67" fmla="*/ 715 h 2024"/>
                <a:gd name="T68" fmla="*/ 1506 w 1633"/>
                <a:gd name="T69" fmla="*/ 1044 h 2024"/>
                <a:gd name="T70" fmla="*/ 1521 w 1633"/>
                <a:gd name="T71" fmla="*/ 1107 h 2024"/>
                <a:gd name="T72" fmla="*/ 1587 w 1633"/>
                <a:gd name="T73" fmla="*/ 1344 h 2024"/>
                <a:gd name="T74" fmla="*/ 1605 w 1633"/>
                <a:gd name="T75" fmla="*/ 1525 h 2024"/>
                <a:gd name="T76" fmla="*/ 1633 w 1633"/>
                <a:gd name="T77" fmla="*/ 1722 h 2024"/>
                <a:gd name="T78" fmla="*/ 1297 w 1633"/>
                <a:gd name="T79" fmla="*/ 1727 h 2024"/>
                <a:gd name="T80" fmla="*/ 1357 w 1633"/>
                <a:gd name="T81" fmla="*/ 1856 h 2024"/>
                <a:gd name="T82" fmla="*/ 1341 w 1633"/>
                <a:gd name="T83" fmla="*/ 1911 h 2024"/>
                <a:gd name="T84" fmla="*/ 1223 w 1633"/>
                <a:gd name="T85" fmla="*/ 1810 h 2024"/>
                <a:gd name="T86" fmla="*/ 1121 w 1633"/>
                <a:gd name="T87" fmla="*/ 1804 h 2024"/>
                <a:gd name="T88" fmla="*/ 1063 w 1633"/>
                <a:gd name="T89" fmla="*/ 1891 h 2024"/>
                <a:gd name="T90" fmla="*/ 1005 w 1633"/>
                <a:gd name="T91" fmla="*/ 2024 h 20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633" h="2024">
                  <a:moveTo>
                    <a:pt x="1005" y="2024"/>
                  </a:moveTo>
                  <a:cubicBezTo>
                    <a:pt x="954" y="1970"/>
                    <a:pt x="899" y="2005"/>
                    <a:pt x="858" y="2014"/>
                  </a:cubicBezTo>
                  <a:cubicBezTo>
                    <a:pt x="848" y="1997"/>
                    <a:pt x="839" y="1980"/>
                    <a:pt x="829" y="1964"/>
                  </a:cubicBezTo>
                  <a:cubicBezTo>
                    <a:pt x="830" y="1852"/>
                    <a:pt x="753" y="1880"/>
                    <a:pt x="708" y="1879"/>
                  </a:cubicBezTo>
                  <a:cubicBezTo>
                    <a:pt x="708" y="1862"/>
                    <a:pt x="709" y="1849"/>
                    <a:pt x="709" y="1836"/>
                  </a:cubicBezTo>
                  <a:cubicBezTo>
                    <a:pt x="751" y="1762"/>
                    <a:pt x="805" y="1678"/>
                    <a:pt x="815" y="1613"/>
                  </a:cubicBezTo>
                  <a:cubicBezTo>
                    <a:pt x="765" y="1559"/>
                    <a:pt x="723" y="1516"/>
                    <a:pt x="717" y="1470"/>
                  </a:cubicBezTo>
                  <a:cubicBezTo>
                    <a:pt x="673" y="1410"/>
                    <a:pt x="654" y="1425"/>
                    <a:pt x="622" y="1425"/>
                  </a:cubicBezTo>
                  <a:cubicBezTo>
                    <a:pt x="590" y="1430"/>
                    <a:pt x="558" y="1436"/>
                    <a:pt x="526" y="1445"/>
                  </a:cubicBezTo>
                  <a:cubicBezTo>
                    <a:pt x="484" y="1487"/>
                    <a:pt x="439" y="1512"/>
                    <a:pt x="401" y="1534"/>
                  </a:cubicBezTo>
                  <a:cubicBezTo>
                    <a:pt x="365" y="1533"/>
                    <a:pt x="333" y="1535"/>
                    <a:pt x="301" y="1538"/>
                  </a:cubicBezTo>
                  <a:cubicBezTo>
                    <a:pt x="289" y="1452"/>
                    <a:pt x="235" y="1421"/>
                    <a:pt x="210" y="1395"/>
                  </a:cubicBezTo>
                  <a:cubicBezTo>
                    <a:pt x="203" y="1385"/>
                    <a:pt x="197" y="1375"/>
                    <a:pt x="194" y="1365"/>
                  </a:cubicBezTo>
                  <a:cubicBezTo>
                    <a:pt x="194" y="1283"/>
                    <a:pt x="195" y="1201"/>
                    <a:pt x="198" y="1119"/>
                  </a:cubicBezTo>
                  <a:cubicBezTo>
                    <a:pt x="119" y="1117"/>
                    <a:pt x="58" y="1119"/>
                    <a:pt x="0" y="1137"/>
                  </a:cubicBezTo>
                  <a:cubicBezTo>
                    <a:pt x="1" y="1055"/>
                    <a:pt x="33" y="1076"/>
                    <a:pt x="100" y="1058"/>
                  </a:cubicBezTo>
                  <a:cubicBezTo>
                    <a:pt x="161" y="1030"/>
                    <a:pt x="193" y="959"/>
                    <a:pt x="193" y="900"/>
                  </a:cubicBezTo>
                  <a:cubicBezTo>
                    <a:pt x="178" y="837"/>
                    <a:pt x="162" y="775"/>
                    <a:pt x="150" y="715"/>
                  </a:cubicBezTo>
                  <a:cubicBezTo>
                    <a:pt x="147" y="640"/>
                    <a:pt x="144" y="568"/>
                    <a:pt x="145" y="496"/>
                  </a:cubicBezTo>
                  <a:cubicBezTo>
                    <a:pt x="138" y="469"/>
                    <a:pt x="132" y="443"/>
                    <a:pt x="126" y="420"/>
                  </a:cubicBezTo>
                  <a:cubicBezTo>
                    <a:pt x="193" y="389"/>
                    <a:pt x="222" y="324"/>
                    <a:pt x="251" y="259"/>
                  </a:cubicBezTo>
                  <a:cubicBezTo>
                    <a:pt x="309" y="225"/>
                    <a:pt x="351" y="170"/>
                    <a:pt x="440" y="202"/>
                  </a:cubicBezTo>
                  <a:cubicBezTo>
                    <a:pt x="469" y="203"/>
                    <a:pt x="507" y="197"/>
                    <a:pt x="520" y="158"/>
                  </a:cubicBezTo>
                  <a:cubicBezTo>
                    <a:pt x="521" y="89"/>
                    <a:pt x="499" y="79"/>
                    <a:pt x="473" y="52"/>
                  </a:cubicBezTo>
                  <a:cubicBezTo>
                    <a:pt x="483" y="0"/>
                    <a:pt x="585" y="42"/>
                    <a:pt x="646" y="66"/>
                  </a:cubicBezTo>
                  <a:cubicBezTo>
                    <a:pt x="674" y="70"/>
                    <a:pt x="703" y="74"/>
                    <a:pt x="735" y="78"/>
                  </a:cubicBezTo>
                  <a:cubicBezTo>
                    <a:pt x="792" y="113"/>
                    <a:pt x="885" y="158"/>
                    <a:pt x="955" y="212"/>
                  </a:cubicBezTo>
                  <a:cubicBezTo>
                    <a:pt x="983" y="222"/>
                    <a:pt x="1015" y="233"/>
                    <a:pt x="1047" y="247"/>
                  </a:cubicBezTo>
                  <a:cubicBezTo>
                    <a:pt x="1076" y="247"/>
                    <a:pt x="1105" y="248"/>
                    <a:pt x="1137" y="252"/>
                  </a:cubicBezTo>
                  <a:cubicBezTo>
                    <a:pt x="1156" y="227"/>
                    <a:pt x="1178" y="201"/>
                    <a:pt x="1201" y="179"/>
                  </a:cubicBezTo>
                  <a:cubicBezTo>
                    <a:pt x="1230" y="179"/>
                    <a:pt x="1274" y="210"/>
                    <a:pt x="1319" y="270"/>
                  </a:cubicBezTo>
                  <a:cubicBezTo>
                    <a:pt x="1338" y="280"/>
                    <a:pt x="1357" y="291"/>
                    <a:pt x="1379" y="304"/>
                  </a:cubicBezTo>
                  <a:cubicBezTo>
                    <a:pt x="1430" y="319"/>
                    <a:pt x="1516" y="390"/>
                    <a:pt x="1573" y="470"/>
                  </a:cubicBezTo>
                  <a:cubicBezTo>
                    <a:pt x="1592" y="542"/>
                    <a:pt x="1614" y="618"/>
                    <a:pt x="1575" y="715"/>
                  </a:cubicBezTo>
                  <a:cubicBezTo>
                    <a:pt x="1475" y="824"/>
                    <a:pt x="1417" y="878"/>
                    <a:pt x="1506" y="1044"/>
                  </a:cubicBezTo>
                  <a:cubicBezTo>
                    <a:pt x="1509" y="1064"/>
                    <a:pt x="1515" y="1084"/>
                    <a:pt x="1521" y="1107"/>
                  </a:cubicBezTo>
                  <a:cubicBezTo>
                    <a:pt x="1544" y="1130"/>
                    <a:pt x="1575" y="1278"/>
                    <a:pt x="1587" y="1344"/>
                  </a:cubicBezTo>
                  <a:cubicBezTo>
                    <a:pt x="1628" y="1401"/>
                    <a:pt x="1628" y="1440"/>
                    <a:pt x="1605" y="1525"/>
                  </a:cubicBezTo>
                  <a:cubicBezTo>
                    <a:pt x="1605" y="1577"/>
                    <a:pt x="1601" y="1639"/>
                    <a:pt x="1633" y="1722"/>
                  </a:cubicBezTo>
                  <a:cubicBezTo>
                    <a:pt x="1521" y="1722"/>
                    <a:pt x="1409" y="1723"/>
                    <a:pt x="1297" y="1727"/>
                  </a:cubicBezTo>
                  <a:cubicBezTo>
                    <a:pt x="1271" y="1752"/>
                    <a:pt x="1319" y="1809"/>
                    <a:pt x="1357" y="1856"/>
                  </a:cubicBezTo>
                  <a:cubicBezTo>
                    <a:pt x="1351" y="1872"/>
                    <a:pt x="1344" y="1892"/>
                    <a:pt x="1341" y="1911"/>
                  </a:cubicBezTo>
                  <a:cubicBezTo>
                    <a:pt x="1293" y="1910"/>
                    <a:pt x="1230" y="1817"/>
                    <a:pt x="1223" y="1810"/>
                  </a:cubicBezTo>
                  <a:cubicBezTo>
                    <a:pt x="1188" y="1806"/>
                    <a:pt x="1153" y="1805"/>
                    <a:pt x="1121" y="1804"/>
                  </a:cubicBezTo>
                  <a:cubicBezTo>
                    <a:pt x="1102" y="1833"/>
                    <a:pt x="1082" y="1862"/>
                    <a:pt x="1063" y="1891"/>
                  </a:cubicBezTo>
                  <a:cubicBezTo>
                    <a:pt x="1060" y="1920"/>
                    <a:pt x="1056" y="1999"/>
                    <a:pt x="1005" y="2024"/>
                  </a:cubicBezTo>
                  <a:close/>
                </a:path>
              </a:pathLst>
            </a:custGeom>
            <a:grpFill/>
            <a:ln w="8" cap="flat">
              <a:solidFill>
                <a:srgbClr val="FFFFFF"/>
              </a:solidFill>
              <a:prstDash val="solid"/>
              <a:miter lim="800000"/>
              <a:headEnd/>
              <a:tailEnd/>
            </a:ln>
          </p:spPr>
          <p:txBody>
            <a:bodyPr vert="horz" wrap="square" lIns="91424" tIns="45712" rIns="91424" bIns="45712" numCol="1" anchor="t" anchorCtr="0" compatLnSpc="1">
              <a:prstTxWarp prst="textNoShape">
                <a:avLst/>
              </a:prstTxWarp>
            </a:bodyPr>
            <a:lstStyle/>
            <a:p>
              <a:endParaRPr lang="zh-CN" altLang="en-US">
                <a:solidFill>
                  <a:srgbClr val="000000"/>
                </a:solidFill>
              </a:endParaRPr>
            </a:p>
          </p:txBody>
        </p:sp>
        <p:sp>
          <p:nvSpPr>
            <p:cNvPr id="69" name="Freeform 13"/>
            <p:cNvSpPr>
              <a:spLocks/>
            </p:cNvSpPr>
            <p:nvPr/>
          </p:nvSpPr>
          <p:spPr bwMode="auto">
            <a:xfrm>
              <a:off x="5344209" y="3148171"/>
              <a:ext cx="412205" cy="593071"/>
            </a:xfrm>
            <a:custGeom>
              <a:avLst/>
              <a:gdLst>
                <a:gd name="T0" fmla="*/ 373 w 1437"/>
                <a:gd name="T1" fmla="*/ 2065 h 2065"/>
                <a:gd name="T2" fmla="*/ 300 w 1437"/>
                <a:gd name="T3" fmla="*/ 2034 h 2065"/>
                <a:gd name="T4" fmla="*/ 297 w 1437"/>
                <a:gd name="T5" fmla="*/ 2014 h 2065"/>
                <a:gd name="T6" fmla="*/ 422 w 1437"/>
                <a:gd name="T7" fmla="*/ 1860 h 2065"/>
                <a:gd name="T8" fmla="*/ 404 w 1437"/>
                <a:gd name="T9" fmla="*/ 1755 h 2065"/>
                <a:gd name="T10" fmla="*/ 282 w 1437"/>
                <a:gd name="T11" fmla="*/ 1784 h 2065"/>
                <a:gd name="T12" fmla="*/ 196 w 1437"/>
                <a:gd name="T13" fmla="*/ 1785 h 2065"/>
                <a:gd name="T14" fmla="*/ 162 w 1437"/>
                <a:gd name="T15" fmla="*/ 1660 h 2065"/>
                <a:gd name="T16" fmla="*/ 173 w 1437"/>
                <a:gd name="T17" fmla="*/ 1408 h 2065"/>
                <a:gd name="T18" fmla="*/ 144 w 1437"/>
                <a:gd name="T19" fmla="*/ 1378 h 2065"/>
                <a:gd name="T20" fmla="*/ 69 w 1437"/>
                <a:gd name="T21" fmla="*/ 1094 h 2065"/>
                <a:gd name="T22" fmla="*/ 54 w 1437"/>
                <a:gd name="T23" fmla="*/ 865 h 2065"/>
                <a:gd name="T24" fmla="*/ 151 w 1437"/>
                <a:gd name="T25" fmla="*/ 736 h 2065"/>
                <a:gd name="T26" fmla="*/ 152 w 1437"/>
                <a:gd name="T27" fmla="*/ 569 h 2065"/>
                <a:gd name="T28" fmla="*/ 114 w 1437"/>
                <a:gd name="T29" fmla="*/ 470 h 2065"/>
                <a:gd name="T30" fmla="*/ 89 w 1437"/>
                <a:gd name="T31" fmla="*/ 440 h 2065"/>
                <a:gd name="T32" fmla="*/ 163 w 1437"/>
                <a:gd name="T33" fmla="*/ 376 h 2065"/>
                <a:gd name="T34" fmla="*/ 268 w 1437"/>
                <a:gd name="T35" fmla="*/ 346 h 2065"/>
                <a:gd name="T36" fmla="*/ 291 w 1437"/>
                <a:gd name="T37" fmla="*/ 344 h 2065"/>
                <a:gd name="T38" fmla="*/ 512 w 1437"/>
                <a:gd name="T39" fmla="*/ 182 h 2065"/>
                <a:gd name="T40" fmla="*/ 784 w 1437"/>
                <a:gd name="T41" fmla="*/ 68 h 2065"/>
                <a:gd name="T42" fmla="*/ 890 w 1437"/>
                <a:gd name="T43" fmla="*/ 2 h 2065"/>
                <a:gd name="T44" fmla="*/ 896 w 1437"/>
                <a:gd name="T45" fmla="*/ 153 h 2065"/>
                <a:gd name="T46" fmla="*/ 979 w 1437"/>
                <a:gd name="T47" fmla="*/ 181 h 2065"/>
                <a:gd name="T48" fmla="*/ 1040 w 1437"/>
                <a:gd name="T49" fmla="*/ 55 h 2065"/>
                <a:gd name="T50" fmla="*/ 1151 w 1437"/>
                <a:gd name="T51" fmla="*/ 179 h 2065"/>
                <a:gd name="T52" fmla="*/ 1314 w 1437"/>
                <a:gd name="T53" fmla="*/ 144 h 2065"/>
                <a:gd name="T54" fmla="*/ 1369 w 1437"/>
                <a:gd name="T55" fmla="*/ 145 h 2065"/>
                <a:gd name="T56" fmla="*/ 1285 w 1437"/>
                <a:gd name="T57" fmla="*/ 316 h 2065"/>
                <a:gd name="T58" fmla="*/ 1437 w 1437"/>
                <a:gd name="T59" fmla="*/ 540 h 2065"/>
                <a:gd name="T60" fmla="*/ 1433 w 1437"/>
                <a:gd name="T61" fmla="*/ 615 h 2065"/>
                <a:gd name="T62" fmla="*/ 1388 w 1437"/>
                <a:gd name="T63" fmla="*/ 699 h 2065"/>
                <a:gd name="T64" fmla="*/ 1167 w 1437"/>
                <a:gd name="T65" fmla="*/ 791 h 2065"/>
                <a:gd name="T66" fmla="*/ 1079 w 1437"/>
                <a:gd name="T67" fmla="*/ 956 h 2065"/>
                <a:gd name="T68" fmla="*/ 1082 w 1437"/>
                <a:gd name="T69" fmla="*/ 1084 h 2065"/>
                <a:gd name="T70" fmla="*/ 1018 w 1437"/>
                <a:gd name="T71" fmla="*/ 1151 h 2065"/>
                <a:gd name="T72" fmla="*/ 930 w 1437"/>
                <a:gd name="T73" fmla="*/ 1375 h 2065"/>
                <a:gd name="T74" fmla="*/ 907 w 1437"/>
                <a:gd name="T75" fmla="*/ 1463 h 2065"/>
                <a:gd name="T76" fmla="*/ 817 w 1437"/>
                <a:gd name="T77" fmla="*/ 1631 h 2065"/>
                <a:gd name="T78" fmla="*/ 826 w 1437"/>
                <a:gd name="T79" fmla="*/ 1703 h 2065"/>
                <a:gd name="T80" fmla="*/ 786 w 1437"/>
                <a:gd name="T81" fmla="*/ 1918 h 2065"/>
                <a:gd name="T82" fmla="*/ 805 w 1437"/>
                <a:gd name="T83" fmla="*/ 1964 h 2065"/>
                <a:gd name="T84" fmla="*/ 696 w 1437"/>
                <a:gd name="T85" fmla="*/ 2024 h 2065"/>
                <a:gd name="T86" fmla="*/ 466 w 1437"/>
                <a:gd name="T87" fmla="*/ 2034 h 2065"/>
                <a:gd name="T88" fmla="*/ 373 w 1437"/>
                <a:gd name="T89" fmla="*/ 2065 h 20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37" h="2065">
                  <a:moveTo>
                    <a:pt x="373" y="2065"/>
                  </a:moveTo>
                  <a:cubicBezTo>
                    <a:pt x="351" y="2041"/>
                    <a:pt x="322" y="2044"/>
                    <a:pt x="300" y="2034"/>
                  </a:cubicBezTo>
                  <a:cubicBezTo>
                    <a:pt x="297" y="2027"/>
                    <a:pt x="297" y="2020"/>
                    <a:pt x="297" y="2014"/>
                  </a:cubicBezTo>
                  <a:cubicBezTo>
                    <a:pt x="339" y="1962"/>
                    <a:pt x="380" y="1911"/>
                    <a:pt x="422" y="1860"/>
                  </a:cubicBezTo>
                  <a:cubicBezTo>
                    <a:pt x="423" y="1798"/>
                    <a:pt x="416" y="1784"/>
                    <a:pt x="404" y="1755"/>
                  </a:cubicBezTo>
                  <a:cubicBezTo>
                    <a:pt x="340" y="1753"/>
                    <a:pt x="321" y="1762"/>
                    <a:pt x="282" y="1784"/>
                  </a:cubicBezTo>
                  <a:cubicBezTo>
                    <a:pt x="253" y="1783"/>
                    <a:pt x="225" y="1783"/>
                    <a:pt x="196" y="1785"/>
                  </a:cubicBezTo>
                  <a:cubicBezTo>
                    <a:pt x="183" y="1742"/>
                    <a:pt x="171" y="1700"/>
                    <a:pt x="162" y="1660"/>
                  </a:cubicBezTo>
                  <a:cubicBezTo>
                    <a:pt x="162" y="1562"/>
                    <a:pt x="191" y="1484"/>
                    <a:pt x="173" y="1408"/>
                  </a:cubicBezTo>
                  <a:cubicBezTo>
                    <a:pt x="163" y="1398"/>
                    <a:pt x="154" y="1388"/>
                    <a:pt x="144" y="1378"/>
                  </a:cubicBezTo>
                  <a:cubicBezTo>
                    <a:pt x="145" y="1273"/>
                    <a:pt x="81" y="1170"/>
                    <a:pt x="69" y="1094"/>
                  </a:cubicBezTo>
                  <a:cubicBezTo>
                    <a:pt x="22" y="992"/>
                    <a:pt x="0" y="942"/>
                    <a:pt x="54" y="865"/>
                  </a:cubicBezTo>
                  <a:cubicBezTo>
                    <a:pt x="86" y="856"/>
                    <a:pt x="135" y="765"/>
                    <a:pt x="151" y="736"/>
                  </a:cubicBezTo>
                  <a:cubicBezTo>
                    <a:pt x="151" y="681"/>
                    <a:pt x="152" y="625"/>
                    <a:pt x="152" y="569"/>
                  </a:cubicBezTo>
                  <a:cubicBezTo>
                    <a:pt x="139" y="536"/>
                    <a:pt x="127" y="503"/>
                    <a:pt x="114" y="470"/>
                  </a:cubicBezTo>
                  <a:cubicBezTo>
                    <a:pt x="105" y="460"/>
                    <a:pt x="95" y="450"/>
                    <a:pt x="89" y="440"/>
                  </a:cubicBezTo>
                  <a:cubicBezTo>
                    <a:pt x="111" y="418"/>
                    <a:pt x="137" y="395"/>
                    <a:pt x="163" y="376"/>
                  </a:cubicBezTo>
                  <a:cubicBezTo>
                    <a:pt x="166" y="377"/>
                    <a:pt x="259" y="366"/>
                    <a:pt x="268" y="346"/>
                  </a:cubicBezTo>
                  <a:cubicBezTo>
                    <a:pt x="275" y="343"/>
                    <a:pt x="281" y="343"/>
                    <a:pt x="291" y="344"/>
                  </a:cubicBezTo>
                  <a:cubicBezTo>
                    <a:pt x="339" y="270"/>
                    <a:pt x="445" y="236"/>
                    <a:pt x="512" y="182"/>
                  </a:cubicBezTo>
                  <a:cubicBezTo>
                    <a:pt x="554" y="98"/>
                    <a:pt x="698" y="131"/>
                    <a:pt x="784" y="68"/>
                  </a:cubicBezTo>
                  <a:cubicBezTo>
                    <a:pt x="810" y="0"/>
                    <a:pt x="810" y="0"/>
                    <a:pt x="890" y="2"/>
                  </a:cubicBezTo>
                  <a:cubicBezTo>
                    <a:pt x="890" y="51"/>
                    <a:pt x="893" y="100"/>
                    <a:pt x="896" y="153"/>
                  </a:cubicBezTo>
                  <a:cubicBezTo>
                    <a:pt x="912" y="179"/>
                    <a:pt x="943" y="177"/>
                    <a:pt x="979" y="181"/>
                  </a:cubicBezTo>
                  <a:cubicBezTo>
                    <a:pt x="1030" y="140"/>
                    <a:pt x="1014" y="80"/>
                    <a:pt x="1040" y="55"/>
                  </a:cubicBezTo>
                  <a:cubicBezTo>
                    <a:pt x="1050" y="78"/>
                    <a:pt x="1078" y="160"/>
                    <a:pt x="1151" y="179"/>
                  </a:cubicBezTo>
                  <a:cubicBezTo>
                    <a:pt x="1205" y="180"/>
                    <a:pt x="1250" y="175"/>
                    <a:pt x="1314" y="144"/>
                  </a:cubicBezTo>
                  <a:cubicBezTo>
                    <a:pt x="1330" y="144"/>
                    <a:pt x="1349" y="144"/>
                    <a:pt x="1369" y="145"/>
                  </a:cubicBezTo>
                  <a:cubicBezTo>
                    <a:pt x="1340" y="206"/>
                    <a:pt x="1266" y="237"/>
                    <a:pt x="1285" y="316"/>
                  </a:cubicBezTo>
                  <a:cubicBezTo>
                    <a:pt x="1339" y="377"/>
                    <a:pt x="1386" y="443"/>
                    <a:pt x="1437" y="540"/>
                  </a:cubicBezTo>
                  <a:cubicBezTo>
                    <a:pt x="1433" y="562"/>
                    <a:pt x="1433" y="589"/>
                    <a:pt x="1433" y="615"/>
                  </a:cubicBezTo>
                  <a:cubicBezTo>
                    <a:pt x="1414" y="634"/>
                    <a:pt x="1407" y="660"/>
                    <a:pt x="1388" y="699"/>
                  </a:cubicBezTo>
                  <a:cubicBezTo>
                    <a:pt x="1310" y="795"/>
                    <a:pt x="1244" y="754"/>
                    <a:pt x="1167" y="791"/>
                  </a:cubicBezTo>
                  <a:cubicBezTo>
                    <a:pt x="1086" y="858"/>
                    <a:pt x="1067" y="838"/>
                    <a:pt x="1079" y="956"/>
                  </a:cubicBezTo>
                  <a:cubicBezTo>
                    <a:pt x="1111" y="990"/>
                    <a:pt x="1108" y="1032"/>
                    <a:pt x="1082" y="1084"/>
                  </a:cubicBezTo>
                  <a:cubicBezTo>
                    <a:pt x="1059" y="1106"/>
                    <a:pt x="1037" y="1129"/>
                    <a:pt x="1018" y="1151"/>
                  </a:cubicBezTo>
                  <a:cubicBezTo>
                    <a:pt x="905" y="1227"/>
                    <a:pt x="912" y="1207"/>
                    <a:pt x="930" y="1375"/>
                  </a:cubicBezTo>
                  <a:cubicBezTo>
                    <a:pt x="920" y="1404"/>
                    <a:pt x="914" y="1433"/>
                    <a:pt x="907" y="1463"/>
                  </a:cubicBezTo>
                  <a:cubicBezTo>
                    <a:pt x="836" y="1523"/>
                    <a:pt x="817" y="1526"/>
                    <a:pt x="817" y="1631"/>
                  </a:cubicBezTo>
                  <a:cubicBezTo>
                    <a:pt x="820" y="1654"/>
                    <a:pt x="823" y="1677"/>
                    <a:pt x="826" y="1703"/>
                  </a:cubicBezTo>
                  <a:cubicBezTo>
                    <a:pt x="803" y="1752"/>
                    <a:pt x="777" y="1843"/>
                    <a:pt x="786" y="1918"/>
                  </a:cubicBezTo>
                  <a:cubicBezTo>
                    <a:pt x="793" y="1931"/>
                    <a:pt x="799" y="1948"/>
                    <a:pt x="805" y="1964"/>
                  </a:cubicBezTo>
                  <a:cubicBezTo>
                    <a:pt x="767" y="1983"/>
                    <a:pt x="731" y="2002"/>
                    <a:pt x="696" y="2024"/>
                  </a:cubicBezTo>
                  <a:cubicBezTo>
                    <a:pt x="620" y="1943"/>
                    <a:pt x="546" y="2000"/>
                    <a:pt x="466" y="2034"/>
                  </a:cubicBezTo>
                  <a:cubicBezTo>
                    <a:pt x="434" y="2043"/>
                    <a:pt x="402" y="2052"/>
                    <a:pt x="373" y="2065"/>
                  </a:cubicBezTo>
                  <a:close/>
                </a:path>
              </a:pathLst>
            </a:custGeom>
            <a:grpFill/>
            <a:ln w="8" cap="flat">
              <a:solidFill>
                <a:srgbClr val="FFFFFF"/>
              </a:solidFill>
              <a:prstDash val="solid"/>
              <a:miter lim="800000"/>
              <a:headEnd/>
              <a:tailEnd/>
            </a:ln>
          </p:spPr>
          <p:txBody>
            <a:bodyPr vert="horz" wrap="square" lIns="91424" tIns="45712" rIns="91424" bIns="45712" numCol="1" anchor="t" anchorCtr="0" compatLnSpc="1">
              <a:prstTxWarp prst="textNoShape">
                <a:avLst/>
              </a:prstTxWarp>
            </a:bodyPr>
            <a:lstStyle/>
            <a:p>
              <a:endParaRPr lang="zh-CN" altLang="en-US">
                <a:solidFill>
                  <a:srgbClr val="000000"/>
                </a:solidFill>
              </a:endParaRPr>
            </a:p>
          </p:txBody>
        </p:sp>
        <p:sp>
          <p:nvSpPr>
            <p:cNvPr id="70" name="Freeform 14"/>
            <p:cNvSpPr>
              <a:spLocks/>
            </p:cNvSpPr>
            <p:nvPr/>
          </p:nvSpPr>
          <p:spPr bwMode="auto">
            <a:xfrm>
              <a:off x="3956172" y="2732812"/>
              <a:ext cx="849647" cy="862266"/>
            </a:xfrm>
            <a:custGeom>
              <a:avLst/>
              <a:gdLst>
                <a:gd name="T0" fmla="*/ 1276 w 2963"/>
                <a:gd name="T1" fmla="*/ 2996 h 3007"/>
                <a:gd name="T2" fmla="*/ 1069 w 2963"/>
                <a:gd name="T3" fmla="*/ 2837 h 3007"/>
                <a:gd name="T4" fmla="*/ 1061 w 2963"/>
                <a:gd name="T5" fmla="*/ 2565 h 3007"/>
                <a:gd name="T6" fmla="*/ 804 w 2963"/>
                <a:gd name="T7" fmla="*/ 2257 h 3007"/>
                <a:gd name="T8" fmla="*/ 677 w 2963"/>
                <a:gd name="T9" fmla="*/ 2123 h 3007"/>
                <a:gd name="T10" fmla="*/ 579 w 2963"/>
                <a:gd name="T11" fmla="*/ 1901 h 3007"/>
                <a:gd name="T12" fmla="*/ 447 w 2963"/>
                <a:gd name="T13" fmla="*/ 2095 h 3007"/>
                <a:gd name="T14" fmla="*/ 420 w 2963"/>
                <a:gd name="T15" fmla="*/ 1802 h 3007"/>
                <a:gd name="T16" fmla="*/ 396 w 2963"/>
                <a:gd name="T17" fmla="*/ 1458 h 3007"/>
                <a:gd name="T18" fmla="*/ 446 w 2963"/>
                <a:gd name="T19" fmla="*/ 1240 h 3007"/>
                <a:gd name="T20" fmla="*/ 320 w 2963"/>
                <a:gd name="T21" fmla="*/ 935 h 3007"/>
                <a:gd name="T22" fmla="*/ 41 w 2963"/>
                <a:gd name="T23" fmla="*/ 581 h 3007"/>
                <a:gd name="T24" fmla="*/ 9 w 2963"/>
                <a:gd name="T25" fmla="*/ 551 h 3007"/>
                <a:gd name="T26" fmla="*/ 84 w 2963"/>
                <a:gd name="T27" fmla="*/ 248 h 3007"/>
                <a:gd name="T28" fmla="*/ 12 w 2963"/>
                <a:gd name="T29" fmla="*/ 83 h 3007"/>
                <a:gd name="T30" fmla="*/ 346 w 2963"/>
                <a:gd name="T31" fmla="*/ 206 h 3007"/>
                <a:gd name="T32" fmla="*/ 613 w 2963"/>
                <a:gd name="T33" fmla="*/ 543 h 3007"/>
                <a:gd name="T34" fmla="*/ 744 w 2963"/>
                <a:gd name="T35" fmla="*/ 504 h 3007"/>
                <a:gd name="T36" fmla="*/ 865 w 2963"/>
                <a:gd name="T37" fmla="*/ 573 h 3007"/>
                <a:gd name="T38" fmla="*/ 951 w 2963"/>
                <a:gd name="T39" fmla="*/ 608 h 3007"/>
                <a:gd name="T40" fmla="*/ 1146 w 2963"/>
                <a:gd name="T41" fmla="*/ 540 h 3007"/>
                <a:gd name="T42" fmla="*/ 1135 w 2963"/>
                <a:gd name="T43" fmla="*/ 229 h 3007"/>
                <a:gd name="T44" fmla="*/ 1263 w 2963"/>
                <a:gd name="T45" fmla="*/ 337 h 3007"/>
                <a:gd name="T46" fmla="*/ 1480 w 2963"/>
                <a:gd name="T47" fmla="*/ 293 h 3007"/>
                <a:gd name="T48" fmla="*/ 1606 w 2963"/>
                <a:gd name="T49" fmla="*/ 48 h 3007"/>
                <a:gd name="T50" fmla="*/ 1794 w 2963"/>
                <a:gd name="T51" fmla="*/ 226 h 3007"/>
                <a:gd name="T52" fmla="*/ 1984 w 2963"/>
                <a:gd name="T53" fmla="*/ 476 h 3007"/>
                <a:gd name="T54" fmla="*/ 2328 w 2963"/>
                <a:gd name="T55" fmla="*/ 626 h 3007"/>
                <a:gd name="T56" fmla="*/ 2612 w 2963"/>
                <a:gd name="T57" fmla="*/ 633 h 3007"/>
                <a:gd name="T58" fmla="*/ 2899 w 2963"/>
                <a:gd name="T59" fmla="*/ 725 h 3007"/>
                <a:gd name="T60" fmla="*/ 2962 w 2963"/>
                <a:gd name="T61" fmla="*/ 937 h 3007"/>
                <a:gd name="T62" fmla="*/ 2678 w 2963"/>
                <a:gd name="T63" fmla="*/ 1368 h 3007"/>
                <a:gd name="T64" fmla="*/ 2340 w 2963"/>
                <a:gd name="T65" fmla="*/ 1222 h 3007"/>
                <a:gd name="T66" fmla="*/ 2324 w 2963"/>
                <a:gd name="T67" fmla="*/ 1366 h 3007"/>
                <a:gd name="T68" fmla="*/ 2337 w 2963"/>
                <a:gd name="T69" fmla="*/ 1759 h 3007"/>
                <a:gd name="T70" fmla="*/ 2432 w 2963"/>
                <a:gd name="T71" fmla="*/ 2027 h 3007"/>
                <a:gd name="T72" fmla="*/ 2580 w 2963"/>
                <a:gd name="T73" fmla="*/ 2299 h 3007"/>
                <a:gd name="T74" fmla="*/ 2318 w 2963"/>
                <a:gd name="T75" fmla="*/ 2387 h 3007"/>
                <a:gd name="T76" fmla="*/ 2142 w 2963"/>
                <a:gd name="T77" fmla="*/ 2308 h 3007"/>
                <a:gd name="T78" fmla="*/ 1949 w 2963"/>
                <a:gd name="T79" fmla="*/ 2073 h 3007"/>
                <a:gd name="T80" fmla="*/ 1734 w 2963"/>
                <a:gd name="T81" fmla="*/ 2127 h 3007"/>
                <a:gd name="T82" fmla="*/ 1648 w 2963"/>
                <a:gd name="T83" fmla="*/ 2230 h 3007"/>
                <a:gd name="T84" fmla="*/ 1537 w 2963"/>
                <a:gd name="T85" fmla="*/ 2528 h 3007"/>
                <a:gd name="T86" fmla="*/ 1517 w 2963"/>
                <a:gd name="T87" fmla="*/ 2681 h 3007"/>
                <a:gd name="T88" fmla="*/ 1580 w 2963"/>
                <a:gd name="T89" fmla="*/ 2896 h 3007"/>
                <a:gd name="T90" fmla="*/ 1304 w 2963"/>
                <a:gd name="T91" fmla="*/ 3007 h 3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963" h="3007">
                  <a:moveTo>
                    <a:pt x="1304" y="3007"/>
                  </a:moveTo>
                  <a:cubicBezTo>
                    <a:pt x="1295" y="3003"/>
                    <a:pt x="1285" y="3000"/>
                    <a:pt x="1276" y="2996"/>
                  </a:cubicBezTo>
                  <a:cubicBezTo>
                    <a:pt x="1206" y="2936"/>
                    <a:pt x="1164" y="2931"/>
                    <a:pt x="1113" y="2891"/>
                  </a:cubicBezTo>
                  <a:cubicBezTo>
                    <a:pt x="1097" y="2871"/>
                    <a:pt x="1082" y="2854"/>
                    <a:pt x="1069" y="2837"/>
                  </a:cubicBezTo>
                  <a:cubicBezTo>
                    <a:pt x="1069" y="2821"/>
                    <a:pt x="1069" y="2804"/>
                    <a:pt x="1069" y="2791"/>
                  </a:cubicBezTo>
                  <a:cubicBezTo>
                    <a:pt x="1153" y="2692"/>
                    <a:pt x="1108" y="2638"/>
                    <a:pt x="1061" y="2565"/>
                  </a:cubicBezTo>
                  <a:cubicBezTo>
                    <a:pt x="991" y="2491"/>
                    <a:pt x="966" y="2399"/>
                    <a:pt x="928" y="2359"/>
                  </a:cubicBezTo>
                  <a:cubicBezTo>
                    <a:pt x="881" y="2240"/>
                    <a:pt x="890" y="2269"/>
                    <a:pt x="804" y="2257"/>
                  </a:cubicBezTo>
                  <a:cubicBezTo>
                    <a:pt x="785" y="2247"/>
                    <a:pt x="766" y="2240"/>
                    <a:pt x="750" y="2233"/>
                  </a:cubicBezTo>
                  <a:cubicBezTo>
                    <a:pt x="724" y="2197"/>
                    <a:pt x="699" y="2160"/>
                    <a:pt x="677" y="2123"/>
                  </a:cubicBezTo>
                  <a:cubicBezTo>
                    <a:pt x="658" y="2070"/>
                    <a:pt x="639" y="2018"/>
                    <a:pt x="623" y="1965"/>
                  </a:cubicBezTo>
                  <a:cubicBezTo>
                    <a:pt x="608" y="1941"/>
                    <a:pt x="592" y="1921"/>
                    <a:pt x="579" y="1901"/>
                  </a:cubicBezTo>
                  <a:cubicBezTo>
                    <a:pt x="448" y="1898"/>
                    <a:pt x="515" y="2021"/>
                    <a:pt x="472" y="2105"/>
                  </a:cubicBezTo>
                  <a:cubicBezTo>
                    <a:pt x="463" y="2101"/>
                    <a:pt x="453" y="2098"/>
                    <a:pt x="447" y="2095"/>
                  </a:cubicBezTo>
                  <a:cubicBezTo>
                    <a:pt x="447" y="2016"/>
                    <a:pt x="406" y="1946"/>
                    <a:pt x="394" y="1893"/>
                  </a:cubicBezTo>
                  <a:cubicBezTo>
                    <a:pt x="426" y="1875"/>
                    <a:pt x="420" y="1806"/>
                    <a:pt x="420" y="1802"/>
                  </a:cubicBezTo>
                  <a:cubicBezTo>
                    <a:pt x="423" y="1760"/>
                    <a:pt x="427" y="1721"/>
                    <a:pt x="433" y="1682"/>
                  </a:cubicBezTo>
                  <a:cubicBezTo>
                    <a:pt x="392" y="1605"/>
                    <a:pt x="380" y="1517"/>
                    <a:pt x="396" y="1458"/>
                  </a:cubicBezTo>
                  <a:cubicBezTo>
                    <a:pt x="416" y="1432"/>
                    <a:pt x="435" y="1407"/>
                    <a:pt x="458" y="1384"/>
                  </a:cubicBezTo>
                  <a:cubicBezTo>
                    <a:pt x="451" y="1335"/>
                    <a:pt x="449" y="1286"/>
                    <a:pt x="446" y="1240"/>
                  </a:cubicBezTo>
                  <a:cubicBezTo>
                    <a:pt x="424" y="1203"/>
                    <a:pt x="401" y="1170"/>
                    <a:pt x="382" y="1137"/>
                  </a:cubicBezTo>
                  <a:cubicBezTo>
                    <a:pt x="364" y="1061"/>
                    <a:pt x="342" y="975"/>
                    <a:pt x="320" y="935"/>
                  </a:cubicBezTo>
                  <a:cubicBezTo>
                    <a:pt x="240" y="842"/>
                    <a:pt x="164" y="738"/>
                    <a:pt x="152" y="659"/>
                  </a:cubicBezTo>
                  <a:cubicBezTo>
                    <a:pt x="114" y="632"/>
                    <a:pt x="76" y="605"/>
                    <a:pt x="41" y="581"/>
                  </a:cubicBezTo>
                  <a:cubicBezTo>
                    <a:pt x="34" y="571"/>
                    <a:pt x="28" y="561"/>
                    <a:pt x="22" y="551"/>
                  </a:cubicBezTo>
                  <a:cubicBezTo>
                    <a:pt x="15" y="551"/>
                    <a:pt x="12" y="551"/>
                    <a:pt x="9" y="551"/>
                  </a:cubicBezTo>
                  <a:cubicBezTo>
                    <a:pt x="9" y="495"/>
                    <a:pt x="0" y="443"/>
                    <a:pt x="13" y="414"/>
                  </a:cubicBezTo>
                  <a:cubicBezTo>
                    <a:pt x="87" y="379"/>
                    <a:pt x="84" y="311"/>
                    <a:pt x="84" y="248"/>
                  </a:cubicBezTo>
                  <a:cubicBezTo>
                    <a:pt x="59" y="215"/>
                    <a:pt x="33" y="182"/>
                    <a:pt x="11" y="152"/>
                  </a:cubicBezTo>
                  <a:cubicBezTo>
                    <a:pt x="11" y="129"/>
                    <a:pt x="11" y="106"/>
                    <a:pt x="12" y="83"/>
                  </a:cubicBezTo>
                  <a:cubicBezTo>
                    <a:pt x="85" y="78"/>
                    <a:pt x="159" y="77"/>
                    <a:pt x="235" y="75"/>
                  </a:cubicBezTo>
                  <a:cubicBezTo>
                    <a:pt x="264" y="86"/>
                    <a:pt x="318" y="143"/>
                    <a:pt x="346" y="206"/>
                  </a:cubicBezTo>
                  <a:cubicBezTo>
                    <a:pt x="346" y="294"/>
                    <a:pt x="425" y="401"/>
                    <a:pt x="514" y="482"/>
                  </a:cubicBezTo>
                  <a:cubicBezTo>
                    <a:pt x="546" y="486"/>
                    <a:pt x="578" y="474"/>
                    <a:pt x="613" y="543"/>
                  </a:cubicBezTo>
                  <a:cubicBezTo>
                    <a:pt x="645" y="544"/>
                    <a:pt x="677" y="542"/>
                    <a:pt x="722" y="507"/>
                  </a:cubicBezTo>
                  <a:cubicBezTo>
                    <a:pt x="728" y="504"/>
                    <a:pt x="734" y="504"/>
                    <a:pt x="744" y="504"/>
                  </a:cubicBezTo>
                  <a:cubicBezTo>
                    <a:pt x="747" y="507"/>
                    <a:pt x="754" y="511"/>
                    <a:pt x="760" y="518"/>
                  </a:cubicBezTo>
                  <a:cubicBezTo>
                    <a:pt x="760" y="560"/>
                    <a:pt x="811" y="565"/>
                    <a:pt x="865" y="573"/>
                  </a:cubicBezTo>
                  <a:cubicBezTo>
                    <a:pt x="871" y="583"/>
                    <a:pt x="881" y="593"/>
                    <a:pt x="890" y="606"/>
                  </a:cubicBezTo>
                  <a:cubicBezTo>
                    <a:pt x="910" y="606"/>
                    <a:pt x="929" y="607"/>
                    <a:pt x="951" y="608"/>
                  </a:cubicBezTo>
                  <a:cubicBezTo>
                    <a:pt x="967" y="592"/>
                    <a:pt x="986" y="576"/>
                    <a:pt x="1006" y="563"/>
                  </a:cubicBezTo>
                  <a:cubicBezTo>
                    <a:pt x="1050" y="554"/>
                    <a:pt x="1098" y="546"/>
                    <a:pt x="1146" y="540"/>
                  </a:cubicBezTo>
                  <a:cubicBezTo>
                    <a:pt x="1153" y="527"/>
                    <a:pt x="1159" y="515"/>
                    <a:pt x="1169" y="505"/>
                  </a:cubicBezTo>
                  <a:cubicBezTo>
                    <a:pt x="1169" y="403"/>
                    <a:pt x="1094" y="271"/>
                    <a:pt x="1135" y="229"/>
                  </a:cubicBezTo>
                  <a:cubicBezTo>
                    <a:pt x="1158" y="243"/>
                    <a:pt x="1180" y="286"/>
                    <a:pt x="1240" y="310"/>
                  </a:cubicBezTo>
                  <a:cubicBezTo>
                    <a:pt x="1247" y="317"/>
                    <a:pt x="1253" y="327"/>
                    <a:pt x="1263" y="337"/>
                  </a:cubicBezTo>
                  <a:cubicBezTo>
                    <a:pt x="1304" y="358"/>
                    <a:pt x="1368" y="363"/>
                    <a:pt x="1429" y="341"/>
                  </a:cubicBezTo>
                  <a:cubicBezTo>
                    <a:pt x="1445" y="325"/>
                    <a:pt x="1461" y="309"/>
                    <a:pt x="1480" y="293"/>
                  </a:cubicBezTo>
                  <a:cubicBezTo>
                    <a:pt x="1481" y="195"/>
                    <a:pt x="1449" y="168"/>
                    <a:pt x="1443" y="122"/>
                  </a:cubicBezTo>
                  <a:cubicBezTo>
                    <a:pt x="1475" y="90"/>
                    <a:pt x="1539" y="0"/>
                    <a:pt x="1606" y="48"/>
                  </a:cubicBezTo>
                  <a:cubicBezTo>
                    <a:pt x="1628" y="97"/>
                    <a:pt x="1638" y="134"/>
                    <a:pt x="1720" y="191"/>
                  </a:cubicBezTo>
                  <a:cubicBezTo>
                    <a:pt x="1743" y="202"/>
                    <a:pt x="1768" y="212"/>
                    <a:pt x="1794" y="226"/>
                  </a:cubicBezTo>
                  <a:cubicBezTo>
                    <a:pt x="1828" y="279"/>
                    <a:pt x="1911" y="314"/>
                    <a:pt x="1962" y="410"/>
                  </a:cubicBezTo>
                  <a:cubicBezTo>
                    <a:pt x="1968" y="430"/>
                    <a:pt x="1974" y="453"/>
                    <a:pt x="1984" y="476"/>
                  </a:cubicBezTo>
                  <a:cubicBezTo>
                    <a:pt x="2000" y="513"/>
                    <a:pt x="2047" y="599"/>
                    <a:pt x="2117" y="624"/>
                  </a:cubicBezTo>
                  <a:cubicBezTo>
                    <a:pt x="2187" y="622"/>
                    <a:pt x="2258" y="624"/>
                    <a:pt x="2328" y="626"/>
                  </a:cubicBezTo>
                  <a:cubicBezTo>
                    <a:pt x="2376" y="601"/>
                    <a:pt x="2405" y="572"/>
                    <a:pt x="2478" y="584"/>
                  </a:cubicBezTo>
                  <a:cubicBezTo>
                    <a:pt x="2523" y="598"/>
                    <a:pt x="2568" y="616"/>
                    <a:pt x="2612" y="633"/>
                  </a:cubicBezTo>
                  <a:cubicBezTo>
                    <a:pt x="2654" y="634"/>
                    <a:pt x="2699" y="635"/>
                    <a:pt x="2743" y="640"/>
                  </a:cubicBezTo>
                  <a:cubicBezTo>
                    <a:pt x="2791" y="677"/>
                    <a:pt x="2807" y="713"/>
                    <a:pt x="2899" y="725"/>
                  </a:cubicBezTo>
                  <a:cubicBezTo>
                    <a:pt x="2918" y="742"/>
                    <a:pt x="2941" y="759"/>
                    <a:pt x="2963" y="779"/>
                  </a:cubicBezTo>
                  <a:cubicBezTo>
                    <a:pt x="2963" y="832"/>
                    <a:pt x="2962" y="884"/>
                    <a:pt x="2962" y="937"/>
                  </a:cubicBezTo>
                  <a:cubicBezTo>
                    <a:pt x="2898" y="1000"/>
                    <a:pt x="2856" y="1094"/>
                    <a:pt x="2833" y="1182"/>
                  </a:cubicBezTo>
                  <a:cubicBezTo>
                    <a:pt x="2791" y="1247"/>
                    <a:pt x="2739" y="1308"/>
                    <a:pt x="2678" y="1368"/>
                  </a:cubicBezTo>
                  <a:cubicBezTo>
                    <a:pt x="2550" y="1398"/>
                    <a:pt x="2551" y="1342"/>
                    <a:pt x="2471" y="1284"/>
                  </a:cubicBezTo>
                  <a:cubicBezTo>
                    <a:pt x="2427" y="1224"/>
                    <a:pt x="2369" y="1220"/>
                    <a:pt x="2340" y="1222"/>
                  </a:cubicBezTo>
                  <a:cubicBezTo>
                    <a:pt x="2334" y="1229"/>
                    <a:pt x="2328" y="1235"/>
                    <a:pt x="2324" y="1241"/>
                  </a:cubicBezTo>
                  <a:cubicBezTo>
                    <a:pt x="2324" y="1281"/>
                    <a:pt x="2324" y="1323"/>
                    <a:pt x="2324" y="1366"/>
                  </a:cubicBezTo>
                  <a:cubicBezTo>
                    <a:pt x="2349" y="1419"/>
                    <a:pt x="2352" y="1465"/>
                    <a:pt x="2351" y="1543"/>
                  </a:cubicBezTo>
                  <a:cubicBezTo>
                    <a:pt x="2335" y="1599"/>
                    <a:pt x="2319" y="1680"/>
                    <a:pt x="2337" y="1759"/>
                  </a:cubicBezTo>
                  <a:cubicBezTo>
                    <a:pt x="2353" y="1776"/>
                    <a:pt x="2369" y="1796"/>
                    <a:pt x="2385" y="1816"/>
                  </a:cubicBezTo>
                  <a:cubicBezTo>
                    <a:pt x="2426" y="1837"/>
                    <a:pt x="2509" y="1950"/>
                    <a:pt x="2432" y="2027"/>
                  </a:cubicBezTo>
                  <a:cubicBezTo>
                    <a:pt x="2361" y="2074"/>
                    <a:pt x="2358" y="2051"/>
                    <a:pt x="2357" y="2153"/>
                  </a:cubicBezTo>
                  <a:cubicBezTo>
                    <a:pt x="2389" y="2219"/>
                    <a:pt x="2498" y="2212"/>
                    <a:pt x="2580" y="2299"/>
                  </a:cubicBezTo>
                  <a:cubicBezTo>
                    <a:pt x="2580" y="2328"/>
                    <a:pt x="2579" y="2401"/>
                    <a:pt x="2547" y="2432"/>
                  </a:cubicBezTo>
                  <a:cubicBezTo>
                    <a:pt x="2458" y="2430"/>
                    <a:pt x="2365" y="2411"/>
                    <a:pt x="2318" y="2387"/>
                  </a:cubicBezTo>
                  <a:cubicBezTo>
                    <a:pt x="2315" y="2328"/>
                    <a:pt x="2299" y="2272"/>
                    <a:pt x="2283" y="2242"/>
                  </a:cubicBezTo>
                  <a:cubicBezTo>
                    <a:pt x="2203" y="2240"/>
                    <a:pt x="2197" y="2283"/>
                    <a:pt x="2142" y="2308"/>
                  </a:cubicBezTo>
                  <a:cubicBezTo>
                    <a:pt x="2114" y="2304"/>
                    <a:pt x="2088" y="2303"/>
                    <a:pt x="2062" y="2302"/>
                  </a:cubicBezTo>
                  <a:cubicBezTo>
                    <a:pt x="1973" y="2235"/>
                    <a:pt x="1961" y="2143"/>
                    <a:pt x="1949" y="2073"/>
                  </a:cubicBezTo>
                  <a:cubicBezTo>
                    <a:pt x="1936" y="2057"/>
                    <a:pt x="1923" y="2040"/>
                    <a:pt x="1914" y="2027"/>
                  </a:cubicBezTo>
                  <a:cubicBezTo>
                    <a:pt x="1786" y="2024"/>
                    <a:pt x="1754" y="2006"/>
                    <a:pt x="1734" y="2127"/>
                  </a:cubicBezTo>
                  <a:cubicBezTo>
                    <a:pt x="1699" y="2162"/>
                    <a:pt x="1677" y="2155"/>
                    <a:pt x="1645" y="2174"/>
                  </a:cubicBezTo>
                  <a:cubicBezTo>
                    <a:pt x="1645" y="2190"/>
                    <a:pt x="1644" y="2210"/>
                    <a:pt x="1648" y="2230"/>
                  </a:cubicBezTo>
                  <a:cubicBezTo>
                    <a:pt x="1673" y="2263"/>
                    <a:pt x="1727" y="2320"/>
                    <a:pt x="1704" y="2401"/>
                  </a:cubicBezTo>
                  <a:cubicBezTo>
                    <a:pt x="1675" y="2460"/>
                    <a:pt x="1582" y="2496"/>
                    <a:pt x="1537" y="2528"/>
                  </a:cubicBezTo>
                  <a:cubicBezTo>
                    <a:pt x="1531" y="2538"/>
                    <a:pt x="1524" y="2547"/>
                    <a:pt x="1518" y="2557"/>
                  </a:cubicBezTo>
                  <a:cubicBezTo>
                    <a:pt x="1518" y="2596"/>
                    <a:pt x="1517" y="2639"/>
                    <a:pt x="1517" y="2681"/>
                  </a:cubicBezTo>
                  <a:cubicBezTo>
                    <a:pt x="1542" y="2738"/>
                    <a:pt x="1603" y="2707"/>
                    <a:pt x="1602" y="2844"/>
                  </a:cubicBezTo>
                  <a:cubicBezTo>
                    <a:pt x="1593" y="2860"/>
                    <a:pt x="1586" y="2876"/>
                    <a:pt x="1580" y="2896"/>
                  </a:cubicBezTo>
                  <a:cubicBezTo>
                    <a:pt x="1554" y="2905"/>
                    <a:pt x="1532" y="2918"/>
                    <a:pt x="1509" y="2930"/>
                  </a:cubicBezTo>
                  <a:cubicBezTo>
                    <a:pt x="1439" y="2955"/>
                    <a:pt x="1372" y="2979"/>
                    <a:pt x="1304" y="3007"/>
                  </a:cubicBezTo>
                  <a:close/>
                </a:path>
              </a:pathLst>
            </a:custGeom>
            <a:solidFill>
              <a:schemeClr val="accent1"/>
            </a:solidFill>
            <a:ln w="8" cap="flat">
              <a:solidFill>
                <a:srgbClr val="FFFFFF"/>
              </a:solidFill>
              <a:prstDash val="solid"/>
              <a:miter lim="800000"/>
              <a:headEnd/>
              <a:tailEnd/>
            </a:ln>
          </p:spPr>
          <p:txBody>
            <a:bodyPr vert="horz" wrap="square" lIns="91424" tIns="45712" rIns="91424" bIns="45712" numCol="1" anchor="t" anchorCtr="0" compatLnSpc="1">
              <a:prstTxWarp prst="textNoShape">
                <a:avLst/>
              </a:prstTxWarp>
            </a:bodyPr>
            <a:lstStyle/>
            <a:p>
              <a:endParaRPr lang="zh-CN" altLang="en-US">
                <a:solidFill>
                  <a:srgbClr val="000000"/>
                </a:solidFill>
              </a:endParaRPr>
            </a:p>
          </p:txBody>
        </p:sp>
        <p:sp>
          <p:nvSpPr>
            <p:cNvPr id="71" name="Freeform 15"/>
            <p:cNvSpPr>
              <a:spLocks/>
            </p:cNvSpPr>
            <p:nvPr/>
          </p:nvSpPr>
          <p:spPr bwMode="auto">
            <a:xfrm>
              <a:off x="2370443" y="2326917"/>
              <a:ext cx="1708758" cy="1091502"/>
            </a:xfrm>
            <a:custGeom>
              <a:avLst/>
              <a:gdLst>
                <a:gd name="T0" fmla="*/ 3842 w 5957"/>
                <a:gd name="T1" fmla="*/ 3778 h 3807"/>
                <a:gd name="T2" fmla="*/ 3757 w 5957"/>
                <a:gd name="T3" fmla="*/ 3615 h 3807"/>
                <a:gd name="T4" fmla="*/ 3627 w 5957"/>
                <a:gd name="T5" fmla="*/ 3399 h 3807"/>
                <a:gd name="T6" fmla="*/ 3452 w 5957"/>
                <a:gd name="T7" fmla="*/ 3349 h 3807"/>
                <a:gd name="T8" fmla="*/ 3216 w 5957"/>
                <a:gd name="T9" fmla="*/ 3179 h 3807"/>
                <a:gd name="T10" fmla="*/ 3070 w 5957"/>
                <a:gd name="T11" fmla="*/ 3159 h 3807"/>
                <a:gd name="T12" fmla="*/ 2890 w 5957"/>
                <a:gd name="T13" fmla="*/ 3298 h 3807"/>
                <a:gd name="T14" fmla="*/ 2844 w 5957"/>
                <a:gd name="T15" fmla="*/ 3471 h 3807"/>
                <a:gd name="T16" fmla="*/ 2782 w 5957"/>
                <a:gd name="T17" fmla="*/ 3181 h 3807"/>
                <a:gd name="T18" fmla="*/ 2401 w 5957"/>
                <a:gd name="T19" fmla="*/ 3214 h 3807"/>
                <a:gd name="T20" fmla="*/ 2195 w 5957"/>
                <a:gd name="T21" fmla="*/ 3048 h 3807"/>
                <a:gd name="T22" fmla="*/ 1851 w 5957"/>
                <a:gd name="T23" fmla="*/ 2860 h 3807"/>
                <a:gd name="T24" fmla="*/ 1711 w 5957"/>
                <a:gd name="T25" fmla="*/ 2758 h 3807"/>
                <a:gd name="T26" fmla="*/ 1479 w 5957"/>
                <a:gd name="T27" fmla="*/ 2461 h 3807"/>
                <a:gd name="T28" fmla="*/ 1314 w 5957"/>
                <a:gd name="T29" fmla="*/ 2401 h 3807"/>
                <a:gd name="T30" fmla="*/ 1117 w 5957"/>
                <a:gd name="T31" fmla="*/ 2193 h 3807"/>
                <a:gd name="T32" fmla="*/ 892 w 5957"/>
                <a:gd name="T33" fmla="*/ 1902 h 3807"/>
                <a:gd name="T34" fmla="*/ 693 w 5957"/>
                <a:gd name="T35" fmla="*/ 1959 h 3807"/>
                <a:gd name="T36" fmla="*/ 461 w 5957"/>
                <a:gd name="T37" fmla="*/ 1715 h 3807"/>
                <a:gd name="T38" fmla="*/ 67 w 5957"/>
                <a:gd name="T39" fmla="*/ 1397 h 3807"/>
                <a:gd name="T40" fmla="*/ 103 w 5957"/>
                <a:gd name="T41" fmla="*/ 1195 h 3807"/>
                <a:gd name="T42" fmla="*/ 147 w 5957"/>
                <a:gd name="T43" fmla="*/ 858 h 3807"/>
                <a:gd name="T44" fmla="*/ 322 w 5957"/>
                <a:gd name="T45" fmla="*/ 951 h 3807"/>
                <a:gd name="T46" fmla="*/ 337 w 5957"/>
                <a:gd name="T47" fmla="*/ 660 h 3807"/>
                <a:gd name="T48" fmla="*/ 336 w 5957"/>
                <a:gd name="T49" fmla="*/ 297 h 3807"/>
                <a:gd name="T50" fmla="*/ 486 w 5957"/>
                <a:gd name="T51" fmla="*/ 301 h 3807"/>
                <a:gd name="T52" fmla="*/ 694 w 5957"/>
                <a:gd name="T53" fmla="*/ 221 h 3807"/>
                <a:gd name="T54" fmla="*/ 967 w 5957"/>
                <a:gd name="T55" fmla="*/ 21 h 3807"/>
                <a:gd name="T56" fmla="*/ 1263 w 5957"/>
                <a:gd name="T57" fmla="*/ 143 h 3807"/>
                <a:gd name="T58" fmla="*/ 1551 w 5957"/>
                <a:gd name="T59" fmla="*/ 88 h 3807"/>
                <a:gd name="T60" fmla="*/ 1754 w 5957"/>
                <a:gd name="T61" fmla="*/ 283 h 3807"/>
                <a:gd name="T62" fmla="*/ 2039 w 5957"/>
                <a:gd name="T63" fmla="*/ 235 h 3807"/>
                <a:gd name="T64" fmla="*/ 2400 w 5957"/>
                <a:gd name="T65" fmla="*/ 254 h 3807"/>
                <a:gd name="T66" fmla="*/ 2771 w 5957"/>
                <a:gd name="T67" fmla="*/ 145 h 3807"/>
                <a:gd name="T68" fmla="*/ 3221 w 5957"/>
                <a:gd name="T69" fmla="*/ 180 h 3807"/>
                <a:gd name="T70" fmla="*/ 3345 w 5957"/>
                <a:gd name="T71" fmla="*/ 343 h 3807"/>
                <a:gd name="T72" fmla="*/ 3359 w 5957"/>
                <a:gd name="T73" fmla="*/ 635 h 3807"/>
                <a:gd name="T74" fmla="*/ 3515 w 5957"/>
                <a:gd name="T75" fmla="*/ 1356 h 3807"/>
                <a:gd name="T76" fmla="*/ 3792 w 5957"/>
                <a:gd name="T77" fmla="*/ 1468 h 3807"/>
                <a:gd name="T78" fmla="*/ 4349 w 5957"/>
                <a:gd name="T79" fmla="*/ 1799 h 3807"/>
                <a:gd name="T80" fmla="*/ 4748 w 5957"/>
                <a:gd name="T81" fmla="*/ 1829 h 3807"/>
                <a:gd name="T82" fmla="*/ 4913 w 5957"/>
                <a:gd name="T83" fmla="*/ 2046 h 3807"/>
                <a:gd name="T84" fmla="*/ 5094 w 5957"/>
                <a:gd name="T85" fmla="*/ 2237 h 3807"/>
                <a:gd name="T86" fmla="*/ 5187 w 5957"/>
                <a:gd name="T87" fmla="*/ 2174 h 3807"/>
                <a:gd name="T88" fmla="*/ 5395 w 5957"/>
                <a:gd name="T89" fmla="*/ 2173 h 3807"/>
                <a:gd name="T90" fmla="*/ 5530 w 5957"/>
                <a:gd name="T91" fmla="*/ 2000 h 3807"/>
                <a:gd name="T92" fmla="*/ 5825 w 5957"/>
                <a:gd name="T93" fmla="*/ 2377 h 3807"/>
                <a:gd name="T94" fmla="*/ 5957 w 5957"/>
                <a:gd name="T95" fmla="*/ 2783 h 3807"/>
                <a:gd name="T96" fmla="*/ 5916 w 5957"/>
                <a:gd name="T97" fmla="*/ 3205 h 3807"/>
                <a:gd name="T98" fmla="*/ 5900 w 5957"/>
                <a:gd name="T99" fmla="*/ 3270 h 3807"/>
                <a:gd name="T100" fmla="*/ 5714 w 5957"/>
                <a:gd name="T101" fmla="*/ 3258 h 3807"/>
                <a:gd name="T102" fmla="*/ 5735 w 5957"/>
                <a:gd name="T103" fmla="*/ 3527 h 3807"/>
                <a:gd name="T104" fmla="*/ 5623 w 5957"/>
                <a:gd name="T105" fmla="*/ 3541 h 3807"/>
                <a:gd name="T106" fmla="*/ 5352 w 5957"/>
                <a:gd name="T107" fmla="*/ 3567 h 3807"/>
                <a:gd name="T108" fmla="*/ 5192 w 5957"/>
                <a:gd name="T109" fmla="*/ 3566 h 3807"/>
                <a:gd name="T110" fmla="*/ 4985 w 5957"/>
                <a:gd name="T111" fmla="*/ 3410 h 3807"/>
                <a:gd name="T112" fmla="*/ 4780 w 5957"/>
                <a:gd name="T113" fmla="*/ 3438 h 3807"/>
                <a:gd name="T114" fmla="*/ 4505 w 5957"/>
                <a:gd name="T115" fmla="*/ 3621 h 3807"/>
                <a:gd name="T116" fmla="*/ 4277 w 5957"/>
                <a:gd name="T117" fmla="*/ 3762 h 38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957" h="3807">
                  <a:moveTo>
                    <a:pt x="4098" y="3807"/>
                  </a:moveTo>
                  <a:cubicBezTo>
                    <a:pt x="4066" y="3773"/>
                    <a:pt x="3868" y="3778"/>
                    <a:pt x="3842" y="3778"/>
                  </a:cubicBezTo>
                  <a:cubicBezTo>
                    <a:pt x="3830" y="3781"/>
                    <a:pt x="3817" y="3784"/>
                    <a:pt x="3804" y="3790"/>
                  </a:cubicBezTo>
                  <a:cubicBezTo>
                    <a:pt x="3622" y="3772"/>
                    <a:pt x="3725" y="3706"/>
                    <a:pt x="3757" y="3615"/>
                  </a:cubicBezTo>
                  <a:cubicBezTo>
                    <a:pt x="3757" y="3592"/>
                    <a:pt x="3757" y="3569"/>
                    <a:pt x="3757" y="3546"/>
                  </a:cubicBezTo>
                  <a:cubicBezTo>
                    <a:pt x="3636" y="3504"/>
                    <a:pt x="3646" y="3471"/>
                    <a:pt x="3627" y="3399"/>
                  </a:cubicBezTo>
                  <a:cubicBezTo>
                    <a:pt x="3621" y="3389"/>
                    <a:pt x="3615" y="3379"/>
                    <a:pt x="3608" y="3372"/>
                  </a:cubicBezTo>
                  <a:cubicBezTo>
                    <a:pt x="3544" y="3371"/>
                    <a:pt x="3497" y="3363"/>
                    <a:pt x="3452" y="3349"/>
                  </a:cubicBezTo>
                  <a:cubicBezTo>
                    <a:pt x="3433" y="3322"/>
                    <a:pt x="3417" y="3295"/>
                    <a:pt x="3401" y="3272"/>
                  </a:cubicBezTo>
                  <a:cubicBezTo>
                    <a:pt x="3321" y="3247"/>
                    <a:pt x="3248" y="3206"/>
                    <a:pt x="3216" y="3179"/>
                  </a:cubicBezTo>
                  <a:cubicBezTo>
                    <a:pt x="3204" y="3172"/>
                    <a:pt x="3191" y="3165"/>
                    <a:pt x="3178" y="3162"/>
                  </a:cubicBezTo>
                  <a:cubicBezTo>
                    <a:pt x="3140" y="3161"/>
                    <a:pt x="3105" y="3160"/>
                    <a:pt x="3070" y="3159"/>
                  </a:cubicBezTo>
                  <a:cubicBezTo>
                    <a:pt x="3021" y="3187"/>
                    <a:pt x="2992" y="3239"/>
                    <a:pt x="2932" y="3260"/>
                  </a:cubicBezTo>
                  <a:cubicBezTo>
                    <a:pt x="2916" y="3273"/>
                    <a:pt x="2903" y="3286"/>
                    <a:pt x="2890" y="3298"/>
                  </a:cubicBezTo>
                  <a:cubicBezTo>
                    <a:pt x="2880" y="3315"/>
                    <a:pt x="2874" y="3331"/>
                    <a:pt x="2867" y="3347"/>
                  </a:cubicBezTo>
                  <a:cubicBezTo>
                    <a:pt x="2857" y="3386"/>
                    <a:pt x="2851" y="3428"/>
                    <a:pt x="2844" y="3471"/>
                  </a:cubicBezTo>
                  <a:cubicBezTo>
                    <a:pt x="2694" y="3444"/>
                    <a:pt x="2736" y="3311"/>
                    <a:pt x="2782" y="3230"/>
                  </a:cubicBezTo>
                  <a:cubicBezTo>
                    <a:pt x="2782" y="3214"/>
                    <a:pt x="2782" y="3197"/>
                    <a:pt x="2782" y="3181"/>
                  </a:cubicBezTo>
                  <a:cubicBezTo>
                    <a:pt x="2715" y="3127"/>
                    <a:pt x="2718" y="3147"/>
                    <a:pt x="2674" y="3139"/>
                  </a:cubicBezTo>
                  <a:cubicBezTo>
                    <a:pt x="2546" y="3162"/>
                    <a:pt x="2485" y="3167"/>
                    <a:pt x="2401" y="3214"/>
                  </a:cubicBezTo>
                  <a:cubicBezTo>
                    <a:pt x="2309" y="3212"/>
                    <a:pt x="2261" y="3145"/>
                    <a:pt x="2239" y="3095"/>
                  </a:cubicBezTo>
                  <a:cubicBezTo>
                    <a:pt x="2223" y="3079"/>
                    <a:pt x="2207" y="3062"/>
                    <a:pt x="2195" y="3048"/>
                  </a:cubicBezTo>
                  <a:cubicBezTo>
                    <a:pt x="2112" y="3046"/>
                    <a:pt x="2032" y="3044"/>
                    <a:pt x="1952" y="3042"/>
                  </a:cubicBezTo>
                  <a:cubicBezTo>
                    <a:pt x="1885" y="2995"/>
                    <a:pt x="1876" y="2906"/>
                    <a:pt x="1851" y="2860"/>
                  </a:cubicBezTo>
                  <a:cubicBezTo>
                    <a:pt x="1800" y="2842"/>
                    <a:pt x="1797" y="2845"/>
                    <a:pt x="1778" y="2812"/>
                  </a:cubicBezTo>
                  <a:cubicBezTo>
                    <a:pt x="1755" y="2792"/>
                    <a:pt x="1733" y="2775"/>
                    <a:pt x="1711" y="2758"/>
                  </a:cubicBezTo>
                  <a:cubicBezTo>
                    <a:pt x="1669" y="2740"/>
                    <a:pt x="1628" y="2726"/>
                    <a:pt x="1587" y="2712"/>
                  </a:cubicBezTo>
                  <a:cubicBezTo>
                    <a:pt x="1463" y="2598"/>
                    <a:pt x="1495" y="2582"/>
                    <a:pt x="1479" y="2461"/>
                  </a:cubicBezTo>
                  <a:cubicBezTo>
                    <a:pt x="1470" y="2441"/>
                    <a:pt x="1460" y="2421"/>
                    <a:pt x="1451" y="2401"/>
                  </a:cubicBezTo>
                  <a:cubicBezTo>
                    <a:pt x="1403" y="2400"/>
                    <a:pt x="1358" y="2399"/>
                    <a:pt x="1314" y="2401"/>
                  </a:cubicBezTo>
                  <a:cubicBezTo>
                    <a:pt x="1218" y="2366"/>
                    <a:pt x="1225" y="2336"/>
                    <a:pt x="1212" y="2277"/>
                  </a:cubicBezTo>
                  <a:cubicBezTo>
                    <a:pt x="1171" y="2224"/>
                    <a:pt x="1142" y="2207"/>
                    <a:pt x="1117" y="2193"/>
                  </a:cubicBezTo>
                  <a:cubicBezTo>
                    <a:pt x="1075" y="2156"/>
                    <a:pt x="1034" y="2119"/>
                    <a:pt x="996" y="2082"/>
                  </a:cubicBezTo>
                  <a:cubicBezTo>
                    <a:pt x="961" y="2022"/>
                    <a:pt x="926" y="1962"/>
                    <a:pt x="892" y="1902"/>
                  </a:cubicBezTo>
                  <a:cubicBezTo>
                    <a:pt x="825" y="1900"/>
                    <a:pt x="805" y="1903"/>
                    <a:pt x="767" y="1919"/>
                  </a:cubicBezTo>
                  <a:cubicBezTo>
                    <a:pt x="741" y="1931"/>
                    <a:pt x="716" y="1944"/>
                    <a:pt x="693" y="1959"/>
                  </a:cubicBezTo>
                  <a:cubicBezTo>
                    <a:pt x="655" y="1958"/>
                    <a:pt x="616" y="1957"/>
                    <a:pt x="581" y="1957"/>
                  </a:cubicBezTo>
                  <a:cubicBezTo>
                    <a:pt x="480" y="1885"/>
                    <a:pt x="474" y="1790"/>
                    <a:pt x="461" y="1715"/>
                  </a:cubicBezTo>
                  <a:cubicBezTo>
                    <a:pt x="430" y="1665"/>
                    <a:pt x="401" y="1615"/>
                    <a:pt x="373" y="1565"/>
                  </a:cubicBezTo>
                  <a:cubicBezTo>
                    <a:pt x="278" y="1464"/>
                    <a:pt x="160" y="1429"/>
                    <a:pt x="67" y="1397"/>
                  </a:cubicBezTo>
                  <a:cubicBezTo>
                    <a:pt x="0" y="1346"/>
                    <a:pt x="39" y="1298"/>
                    <a:pt x="58" y="1266"/>
                  </a:cubicBezTo>
                  <a:cubicBezTo>
                    <a:pt x="84" y="1250"/>
                    <a:pt x="97" y="1204"/>
                    <a:pt x="103" y="1195"/>
                  </a:cubicBezTo>
                  <a:cubicBezTo>
                    <a:pt x="104" y="1116"/>
                    <a:pt x="108" y="1041"/>
                    <a:pt x="111" y="966"/>
                  </a:cubicBezTo>
                  <a:cubicBezTo>
                    <a:pt x="77" y="867"/>
                    <a:pt x="48" y="856"/>
                    <a:pt x="147" y="858"/>
                  </a:cubicBezTo>
                  <a:cubicBezTo>
                    <a:pt x="156" y="865"/>
                    <a:pt x="166" y="875"/>
                    <a:pt x="179" y="885"/>
                  </a:cubicBezTo>
                  <a:cubicBezTo>
                    <a:pt x="191" y="919"/>
                    <a:pt x="251" y="1041"/>
                    <a:pt x="322" y="951"/>
                  </a:cubicBezTo>
                  <a:cubicBezTo>
                    <a:pt x="332" y="919"/>
                    <a:pt x="342" y="890"/>
                    <a:pt x="351" y="860"/>
                  </a:cubicBezTo>
                  <a:cubicBezTo>
                    <a:pt x="345" y="791"/>
                    <a:pt x="339" y="726"/>
                    <a:pt x="337" y="660"/>
                  </a:cubicBezTo>
                  <a:cubicBezTo>
                    <a:pt x="318" y="607"/>
                    <a:pt x="299" y="558"/>
                    <a:pt x="280" y="508"/>
                  </a:cubicBezTo>
                  <a:cubicBezTo>
                    <a:pt x="258" y="393"/>
                    <a:pt x="268" y="347"/>
                    <a:pt x="336" y="297"/>
                  </a:cubicBezTo>
                  <a:cubicBezTo>
                    <a:pt x="345" y="281"/>
                    <a:pt x="355" y="264"/>
                    <a:pt x="368" y="248"/>
                  </a:cubicBezTo>
                  <a:cubicBezTo>
                    <a:pt x="406" y="266"/>
                    <a:pt x="444" y="283"/>
                    <a:pt x="486" y="301"/>
                  </a:cubicBezTo>
                  <a:cubicBezTo>
                    <a:pt x="521" y="301"/>
                    <a:pt x="556" y="302"/>
                    <a:pt x="594" y="303"/>
                  </a:cubicBezTo>
                  <a:cubicBezTo>
                    <a:pt x="623" y="275"/>
                    <a:pt x="658" y="262"/>
                    <a:pt x="694" y="221"/>
                  </a:cubicBezTo>
                  <a:cubicBezTo>
                    <a:pt x="733" y="114"/>
                    <a:pt x="775" y="59"/>
                    <a:pt x="877" y="3"/>
                  </a:cubicBezTo>
                  <a:cubicBezTo>
                    <a:pt x="906" y="3"/>
                    <a:pt x="906" y="0"/>
                    <a:pt x="967" y="21"/>
                  </a:cubicBezTo>
                  <a:cubicBezTo>
                    <a:pt x="1011" y="52"/>
                    <a:pt x="1059" y="82"/>
                    <a:pt x="1107" y="113"/>
                  </a:cubicBezTo>
                  <a:cubicBezTo>
                    <a:pt x="1106" y="202"/>
                    <a:pt x="1202" y="161"/>
                    <a:pt x="1263" y="143"/>
                  </a:cubicBezTo>
                  <a:cubicBezTo>
                    <a:pt x="1298" y="138"/>
                    <a:pt x="1337" y="132"/>
                    <a:pt x="1375" y="126"/>
                  </a:cubicBezTo>
                  <a:cubicBezTo>
                    <a:pt x="1452" y="50"/>
                    <a:pt x="1443" y="14"/>
                    <a:pt x="1551" y="88"/>
                  </a:cubicBezTo>
                  <a:cubicBezTo>
                    <a:pt x="1550" y="180"/>
                    <a:pt x="1550" y="170"/>
                    <a:pt x="1646" y="235"/>
                  </a:cubicBezTo>
                  <a:cubicBezTo>
                    <a:pt x="1681" y="249"/>
                    <a:pt x="1716" y="266"/>
                    <a:pt x="1754" y="283"/>
                  </a:cubicBezTo>
                  <a:cubicBezTo>
                    <a:pt x="1783" y="284"/>
                    <a:pt x="1812" y="285"/>
                    <a:pt x="1844" y="286"/>
                  </a:cubicBezTo>
                  <a:cubicBezTo>
                    <a:pt x="1898" y="261"/>
                    <a:pt x="1959" y="239"/>
                    <a:pt x="2039" y="235"/>
                  </a:cubicBezTo>
                  <a:cubicBezTo>
                    <a:pt x="2148" y="195"/>
                    <a:pt x="2145" y="179"/>
                    <a:pt x="2272" y="247"/>
                  </a:cubicBezTo>
                  <a:cubicBezTo>
                    <a:pt x="2314" y="248"/>
                    <a:pt x="2355" y="249"/>
                    <a:pt x="2400" y="254"/>
                  </a:cubicBezTo>
                  <a:cubicBezTo>
                    <a:pt x="2442" y="222"/>
                    <a:pt x="2432" y="192"/>
                    <a:pt x="2483" y="181"/>
                  </a:cubicBezTo>
                  <a:cubicBezTo>
                    <a:pt x="2576" y="104"/>
                    <a:pt x="2621" y="66"/>
                    <a:pt x="2771" y="145"/>
                  </a:cubicBezTo>
                  <a:cubicBezTo>
                    <a:pt x="2873" y="148"/>
                    <a:pt x="3011" y="128"/>
                    <a:pt x="3135" y="132"/>
                  </a:cubicBezTo>
                  <a:cubicBezTo>
                    <a:pt x="3164" y="145"/>
                    <a:pt x="3193" y="163"/>
                    <a:pt x="3221" y="180"/>
                  </a:cubicBezTo>
                  <a:cubicBezTo>
                    <a:pt x="3244" y="203"/>
                    <a:pt x="3278" y="250"/>
                    <a:pt x="3342" y="268"/>
                  </a:cubicBezTo>
                  <a:cubicBezTo>
                    <a:pt x="3342" y="291"/>
                    <a:pt x="3342" y="317"/>
                    <a:pt x="3345" y="343"/>
                  </a:cubicBezTo>
                  <a:cubicBezTo>
                    <a:pt x="3370" y="383"/>
                    <a:pt x="3443" y="447"/>
                    <a:pt x="3414" y="538"/>
                  </a:cubicBezTo>
                  <a:cubicBezTo>
                    <a:pt x="3395" y="570"/>
                    <a:pt x="3375" y="603"/>
                    <a:pt x="3359" y="635"/>
                  </a:cubicBezTo>
                  <a:cubicBezTo>
                    <a:pt x="3359" y="674"/>
                    <a:pt x="3359" y="714"/>
                    <a:pt x="3359" y="753"/>
                  </a:cubicBezTo>
                  <a:cubicBezTo>
                    <a:pt x="3380" y="956"/>
                    <a:pt x="3337" y="1168"/>
                    <a:pt x="3515" y="1356"/>
                  </a:cubicBezTo>
                  <a:cubicBezTo>
                    <a:pt x="3543" y="1373"/>
                    <a:pt x="3604" y="1417"/>
                    <a:pt x="3658" y="1441"/>
                  </a:cubicBezTo>
                  <a:cubicBezTo>
                    <a:pt x="3703" y="1449"/>
                    <a:pt x="3747" y="1457"/>
                    <a:pt x="3792" y="1468"/>
                  </a:cubicBezTo>
                  <a:cubicBezTo>
                    <a:pt x="3855" y="1597"/>
                    <a:pt x="3954" y="1642"/>
                    <a:pt x="4120" y="1673"/>
                  </a:cubicBezTo>
                  <a:cubicBezTo>
                    <a:pt x="4187" y="1727"/>
                    <a:pt x="4231" y="1783"/>
                    <a:pt x="4349" y="1799"/>
                  </a:cubicBezTo>
                  <a:cubicBezTo>
                    <a:pt x="4458" y="1799"/>
                    <a:pt x="4567" y="1798"/>
                    <a:pt x="4675" y="1801"/>
                  </a:cubicBezTo>
                  <a:cubicBezTo>
                    <a:pt x="4697" y="1808"/>
                    <a:pt x="4723" y="1819"/>
                    <a:pt x="4748" y="1829"/>
                  </a:cubicBezTo>
                  <a:cubicBezTo>
                    <a:pt x="4780" y="1850"/>
                    <a:pt x="4815" y="1873"/>
                    <a:pt x="4850" y="1897"/>
                  </a:cubicBezTo>
                  <a:cubicBezTo>
                    <a:pt x="4869" y="1947"/>
                    <a:pt x="4891" y="1997"/>
                    <a:pt x="4913" y="2046"/>
                  </a:cubicBezTo>
                  <a:cubicBezTo>
                    <a:pt x="4935" y="2135"/>
                    <a:pt x="4932" y="2145"/>
                    <a:pt x="5027" y="2232"/>
                  </a:cubicBezTo>
                  <a:cubicBezTo>
                    <a:pt x="5050" y="2233"/>
                    <a:pt x="5072" y="2234"/>
                    <a:pt x="5094" y="2237"/>
                  </a:cubicBezTo>
                  <a:cubicBezTo>
                    <a:pt x="5104" y="2218"/>
                    <a:pt x="5117" y="2199"/>
                    <a:pt x="5130" y="2179"/>
                  </a:cubicBezTo>
                  <a:cubicBezTo>
                    <a:pt x="5149" y="2177"/>
                    <a:pt x="5168" y="2174"/>
                    <a:pt x="5187" y="2174"/>
                  </a:cubicBezTo>
                  <a:cubicBezTo>
                    <a:pt x="5187" y="2210"/>
                    <a:pt x="5228" y="2238"/>
                    <a:pt x="5286" y="2239"/>
                  </a:cubicBezTo>
                  <a:cubicBezTo>
                    <a:pt x="5321" y="2217"/>
                    <a:pt x="5357" y="2195"/>
                    <a:pt x="5395" y="2173"/>
                  </a:cubicBezTo>
                  <a:cubicBezTo>
                    <a:pt x="5437" y="2122"/>
                    <a:pt x="5472" y="2047"/>
                    <a:pt x="5517" y="2003"/>
                  </a:cubicBezTo>
                  <a:cubicBezTo>
                    <a:pt x="5521" y="1999"/>
                    <a:pt x="5524" y="1999"/>
                    <a:pt x="5530" y="2000"/>
                  </a:cubicBezTo>
                  <a:cubicBezTo>
                    <a:pt x="5546" y="2023"/>
                    <a:pt x="5591" y="2057"/>
                    <a:pt x="5648" y="2094"/>
                  </a:cubicBezTo>
                  <a:cubicBezTo>
                    <a:pt x="5667" y="2177"/>
                    <a:pt x="5739" y="2280"/>
                    <a:pt x="5825" y="2377"/>
                  </a:cubicBezTo>
                  <a:cubicBezTo>
                    <a:pt x="5844" y="2446"/>
                    <a:pt x="5863" y="2516"/>
                    <a:pt x="5885" y="2585"/>
                  </a:cubicBezTo>
                  <a:cubicBezTo>
                    <a:pt x="5913" y="2628"/>
                    <a:pt x="5957" y="2688"/>
                    <a:pt x="5957" y="2783"/>
                  </a:cubicBezTo>
                  <a:cubicBezTo>
                    <a:pt x="5886" y="2866"/>
                    <a:pt x="5883" y="2857"/>
                    <a:pt x="5885" y="2988"/>
                  </a:cubicBezTo>
                  <a:cubicBezTo>
                    <a:pt x="5901" y="3044"/>
                    <a:pt x="5949" y="3120"/>
                    <a:pt x="5916" y="3205"/>
                  </a:cubicBezTo>
                  <a:cubicBezTo>
                    <a:pt x="5916" y="3224"/>
                    <a:pt x="5916" y="3247"/>
                    <a:pt x="5916" y="3270"/>
                  </a:cubicBezTo>
                  <a:cubicBezTo>
                    <a:pt x="5909" y="3270"/>
                    <a:pt x="5903" y="3270"/>
                    <a:pt x="5900" y="3270"/>
                  </a:cubicBezTo>
                  <a:cubicBezTo>
                    <a:pt x="5900" y="3243"/>
                    <a:pt x="5852" y="3223"/>
                    <a:pt x="5839" y="3206"/>
                  </a:cubicBezTo>
                  <a:cubicBezTo>
                    <a:pt x="5760" y="3204"/>
                    <a:pt x="5750" y="3233"/>
                    <a:pt x="5714" y="3258"/>
                  </a:cubicBezTo>
                  <a:cubicBezTo>
                    <a:pt x="5714" y="3307"/>
                    <a:pt x="5733" y="3364"/>
                    <a:pt x="5745" y="3449"/>
                  </a:cubicBezTo>
                  <a:cubicBezTo>
                    <a:pt x="5742" y="3475"/>
                    <a:pt x="5739" y="3501"/>
                    <a:pt x="5735" y="3527"/>
                  </a:cubicBezTo>
                  <a:cubicBezTo>
                    <a:pt x="5722" y="3530"/>
                    <a:pt x="5710" y="3537"/>
                    <a:pt x="5697" y="3543"/>
                  </a:cubicBezTo>
                  <a:cubicBezTo>
                    <a:pt x="5671" y="3542"/>
                    <a:pt x="5646" y="3542"/>
                    <a:pt x="5623" y="3541"/>
                  </a:cubicBezTo>
                  <a:cubicBezTo>
                    <a:pt x="5588" y="3494"/>
                    <a:pt x="5557" y="3451"/>
                    <a:pt x="5525" y="3408"/>
                  </a:cubicBezTo>
                  <a:cubicBezTo>
                    <a:pt x="5401" y="3342"/>
                    <a:pt x="5327" y="3439"/>
                    <a:pt x="5352" y="3567"/>
                  </a:cubicBezTo>
                  <a:cubicBezTo>
                    <a:pt x="5342" y="3583"/>
                    <a:pt x="5332" y="3599"/>
                    <a:pt x="5326" y="3619"/>
                  </a:cubicBezTo>
                  <a:cubicBezTo>
                    <a:pt x="5271" y="3617"/>
                    <a:pt x="5205" y="3580"/>
                    <a:pt x="5192" y="3566"/>
                  </a:cubicBezTo>
                  <a:cubicBezTo>
                    <a:pt x="5186" y="3540"/>
                    <a:pt x="5179" y="3517"/>
                    <a:pt x="5176" y="3494"/>
                  </a:cubicBezTo>
                  <a:cubicBezTo>
                    <a:pt x="5100" y="3449"/>
                    <a:pt x="5033" y="3431"/>
                    <a:pt x="4985" y="3410"/>
                  </a:cubicBezTo>
                  <a:cubicBezTo>
                    <a:pt x="4972" y="3394"/>
                    <a:pt x="4960" y="3377"/>
                    <a:pt x="4950" y="3364"/>
                  </a:cubicBezTo>
                  <a:cubicBezTo>
                    <a:pt x="4845" y="3361"/>
                    <a:pt x="4854" y="3381"/>
                    <a:pt x="4780" y="3438"/>
                  </a:cubicBezTo>
                  <a:cubicBezTo>
                    <a:pt x="4736" y="3460"/>
                    <a:pt x="4691" y="3485"/>
                    <a:pt x="4649" y="3510"/>
                  </a:cubicBezTo>
                  <a:cubicBezTo>
                    <a:pt x="4547" y="3527"/>
                    <a:pt x="4563" y="3540"/>
                    <a:pt x="4505" y="3621"/>
                  </a:cubicBezTo>
                  <a:cubicBezTo>
                    <a:pt x="4370" y="3634"/>
                    <a:pt x="4383" y="3634"/>
                    <a:pt x="4309" y="3734"/>
                  </a:cubicBezTo>
                  <a:cubicBezTo>
                    <a:pt x="4296" y="3743"/>
                    <a:pt x="4287" y="3753"/>
                    <a:pt x="4277" y="3762"/>
                  </a:cubicBezTo>
                  <a:cubicBezTo>
                    <a:pt x="4194" y="3773"/>
                    <a:pt x="4155" y="3789"/>
                    <a:pt x="4098" y="3807"/>
                  </a:cubicBezTo>
                  <a:close/>
                </a:path>
              </a:pathLst>
            </a:custGeom>
            <a:grpFill/>
            <a:ln w="8" cap="flat">
              <a:solidFill>
                <a:srgbClr val="FFFFFF"/>
              </a:solidFill>
              <a:prstDash val="solid"/>
              <a:miter lim="800000"/>
              <a:headEnd/>
              <a:tailEnd/>
            </a:ln>
          </p:spPr>
          <p:txBody>
            <a:bodyPr vert="horz" wrap="square" lIns="91424" tIns="45712" rIns="91424" bIns="45712" numCol="1" anchor="t" anchorCtr="0" compatLnSpc="1">
              <a:prstTxWarp prst="textNoShape">
                <a:avLst/>
              </a:prstTxWarp>
            </a:bodyPr>
            <a:lstStyle/>
            <a:p>
              <a:endParaRPr lang="zh-CN" altLang="en-US">
                <a:solidFill>
                  <a:srgbClr val="000000"/>
                </a:solidFill>
              </a:endParaRPr>
            </a:p>
          </p:txBody>
        </p:sp>
        <p:sp>
          <p:nvSpPr>
            <p:cNvPr id="72" name="Freeform 16"/>
            <p:cNvSpPr>
              <a:spLocks/>
            </p:cNvSpPr>
            <p:nvPr/>
          </p:nvSpPr>
          <p:spPr bwMode="auto">
            <a:xfrm>
              <a:off x="5721712" y="3086131"/>
              <a:ext cx="321773" cy="329133"/>
            </a:xfrm>
            <a:custGeom>
              <a:avLst/>
              <a:gdLst>
                <a:gd name="T0" fmla="*/ 478 w 1119"/>
                <a:gd name="T1" fmla="*/ 1150 h 1150"/>
                <a:gd name="T2" fmla="*/ 325 w 1119"/>
                <a:gd name="T3" fmla="*/ 1080 h 1150"/>
                <a:gd name="T4" fmla="*/ 259 w 1119"/>
                <a:gd name="T5" fmla="*/ 876 h 1150"/>
                <a:gd name="T6" fmla="*/ 202 w 1119"/>
                <a:gd name="T7" fmla="*/ 822 h 1150"/>
                <a:gd name="T8" fmla="*/ 145 w 1119"/>
                <a:gd name="T9" fmla="*/ 814 h 1150"/>
                <a:gd name="T10" fmla="*/ 0 w 1119"/>
                <a:gd name="T11" fmla="*/ 519 h 1150"/>
                <a:gd name="T12" fmla="*/ 80 w 1119"/>
                <a:gd name="T13" fmla="*/ 396 h 1150"/>
                <a:gd name="T14" fmla="*/ 180 w 1119"/>
                <a:gd name="T15" fmla="*/ 294 h 1150"/>
                <a:gd name="T16" fmla="*/ 219 w 1119"/>
                <a:gd name="T17" fmla="*/ 233 h 1150"/>
                <a:gd name="T18" fmla="*/ 226 w 1119"/>
                <a:gd name="T19" fmla="*/ 73 h 1150"/>
                <a:gd name="T20" fmla="*/ 347 w 1119"/>
                <a:gd name="T21" fmla="*/ 56 h 1150"/>
                <a:gd name="T22" fmla="*/ 430 w 1119"/>
                <a:gd name="T23" fmla="*/ 58 h 1150"/>
                <a:gd name="T24" fmla="*/ 622 w 1119"/>
                <a:gd name="T25" fmla="*/ 53 h 1150"/>
                <a:gd name="T26" fmla="*/ 778 w 1119"/>
                <a:gd name="T27" fmla="*/ 103 h 1150"/>
                <a:gd name="T28" fmla="*/ 916 w 1119"/>
                <a:gd name="T29" fmla="*/ 64 h 1150"/>
                <a:gd name="T30" fmla="*/ 993 w 1119"/>
                <a:gd name="T31" fmla="*/ 98 h 1150"/>
                <a:gd name="T32" fmla="*/ 1114 w 1119"/>
                <a:gd name="T33" fmla="*/ 115 h 1150"/>
                <a:gd name="T34" fmla="*/ 975 w 1119"/>
                <a:gd name="T35" fmla="*/ 301 h 1150"/>
                <a:gd name="T36" fmla="*/ 1068 w 1119"/>
                <a:gd name="T37" fmla="*/ 303 h 1150"/>
                <a:gd name="T38" fmla="*/ 1107 w 1119"/>
                <a:gd name="T39" fmla="*/ 265 h 1150"/>
                <a:gd name="T40" fmla="*/ 1097 w 1119"/>
                <a:gd name="T41" fmla="*/ 343 h 1150"/>
                <a:gd name="T42" fmla="*/ 981 w 1119"/>
                <a:gd name="T43" fmla="*/ 390 h 1150"/>
                <a:gd name="T44" fmla="*/ 987 w 1119"/>
                <a:gd name="T45" fmla="*/ 449 h 1150"/>
                <a:gd name="T46" fmla="*/ 1048 w 1119"/>
                <a:gd name="T47" fmla="*/ 483 h 1150"/>
                <a:gd name="T48" fmla="*/ 1034 w 1119"/>
                <a:gd name="T49" fmla="*/ 650 h 1150"/>
                <a:gd name="T50" fmla="*/ 1027 w 1119"/>
                <a:gd name="T51" fmla="*/ 780 h 1150"/>
                <a:gd name="T52" fmla="*/ 1001 w 1119"/>
                <a:gd name="T53" fmla="*/ 786 h 1150"/>
                <a:gd name="T54" fmla="*/ 998 w 1119"/>
                <a:gd name="T55" fmla="*/ 747 h 1150"/>
                <a:gd name="T56" fmla="*/ 822 w 1119"/>
                <a:gd name="T57" fmla="*/ 873 h 1150"/>
                <a:gd name="T58" fmla="*/ 799 w 1119"/>
                <a:gd name="T59" fmla="*/ 929 h 1150"/>
                <a:gd name="T60" fmla="*/ 792 w 1119"/>
                <a:gd name="T61" fmla="*/ 1109 h 1150"/>
                <a:gd name="T62" fmla="*/ 760 w 1119"/>
                <a:gd name="T63" fmla="*/ 1101 h 1150"/>
                <a:gd name="T64" fmla="*/ 478 w 1119"/>
                <a:gd name="T65" fmla="*/ 1150 h 1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19" h="1150">
                  <a:moveTo>
                    <a:pt x="478" y="1150"/>
                  </a:moveTo>
                  <a:cubicBezTo>
                    <a:pt x="386" y="1131"/>
                    <a:pt x="360" y="1117"/>
                    <a:pt x="325" y="1080"/>
                  </a:cubicBezTo>
                  <a:cubicBezTo>
                    <a:pt x="303" y="1011"/>
                    <a:pt x="281" y="942"/>
                    <a:pt x="259" y="876"/>
                  </a:cubicBezTo>
                  <a:cubicBezTo>
                    <a:pt x="240" y="856"/>
                    <a:pt x="221" y="839"/>
                    <a:pt x="202" y="822"/>
                  </a:cubicBezTo>
                  <a:cubicBezTo>
                    <a:pt x="183" y="818"/>
                    <a:pt x="164" y="814"/>
                    <a:pt x="145" y="814"/>
                  </a:cubicBezTo>
                  <a:cubicBezTo>
                    <a:pt x="177" y="694"/>
                    <a:pt x="47" y="569"/>
                    <a:pt x="0" y="519"/>
                  </a:cubicBezTo>
                  <a:cubicBezTo>
                    <a:pt x="0" y="466"/>
                    <a:pt x="61" y="429"/>
                    <a:pt x="80" y="396"/>
                  </a:cubicBezTo>
                  <a:cubicBezTo>
                    <a:pt x="81" y="334"/>
                    <a:pt x="138" y="326"/>
                    <a:pt x="180" y="294"/>
                  </a:cubicBezTo>
                  <a:cubicBezTo>
                    <a:pt x="193" y="271"/>
                    <a:pt x="206" y="252"/>
                    <a:pt x="219" y="233"/>
                  </a:cubicBezTo>
                  <a:cubicBezTo>
                    <a:pt x="219" y="184"/>
                    <a:pt x="213" y="85"/>
                    <a:pt x="226" y="73"/>
                  </a:cubicBezTo>
                  <a:cubicBezTo>
                    <a:pt x="258" y="70"/>
                    <a:pt x="287" y="15"/>
                    <a:pt x="347" y="56"/>
                  </a:cubicBezTo>
                  <a:cubicBezTo>
                    <a:pt x="373" y="57"/>
                    <a:pt x="402" y="57"/>
                    <a:pt x="430" y="58"/>
                  </a:cubicBezTo>
                  <a:cubicBezTo>
                    <a:pt x="469" y="7"/>
                    <a:pt x="552" y="35"/>
                    <a:pt x="622" y="53"/>
                  </a:cubicBezTo>
                  <a:cubicBezTo>
                    <a:pt x="644" y="86"/>
                    <a:pt x="711" y="134"/>
                    <a:pt x="778" y="103"/>
                  </a:cubicBezTo>
                  <a:cubicBezTo>
                    <a:pt x="814" y="78"/>
                    <a:pt x="856" y="0"/>
                    <a:pt x="916" y="64"/>
                  </a:cubicBezTo>
                  <a:cubicBezTo>
                    <a:pt x="942" y="74"/>
                    <a:pt x="967" y="85"/>
                    <a:pt x="993" y="98"/>
                  </a:cubicBezTo>
                  <a:cubicBezTo>
                    <a:pt x="1031" y="103"/>
                    <a:pt x="1072" y="107"/>
                    <a:pt x="1114" y="115"/>
                  </a:cubicBezTo>
                  <a:cubicBezTo>
                    <a:pt x="1101" y="144"/>
                    <a:pt x="912" y="234"/>
                    <a:pt x="975" y="301"/>
                  </a:cubicBezTo>
                  <a:cubicBezTo>
                    <a:pt x="1004" y="302"/>
                    <a:pt x="1036" y="303"/>
                    <a:pt x="1068" y="303"/>
                  </a:cubicBezTo>
                  <a:cubicBezTo>
                    <a:pt x="1081" y="291"/>
                    <a:pt x="1094" y="278"/>
                    <a:pt x="1107" y="265"/>
                  </a:cubicBezTo>
                  <a:cubicBezTo>
                    <a:pt x="1110" y="278"/>
                    <a:pt x="1119" y="321"/>
                    <a:pt x="1097" y="343"/>
                  </a:cubicBezTo>
                  <a:cubicBezTo>
                    <a:pt x="1036" y="355"/>
                    <a:pt x="1013" y="368"/>
                    <a:pt x="981" y="390"/>
                  </a:cubicBezTo>
                  <a:cubicBezTo>
                    <a:pt x="981" y="409"/>
                    <a:pt x="984" y="429"/>
                    <a:pt x="987" y="449"/>
                  </a:cubicBezTo>
                  <a:cubicBezTo>
                    <a:pt x="1006" y="459"/>
                    <a:pt x="1025" y="469"/>
                    <a:pt x="1048" y="483"/>
                  </a:cubicBezTo>
                  <a:cubicBezTo>
                    <a:pt x="1035" y="535"/>
                    <a:pt x="1034" y="571"/>
                    <a:pt x="1034" y="650"/>
                  </a:cubicBezTo>
                  <a:cubicBezTo>
                    <a:pt x="1040" y="673"/>
                    <a:pt x="1059" y="749"/>
                    <a:pt x="1027" y="780"/>
                  </a:cubicBezTo>
                  <a:cubicBezTo>
                    <a:pt x="1017" y="780"/>
                    <a:pt x="1008" y="783"/>
                    <a:pt x="1001" y="786"/>
                  </a:cubicBezTo>
                  <a:cubicBezTo>
                    <a:pt x="998" y="773"/>
                    <a:pt x="998" y="760"/>
                    <a:pt x="998" y="747"/>
                  </a:cubicBezTo>
                  <a:cubicBezTo>
                    <a:pt x="941" y="706"/>
                    <a:pt x="851" y="845"/>
                    <a:pt x="822" y="873"/>
                  </a:cubicBezTo>
                  <a:cubicBezTo>
                    <a:pt x="812" y="890"/>
                    <a:pt x="806" y="909"/>
                    <a:pt x="799" y="929"/>
                  </a:cubicBezTo>
                  <a:cubicBezTo>
                    <a:pt x="796" y="987"/>
                    <a:pt x="792" y="1046"/>
                    <a:pt x="792" y="1109"/>
                  </a:cubicBezTo>
                  <a:cubicBezTo>
                    <a:pt x="779" y="1105"/>
                    <a:pt x="769" y="1101"/>
                    <a:pt x="760" y="1101"/>
                  </a:cubicBezTo>
                  <a:cubicBezTo>
                    <a:pt x="629" y="1098"/>
                    <a:pt x="581" y="1110"/>
                    <a:pt x="478" y="1150"/>
                  </a:cubicBezTo>
                  <a:close/>
                </a:path>
              </a:pathLst>
            </a:custGeom>
            <a:solidFill>
              <a:schemeClr val="accent1"/>
            </a:solidFill>
            <a:ln w="8" cap="flat">
              <a:solidFill>
                <a:srgbClr val="FFFFFF"/>
              </a:solidFill>
              <a:prstDash val="solid"/>
              <a:miter lim="800000"/>
              <a:headEnd/>
              <a:tailEnd/>
            </a:ln>
          </p:spPr>
          <p:txBody>
            <a:bodyPr vert="horz" wrap="square" lIns="91424" tIns="45712" rIns="91424" bIns="45712" numCol="1" anchor="t" anchorCtr="0" compatLnSpc="1">
              <a:prstTxWarp prst="textNoShape">
                <a:avLst/>
              </a:prstTxWarp>
            </a:bodyPr>
            <a:lstStyle/>
            <a:p>
              <a:endParaRPr lang="zh-CN" altLang="en-US">
                <a:solidFill>
                  <a:srgbClr val="000000"/>
                </a:solidFill>
              </a:endParaRPr>
            </a:p>
          </p:txBody>
        </p:sp>
        <p:sp>
          <p:nvSpPr>
            <p:cNvPr id="73" name="Freeform 17"/>
            <p:cNvSpPr>
              <a:spLocks/>
            </p:cNvSpPr>
            <p:nvPr/>
          </p:nvSpPr>
          <p:spPr bwMode="auto">
            <a:xfrm>
              <a:off x="4629160" y="2943122"/>
              <a:ext cx="404845" cy="437442"/>
            </a:xfrm>
            <a:custGeom>
              <a:avLst/>
              <a:gdLst>
                <a:gd name="T0" fmla="*/ 1136 w 1411"/>
                <a:gd name="T1" fmla="*/ 1526 h 1526"/>
                <a:gd name="T2" fmla="*/ 913 w 1411"/>
                <a:gd name="T3" fmla="*/ 1307 h 1526"/>
                <a:gd name="T4" fmla="*/ 656 w 1411"/>
                <a:gd name="T5" fmla="*/ 1094 h 1526"/>
                <a:gd name="T6" fmla="*/ 601 w 1411"/>
                <a:gd name="T7" fmla="*/ 1188 h 1526"/>
                <a:gd name="T8" fmla="*/ 463 w 1411"/>
                <a:gd name="T9" fmla="*/ 1332 h 1526"/>
                <a:gd name="T10" fmla="*/ 462 w 1411"/>
                <a:gd name="T11" fmla="*/ 1345 h 1526"/>
                <a:gd name="T12" fmla="*/ 427 w 1411"/>
                <a:gd name="T13" fmla="*/ 1360 h 1526"/>
                <a:gd name="T14" fmla="*/ 360 w 1411"/>
                <a:gd name="T15" fmla="*/ 1385 h 1526"/>
                <a:gd name="T16" fmla="*/ 121 w 1411"/>
                <a:gd name="T17" fmla="*/ 1300 h 1526"/>
                <a:gd name="T18" fmla="*/ 128 w 1411"/>
                <a:gd name="T19" fmla="*/ 1127 h 1526"/>
                <a:gd name="T20" fmla="*/ 11 w 1411"/>
                <a:gd name="T21" fmla="*/ 973 h 1526"/>
                <a:gd name="T22" fmla="*/ 35 w 1411"/>
                <a:gd name="T23" fmla="*/ 712 h 1526"/>
                <a:gd name="T24" fmla="*/ 7 w 1411"/>
                <a:gd name="T25" fmla="*/ 525 h 1526"/>
                <a:gd name="T26" fmla="*/ 17 w 1411"/>
                <a:gd name="T27" fmla="*/ 518 h 1526"/>
                <a:gd name="T28" fmla="*/ 122 w 1411"/>
                <a:gd name="T29" fmla="*/ 590 h 1526"/>
                <a:gd name="T30" fmla="*/ 198 w 1411"/>
                <a:gd name="T31" fmla="*/ 667 h 1526"/>
                <a:gd name="T32" fmla="*/ 542 w 1411"/>
                <a:gd name="T33" fmla="*/ 378 h 1526"/>
                <a:gd name="T34" fmla="*/ 648 w 1411"/>
                <a:gd name="T35" fmla="*/ 207 h 1526"/>
                <a:gd name="T36" fmla="*/ 649 w 1411"/>
                <a:gd name="T37" fmla="*/ 66 h 1526"/>
                <a:gd name="T38" fmla="*/ 713 w 1411"/>
                <a:gd name="T39" fmla="*/ 28 h 1526"/>
                <a:gd name="T40" fmla="*/ 975 w 1411"/>
                <a:gd name="T41" fmla="*/ 81 h 1526"/>
                <a:gd name="T42" fmla="*/ 1080 w 1411"/>
                <a:gd name="T43" fmla="*/ 182 h 1526"/>
                <a:gd name="T44" fmla="*/ 1207 w 1411"/>
                <a:gd name="T45" fmla="*/ 218 h 1526"/>
                <a:gd name="T46" fmla="*/ 1410 w 1411"/>
                <a:gd name="T47" fmla="*/ 452 h 1526"/>
                <a:gd name="T48" fmla="*/ 1227 w 1411"/>
                <a:gd name="T49" fmla="*/ 595 h 1526"/>
                <a:gd name="T50" fmla="*/ 860 w 1411"/>
                <a:gd name="T51" fmla="*/ 638 h 1526"/>
                <a:gd name="T52" fmla="*/ 869 w 1411"/>
                <a:gd name="T53" fmla="*/ 704 h 1526"/>
                <a:gd name="T54" fmla="*/ 928 w 1411"/>
                <a:gd name="T55" fmla="*/ 947 h 1526"/>
                <a:gd name="T56" fmla="*/ 1017 w 1411"/>
                <a:gd name="T57" fmla="*/ 1038 h 1526"/>
                <a:gd name="T58" fmla="*/ 1103 w 1411"/>
                <a:gd name="T59" fmla="*/ 1161 h 1526"/>
                <a:gd name="T60" fmla="*/ 1134 w 1411"/>
                <a:gd name="T61" fmla="*/ 1277 h 1526"/>
                <a:gd name="T62" fmla="*/ 1136 w 1411"/>
                <a:gd name="T63" fmla="*/ 1526 h 1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11" h="1526">
                  <a:moveTo>
                    <a:pt x="1136" y="1526"/>
                  </a:moveTo>
                  <a:cubicBezTo>
                    <a:pt x="1018" y="1470"/>
                    <a:pt x="967" y="1377"/>
                    <a:pt x="913" y="1307"/>
                  </a:cubicBezTo>
                  <a:cubicBezTo>
                    <a:pt x="895" y="1150"/>
                    <a:pt x="790" y="1016"/>
                    <a:pt x="656" y="1094"/>
                  </a:cubicBezTo>
                  <a:cubicBezTo>
                    <a:pt x="617" y="1133"/>
                    <a:pt x="611" y="1123"/>
                    <a:pt x="601" y="1188"/>
                  </a:cubicBezTo>
                  <a:cubicBezTo>
                    <a:pt x="568" y="1243"/>
                    <a:pt x="514" y="1287"/>
                    <a:pt x="463" y="1332"/>
                  </a:cubicBezTo>
                  <a:cubicBezTo>
                    <a:pt x="462" y="1335"/>
                    <a:pt x="462" y="1338"/>
                    <a:pt x="462" y="1345"/>
                  </a:cubicBezTo>
                  <a:cubicBezTo>
                    <a:pt x="440" y="1344"/>
                    <a:pt x="434" y="1354"/>
                    <a:pt x="427" y="1360"/>
                  </a:cubicBezTo>
                  <a:cubicBezTo>
                    <a:pt x="405" y="1366"/>
                    <a:pt x="382" y="1376"/>
                    <a:pt x="360" y="1385"/>
                  </a:cubicBezTo>
                  <a:cubicBezTo>
                    <a:pt x="258" y="1382"/>
                    <a:pt x="168" y="1351"/>
                    <a:pt x="121" y="1300"/>
                  </a:cubicBezTo>
                  <a:cubicBezTo>
                    <a:pt x="156" y="1229"/>
                    <a:pt x="147" y="1180"/>
                    <a:pt x="128" y="1127"/>
                  </a:cubicBezTo>
                  <a:cubicBezTo>
                    <a:pt x="77" y="1073"/>
                    <a:pt x="20" y="1019"/>
                    <a:pt x="11" y="973"/>
                  </a:cubicBezTo>
                  <a:cubicBezTo>
                    <a:pt x="18" y="885"/>
                    <a:pt x="25" y="797"/>
                    <a:pt x="35" y="712"/>
                  </a:cubicBezTo>
                  <a:cubicBezTo>
                    <a:pt x="13" y="626"/>
                    <a:pt x="0" y="580"/>
                    <a:pt x="7" y="525"/>
                  </a:cubicBezTo>
                  <a:cubicBezTo>
                    <a:pt x="10" y="521"/>
                    <a:pt x="14" y="518"/>
                    <a:pt x="17" y="518"/>
                  </a:cubicBezTo>
                  <a:cubicBezTo>
                    <a:pt x="52" y="542"/>
                    <a:pt x="87" y="566"/>
                    <a:pt x="122" y="590"/>
                  </a:cubicBezTo>
                  <a:cubicBezTo>
                    <a:pt x="147" y="613"/>
                    <a:pt x="173" y="640"/>
                    <a:pt x="198" y="667"/>
                  </a:cubicBezTo>
                  <a:cubicBezTo>
                    <a:pt x="364" y="740"/>
                    <a:pt x="493" y="511"/>
                    <a:pt x="542" y="378"/>
                  </a:cubicBezTo>
                  <a:cubicBezTo>
                    <a:pt x="577" y="320"/>
                    <a:pt x="613" y="262"/>
                    <a:pt x="648" y="207"/>
                  </a:cubicBezTo>
                  <a:cubicBezTo>
                    <a:pt x="648" y="158"/>
                    <a:pt x="649" y="112"/>
                    <a:pt x="649" y="66"/>
                  </a:cubicBezTo>
                  <a:cubicBezTo>
                    <a:pt x="668" y="53"/>
                    <a:pt x="691" y="41"/>
                    <a:pt x="713" y="28"/>
                  </a:cubicBezTo>
                  <a:cubicBezTo>
                    <a:pt x="803" y="24"/>
                    <a:pt x="873" y="0"/>
                    <a:pt x="975" y="81"/>
                  </a:cubicBezTo>
                  <a:cubicBezTo>
                    <a:pt x="1010" y="114"/>
                    <a:pt x="1045" y="148"/>
                    <a:pt x="1080" y="182"/>
                  </a:cubicBezTo>
                  <a:cubicBezTo>
                    <a:pt x="1121" y="192"/>
                    <a:pt x="1163" y="203"/>
                    <a:pt x="1207" y="218"/>
                  </a:cubicBezTo>
                  <a:cubicBezTo>
                    <a:pt x="1261" y="248"/>
                    <a:pt x="1411" y="347"/>
                    <a:pt x="1410" y="452"/>
                  </a:cubicBezTo>
                  <a:cubicBezTo>
                    <a:pt x="1340" y="493"/>
                    <a:pt x="1285" y="557"/>
                    <a:pt x="1227" y="595"/>
                  </a:cubicBezTo>
                  <a:cubicBezTo>
                    <a:pt x="1096" y="644"/>
                    <a:pt x="956" y="568"/>
                    <a:pt x="860" y="638"/>
                  </a:cubicBezTo>
                  <a:cubicBezTo>
                    <a:pt x="863" y="658"/>
                    <a:pt x="866" y="681"/>
                    <a:pt x="869" y="704"/>
                  </a:cubicBezTo>
                  <a:cubicBezTo>
                    <a:pt x="916" y="777"/>
                    <a:pt x="794" y="852"/>
                    <a:pt x="928" y="947"/>
                  </a:cubicBezTo>
                  <a:cubicBezTo>
                    <a:pt x="957" y="978"/>
                    <a:pt x="985" y="1008"/>
                    <a:pt x="1017" y="1038"/>
                  </a:cubicBezTo>
                  <a:cubicBezTo>
                    <a:pt x="1045" y="1078"/>
                    <a:pt x="1074" y="1118"/>
                    <a:pt x="1103" y="1161"/>
                  </a:cubicBezTo>
                  <a:cubicBezTo>
                    <a:pt x="1112" y="1198"/>
                    <a:pt x="1121" y="1237"/>
                    <a:pt x="1134" y="1277"/>
                  </a:cubicBezTo>
                  <a:cubicBezTo>
                    <a:pt x="1133" y="1359"/>
                    <a:pt x="1133" y="1440"/>
                    <a:pt x="1136" y="1526"/>
                  </a:cubicBezTo>
                  <a:close/>
                </a:path>
              </a:pathLst>
            </a:custGeom>
            <a:grpFill/>
            <a:ln w="8" cap="flat">
              <a:solidFill>
                <a:srgbClr val="FFFFFF"/>
              </a:solidFill>
              <a:prstDash val="solid"/>
              <a:miter lim="800000"/>
              <a:headEnd/>
              <a:tailEnd/>
            </a:ln>
          </p:spPr>
          <p:txBody>
            <a:bodyPr vert="horz" wrap="square" lIns="91424" tIns="45712" rIns="91424" bIns="45712" numCol="1" anchor="t" anchorCtr="0" compatLnSpc="1">
              <a:prstTxWarp prst="textNoShape">
                <a:avLst/>
              </a:prstTxWarp>
            </a:bodyPr>
            <a:lstStyle/>
            <a:p>
              <a:endParaRPr lang="zh-CN" altLang="en-US">
                <a:solidFill>
                  <a:srgbClr val="000000"/>
                </a:solidFill>
              </a:endParaRPr>
            </a:p>
          </p:txBody>
        </p:sp>
        <p:sp>
          <p:nvSpPr>
            <p:cNvPr id="74" name="Freeform 18"/>
            <p:cNvSpPr>
              <a:spLocks/>
            </p:cNvSpPr>
            <p:nvPr/>
          </p:nvSpPr>
          <p:spPr bwMode="auto">
            <a:xfrm>
              <a:off x="4884685" y="2855844"/>
              <a:ext cx="658266" cy="416411"/>
            </a:xfrm>
            <a:custGeom>
              <a:avLst/>
              <a:gdLst>
                <a:gd name="T0" fmla="*/ 244 w 2294"/>
                <a:gd name="T1" fmla="*/ 1452 h 1452"/>
                <a:gd name="T2" fmla="*/ 15 w 2294"/>
                <a:gd name="T3" fmla="*/ 1178 h 1452"/>
                <a:gd name="T4" fmla="*/ 22 w 2294"/>
                <a:gd name="T5" fmla="*/ 1083 h 1452"/>
                <a:gd name="T6" fmla="*/ 26 w 2294"/>
                <a:gd name="T7" fmla="*/ 1018 h 1452"/>
                <a:gd name="T8" fmla="*/ 0 w 2294"/>
                <a:gd name="T9" fmla="*/ 961 h 1452"/>
                <a:gd name="T10" fmla="*/ 294 w 2294"/>
                <a:gd name="T11" fmla="*/ 949 h 1452"/>
                <a:gd name="T12" fmla="*/ 464 w 2294"/>
                <a:gd name="T13" fmla="*/ 829 h 1452"/>
                <a:gd name="T14" fmla="*/ 548 w 2294"/>
                <a:gd name="T15" fmla="*/ 772 h 1452"/>
                <a:gd name="T16" fmla="*/ 551 w 2294"/>
                <a:gd name="T17" fmla="*/ 710 h 1452"/>
                <a:gd name="T18" fmla="*/ 329 w 2294"/>
                <a:gd name="T19" fmla="*/ 488 h 1452"/>
                <a:gd name="T20" fmla="*/ 313 w 2294"/>
                <a:gd name="T21" fmla="*/ 448 h 1452"/>
                <a:gd name="T22" fmla="*/ 308 w 2294"/>
                <a:gd name="T23" fmla="*/ 301 h 1452"/>
                <a:gd name="T24" fmla="*/ 423 w 2294"/>
                <a:gd name="T25" fmla="*/ 212 h 1452"/>
                <a:gd name="T26" fmla="*/ 415 w 2294"/>
                <a:gd name="T27" fmla="*/ 71 h 1452"/>
                <a:gd name="T28" fmla="*/ 335 w 2294"/>
                <a:gd name="T29" fmla="*/ 0 h 1452"/>
                <a:gd name="T30" fmla="*/ 607 w 2294"/>
                <a:gd name="T31" fmla="*/ 7 h 1452"/>
                <a:gd name="T32" fmla="*/ 718 w 2294"/>
                <a:gd name="T33" fmla="*/ 30 h 1452"/>
                <a:gd name="T34" fmla="*/ 963 w 2294"/>
                <a:gd name="T35" fmla="*/ 213 h 1452"/>
                <a:gd name="T36" fmla="*/ 1037 w 2294"/>
                <a:gd name="T37" fmla="*/ 247 h 1452"/>
                <a:gd name="T38" fmla="*/ 1394 w 2294"/>
                <a:gd name="T39" fmla="*/ 263 h 1452"/>
                <a:gd name="T40" fmla="*/ 1512 w 2294"/>
                <a:gd name="T41" fmla="*/ 344 h 1452"/>
                <a:gd name="T42" fmla="*/ 1601 w 2294"/>
                <a:gd name="T43" fmla="*/ 458 h 1452"/>
                <a:gd name="T44" fmla="*/ 1767 w 2294"/>
                <a:gd name="T45" fmla="*/ 479 h 1452"/>
                <a:gd name="T46" fmla="*/ 1888 w 2294"/>
                <a:gd name="T47" fmla="*/ 537 h 1452"/>
                <a:gd name="T48" fmla="*/ 2038 w 2294"/>
                <a:gd name="T49" fmla="*/ 574 h 1452"/>
                <a:gd name="T50" fmla="*/ 2085 w 2294"/>
                <a:gd name="T51" fmla="*/ 647 h 1452"/>
                <a:gd name="T52" fmla="*/ 2194 w 2294"/>
                <a:gd name="T53" fmla="*/ 715 h 1452"/>
                <a:gd name="T54" fmla="*/ 2142 w 2294"/>
                <a:gd name="T55" fmla="*/ 825 h 1452"/>
                <a:gd name="T56" fmla="*/ 2227 w 2294"/>
                <a:gd name="T57" fmla="*/ 952 h 1452"/>
                <a:gd name="T58" fmla="*/ 2294 w 2294"/>
                <a:gd name="T59" fmla="*/ 1081 h 1452"/>
                <a:gd name="T60" fmla="*/ 2294 w 2294"/>
                <a:gd name="T61" fmla="*/ 1094 h 1452"/>
                <a:gd name="T62" fmla="*/ 1951 w 2294"/>
                <a:gd name="T63" fmla="*/ 1266 h 1452"/>
                <a:gd name="T64" fmla="*/ 1874 w 2294"/>
                <a:gd name="T65" fmla="*/ 1329 h 1452"/>
                <a:gd name="T66" fmla="*/ 1691 w 2294"/>
                <a:gd name="T67" fmla="*/ 1416 h 1452"/>
                <a:gd name="T68" fmla="*/ 1656 w 2294"/>
                <a:gd name="T69" fmla="*/ 1435 h 1452"/>
                <a:gd name="T70" fmla="*/ 1561 w 2294"/>
                <a:gd name="T71" fmla="*/ 1348 h 1452"/>
                <a:gd name="T72" fmla="*/ 1370 w 2294"/>
                <a:gd name="T73" fmla="*/ 1215 h 1452"/>
                <a:gd name="T74" fmla="*/ 1251 w 2294"/>
                <a:gd name="T75" fmla="*/ 1284 h 1452"/>
                <a:gd name="T76" fmla="*/ 875 w 2294"/>
                <a:gd name="T77" fmla="*/ 1111 h 1452"/>
                <a:gd name="T78" fmla="*/ 696 w 2294"/>
                <a:gd name="T79" fmla="*/ 1064 h 1452"/>
                <a:gd name="T80" fmla="*/ 619 w 2294"/>
                <a:gd name="T81" fmla="*/ 1196 h 1452"/>
                <a:gd name="T82" fmla="*/ 599 w 2294"/>
                <a:gd name="T83" fmla="*/ 1232 h 1452"/>
                <a:gd name="T84" fmla="*/ 555 w 2294"/>
                <a:gd name="T85" fmla="*/ 1224 h 1452"/>
                <a:gd name="T86" fmla="*/ 295 w 2294"/>
                <a:gd name="T87" fmla="*/ 1417 h 1452"/>
                <a:gd name="T88" fmla="*/ 244 w 2294"/>
                <a:gd name="T89" fmla="*/ 1452 h 1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294" h="1452">
                  <a:moveTo>
                    <a:pt x="244" y="1452"/>
                  </a:moveTo>
                  <a:cubicBezTo>
                    <a:pt x="190" y="1336"/>
                    <a:pt x="79" y="1248"/>
                    <a:pt x="15" y="1178"/>
                  </a:cubicBezTo>
                  <a:cubicBezTo>
                    <a:pt x="3" y="1125"/>
                    <a:pt x="9" y="1112"/>
                    <a:pt x="22" y="1083"/>
                  </a:cubicBezTo>
                  <a:cubicBezTo>
                    <a:pt x="22" y="1060"/>
                    <a:pt x="22" y="1037"/>
                    <a:pt x="26" y="1018"/>
                  </a:cubicBezTo>
                  <a:cubicBezTo>
                    <a:pt x="16" y="998"/>
                    <a:pt x="7" y="978"/>
                    <a:pt x="0" y="961"/>
                  </a:cubicBezTo>
                  <a:cubicBezTo>
                    <a:pt x="49" y="923"/>
                    <a:pt x="215" y="947"/>
                    <a:pt x="294" y="949"/>
                  </a:cubicBezTo>
                  <a:cubicBezTo>
                    <a:pt x="358" y="928"/>
                    <a:pt x="416" y="883"/>
                    <a:pt x="464" y="829"/>
                  </a:cubicBezTo>
                  <a:cubicBezTo>
                    <a:pt x="490" y="810"/>
                    <a:pt x="519" y="791"/>
                    <a:pt x="548" y="772"/>
                  </a:cubicBezTo>
                  <a:cubicBezTo>
                    <a:pt x="548" y="749"/>
                    <a:pt x="548" y="729"/>
                    <a:pt x="551" y="710"/>
                  </a:cubicBezTo>
                  <a:cubicBezTo>
                    <a:pt x="485" y="597"/>
                    <a:pt x="406" y="529"/>
                    <a:pt x="329" y="488"/>
                  </a:cubicBezTo>
                  <a:cubicBezTo>
                    <a:pt x="323" y="475"/>
                    <a:pt x="316" y="462"/>
                    <a:pt x="313" y="448"/>
                  </a:cubicBezTo>
                  <a:cubicBezTo>
                    <a:pt x="310" y="399"/>
                    <a:pt x="308" y="350"/>
                    <a:pt x="308" y="301"/>
                  </a:cubicBezTo>
                  <a:cubicBezTo>
                    <a:pt x="346" y="263"/>
                    <a:pt x="363" y="234"/>
                    <a:pt x="423" y="212"/>
                  </a:cubicBezTo>
                  <a:cubicBezTo>
                    <a:pt x="488" y="171"/>
                    <a:pt x="434" y="98"/>
                    <a:pt x="415" y="71"/>
                  </a:cubicBezTo>
                  <a:cubicBezTo>
                    <a:pt x="380" y="44"/>
                    <a:pt x="348" y="30"/>
                    <a:pt x="335" y="0"/>
                  </a:cubicBezTo>
                  <a:cubicBezTo>
                    <a:pt x="425" y="3"/>
                    <a:pt x="514" y="5"/>
                    <a:pt x="607" y="7"/>
                  </a:cubicBezTo>
                  <a:cubicBezTo>
                    <a:pt x="642" y="15"/>
                    <a:pt x="680" y="22"/>
                    <a:pt x="718" y="30"/>
                  </a:cubicBezTo>
                  <a:cubicBezTo>
                    <a:pt x="750" y="99"/>
                    <a:pt x="852" y="184"/>
                    <a:pt x="963" y="213"/>
                  </a:cubicBezTo>
                  <a:cubicBezTo>
                    <a:pt x="986" y="223"/>
                    <a:pt x="1011" y="234"/>
                    <a:pt x="1037" y="247"/>
                  </a:cubicBezTo>
                  <a:cubicBezTo>
                    <a:pt x="1155" y="250"/>
                    <a:pt x="1273" y="257"/>
                    <a:pt x="1394" y="263"/>
                  </a:cubicBezTo>
                  <a:cubicBezTo>
                    <a:pt x="1433" y="290"/>
                    <a:pt x="1471" y="317"/>
                    <a:pt x="1512" y="344"/>
                  </a:cubicBezTo>
                  <a:cubicBezTo>
                    <a:pt x="1518" y="371"/>
                    <a:pt x="1544" y="417"/>
                    <a:pt x="1601" y="458"/>
                  </a:cubicBezTo>
                  <a:cubicBezTo>
                    <a:pt x="1655" y="463"/>
                    <a:pt x="1709" y="471"/>
                    <a:pt x="1767" y="479"/>
                  </a:cubicBezTo>
                  <a:cubicBezTo>
                    <a:pt x="1805" y="496"/>
                    <a:pt x="1847" y="517"/>
                    <a:pt x="1888" y="537"/>
                  </a:cubicBezTo>
                  <a:cubicBezTo>
                    <a:pt x="1904" y="554"/>
                    <a:pt x="1978" y="526"/>
                    <a:pt x="2038" y="574"/>
                  </a:cubicBezTo>
                  <a:cubicBezTo>
                    <a:pt x="2038" y="594"/>
                    <a:pt x="2050" y="617"/>
                    <a:pt x="2085" y="647"/>
                  </a:cubicBezTo>
                  <a:cubicBezTo>
                    <a:pt x="2095" y="647"/>
                    <a:pt x="2194" y="660"/>
                    <a:pt x="2194" y="715"/>
                  </a:cubicBezTo>
                  <a:cubicBezTo>
                    <a:pt x="2155" y="763"/>
                    <a:pt x="2152" y="747"/>
                    <a:pt x="2142" y="825"/>
                  </a:cubicBezTo>
                  <a:cubicBezTo>
                    <a:pt x="2155" y="852"/>
                    <a:pt x="2202" y="883"/>
                    <a:pt x="2227" y="952"/>
                  </a:cubicBezTo>
                  <a:cubicBezTo>
                    <a:pt x="2227" y="988"/>
                    <a:pt x="2227" y="1047"/>
                    <a:pt x="2294" y="1081"/>
                  </a:cubicBezTo>
                  <a:cubicBezTo>
                    <a:pt x="2294" y="1085"/>
                    <a:pt x="2294" y="1088"/>
                    <a:pt x="2294" y="1094"/>
                  </a:cubicBezTo>
                  <a:cubicBezTo>
                    <a:pt x="2121" y="1110"/>
                    <a:pt x="2086" y="1178"/>
                    <a:pt x="1951" y="1266"/>
                  </a:cubicBezTo>
                  <a:cubicBezTo>
                    <a:pt x="1916" y="1275"/>
                    <a:pt x="1896" y="1300"/>
                    <a:pt x="1874" y="1329"/>
                  </a:cubicBezTo>
                  <a:cubicBezTo>
                    <a:pt x="1787" y="1370"/>
                    <a:pt x="1749" y="1339"/>
                    <a:pt x="1691" y="1416"/>
                  </a:cubicBezTo>
                  <a:cubicBezTo>
                    <a:pt x="1678" y="1423"/>
                    <a:pt x="1665" y="1429"/>
                    <a:pt x="1656" y="1435"/>
                  </a:cubicBezTo>
                  <a:cubicBezTo>
                    <a:pt x="1624" y="1405"/>
                    <a:pt x="1592" y="1375"/>
                    <a:pt x="1561" y="1348"/>
                  </a:cubicBezTo>
                  <a:cubicBezTo>
                    <a:pt x="1455" y="1322"/>
                    <a:pt x="1420" y="1252"/>
                    <a:pt x="1370" y="1215"/>
                  </a:cubicBezTo>
                  <a:cubicBezTo>
                    <a:pt x="1287" y="1213"/>
                    <a:pt x="1296" y="1220"/>
                    <a:pt x="1251" y="1284"/>
                  </a:cubicBezTo>
                  <a:cubicBezTo>
                    <a:pt x="1094" y="1274"/>
                    <a:pt x="970" y="1172"/>
                    <a:pt x="875" y="1111"/>
                  </a:cubicBezTo>
                  <a:cubicBezTo>
                    <a:pt x="795" y="1102"/>
                    <a:pt x="735" y="1081"/>
                    <a:pt x="696" y="1064"/>
                  </a:cubicBezTo>
                  <a:cubicBezTo>
                    <a:pt x="562" y="1061"/>
                    <a:pt x="521" y="1076"/>
                    <a:pt x="619" y="1196"/>
                  </a:cubicBezTo>
                  <a:cubicBezTo>
                    <a:pt x="612" y="1206"/>
                    <a:pt x="606" y="1219"/>
                    <a:pt x="599" y="1232"/>
                  </a:cubicBezTo>
                  <a:cubicBezTo>
                    <a:pt x="584" y="1228"/>
                    <a:pt x="568" y="1224"/>
                    <a:pt x="555" y="1224"/>
                  </a:cubicBezTo>
                  <a:cubicBezTo>
                    <a:pt x="395" y="1220"/>
                    <a:pt x="356" y="1281"/>
                    <a:pt x="295" y="1417"/>
                  </a:cubicBezTo>
                  <a:cubicBezTo>
                    <a:pt x="276" y="1427"/>
                    <a:pt x="260" y="1439"/>
                    <a:pt x="244" y="1452"/>
                  </a:cubicBezTo>
                  <a:close/>
                </a:path>
              </a:pathLst>
            </a:custGeom>
            <a:grpFill/>
            <a:ln w="8" cap="flat">
              <a:solidFill>
                <a:srgbClr val="FFFFFF"/>
              </a:solidFill>
              <a:prstDash val="solid"/>
              <a:miter lim="800000"/>
              <a:headEnd/>
              <a:tailEnd/>
            </a:ln>
          </p:spPr>
          <p:txBody>
            <a:bodyPr vert="horz" wrap="square" lIns="91424" tIns="45712" rIns="91424" bIns="45712" numCol="1" anchor="t" anchorCtr="0" compatLnSpc="1">
              <a:prstTxWarp prst="textNoShape">
                <a:avLst/>
              </a:prstTxWarp>
            </a:bodyPr>
            <a:lstStyle/>
            <a:p>
              <a:endParaRPr lang="zh-CN" altLang="en-US">
                <a:solidFill>
                  <a:srgbClr val="000000"/>
                </a:solidFill>
              </a:endParaRPr>
            </a:p>
          </p:txBody>
        </p:sp>
        <p:sp>
          <p:nvSpPr>
            <p:cNvPr id="75" name="Freeform 19"/>
            <p:cNvSpPr>
              <a:spLocks/>
            </p:cNvSpPr>
            <p:nvPr/>
          </p:nvSpPr>
          <p:spPr bwMode="auto">
            <a:xfrm>
              <a:off x="5429384" y="2677081"/>
              <a:ext cx="404845" cy="516309"/>
            </a:xfrm>
            <a:custGeom>
              <a:avLst/>
              <a:gdLst>
                <a:gd name="T0" fmla="*/ 648 w 1411"/>
                <a:gd name="T1" fmla="*/ 1792 h 1801"/>
                <a:gd name="T2" fmla="*/ 632 w 1411"/>
                <a:gd name="T3" fmla="*/ 1779 h 1801"/>
                <a:gd name="T4" fmla="*/ 636 w 1411"/>
                <a:gd name="T5" fmla="*/ 1641 h 1801"/>
                <a:gd name="T6" fmla="*/ 607 w 1411"/>
                <a:gd name="T7" fmla="*/ 1614 h 1801"/>
                <a:gd name="T8" fmla="*/ 460 w 1411"/>
                <a:gd name="T9" fmla="*/ 1693 h 1801"/>
                <a:gd name="T10" fmla="*/ 428 w 1411"/>
                <a:gd name="T11" fmla="*/ 1708 h 1801"/>
                <a:gd name="T12" fmla="*/ 383 w 1411"/>
                <a:gd name="T13" fmla="*/ 1655 h 1801"/>
                <a:gd name="T14" fmla="*/ 364 w 1411"/>
                <a:gd name="T15" fmla="*/ 1621 h 1801"/>
                <a:gd name="T16" fmla="*/ 301 w 1411"/>
                <a:gd name="T17" fmla="*/ 1459 h 1801"/>
                <a:gd name="T18" fmla="*/ 276 w 1411"/>
                <a:gd name="T19" fmla="*/ 1439 h 1801"/>
                <a:gd name="T20" fmla="*/ 331 w 1411"/>
                <a:gd name="T21" fmla="*/ 1355 h 1801"/>
                <a:gd name="T22" fmla="*/ 178 w 1411"/>
                <a:gd name="T23" fmla="*/ 1220 h 1801"/>
                <a:gd name="T24" fmla="*/ 172 w 1411"/>
                <a:gd name="T25" fmla="*/ 1178 h 1801"/>
                <a:gd name="T26" fmla="*/ 156 w 1411"/>
                <a:gd name="T27" fmla="*/ 1168 h 1801"/>
                <a:gd name="T28" fmla="*/ 256 w 1411"/>
                <a:gd name="T29" fmla="*/ 1072 h 1801"/>
                <a:gd name="T30" fmla="*/ 304 w 1411"/>
                <a:gd name="T31" fmla="*/ 1011 h 1801"/>
                <a:gd name="T32" fmla="*/ 235 w 1411"/>
                <a:gd name="T33" fmla="*/ 783 h 1801"/>
                <a:gd name="T34" fmla="*/ 165 w 1411"/>
                <a:gd name="T35" fmla="*/ 781 h 1801"/>
                <a:gd name="T36" fmla="*/ 139 w 1411"/>
                <a:gd name="T37" fmla="*/ 810 h 1801"/>
                <a:gd name="T38" fmla="*/ 117 w 1411"/>
                <a:gd name="T39" fmla="*/ 813 h 1801"/>
                <a:gd name="T40" fmla="*/ 57 w 1411"/>
                <a:gd name="T41" fmla="*/ 661 h 1801"/>
                <a:gd name="T42" fmla="*/ 0 w 1411"/>
                <a:gd name="T43" fmla="*/ 617 h 1801"/>
                <a:gd name="T44" fmla="*/ 128 w 1411"/>
                <a:gd name="T45" fmla="*/ 456 h 1801"/>
                <a:gd name="T46" fmla="*/ 133 w 1411"/>
                <a:gd name="T47" fmla="*/ 217 h 1801"/>
                <a:gd name="T48" fmla="*/ 143 w 1411"/>
                <a:gd name="T49" fmla="*/ 211 h 1801"/>
                <a:gd name="T50" fmla="*/ 174 w 1411"/>
                <a:gd name="T51" fmla="*/ 225 h 1801"/>
                <a:gd name="T52" fmla="*/ 273 w 1411"/>
                <a:gd name="T53" fmla="*/ 368 h 1801"/>
                <a:gd name="T54" fmla="*/ 333 w 1411"/>
                <a:gd name="T55" fmla="*/ 370 h 1801"/>
                <a:gd name="T56" fmla="*/ 401 w 1411"/>
                <a:gd name="T57" fmla="*/ 204 h 1801"/>
                <a:gd name="T58" fmla="*/ 405 w 1411"/>
                <a:gd name="T59" fmla="*/ 165 h 1801"/>
                <a:gd name="T60" fmla="*/ 291 w 1411"/>
                <a:gd name="T61" fmla="*/ 51 h 1801"/>
                <a:gd name="T62" fmla="*/ 342 w 1411"/>
                <a:gd name="T63" fmla="*/ 0 h 1801"/>
                <a:gd name="T64" fmla="*/ 358 w 1411"/>
                <a:gd name="T65" fmla="*/ 0 h 1801"/>
                <a:gd name="T66" fmla="*/ 485 w 1411"/>
                <a:gd name="T67" fmla="*/ 187 h 1801"/>
                <a:gd name="T68" fmla="*/ 535 w 1411"/>
                <a:gd name="T69" fmla="*/ 250 h 1801"/>
                <a:gd name="T70" fmla="*/ 756 w 1411"/>
                <a:gd name="T71" fmla="*/ 302 h 1801"/>
                <a:gd name="T72" fmla="*/ 800 w 1411"/>
                <a:gd name="T73" fmla="*/ 339 h 1801"/>
                <a:gd name="T74" fmla="*/ 952 w 1411"/>
                <a:gd name="T75" fmla="*/ 618 h 1801"/>
                <a:gd name="T76" fmla="*/ 964 w 1411"/>
                <a:gd name="T77" fmla="*/ 641 h 1801"/>
                <a:gd name="T78" fmla="*/ 1086 w 1411"/>
                <a:gd name="T79" fmla="*/ 621 h 1801"/>
                <a:gd name="T80" fmla="*/ 1150 w 1411"/>
                <a:gd name="T81" fmla="*/ 577 h 1801"/>
                <a:gd name="T82" fmla="*/ 1194 w 1411"/>
                <a:gd name="T83" fmla="*/ 703 h 1801"/>
                <a:gd name="T84" fmla="*/ 1057 w 1411"/>
                <a:gd name="T85" fmla="*/ 719 h 1801"/>
                <a:gd name="T86" fmla="*/ 1021 w 1411"/>
                <a:gd name="T87" fmla="*/ 796 h 1801"/>
                <a:gd name="T88" fmla="*/ 1014 w 1411"/>
                <a:gd name="T89" fmla="*/ 872 h 1801"/>
                <a:gd name="T90" fmla="*/ 985 w 1411"/>
                <a:gd name="T91" fmla="*/ 956 h 1801"/>
                <a:gd name="T92" fmla="*/ 1112 w 1411"/>
                <a:gd name="T93" fmla="*/ 1084 h 1801"/>
                <a:gd name="T94" fmla="*/ 1188 w 1411"/>
                <a:gd name="T95" fmla="*/ 1141 h 1801"/>
                <a:gd name="T96" fmla="*/ 1236 w 1411"/>
                <a:gd name="T97" fmla="*/ 1185 h 1801"/>
                <a:gd name="T98" fmla="*/ 1380 w 1411"/>
                <a:gd name="T99" fmla="*/ 1205 h 1801"/>
                <a:gd name="T100" fmla="*/ 1408 w 1411"/>
                <a:gd name="T101" fmla="*/ 1229 h 1801"/>
                <a:gd name="T102" fmla="*/ 1411 w 1411"/>
                <a:gd name="T103" fmla="*/ 1274 h 1801"/>
                <a:gd name="T104" fmla="*/ 1260 w 1411"/>
                <a:gd name="T105" fmla="*/ 1395 h 1801"/>
                <a:gd name="T106" fmla="*/ 1266 w 1411"/>
                <a:gd name="T107" fmla="*/ 1457 h 1801"/>
                <a:gd name="T108" fmla="*/ 1209 w 1411"/>
                <a:gd name="T109" fmla="*/ 1489 h 1801"/>
                <a:gd name="T110" fmla="*/ 1208 w 1411"/>
                <a:gd name="T111" fmla="*/ 1646 h 1801"/>
                <a:gd name="T112" fmla="*/ 996 w 1411"/>
                <a:gd name="T113" fmla="*/ 1762 h 1801"/>
                <a:gd name="T114" fmla="*/ 833 w 1411"/>
                <a:gd name="T115" fmla="*/ 1777 h 1801"/>
                <a:gd name="T116" fmla="*/ 751 w 1411"/>
                <a:gd name="T117" fmla="*/ 1657 h 1801"/>
                <a:gd name="T118" fmla="*/ 699 w 1411"/>
                <a:gd name="T119" fmla="*/ 1699 h 1801"/>
                <a:gd name="T120" fmla="*/ 680 w 1411"/>
                <a:gd name="T121" fmla="*/ 1793 h 1801"/>
                <a:gd name="T122" fmla="*/ 648 w 1411"/>
                <a:gd name="T123" fmla="*/ 1792 h 1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11" h="1801">
                  <a:moveTo>
                    <a:pt x="648" y="1792"/>
                  </a:moveTo>
                  <a:cubicBezTo>
                    <a:pt x="641" y="1786"/>
                    <a:pt x="635" y="1782"/>
                    <a:pt x="632" y="1779"/>
                  </a:cubicBezTo>
                  <a:cubicBezTo>
                    <a:pt x="632" y="1733"/>
                    <a:pt x="632" y="1687"/>
                    <a:pt x="636" y="1641"/>
                  </a:cubicBezTo>
                  <a:cubicBezTo>
                    <a:pt x="626" y="1631"/>
                    <a:pt x="617" y="1621"/>
                    <a:pt x="607" y="1614"/>
                  </a:cubicBezTo>
                  <a:cubicBezTo>
                    <a:pt x="502" y="1612"/>
                    <a:pt x="502" y="1608"/>
                    <a:pt x="460" y="1693"/>
                  </a:cubicBezTo>
                  <a:cubicBezTo>
                    <a:pt x="447" y="1696"/>
                    <a:pt x="437" y="1702"/>
                    <a:pt x="428" y="1708"/>
                  </a:cubicBezTo>
                  <a:cubicBezTo>
                    <a:pt x="428" y="1682"/>
                    <a:pt x="406" y="1672"/>
                    <a:pt x="383" y="1655"/>
                  </a:cubicBezTo>
                  <a:cubicBezTo>
                    <a:pt x="377" y="1641"/>
                    <a:pt x="371" y="1631"/>
                    <a:pt x="364" y="1621"/>
                  </a:cubicBezTo>
                  <a:cubicBezTo>
                    <a:pt x="365" y="1517"/>
                    <a:pt x="320" y="1519"/>
                    <a:pt x="301" y="1459"/>
                  </a:cubicBezTo>
                  <a:cubicBezTo>
                    <a:pt x="292" y="1453"/>
                    <a:pt x="282" y="1446"/>
                    <a:pt x="276" y="1439"/>
                  </a:cubicBezTo>
                  <a:cubicBezTo>
                    <a:pt x="276" y="1383"/>
                    <a:pt x="305" y="1381"/>
                    <a:pt x="331" y="1355"/>
                  </a:cubicBezTo>
                  <a:cubicBezTo>
                    <a:pt x="331" y="1241"/>
                    <a:pt x="223" y="1258"/>
                    <a:pt x="178" y="1220"/>
                  </a:cubicBezTo>
                  <a:cubicBezTo>
                    <a:pt x="175" y="1204"/>
                    <a:pt x="172" y="1191"/>
                    <a:pt x="172" y="1178"/>
                  </a:cubicBezTo>
                  <a:cubicBezTo>
                    <a:pt x="166" y="1174"/>
                    <a:pt x="159" y="1171"/>
                    <a:pt x="156" y="1168"/>
                  </a:cubicBezTo>
                  <a:cubicBezTo>
                    <a:pt x="156" y="1115"/>
                    <a:pt x="211" y="1087"/>
                    <a:pt x="256" y="1072"/>
                  </a:cubicBezTo>
                  <a:cubicBezTo>
                    <a:pt x="272" y="1049"/>
                    <a:pt x="288" y="1030"/>
                    <a:pt x="304" y="1011"/>
                  </a:cubicBezTo>
                  <a:cubicBezTo>
                    <a:pt x="305" y="919"/>
                    <a:pt x="283" y="833"/>
                    <a:pt x="235" y="783"/>
                  </a:cubicBezTo>
                  <a:cubicBezTo>
                    <a:pt x="210" y="782"/>
                    <a:pt x="187" y="782"/>
                    <a:pt x="165" y="781"/>
                  </a:cubicBezTo>
                  <a:cubicBezTo>
                    <a:pt x="155" y="791"/>
                    <a:pt x="146" y="800"/>
                    <a:pt x="139" y="810"/>
                  </a:cubicBezTo>
                  <a:cubicBezTo>
                    <a:pt x="129" y="810"/>
                    <a:pt x="123" y="810"/>
                    <a:pt x="117" y="813"/>
                  </a:cubicBezTo>
                  <a:cubicBezTo>
                    <a:pt x="66" y="769"/>
                    <a:pt x="66" y="697"/>
                    <a:pt x="57" y="661"/>
                  </a:cubicBezTo>
                  <a:cubicBezTo>
                    <a:pt x="38" y="644"/>
                    <a:pt x="19" y="630"/>
                    <a:pt x="0" y="617"/>
                  </a:cubicBezTo>
                  <a:cubicBezTo>
                    <a:pt x="0" y="548"/>
                    <a:pt x="83" y="504"/>
                    <a:pt x="128" y="456"/>
                  </a:cubicBezTo>
                  <a:cubicBezTo>
                    <a:pt x="148" y="368"/>
                    <a:pt x="133" y="293"/>
                    <a:pt x="133" y="217"/>
                  </a:cubicBezTo>
                  <a:cubicBezTo>
                    <a:pt x="136" y="214"/>
                    <a:pt x="139" y="211"/>
                    <a:pt x="143" y="211"/>
                  </a:cubicBezTo>
                  <a:cubicBezTo>
                    <a:pt x="152" y="215"/>
                    <a:pt x="162" y="218"/>
                    <a:pt x="174" y="225"/>
                  </a:cubicBezTo>
                  <a:cubicBezTo>
                    <a:pt x="184" y="245"/>
                    <a:pt x="206" y="344"/>
                    <a:pt x="273" y="368"/>
                  </a:cubicBezTo>
                  <a:cubicBezTo>
                    <a:pt x="292" y="369"/>
                    <a:pt x="311" y="369"/>
                    <a:pt x="333" y="370"/>
                  </a:cubicBezTo>
                  <a:cubicBezTo>
                    <a:pt x="378" y="302"/>
                    <a:pt x="366" y="262"/>
                    <a:pt x="401" y="204"/>
                  </a:cubicBezTo>
                  <a:cubicBezTo>
                    <a:pt x="402" y="191"/>
                    <a:pt x="402" y="178"/>
                    <a:pt x="405" y="165"/>
                  </a:cubicBezTo>
                  <a:cubicBezTo>
                    <a:pt x="367" y="125"/>
                    <a:pt x="329" y="88"/>
                    <a:pt x="291" y="51"/>
                  </a:cubicBezTo>
                  <a:cubicBezTo>
                    <a:pt x="291" y="12"/>
                    <a:pt x="323" y="16"/>
                    <a:pt x="342" y="0"/>
                  </a:cubicBezTo>
                  <a:cubicBezTo>
                    <a:pt x="345" y="0"/>
                    <a:pt x="352" y="0"/>
                    <a:pt x="358" y="0"/>
                  </a:cubicBezTo>
                  <a:cubicBezTo>
                    <a:pt x="399" y="44"/>
                    <a:pt x="456" y="98"/>
                    <a:pt x="485" y="187"/>
                  </a:cubicBezTo>
                  <a:cubicBezTo>
                    <a:pt x="500" y="207"/>
                    <a:pt x="516" y="227"/>
                    <a:pt x="535" y="250"/>
                  </a:cubicBezTo>
                  <a:cubicBezTo>
                    <a:pt x="609" y="265"/>
                    <a:pt x="682" y="284"/>
                    <a:pt x="756" y="302"/>
                  </a:cubicBezTo>
                  <a:cubicBezTo>
                    <a:pt x="768" y="312"/>
                    <a:pt x="784" y="325"/>
                    <a:pt x="800" y="339"/>
                  </a:cubicBezTo>
                  <a:cubicBezTo>
                    <a:pt x="835" y="409"/>
                    <a:pt x="853" y="547"/>
                    <a:pt x="952" y="618"/>
                  </a:cubicBezTo>
                  <a:cubicBezTo>
                    <a:pt x="955" y="624"/>
                    <a:pt x="958" y="631"/>
                    <a:pt x="964" y="641"/>
                  </a:cubicBezTo>
                  <a:cubicBezTo>
                    <a:pt x="993" y="642"/>
                    <a:pt x="1047" y="646"/>
                    <a:pt x="1086" y="621"/>
                  </a:cubicBezTo>
                  <a:cubicBezTo>
                    <a:pt x="1093" y="553"/>
                    <a:pt x="1083" y="585"/>
                    <a:pt x="1150" y="577"/>
                  </a:cubicBezTo>
                  <a:cubicBezTo>
                    <a:pt x="1156" y="587"/>
                    <a:pt x="1194" y="650"/>
                    <a:pt x="1194" y="703"/>
                  </a:cubicBezTo>
                  <a:cubicBezTo>
                    <a:pt x="1149" y="724"/>
                    <a:pt x="1089" y="720"/>
                    <a:pt x="1057" y="719"/>
                  </a:cubicBezTo>
                  <a:cubicBezTo>
                    <a:pt x="1044" y="745"/>
                    <a:pt x="1031" y="770"/>
                    <a:pt x="1021" y="796"/>
                  </a:cubicBezTo>
                  <a:cubicBezTo>
                    <a:pt x="1018" y="819"/>
                    <a:pt x="1014" y="845"/>
                    <a:pt x="1014" y="872"/>
                  </a:cubicBezTo>
                  <a:cubicBezTo>
                    <a:pt x="982" y="894"/>
                    <a:pt x="985" y="897"/>
                    <a:pt x="985" y="956"/>
                  </a:cubicBezTo>
                  <a:cubicBezTo>
                    <a:pt x="1026" y="996"/>
                    <a:pt x="1067" y="1040"/>
                    <a:pt x="1112" y="1084"/>
                  </a:cubicBezTo>
                  <a:cubicBezTo>
                    <a:pt x="1122" y="1087"/>
                    <a:pt x="1173" y="1088"/>
                    <a:pt x="1188" y="1141"/>
                  </a:cubicBezTo>
                  <a:cubicBezTo>
                    <a:pt x="1204" y="1155"/>
                    <a:pt x="1220" y="1168"/>
                    <a:pt x="1236" y="1185"/>
                  </a:cubicBezTo>
                  <a:cubicBezTo>
                    <a:pt x="1284" y="1189"/>
                    <a:pt x="1332" y="1197"/>
                    <a:pt x="1380" y="1205"/>
                  </a:cubicBezTo>
                  <a:cubicBezTo>
                    <a:pt x="1389" y="1212"/>
                    <a:pt x="1399" y="1219"/>
                    <a:pt x="1408" y="1229"/>
                  </a:cubicBezTo>
                  <a:cubicBezTo>
                    <a:pt x="1408" y="1242"/>
                    <a:pt x="1408" y="1258"/>
                    <a:pt x="1411" y="1274"/>
                  </a:cubicBezTo>
                  <a:cubicBezTo>
                    <a:pt x="1344" y="1342"/>
                    <a:pt x="1261" y="1290"/>
                    <a:pt x="1260" y="1395"/>
                  </a:cubicBezTo>
                  <a:cubicBezTo>
                    <a:pt x="1270" y="1415"/>
                    <a:pt x="1276" y="1432"/>
                    <a:pt x="1266" y="1457"/>
                  </a:cubicBezTo>
                  <a:cubicBezTo>
                    <a:pt x="1241" y="1463"/>
                    <a:pt x="1221" y="1479"/>
                    <a:pt x="1209" y="1489"/>
                  </a:cubicBezTo>
                  <a:cubicBezTo>
                    <a:pt x="1208" y="1541"/>
                    <a:pt x="1208" y="1594"/>
                    <a:pt x="1208" y="1646"/>
                  </a:cubicBezTo>
                  <a:cubicBezTo>
                    <a:pt x="1146" y="1736"/>
                    <a:pt x="1086" y="1748"/>
                    <a:pt x="996" y="1762"/>
                  </a:cubicBezTo>
                  <a:cubicBezTo>
                    <a:pt x="929" y="1783"/>
                    <a:pt x="881" y="1801"/>
                    <a:pt x="833" y="1777"/>
                  </a:cubicBezTo>
                  <a:cubicBezTo>
                    <a:pt x="785" y="1727"/>
                    <a:pt x="776" y="1684"/>
                    <a:pt x="751" y="1657"/>
                  </a:cubicBezTo>
                  <a:cubicBezTo>
                    <a:pt x="709" y="1660"/>
                    <a:pt x="719" y="1660"/>
                    <a:pt x="699" y="1699"/>
                  </a:cubicBezTo>
                  <a:cubicBezTo>
                    <a:pt x="693" y="1728"/>
                    <a:pt x="686" y="1760"/>
                    <a:pt x="680" y="1793"/>
                  </a:cubicBezTo>
                  <a:cubicBezTo>
                    <a:pt x="667" y="1793"/>
                    <a:pt x="657" y="1792"/>
                    <a:pt x="648" y="1792"/>
                  </a:cubicBezTo>
                  <a:close/>
                </a:path>
              </a:pathLst>
            </a:custGeom>
            <a:grpFill/>
            <a:ln w="8" cap="flat">
              <a:solidFill>
                <a:srgbClr val="FFFFFF"/>
              </a:solidFill>
              <a:prstDash val="solid"/>
              <a:miter lim="800000"/>
              <a:headEnd/>
              <a:tailEnd/>
            </a:ln>
          </p:spPr>
          <p:txBody>
            <a:bodyPr vert="horz" wrap="square" lIns="91424" tIns="45712" rIns="91424" bIns="45712" numCol="1" anchor="t" anchorCtr="0" compatLnSpc="1">
              <a:prstTxWarp prst="textNoShape">
                <a:avLst/>
              </a:prstTxWarp>
            </a:bodyPr>
            <a:lstStyle/>
            <a:p>
              <a:endParaRPr lang="zh-CN" altLang="en-US">
                <a:solidFill>
                  <a:srgbClr val="000000"/>
                </a:solidFill>
              </a:endParaRPr>
            </a:p>
          </p:txBody>
        </p:sp>
        <p:sp>
          <p:nvSpPr>
            <p:cNvPr id="76" name="Freeform 20"/>
            <p:cNvSpPr>
              <a:spLocks/>
            </p:cNvSpPr>
            <p:nvPr/>
          </p:nvSpPr>
          <p:spPr bwMode="auto">
            <a:xfrm>
              <a:off x="5531382" y="2610833"/>
              <a:ext cx="478453" cy="484762"/>
            </a:xfrm>
            <a:custGeom>
              <a:avLst/>
              <a:gdLst>
                <a:gd name="T0" fmla="*/ 1054 w 1669"/>
                <a:gd name="T1" fmla="*/ 1690 h 1690"/>
                <a:gd name="T2" fmla="*/ 952 w 1669"/>
                <a:gd name="T3" fmla="*/ 1665 h 1690"/>
                <a:gd name="T4" fmla="*/ 952 w 1669"/>
                <a:gd name="T5" fmla="*/ 1625 h 1690"/>
                <a:gd name="T6" fmla="*/ 1061 w 1669"/>
                <a:gd name="T7" fmla="*/ 1556 h 1690"/>
                <a:gd name="T8" fmla="*/ 1090 w 1669"/>
                <a:gd name="T9" fmla="*/ 1517 h 1690"/>
                <a:gd name="T10" fmla="*/ 918 w 1669"/>
                <a:gd name="T11" fmla="*/ 1389 h 1690"/>
                <a:gd name="T12" fmla="*/ 842 w 1669"/>
                <a:gd name="T13" fmla="*/ 1315 h 1690"/>
                <a:gd name="T14" fmla="*/ 728 w 1669"/>
                <a:gd name="T15" fmla="*/ 1230 h 1690"/>
                <a:gd name="T16" fmla="*/ 658 w 1669"/>
                <a:gd name="T17" fmla="*/ 1146 h 1690"/>
                <a:gd name="T18" fmla="*/ 697 w 1669"/>
                <a:gd name="T19" fmla="*/ 1043 h 1690"/>
                <a:gd name="T20" fmla="*/ 720 w 1669"/>
                <a:gd name="T21" fmla="*/ 981 h 1690"/>
                <a:gd name="T22" fmla="*/ 870 w 1669"/>
                <a:gd name="T23" fmla="*/ 952 h 1690"/>
                <a:gd name="T24" fmla="*/ 810 w 1669"/>
                <a:gd name="T25" fmla="*/ 774 h 1690"/>
                <a:gd name="T26" fmla="*/ 711 w 1669"/>
                <a:gd name="T27" fmla="*/ 784 h 1690"/>
                <a:gd name="T28" fmla="*/ 701 w 1669"/>
                <a:gd name="T29" fmla="*/ 836 h 1690"/>
                <a:gd name="T30" fmla="*/ 634 w 1669"/>
                <a:gd name="T31" fmla="*/ 845 h 1690"/>
                <a:gd name="T32" fmla="*/ 583 w 1669"/>
                <a:gd name="T33" fmla="*/ 794 h 1690"/>
                <a:gd name="T34" fmla="*/ 448 w 1669"/>
                <a:gd name="T35" fmla="*/ 519 h 1690"/>
                <a:gd name="T36" fmla="*/ 310 w 1669"/>
                <a:gd name="T37" fmla="*/ 483 h 1690"/>
                <a:gd name="T38" fmla="*/ 196 w 1669"/>
                <a:gd name="T39" fmla="*/ 444 h 1690"/>
                <a:gd name="T40" fmla="*/ 170 w 1669"/>
                <a:gd name="T41" fmla="*/ 414 h 1690"/>
                <a:gd name="T42" fmla="*/ 21 w 1669"/>
                <a:gd name="T43" fmla="*/ 200 h 1690"/>
                <a:gd name="T44" fmla="*/ 76 w 1669"/>
                <a:gd name="T45" fmla="*/ 113 h 1690"/>
                <a:gd name="T46" fmla="*/ 111 w 1669"/>
                <a:gd name="T47" fmla="*/ 150 h 1690"/>
                <a:gd name="T48" fmla="*/ 111 w 1669"/>
                <a:gd name="T49" fmla="*/ 160 h 1690"/>
                <a:gd name="T50" fmla="*/ 203 w 1669"/>
                <a:gd name="T51" fmla="*/ 267 h 1690"/>
                <a:gd name="T52" fmla="*/ 359 w 1669"/>
                <a:gd name="T53" fmla="*/ 301 h 1690"/>
                <a:gd name="T54" fmla="*/ 510 w 1669"/>
                <a:gd name="T55" fmla="*/ 236 h 1690"/>
                <a:gd name="T56" fmla="*/ 561 w 1669"/>
                <a:gd name="T57" fmla="*/ 240 h 1690"/>
                <a:gd name="T58" fmla="*/ 629 w 1669"/>
                <a:gd name="T59" fmla="*/ 157 h 1690"/>
                <a:gd name="T60" fmla="*/ 738 w 1669"/>
                <a:gd name="T61" fmla="*/ 2 h 1690"/>
                <a:gd name="T62" fmla="*/ 741 w 1669"/>
                <a:gd name="T63" fmla="*/ 84 h 1690"/>
                <a:gd name="T64" fmla="*/ 839 w 1669"/>
                <a:gd name="T65" fmla="*/ 165 h 1690"/>
                <a:gd name="T66" fmla="*/ 1050 w 1669"/>
                <a:gd name="T67" fmla="*/ 285 h 1690"/>
                <a:gd name="T68" fmla="*/ 1274 w 1669"/>
                <a:gd name="T69" fmla="*/ 697 h 1690"/>
                <a:gd name="T70" fmla="*/ 1334 w 1669"/>
                <a:gd name="T71" fmla="*/ 869 h 1690"/>
                <a:gd name="T72" fmla="*/ 1617 w 1669"/>
                <a:gd name="T73" fmla="*/ 1053 h 1690"/>
                <a:gd name="T74" fmla="*/ 1617 w 1669"/>
                <a:gd name="T75" fmla="*/ 1072 h 1690"/>
                <a:gd name="T76" fmla="*/ 1444 w 1669"/>
                <a:gd name="T77" fmla="*/ 1081 h 1690"/>
                <a:gd name="T78" fmla="*/ 1444 w 1669"/>
                <a:gd name="T79" fmla="*/ 1147 h 1690"/>
                <a:gd name="T80" fmla="*/ 1546 w 1669"/>
                <a:gd name="T81" fmla="*/ 1188 h 1690"/>
                <a:gd name="T82" fmla="*/ 1539 w 1669"/>
                <a:gd name="T83" fmla="*/ 1270 h 1690"/>
                <a:gd name="T84" fmla="*/ 1660 w 1669"/>
                <a:gd name="T85" fmla="*/ 1332 h 1690"/>
                <a:gd name="T86" fmla="*/ 1669 w 1669"/>
                <a:gd name="T87" fmla="*/ 1352 h 1690"/>
                <a:gd name="T88" fmla="*/ 1541 w 1669"/>
                <a:gd name="T89" fmla="*/ 1480 h 1690"/>
                <a:gd name="T90" fmla="*/ 1541 w 1669"/>
                <a:gd name="T91" fmla="*/ 1496 h 1690"/>
                <a:gd name="T92" fmla="*/ 1390 w 1669"/>
                <a:gd name="T93" fmla="*/ 1620 h 1690"/>
                <a:gd name="T94" fmla="*/ 1284 w 1669"/>
                <a:gd name="T95" fmla="*/ 1653 h 1690"/>
                <a:gd name="T96" fmla="*/ 1278 w 1669"/>
                <a:gd name="T97" fmla="*/ 1670 h 1690"/>
                <a:gd name="T98" fmla="*/ 1125 w 1669"/>
                <a:gd name="T99" fmla="*/ 1656 h 1690"/>
                <a:gd name="T100" fmla="*/ 1054 w 1669"/>
                <a:gd name="T101" fmla="*/ 1690 h 1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669" h="1690">
                  <a:moveTo>
                    <a:pt x="1054" y="1690"/>
                  </a:moveTo>
                  <a:cubicBezTo>
                    <a:pt x="1000" y="1666"/>
                    <a:pt x="977" y="1669"/>
                    <a:pt x="952" y="1665"/>
                  </a:cubicBezTo>
                  <a:cubicBezTo>
                    <a:pt x="952" y="1652"/>
                    <a:pt x="952" y="1638"/>
                    <a:pt x="952" y="1625"/>
                  </a:cubicBezTo>
                  <a:cubicBezTo>
                    <a:pt x="885" y="1601"/>
                    <a:pt x="1045" y="1562"/>
                    <a:pt x="1061" y="1556"/>
                  </a:cubicBezTo>
                  <a:cubicBezTo>
                    <a:pt x="1071" y="1543"/>
                    <a:pt x="1081" y="1530"/>
                    <a:pt x="1090" y="1517"/>
                  </a:cubicBezTo>
                  <a:cubicBezTo>
                    <a:pt x="1091" y="1373"/>
                    <a:pt x="998" y="1394"/>
                    <a:pt x="918" y="1389"/>
                  </a:cubicBezTo>
                  <a:cubicBezTo>
                    <a:pt x="867" y="1374"/>
                    <a:pt x="852" y="1331"/>
                    <a:pt x="842" y="1315"/>
                  </a:cubicBezTo>
                  <a:cubicBezTo>
                    <a:pt x="782" y="1287"/>
                    <a:pt x="743" y="1257"/>
                    <a:pt x="728" y="1230"/>
                  </a:cubicBezTo>
                  <a:cubicBezTo>
                    <a:pt x="670" y="1193"/>
                    <a:pt x="667" y="1176"/>
                    <a:pt x="658" y="1146"/>
                  </a:cubicBezTo>
                  <a:cubicBezTo>
                    <a:pt x="706" y="1118"/>
                    <a:pt x="693" y="1069"/>
                    <a:pt x="697" y="1043"/>
                  </a:cubicBezTo>
                  <a:cubicBezTo>
                    <a:pt x="703" y="1020"/>
                    <a:pt x="710" y="1000"/>
                    <a:pt x="720" y="981"/>
                  </a:cubicBezTo>
                  <a:cubicBezTo>
                    <a:pt x="761" y="982"/>
                    <a:pt x="812" y="996"/>
                    <a:pt x="870" y="952"/>
                  </a:cubicBezTo>
                  <a:cubicBezTo>
                    <a:pt x="870" y="873"/>
                    <a:pt x="848" y="801"/>
                    <a:pt x="810" y="774"/>
                  </a:cubicBezTo>
                  <a:cubicBezTo>
                    <a:pt x="753" y="772"/>
                    <a:pt x="740" y="772"/>
                    <a:pt x="711" y="784"/>
                  </a:cubicBezTo>
                  <a:cubicBezTo>
                    <a:pt x="708" y="801"/>
                    <a:pt x="705" y="817"/>
                    <a:pt x="701" y="836"/>
                  </a:cubicBezTo>
                  <a:cubicBezTo>
                    <a:pt x="679" y="839"/>
                    <a:pt x="656" y="842"/>
                    <a:pt x="634" y="845"/>
                  </a:cubicBezTo>
                  <a:cubicBezTo>
                    <a:pt x="618" y="808"/>
                    <a:pt x="606" y="811"/>
                    <a:pt x="583" y="794"/>
                  </a:cubicBezTo>
                  <a:cubicBezTo>
                    <a:pt x="523" y="681"/>
                    <a:pt x="501" y="589"/>
                    <a:pt x="448" y="519"/>
                  </a:cubicBezTo>
                  <a:cubicBezTo>
                    <a:pt x="397" y="482"/>
                    <a:pt x="342" y="487"/>
                    <a:pt x="310" y="483"/>
                  </a:cubicBezTo>
                  <a:cubicBezTo>
                    <a:pt x="272" y="469"/>
                    <a:pt x="234" y="455"/>
                    <a:pt x="196" y="444"/>
                  </a:cubicBezTo>
                  <a:cubicBezTo>
                    <a:pt x="186" y="434"/>
                    <a:pt x="177" y="424"/>
                    <a:pt x="170" y="414"/>
                  </a:cubicBezTo>
                  <a:cubicBezTo>
                    <a:pt x="139" y="328"/>
                    <a:pt x="69" y="238"/>
                    <a:pt x="21" y="200"/>
                  </a:cubicBezTo>
                  <a:cubicBezTo>
                    <a:pt x="22" y="145"/>
                    <a:pt x="0" y="59"/>
                    <a:pt x="76" y="113"/>
                  </a:cubicBezTo>
                  <a:cubicBezTo>
                    <a:pt x="82" y="127"/>
                    <a:pt x="92" y="140"/>
                    <a:pt x="111" y="150"/>
                  </a:cubicBezTo>
                  <a:cubicBezTo>
                    <a:pt x="111" y="153"/>
                    <a:pt x="111" y="157"/>
                    <a:pt x="111" y="160"/>
                  </a:cubicBezTo>
                  <a:cubicBezTo>
                    <a:pt x="140" y="180"/>
                    <a:pt x="165" y="204"/>
                    <a:pt x="203" y="267"/>
                  </a:cubicBezTo>
                  <a:cubicBezTo>
                    <a:pt x="235" y="284"/>
                    <a:pt x="289" y="292"/>
                    <a:pt x="359" y="301"/>
                  </a:cubicBezTo>
                  <a:cubicBezTo>
                    <a:pt x="411" y="285"/>
                    <a:pt x="447" y="136"/>
                    <a:pt x="510" y="236"/>
                  </a:cubicBezTo>
                  <a:cubicBezTo>
                    <a:pt x="526" y="236"/>
                    <a:pt x="542" y="236"/>
                    <a:pt x="561" y="240"/>
                  </a:cubicBezTo>
                  <a:cubicBezTo>
                    <a:pt x="584" y="211"/>
                    <a:pt x="606" y="182"/>
                    <a:pt x="629" y="157"/>
                  </a:cubicBezTo>
                  <a:cubicBezTo>
                    <a:pt x="642" y="82"/>
                    <a:pt x="649" y="0"/>
                    <a:pt x="738" y="2"/>
                  </a:cubicBezTo>
                  <a:cubicBezTo>
                    <a:pt x="738" y="28"/>
                    <a:pt x="738" y="55"/>
                    <a:pt x="741" y="84"/>
                  </a:cubicBezTo>
                  <a:cubicBezTo>
                    <a:pt x="773" y="111"/>
                    <a:pt x="804" y="138"/>
                    <a:pt x="839" y="165"/>
                  </a:cubicBezTo>
                  <a:cubicBezTo>
                    <a:pt x="897" y="186"/>
                    <a:pt x="960" y="244"/>
                    <a:pt x="1050" y="285"/>
                  </a:cubicBezTo>
                  <a:cubicBezTo>
                    <a:pt x="1110" y="411"/>
                    <a:pt x="1179" y="547"/>
                    <a:pt x="1274" y="697"/>
                  </a:cubicBezTo>
                  <a:cubicBezTo>
                    <a:pt x="1274" y="736"/>
                    <a:pt x="1289" y="809"/>
                    <a:pt x="1334" y="869"/>
                  </a:cubicBezTo>
                  <a:cubicBezTo>
                    <a:pt x="1439" y="927"/>
                    <a:pt x="1502" y="961"/>
                    <a:pt x="1617" y="1053"/>
                  </a:cubicBezTo>
                  <a:cubicBezTo>
                    <a:pt x="1617" y="1059"/>
                    <a:pt x="1617" y="1066"/>
                    <a:pt x="1617" y="1072"/>
                  </a:cubicBezTo>
                  <a:cubicBezTo>
                    <a:pt x="1588" y="1101"/>
                    <a:pt x="1457" y="1081"/>
                    <a:pt x="1444" y="1081"/>
                  </a:cubicBezTo>
                  <a:cubicBezTo>
                    <a:pt x="1444" y="1101"/>
                    <a:pt x="1444" y="1124"/>
                    <a:pt x="1444" y="1147"/>
                  </a:cubicBezTo>
                  <a:cubicBezTo>
                    <a:pt x="1476" y="1160"/>
                    <a:pt x="1511" y="1174"/>
                    <a:pt x="1546" y="1188"/>
                  </a:cubicBezTo>
                  <a:cubicBezTo>
                    <a:pt x="1533" y="1214"/>
                    <a:pt x="1526" y="1227"/>
                    <a:pt x="1539" y="1270"/>
                  </a:cubicBezTo>
                  <a:cubicBezTo>
                    <a:pt x="1577" y="1291"/>
                    <a:pt x="1619" y="1311"/>
                    <a:pt x="1660" y="1332"/>
                  </a:cubicBezTo>
                  <a:cubicBezTo>
                    <a:pt x="1663" y="1339"/>
                    <a:pt x="1666" y="1345"/>
                    <a:pt x="1669" y="1352"/>
                  </a:cubicBezTo>
                  <a:cubicBezTo>
                    <a:pt x="1669" y="1421"/>
                    <a:pt x="1599" y="1445"/>
                    <a:pt x="1541" y="1480"/>
                  </a:cubicBezTo>
                  <a:cubicBezTo>
                    <a:pt x="1541" y="1483"/>
                    <a:pt x="1541" y="1490"/>
                    <a:pt x="1541" y="1496"/>
                  </a:cubicBezTo>
                  <a:cubicBezTo>
                    <a:pt x="1512" y="1495"/>
                    <a:pt x="1419" y="1598"/>
                    <a:pt x="1390" y="1620"/>
                  </a:cubicBezTo>
                  <a:cubicBezTo>
                    <a:pt x="1355" y="1629"/>
                    <a:pt x="1320" y="1641"/>
                    <a:pt x="1284" y="1653"/>
                  </a:cubicBezTo>
                  <a:cubicBezTo>
                    <a:pt x="1281" y="1657"/>
                    <a:pt x="1278" y="1663"/>
                    <a:pt x="1278" y="1670"/>
                  </a:cubicBezTo>
                  <a:cubicBezTo>
                    <a:pt x="1227" y="1665"/>
                    <a:pt x="1176" y="1660"/>
                    <a:pt x="1125" y="1656"/>
                  </a:cubicBezTo>
                  <a:cubicBezTo>
                    <a:pt x="1099" y="1665"/>
                    <a:pt x="1076" y="1678"/>
                    <a:pt x="1054" y="1690"/>
                  </a:cubicBezTo>
                  <a:close/>
                </a:path>
              </a:pathLst>
            </a:custGeom>
            <a:grpFill/>
            <a:ln w="8" cap="flat">
              <a:solidFill>
                <a:srgbClr val="FFFFFF"/>
              </a:solidFill>
              <a:prstDash val="solid"/>
              <a:miter lim="800000"/>
              <a:headEnd/>
              <a:tailEnd/>
            </a:ln>
          </p:spPr>
          <p:txBody>
            <a:bodyPr vert="horz" wrap="square" lIns="91424" tIns="45712" rIns="91424" bIns="45712" numCol="1" anchor="t" anchorCtr="0" compatLnSpc="1">
              <a:prstTxWarp prst="textNoShape">
                <a:avLst/>
              </a:prstTxWarp>
            </a:bodyPr>
            <a:lstStyle/>
            <a:p>
              <a:endParaRPr lang="zh-CN" altLang="en-US">
                <a:solidFill>
                  <a:srgbClr val="000000"/>
                </a:solidFill>
              </a:endParaRPr>
            </a:p>
          </p:txBody>
        </p:sp>
        <p:sp>
          <p:nvSpPr>
            <p:cNvPr id="77" name="Freeform 21"/>
            <p:cNvSpPr>
              <a:spLocks/>
            </p:cNvSpPr>
            <p:nvPr/>
          </p:nvSpPr>
          <p:spPr bwMode="auto">
            <a:xfrm>
              <a:off x="5047674" y="2518299"/>
              <a:ext cx="487916" cy="487916"/>
            </a:xfrm>
            <a:custGeom>
              <a:avLst/>
              <a:gdLst>
                <a:gd name="T0" fmla="*/ 1448 w 1700"/>
                <a:gd name="T1" fmla="*/ 1701 h 1701"/>
                <a:gd name="T2" fmla="*/ 1314 w 1700"/>
                <a:gd name="T3" fmla="*/ 1678 h 1701"/>
                <a:gd name="T4" fmla="*/ 1209 w 1700"/>
                <a:gd name="T5" fmla="*/ 1620 h 1701"/>
                <a:gd name="T6" fmla="*/ 1008 w 1700"/>
                <a:gd name="T7" fmla="*/ 1569 h 1701"/>
                <a:gd name="T8" fmla="*/ 954 w 1700"/>
                <a:gd name="T9" fmla="*/ 1482 h 1701"/>
                <a:gd name="T10" fmla="*/ 852 w 1700"/>
                <a:gd name="T11" fmla="*/ 1414 h 1701"/>
                <a:gd name="T12" fmla="*/ 485 w 1700"/>
                <a:gd name="T13" fmla="*/ 1395 h 1701"/>
                <a:gd name="T14" fmla="*/ 252 w 1700"/>
                <a:gd name="T15" fmla="*/ 1268 h 1701"/>
                <a:gd name="T16" fmla="*/ 179 w 1700"/>
                <a:gd name="T17" fmla="*/ 1185 h 1701"/>
                <a:gd name="T18" fmla="*/ 53 w 1700"/>
                <a:gd name="T19" fmla="*/ 890 h 1701"/>
                <a:gd name="T20" fmla="*/ 3 w 1700"/>
                <a:gd name="T21" fmla="*/ 741 h 1701"/>
                <a:gd name="T22" fmla="*/ 1 w 1700"/>
                <a:gd name="T23" fmla="*/ 623 h 1701"/>
                <a:gd name="T24" fmla="*/ 151 w 1700"/>
                <a:gd name="T25" fmla="*/ 545 h 1701"/>
                <a:gd name="T26" fmla="*/ 202 w 1700"/>
                <a:gd name="T27" fmla="*/ 520 h 1701"/>
                <a:gd name="T28" fmla="*/ 417 w 1700"/>
                <a:gd name="T29" fmla="*/ 437 h 1701"/>
                <a:gd name="T30" fmla="*/ 631 w 1700"/>
                <a:gd name="T31" fmla="*/ 390 h 1701"/>
                <a:gd name="T32" fmla="*/ 786 w 1700"/>
                <a:gd name="T33" fmla="*/ 250 h 1701"/>
                <a:gd name="T34" fmla="*/ 867 w 1700"/>
                <a:gd name="T35" fmla="*/ 0 h 1701"/>
                <a:gd name="T36" fmla="*/ 1026 w 1700"/>
                <a:gd name="T37" fmla="*/ 40 h 1701"/>
                <a:gd name="T38" fmla="*/ 1263 w 1700"/>
                <a:gd name="T39" fmla="*/ 46 h 1701"/>
                <a:gd name="T40" fmla="*/ 1301 w 1700"/>
                <a:gd name="T41" fmla="*/ 106 h 1701"/>
                <a:gd name="T42" fmla="*/ 1335 w 1700"/>
                <a:gd name="T43" fmla="*/ 264 h 1701"/>
                <a:gd name="T44" fmla="*/ 1238 w 1700"/>
                <a:gd name="T45" fmla="*/ 376 h 1701"/>
                <a:gd name="T46" fmla="*/ 1203 w 1700"/>
                <a:gd name="T47" fmla="*/ 388 h 1701"/>
                <a:gd name="T48" fmla="*/ 1203 w 1700"/>
                <a:gd name="T49" fmla="*/ 411 h 1701"/>
                <a:gd name="T50" fmla="*/ 1311 w 1700"/>
                <a:gd name="T51" fmla="*/ 496 h 1701"/>
                <a:gd name="T52" fmla="*/ 1318 w 1700"/>
                <a:gd name="T53" fmla="*/ 513 h 1701"/>
                <a:gd name="T54" fmla="*/ 1550 w 1700"/>
                <a:gd name="T55" fmla="*/ 597 h 1701"/>
                <a:gd name="T56" fmla="*/ 1617 w 1700"/>
                <a:gd name="T57" fmla="*/ 654 h 1701"/>
                <a:gd name="T58" fmla="*/ 1700 w 1700"/>
                <a:gd name="T59" fmla="*/ 722 h 1701"/>
                <a:gd name="T60" fmla="*/ 1696 w 1700"/>
                <a:gd name="T61" fmla="*/ 751 h 1701"/>
                <a:gd name="T62" fmla="*/ 1651 w 1700"/>
                <a:gd name="T63" fmla="*/ 894 h 1701"/>
                <a:gd name="T64" fmla="*/ 1600 w 1700"/>
                <a:gd name="T65" fmla="*/ 880 h 1701"/>
                <a:gd name="T66" fmla="*/ 1434 w 1700"/>
                <a:gd name="T67" fmla="*/ 738 h 1701"/>
                <a:gd name="T68" fmla="*/ 1440 w 1700"/>
                <a:gd name="T69" fmla="*/ 954 h 1701"/>
                <a:gd name="T70" fmla="*/ 1298 w 1700"/>
                <a:gd name="T71" fmla="*/ 1115 h 1701"/>
                <a:gd name="T72" fmla="*/ 1298 w 1700"/>
                <a:gd name="T73" fmla="*/ 1183 h 1701"/>
                <a:gd name="T74" fmla="*/ 1361 w 1700"/>
                <a:gd name="T75" fmla="*/ 1234 h 1701"/>
                <a:gd name="T76" fmla="*/ 1392 w 1700"/>
                <a:gd name="T77" fmla="*/ 1349 h 1701"/>
                <a:gd name="T78" fmla="*/ 1472 w 1700"/>
                <a:gd name="T79" fmla="*/ 1404 h 1701"/>
                <a:gd name="T80" fmla="*/ 1555 w 1700"/>
                <a:gd name="T81" fmla="*/ 1373 h 1701"/>
                <a:gd name="T82" fmla="*/ 1592 w 1700"/>
                <a:gd name="T83" fmla="*/ 1580 h 1701"/>
                <a:gd name="T84" fmla="*/ 1487 w 1700"/>
                <a:gd name="T85" fmla="*/ 1640 h 1701"/>
                <a:gd name="T86" fmla="*/ 1448 w 1700"/>
                <a:gd name="T87" fmla="*/ 1701 h 1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700" h="1701">
                  <a:moveTo>
                    <a:pt x="1448" y="1701"/>
                  </a:moveTo>
                  <a:cubicBezTo>
                    <a:pt x="1403" y="1693"/>
                    <a:pt x="1359" y="1686"/>
                    <a:pt x="1314" y="1678"/>
                  </a:cubicBezTo>
                  <a:cubicBezTo>
                    <a:pt x="1279" y="1658"/>
                    <a:pt x="1244" y="1637"/>
                    <a:pt x="1209" y="1620"/>
                  </a:cubicBezTo>
                  <a:cubicBezTo>
                    <a:pt x="1091" y="1617"/>
                    <a:pt x="1062" y="1616"/>
                    <a:pt x="1008" y="1569"/>
                  </a:cubicBezTo>
                  <a:cubicBezTo>
                    <a:pt x="989" y="1539"/>
                    <a:pt x="970" y="1509"/>
                    <a:pt x="954" y="1482"/>
                  </a:cubicBezTo>
                  <a:cubicBezTo>
                    <a:pt x="919" y="1459"/>
                    <a:pt x="884" y="1435"/>
                    <a:pt x="852" y="1414"/>
                  </a:cubicBezTo>
                  <a:cubicBezTo>
                    <a:pt x="728" y="1408"/>
                    <a:pt x="606" y="1402"/>
                    <a:pt x="485" y="1395"/>
                  </a:cubicBezTo>
                  <a:cubicBezTo>
                    <a:pt x="408" y="1361"/>
                    <a:pt x="274" y="1315"/>
                    <a:pt x="252" y="1268"/>
                  </a:cubicBezTo>
                  <a:cubicBezTo>
                    <a:pt x="198" y="1234"/>
                    <a:pt x="192" y="1211"/>
                    <a:pt x="179" y="1185"/>
                  </a:cubicBezTo>
                  <a:cubicBezTo>
                    <a:pt x="161" y="1050"/>
                    <a:pt x="94" y="970"/>
                    <a:pt x="53" y="890"/>
                  </a:cubicBezTo>
                  <a:cubicBezTo>
                    <a:pt x="34" y="840"/>
                    <a:pt x="19" y="791"/>
                    <a:pt x="3" y="741"/>
                  </a:cubicBezTo>
                  <a:cubicBezTo>
                    <a:pt x="0" y="702"/>
                    <a:pt x="0" y="663"/>
                    <a:pt x="1" y="623"/>
                  </a:cubicBezTo>
                  <a:cubicBezTo>
                    <a:pt x="52" y="625"/>
                    <a:pt x="109" y="580"/>
                    <a:pt x="151" y="545"/>
                  </a:cubicBezTo>
                  <a:cubicBezTo>
                    <a:pt x="167" y="536"/>
                    <a:pt x="183" y="526"/>
                    <a:pt x="202" y="520"/>
                  </a:cubicBezTo>
                  <a:cubicBezTo>
                    <a:pt x="282" y="516"/>
                    <a:pt x="350" y="491"/>
                    <a:pt x="417" y="437"/>
                  </a:cubicBezTo>
                  <a:cubicBezTo>
                    <a:pt x="478" y="432"/>
                    <a:pt x="558" y="408"/>
                    <a:pt x="631" y="390"/>
                  </a:cubicBezTo>
                  <a:cubicBezTo>
                    <a:pt x="692" y="353"/>
                    <a:pt x="740" y="301"/>
                    <a:pt x="786" y="250"/>
                  </a:cubicBezTo>
                  <a:cubicBezTo>
                    <a:pt x="866" y="197"/>
                    <a:pt x="863" y="72"/>
                    <a:pt x="867" y="0"/>
                  </a:cubicBezTo>
                  <a:cubicBezTo>
                    <a:pt x="918" y="11"/>
                    <a:pt x="972" y="26"/>
                    <a:pt x="1026" y="40"/>
                  </a:cubicBezTo>
                  <a:cubicBezTo>
                    <a:pt x="1103" y="42"/>
                    <a:pt x="1183" y="44"/>
                    <a:pt x="1263" y="46"/>
                  </a:cubicBezTo>
                  <a:cubicBezTo>
                    <a:pt x="1275" y="66"/>
                    <a:pt x="1288" y="86"/>
                    <a:pt x="1301" y="106"/>
                  </a:cubicBezTo>
                  <a:cubicBezTo>
                    <a:pt x="1329" y="126"/>
                    <a:pt x="1377" y="200"/>
                    <a:pt x="1335" y="264"/>
                  </a:cubicBezTo>
                  <a:cubicBezTo>
                    <a:pt x="1274" y="295"/>
                    <a:pt x="1252" y="308"/>
                    <a:pt x="1238" y="376"/>
                  </a:cubicBezTo>
                  <a:cubicBezTo>
                    <a:pt x="1226" y="379"/>
                    <a:pt x="1213" y="382"/>
                    <a:pt x="1203" y="388"/>
                  </a:cubicBezTo>
                  <a:cubicBezTo>
                    <a:pt x="1203" y="395"/>
                    <a:pt x="1203" y="402"/>
                    <a:pt x="1203" y="411"/>
                  </a:cubicBezTo>
                  <a:cubicBezTo>
                    <a:pt x="1238" y="438"/>
                    <a:pt x="1273" y="466"/>
                    <a:pt x="1311" y="496"/>
                  </a:cubicBezTo>
                  <a:cubicBezTo>
                    <a:pt x="1311" y="499"/>
                    <a:pt x="1314" y="506"/>
                    <a:pt x="1318" y="513"/>
                  </a:cubicBezTo>
                  <a:cubicBezTo>
                    <a:pt x="1365" y="550"/>
                    <a:pt x="1457" y="667"/>
                    <a:pt x="1550" y="597"/>
                  </a:cubicBezTo>
                  <a:cubicBezTo>
                    <a:pt x="1573" y="601"/>
                    <a:pt x="1589" y="614"/>
                    <a:pt x="1617" y="654"/>
                  </a:cubicBezTo>
                  <a:cubicBezTo>
                    <a:pt x="1642" y="675"/>
                    <a:pt x="1671" y="698"/>
                    <a:pt x="1700" y="722"/>
                  </a:cubicBezTo>
                  <a:cubicBezTo>
                    <a:pt x="1696" y="732"/>
                    <a:pt x="1696" y="741"/>
                    <a:pt x="1696" y="751"/>
                  </a:cubicBezTo>
                  <a:cubicBezTo>
                    <a:pt x="1667" y="780"/>
                    <a:pt x="1667" y="852"/>
                    <a:pt x="1651" y="894"/>
                  </a:cubicBezTo>
                  <a:cubicBezTo>
                    <a:pt x="1632" y="887"/>
                    <a:pt x="1616" y="883"/>
                    <a:pt x="1600" y="880"/>
                  </a:cubicBezTo>
                  <a:cubicBezTo>
                    <a:pt x="1536" y="790"/>
                    <a:pt x="1537" y="708"/>
                    <a:pt x="1434" y="738"/>
                  </a:cubicBezTo>
                  <a:cubicBezTo>
                    <a:pt x="1434" y="810"/>
                    <a:pt x="1437" y="882"/>
                    <a:pt x="1440" y="954"/>
                  </a:cubicBezTo>
                  <a:cubicBezTo>
                    <a:pt x="1417" y="1009"/>
                    <a:pt x="1346" y="1076"/>
                    <a:pt x="1298" y="1115"/>
                  </a:cubicBezTo>
                  <a:cubicBezTo>
                    <a:pt x="1298" y="1137"/>
                    <a:pt x="1298" y="1160"/>
                    <a:pt x="1298" y="1183"/>
                  </a:cubicBezTo>
                  <a:cubicBezTo>
                    <a:pt x="1313" y="1200"/>
                    <a:pt x="1323" y="1213"/>
                    <a:pt x="1361" y="1234"/>
                  </a:cubicBezTo>
                  <a:cubicBezTo>
                    <a:pt x="1371" y="1270"/>
                    <a:pt x="1380" y="1310"/>
                    <a:pt x="1392" y="1349"/>
                  </a:cubicBezTo>
                  <a:cubicBezTo>
                    <a:pt x="1396" y="1359"/>
                    <a:pt x="1415" y="1402"/>
                    <a:pt x="1472" y="1404"/>
                  </a:cubicBezTo>
                  <a:cubicBezTo>
                    <a:pt x="1504" y="1372"/>
                    <a:pt x="1501" y="1362"/>
                    <a:pt x="1555" y="1373"/>
                  </a:cubicBezTo>
                  <a:cubicBezTo>
                    <a:pt x="1571" y="1410"/>
                    <a:pt x="1628" y="1509"/>
                    <a:pt x="1592" y="1580"/>
                  </a:cubicBezTo>
                  <a:cubicBezTo>
                    <a:pt x="1560" y="1580"/>
                    <a:pt x="1499" y="1627"/>
                    <a:pt x="1487" y="1640"/>
                  </a:cubicBezTo>
                  <a:cubicBezTo>
                    <a:pt x="1474" y="1659"/>
                    <a:pt x="1461" y="1679"/>
                    <a:pt x="1448" y="1701"/>
                  </a:cubicBezTo>
                  <a:close/>
                </a:path>
              </a:pathLst>
            </a:custGeom>
            <a:grpFill/>
            <a:ln w="8" cap="flat">
              <a:solidFill>
                <a:srgbClr val="FFFFFF"/>
              </a:solidFill>
              <a:prstDash val="solid"/>
              <a:miter lim="800000"/>
              <a:headEnd/>
              <a:tailEnd/>
            </a:ln>
          </p:spPr>
          <p:txBody>
            <a:bodyPr vert="horz" wrap="square" lIns="91424" tIns="45712" rIns="91424" bIns="45712" numCol="1" anchor="t" anchorCtr="0" compatLnSpc="1">
              <a:prstTxWarp prst="textNoShape">
                <a:avLst/>
              </a:prstTxWarp>
            </a:bodyPr>
            <a:lstStyle/>
            <a:p>
              <a:endParaRPr lang="zh-CN" altLang="en-US">
                <a:solidFill>
                  <a:srgbClr val="000000"/>
                </a:solidFill>
              </a:endParaRPr>
            </a:p>
          </p:txBody>
        </p:sp>
        <p:sp>
          <p:nvSpPr>
            <p:cNvPr id="78" name="Freeform 22"/>
            <p:cNvSpPr>
              <a:spLocks/>
            </p:cNvSpPr>
            <p:nvPr/>
          </p:nvSpPr>
          <p:spPr bwMode="auto">
            <a:xfrm>
              <a:off x="4658603" y="2199680"/>
              <a:ext cx="430081" cy="791813"/>
            </a:xfrm>
            <a:custGeom>
              <a:avLst/>
              <a:gdLst>
                <a:gd name="T0" fmla="*/ 1048 w 1498"/>
                <a:gd name="T1" fmla="*/ 2760 h 2761"/>
                <a:gd name="T2" fmla="*/ 851 w 1498"/>
                <a:gd name="T3" fmla="*/ 2611 h 2761"/>
                <a:gd name="T4" fmla="*/ 774 w 1498"/>
                <a:gd name="T5" fmla="*/ 2583 h 2761"/>
                <a:gd name="T6" fmla="*/ 554 w 1498"/>
                <a:gd name="T7" fmla="*/ 2610 h 2761"/>
                <a:gd name="T8" fmla="*/ 452 w 1498"/>
                <a:gd name="T9" fmla="*/ 2548 h 2761"/>
                <a:gd name="T10" fmla="*/ 305 w 1498"/>
                <a:gd name="T11" fmla="*/ 2463 h 2761"/>
                <a:gd name="T12" fmla="*/ 174 w 1498"/>
                <a:gd name="T13" fmla="*/ 2460 h 2761"/>
                <a:gd name="T14" fmla="*/ 40 w 1498"/>
                <a:gd name="T15" fmla="*/ 2410 h 2761"/>
                <a:gd name="T16" fmla="*/ 66 w 1498"/>
                <a:gd name="T17" fmla="*/ 2329 h 2761"/>
                <a:gd name="T18" fmla="*/ 32 w 1498"/>
                <a:gd name="T19" fmla="*/ 2227 h 2761"/>
                <a:gd name="T20" fmla="*/ 10 w 1498"/>
                <a:gd name="T21" fmla="*/ 2164 h 2761"/>
                <a:gd name="T22" fmla="*/ 182 w 1498"/>
                <a:gd name="T23" fmla="*/ 2165 h 2761"/>
                <a:gd name="T24" fmla="*/ 206 w 1498"/>
                <a:gd name="T25" fmla="*/ 1937 h 2761"/>
                <a:gd name="T26" fmla="*/ 165 w 1498"/>
                <a:gd name="T27" fmla="*/ 1847 h 2761"/>
                <a:gd name="T28" fmla="*/ 329 w 1498"/>
                <a:gd name="T29" fmla="*/ 1622 h 2761"/>
                <a:gd name="T30" fmla="*/ 470 w 1498"/>
                <a:gd name="T31" fmla="*/ 1698 h 2761"/>
                <a:gd name="T32" fmla="*/ 534 w 1498"/>
                <a:gd name="T33" fmla="*/ 1680 h 2761"/>
                <a:gd name="T34" fmla="*/ 534 w 1498"/>
                <a:gd name="T35" fmla="*/ 1549 h 2761"/>
                <a:gd name="T36" fmla="*/ 665 w 1498"/>
                <a:gd name="T37" fmla="*/ 1539 h 2761"/>
                <a:gd name="T38" fmla="*/ 745 w 1498"/>
                <a:gd name="T39" fmla="*/ 1541 h 2761"/>
                <a:gd name="T40" fmla="*/ 760 w 1498"/>
                <a:gd name="T41" fmla="*/ 1279 h 2761"/>
                <a:gd name="T42" fmla="*/ 795 w 1498"/>
                <a:gd name="T43" fmla="*/ 1182 h 2761"/>
                <a:gd name="T44" fmla="*/ 796 w 1498"/>
                <a:gd name="T45" fmla="*/ 1120 h 2761"/>
                <a:gd name="T46" fmla="*/ 741 w 1498"/>
                <a:gd name="T47" fmla="*/ 1112 h 2761"/>
                <a:gd name="T48" fmla="*/ 589 w 1498"/>
                <a:gd name="T49" fmla="*/ 1000 h 2761"/>
                <a:gd name="T50" fmla="*/ 397 w 1498"/>
                <a:gd name="T51" fmla="*/ 926 h 2761"/>
                <a:gd name="T52" fmla="*/ 427 w 1498"/>
                <a:gd name="T53" fmla="*/ 848 h 2761"/>
                <a:gd name="T54" fmla="*/ 411 w 1498"/>
                <a:gd name="T55" fmla="*/ 737 h 2761"/>
                <a:gd name="T56" fmla="*/ 469 w 1498"/>
                <a:gd name="T57" fmla="*/ 666 h 2761"/>
                <a:gd name="T58" fmla="*/ 575 w 1498"/>
                <a:gd name="T59" fmla="*/ 685 h 2761"/>
                <a:gd name="T60" fmla="*/ 817 w 1498"/>
                <a:gd name="T61" fmla="*/ 701 h 2761"/>
                <a:gd name="T62" fmla="*/ 864 w 1498"/>
                <a:gd name="T63" fmla="*/ 434 h 2761"/>
                <a:gd name="T64" fmla="*/ 941 w 1498"/>
                <a:gd name="T65" fmla="*/ 315 h 2761"/>
                <a:gd name="T66" fmla="*/ 1038 w 1498"/>
                <a:gd name="T67" fmla="*/ 179 h 2761"/>
                <a:gd name="T68" fmla="*/ 1127 w 1498"/>
                <a:gd name="T69" fmla="*/ 113 h 2761"/>
                <a:gd name="T70" fmla="*/ 1185 w 1498"/>
                <a:gd name="T71" fmla="*/ 29 h 2761"/>
                <a:gd name="T72" fmla="*/ 1249 w 1498"/>
                <a:gd name="T73" fmla="*/ 80 h 2761"/>
                <a:gd name="T74" fmla="*/ 1268 w 1498"/>
                <a:gd name="T75" fmla="*/ 80 h 2761"/>
                <a:gd name="T76" fmla="*/ 1329 w 1498"/>
                <a:gd name="T77" fmla="*/ 0 h 2761"/>
                <a:gd name="T78" fmla="*/ 1431 w 1498"/>
                <a:gd name="T79" fmla="*/ 88 h 2761"/>
                <a:gd name="T80" fmla="*/ 1392 w 1498"/>
                <a:gd name="T81" fmla="*/ 159 h 2761"/>
                <a:gd name="T82" fmla="*/ 1308 w 1498"/>
                <a:gd name="T83" fmla="*/ 393 h 2761"/>
                <a:gd name="T84" fmla="*/ 1325 w 1498"/>
                <a:gd name="T85" fmla="*/ 707 h 2761"/>
                <a:gd name="T86" fmla="*/ 1228 w 1498"/>
                <a:gd name="T87" fmla="*/ 931 h 2761"/>
                <a:gd name="T88" fmla="*/ 1227 w 1498"/>
                <a:gd name="T89" fmla="*/ 1189 h 2761"/>
                <a:gd name="T90" fmla="*/ 1286 w 1498"/>
                <a:gd name="T91" fmla="*/ 1410 h 2761"/>
                <a:gd name="T92" fmla="*/ 1272 w 1498"/>
                <a:gd name="T93" fmla="*/ 1672 h 2761"/>
                <a:gd name="T94" fmla="*/ 1332 w 1498"/>
                <a:gd name="T95" fmla="*/ 1765 h 2761"/>
                <a:gd name="T96" fmla="*/ 1325 w 1498"/>
                <a:gd name="T97" fmla="*/ 1870 h 2761"/>
                <a:gd name="T98" fmla="*/ 1397 w 1498"/>
                <a:gd name="T99" fmla="*/ 2055 h 2761"/>
                <a:gd name="T100" fmla="*/ 1498 w 1498"/>
                <a:gd name="T101" fmla="*/ 2283 h 2761"/>
                <a:gd name="T102" fmla="*/ 1412 w 1498"/>
                <a:gd name="T103" fmla="*/ 2265 h 2761"/>
                <a:gd name="T104" fmla="*/ 1089 w 1498"/>
                <a:gd name="T105" fmla="*/ 2273 h 2761"/>
                <a:gd name="T106" fmla="*/ 1086 w 1498"/>
                <a:gd name="T107" fmla="*/ 2309 h 2761"/>
                <a:gd name="T108" fmla="*/ 1203 w 1498"/>
                <a:gd name="T109" fmla="*/ 2414 h 2761"/>
                <a:gd name="T110" fmla="*/ 1216 w 1498"/>
                <a:gd name="T111" fmla="*/ 2463 h 2761"/>
                <a:gd name="T112" fmla="*/ 1068 w 1498"/>
                <a:gd name="T113" fmla="*/ 2571 h 2761"/>
                <a:gd name="T114" fmla="*/ 1070 w 1498"/>
                <a:gd name="T115" fmla="*/ 2761 h 2761"/>
                <a:gd name="T116" fmla="*/ 1048 w 1498"/>
                <a:gd name="T117" fmla="*/ 2760 h 27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498" h="2761">
                  <a:moveTo>
                    <a:pt x="1048" y="2760"/>
                  </a:moveTo>
                  <a:cubicBezTo>
                    <a:pt x="933" y="2715"/>
                    <a:pt x="911" y="2665"/>
                    <a:pt x="851" y="2611"/>
                  </a:cubicBezTo>
                  <a:cubicBezTo>
                    <a:pt x="825" y="2600"/>
                    <a:pt x="800" y="2590"/>
                    <a:pt x="774" y="2583"/>
                  </a:cubicBezTo>
                  <a:cubicBezTo>
                    <a:pt x="694" y="2581"/>
                    <a:pt x="611" y="2575"/>
                    <a:pt x="554" y="2610"/>
                  </a:cubicBezTo>
                  <a:cubicBezTo>
                    <a:pt x="518" y="2609"/>
                    <a:pt x="464" y="2559"/>
                    <a:pt x="452" y="2548"/>
                  </a:cubicBezTo>
                  <a:cubicBezTo>
                    <a:pt x="359" y="2546"/>
                    <a:pt x="337" y="2474"/>
                    <a:pt x="305" y="2463"/>
                  </a:cubicBezTo>
                  <a:cubicBezTo>
                    <a:pt x="261" y="2462"/>
                    <a:pt x="216" y="2461"/>
                    <a:pt x="174" y="2460"/>
                  </a:cubicBezTo>
                  <a:cubicBezTo>
                    <a:pt x="130" y="2442"/>
                    <a:pt x="85" y="2425"/>
                    <a:pt x="40" y="2410"/>
                  </a:cubicBezTo>
                  <a:cubicBezTo>
                    <a:pt x="41" y="2368"/>
                    <a:pt x="53" y="2358"/>
                    <a:pt x="66" y="2329"/>
                  </a:cubicBezTo>
                  <a:cubicBezTo>
                    <a:pt x="67" y="2251"/>
                    <a:pt x="61" y="2241"/>
                    <a:pt x="32" y="2227"/>
                  </a:cubicBezTo>
                  <a:cubicBezTo>
                    <a:pt x="3" y="2197"/>
                    <a:pt x="0" y="2174"/>
                    <a:pt x="10" y="2164"/>
                  </a:cubicBezTo>
                  <a:cubicBezTo>
                    <a:pt x="67" y="2162"/>
                    <a:pt x="125" y="2164"/>
                    <a:pt x="182" y="2165"/>
                  </a:cubicBezTo>
                  <a:cubicBezTo>
                    <a:pt x="231" y="2091"/>
                    <a:pt x="209" y="2002"/>
                    <a:pt x="206" y="1937"/>
                  </a:cubicBezTo>
                  <a:cubicBezTo>
                    <a:pt x="190" y="1907"/>
                    <a:pt x="178" y="1877"/>
                    <a:pt x="165" y="1847"/>
                  </a:cubicBezTo>
                  <a:cubicBezTo>
                    <a:pt x="134" y="1643"/>
                    <a:pt x="131" y="1617"/>
                    <a:pt x="329" y="1622"/>
                  </a:cubicBezTo>
                  <a:cubicBezTo>
                    <a:pt x="374" y="1646"/>
                    <a:pt x="422" y="1670"/>
                    <a:pt x="470" y="1698"/>
                  </a:cubicBezTo>
                  <a:cubicBezTo>
                    <a:pt x="482" y="1698"/>
                    <a:pt x="521" y="1692"/>
                    <a:pt x="534" y="1680"/>
                  </a:cubicBezTo>
                  <a:cubicBezTo>
                    <a:pt x="534" y="1634"/>
                    <a:pt x="534" y="1591"/>
                    <a:pt x="534" y="1549"/>
                  </a:cubicBezTo>
                  <a:cubicBezTo>
                    <a:pt x="535" y="1513"/>
                    <a:pt x="634" y="1505"/>
                    <a:pt x="665" y="1539"/>
                  </a:cubicBezTo>
                  <a:cubicBezTo>
                    <a:pt x="691" y="1539"/>
                    <a:pt x="716" y="1540"/>
                    <a:pt x="745" y="1541"/>
                  </a:cubicBezTo>
                  <a:cubicBezTo>
                    <a:pt x="781" y="1460"/>
                    <a:pt x="785" y="1332"/>
                    <a:pt x="760" y="1279"/>
                  </a:cubicBezTo>
                  <a:cubicBezTo>
                    <a:pt x="766" y="1220"/>
                    <a:pt x="779" y="1214"/>
                    <a:pt x="795" y="1182"/>
                  </a:cubicBezTo>
                  <a:cubicBezTo>
                    <a:pt x="795" y="1159"/>
                    <a:pt x="796" y="1139"/>
                    <a:pt x="796" y="1120"/>
                  </a:cubicBezTo>
                  <a:cubicBezTo>
                    <a:pt x="776" y="1116"/>
                    <a:pt x="757" y="1112"/>
                    <a:pt x="741" y="1112"/>
                  </a:cubicBezTo>
                  <a:cubicBezTo>
                    <a:pt x="684" y="1061"/>
                    <a:pt x="611" y="1023"/>
                    <a:pt x="589" y="1000"/>
                  </a:cubicBezTo>
                  <a:cubicBezTo>
                    <a:pt x="518" y="985"/>
                    <a:pt x="426" y="956"/>
                    <a:pt x="397" y="926"/>
                  </a:cubicBezTo>
                  <a:cubicBezTo>
                    <a:pt x="398" y="884"/>
                    <a:pt x="410" y="874"/>
                    <a:pt x="427" y="848"/>
                  </a:cubicBezTo>
                  <a:cubicBezTo>
                    <a:pt x="420" y="809"/>
                    <a:pt x="414" y="773"/>
                    <a:pt x="411" y="737"/>
                  </a:cubicBezTo>
                  <a:cubicBezTo>
                    <a:pt x="427" y="737"/>
                    <a:pt x="460" y="685"/>
                    <a:pt x="469" y="666"/>
                  </a:cubicBezTo>
                  <a:cubicBezTo>
                    <a:pt x="492" y="667"/>
                    <a:pt x="527" y="661"/>
                    <a:pt x="575" y="685"/>
                  </a:cubicBezTo>
                  <a:cubicBezTo>
                    <a:pt x="654" y="690"/>
                    <a:pt x="734" y="696"/>
                    <a:pt x="817" y="701"/>
                  </a:cubicBezTo>
                  <a:cubicBezTo>
                    <a:pt x="888" y="631"/>
                    <a:pt x="863" y="499"/>
                    <a:pt x="864" y="434"/>
                  </a:cubicBezTo>
                  <a:cubicBezTo>
                    <a:pt x="864" y="358"/>
                    <a:pt x="902" y="356"/>
                    <a:pt x="941" y="315"/>
                  </a:cubicBezTo>
                  <a:cubicBezTo>
                    <a:pt x="973" y="269"/>
                    <a:pt x="1005" y="224"/>
                    <a:pt x="1038" y="179"/>
                  </a:cubicBezTo>
                  <a:cubicBezTo>
                    <a:pt x="1067" y="157"/>
                    <a:pt x="1095" y="135"/>
                    <a:pt x="1127" y="113"/>
                  </a:cubicBezTo>
                  <a:cubicBezTo>
                    <a:pt x="1147" y="84"/>
                    <a:pt x="1166" y="55"/>
                    <a:pt x="1185" y="29"/>
                  </a:cubicBezTo>
                  <a:cubicBezTo>
                    <a:pt x="1205" y="46"/>
                    <a:pt x="1227" y="63"/>
                    <a:pt x="1249" y="80"/>
                  </a:cubicBezTo>
                  <a:cubicBezTo>
                    <a:pt x="1255" y="80"/>
                    <a:pt x="1262" y="80"/>
                    <a:pt x="1268" y="80"/>
                  </a:cubicBezTo>
                  <a:cubicBezTo>
                    <a:pt x="1294" y="65"/>
                    <a:pt x="1317" y="26"/>
                    <a:pt x="1329" y="0"/>
                  </a:cubicBezTo>
                  <a:cubicBezTo>
                    <a:pt x="1355" y="1"/>
                    <a:pt x="1432" y="6"/>
                    <a:pt x="1431" y="88"/>
                  </a:cubicBezTo>
                  <a:cubicBezTo>
                    <a:pt x="1418" y="110"/>
                    <a:pt x="1405" y="133"/>
                    <a:pt x="1392" y="159"/>
                  </a:cubicBezTo>
                  <a:cubicBezTo>
                    <a:pt x="1392" y="247"/>
                    <a:pt x="1382" y="319"/>
                    <a:pt x="1308" y="393"/>
                  </a:cubicBezTo>
                  <a:cubicBezTo>
                    <a:pt x="1279" y="483"/>
                    <a:pt x="1313" y="596"/>
                    <a:pt x="1325" y="707"/>
                  </a:cubicBezTo>
                  <a:cubicBezTo>
                    <a:pt x="1325" y="786"/>
                    <a:pt x="1267" y="870"/>
                    <a:pt x="1228" y="931"/>
                  </a:cubicBezTo>
                  <a:cubicBezTo>
                    <a:pt x="1228" y="1016"/>
                    <a:pt x="1227" y="1101"/>
                    <a:pt x="1227" y="1189"/>
                  </a:cubicBezTo>
                  <a:cubicBezTo>
                    <a:pt x="1249" y="1242"/>
                    <a:pt x="1286" y="1332"/>
                    <a:pt x="1286" y="1410"/>
                  </a:cubicBezTo>
                  <a:cubicBezTo>
                    <a:pt x="1260" y="1488"/>
                    <a:pt x="1240" y="1566"/>
                    <a:pt x="1272" y="1672"/>
                  </a:cubicBezTo>
                  <a:cubicBezTo>
                    <a:pt x="1287" y="1695"/>
                    <a:pt x="1303" y="1706"/>
                    <a:pt x="1332" y="1765"/>
                  </a:cubicBezTo>
                  <a:cubicBezTo>
                    <a:pt x="1328" y="1798"/>
                    <a:pt x="1325" y="1834"/>
                    <a:pt x="1325" y="1870"/>
                  </a:cubicBezTo>
                  <a:cubicBezTo>
                    <a:pt x="1347" y="1929"/>
                    <a:pt x="1372" y="1992"/>
                    <a:pt x="1397" y="2055"/>
                  </a:cubicBezTo>
                  <a:cubicBezTo>
                    <a:pt x="1438" y="2112"/>
                    <a:pt x="1476" y="2181"/>
                    <a:pt x="1498" y="2283"/>
                  </a:cubicBezTo>
                  <a:cubicBezTo>
                    <a:pt x="1469" y="2276"/>
                    <a:pt x="1441" y="2269"/>
                    <a:pt x="1412" y="2265"/>
                  </a:cubicBezTo>
                  <a:cubicBezTo>
                    <a:pt x="1338" y="2263"/>
                    <a:pt x="1118" y="2244"/>
                    <a:pt x="1089" y="2273"/>
                  </a:cubicBezTo>
                  <a:cubicBezTo>
                    <a:pt x="1086" y="2283"/>
                    <a:pt x="1086" y="2296"/>
                    <a:pt x="1086" y="2309"/>
                  </a:cubicBezTo>
                  <a:cubicBezTo>
                    <a:pt x="1124" y="2343"/>
                    <a:pt x="1162" y="2377"/>
                    <a:pt x="1203" y="2414"/>
                  </a:cubicBezTo>
                  <a:cubicBezTo>
                    <a:pt x="1206" y="2430"/>
                    <a:pt x="1210" y="2446"/>
                    <a:pt x="1216" y="2463"/>
                  </a:cubicBezTo>
                  <a:cubicBezTo>
                    <a:pt x="1136" y="2490"/>
                    <a:pt x="1116" y="2513"/>
                    <a:pt x="1068" y="2571"/>
                  </a:cubicBezTo>
                  <a:cubicBezTo>
                    <a:pt x="1068" y="2633"/>
                    <a:pt x="1067" y="2695"/>
                    <a:pt x="1070" y="2761"/>
                  </a:cubicBezTo>
                  <a:cubicBezTo>
                    <a:pt x="1061" y="2760"/>
                    <a:pt x="1054" y="2760"/>
                    <a:pt x="1048" y="2760"/>
                  </a:cubicBezTo>
                  <a:close/>
                </a:path>
              </a:pathLst>
            </a:custGeom>
            <a:grpFill/>
            <a:ln w="8" cap="flat">
              <a:solidFill>
                <a:srgbClr val="FFFFFF"/>
              </a:solidFill>
              <a:prstDash val="solid"/>
              <a:miter lim="800000"/>
              <a:headEnd/>
              <a:tailEnd/>
            </a:ln>
          </p:spPr>
          <p:txBody>
            <a:bodyPr vert="horz" wrap="square" lIns="91424" tIns="45712" rIns="91424" bIns="45712" numCol="1" anchor="t" anchorCtr="0" compatLnSpc="1">
              <a:prstTxWarp prst="textNoShape">
                <a:avLst/>
              </a:prstTxWarp>
            </a:bodyPr>
            <a:lstStyle/>
            <a:p>
              <a:endParaRPr lang="zh-CN" altLang="en-US">
                <a:solidFill>
                  <a:srgbClr val="000000"/>
                </a:solidFill>
              </a:endParaRPr>
            </a:p>
          </p:txBody>
        </p:sp>
        <p:sp>
          <p:nvSpPr>
            <p:cNvPr id="79" name="Freeform 23"/>
            <p:cNvSpPr>
              <a:spLocks/>
            </p:cNvSpPr>
            <p:nvPr/>
          </p:nvSpPr>
          <p:spPr bwMode="auto">
            <a:xfrm>
              <a:off x="3343121" y="2150257"/>
              <a:ext cx="1086244" cy="809688"/>
            </a:xfrm>
            <a:custGeom>
              <a:avLst/>
              <a:gdLst>
                <a:gd name="T0" fmla="*/ 1579 w 3788"/>
                <a:gd name="T1" fmla="*/ 2739 h 2823"/>
                <a:gd name="T2" fmla="*/ 1297 w 3788"/>
                <a:gd name="T3" fmla="*/ 2382 h 2823"/>
                <a:gd name="T4" fmla="*/ 745 w 3788"/>
                <a:gd name="T5" fmla="*/ 2253 h 2823"/>
                <a:gd name="T6" fmla="*/ 443 w 3788"/>
                <a:gd name="T7" fmla="*/ 2075 h 2823"/>
                <a:gd name="T8" fmla="*/ 204 w 3788"/>
                <a:gd name="T9" fmla="*/ 1978 h 2823"/>
                <a:gd name="T10" fmla="*/ 0 w 3788"/>
                <a:gd name="T11" fmla="*/ 1262 h 2823"/>
                <a:gd name="T12" fmla="*/ 30 w 3788"/>
                <a:gd name="T13" fmla="*/ 997 h 2823"/>
                <a:gd name="T14" fmla="*/ 129 w 3788"/>
                <a:gd name="T15" fmla="*/ 1006 h 2823"/>
                <a:gd name="T16" fmla="*/ 327 w 3788"/>
                <a:gd name="T17" fmla="*/ 1047 h 2823"/>
                <a:gd name="T18" fmla="*/ 481 w 3788"/>
                <a:gd name="T19" fmla="*/ 1006 h 2823"/>
                <a:gd name="T20" fmla="*/ 425 w 3788"/>
                <a:gd name="T21" fmla="*/ 772 h 2823"/>
                <a:gd name="T22" fmla="*/ 547 w 3788"/>
                <a:gd name="T23" fmla="*/ 690 h 2823"/>
                <a:gd name="T24" fmla="*/ 373 w 3788"/>
                <a:gd name="T25" fmla="*/ 374 h 2823"/>
                <a:gd name="T26" fmla="*/ 323 w 3788"/>
                <a:gd name="T27" fmla="*/ 186 h 2823"/>
                <a:gd name="T28" fmla="*/ 771 w 3788"/>
                <a:gd name="T29" fmla="*/ 116 h 2823"/>
                <a:gd name="T30" fmla="*/ 1221 w 3788"/>
                <a:gd name="T31" fmla="*/ 35 h 2823"/>
                <a:gd name="T32" fmla="*/ 1840 w 3788"/>
                <a:gd name="T33" fmla="*/ 247 h 2823"/>
                <a:gd name="T34" fmla="*/ 2056 w 3788"/>
                <a:gd name="T35" fmla="*/ 410 h 2823"/>
                <a:gd name="T36" fmla="*/ 2191 w 3788"/>
                <a:gd name="T37" fmla="*/ 371 h 2823"/>
                <a:gd name="T38" fmla="*/ 2320 w 3788"/>
                <a:gd name="T39" fmla="*/ 197 h 2823"/>
                <a:gd name="T40" fmla="*/ 2610 w 3788"/>
                <a:gd name="T41" fmla="*/ 303 h 2823"/>
                <a:gd name="T42" fmla="*/ 2829 w 3788"/>
                <a:gd name="T43" fmla="*/ 446 h 2823"/>
                <a:gd name="T44" fmla="*/ 2861 w 3788"/>
                <a:gd name="T45" fmla="*/ 483 h 2823"/>
                <a:gd name="T46" fmla="*/ 3138 w 3788"/>
                <a:gd name="T47" fmla="*/ 627 h 2823"/>
                <a:gd name="T48" fmla="*/ 3393 w 3788"/>
                <a:gd name="T49" fmla="*/ 804 h 2823"/>
                <a:gd name="T50" fmla="*/ 3628 w 3788"/>
                <a:gd name="T51" fmla="*/ 1052 h 2823"/>
                <a:gd name="T52" fmla="*/ 3709 w 3788"/>
                <a:gd name="T53" fmla="*/ 1355 h 2823"/>
                <a:gd name="T54" fmla="*/ 3509 w 3788"/>
                <a:gd name="T55" fmla="*/ 1750 h 2823"/>
                <a:gd name="T56" fmla="*/ 3399 w 3788"/>
                <a:gd name="T57" fmla="*/ 1881 h 2823"/>
                <a:gd name="T58" fmla="*/ 3402 w 3788"/>
                <a:gd name="T59" fmla="*/ 2016 h 2823"/>
                <a:gd name="T60" fmla="*/ 3124 w 3788"/>
                <a:gd name="T61" fmla="*/ 1946 h 2823"/>
                <a:gd name="T62" fmla="*/ 3227 w 3788"/>
                <a:gd name="T63" fmla="*/ 2332 h 2823"/>
                <a:gd name="T64" fmla="*/ 3168 w 3788"/>
                <a:gd name="T65" fmla="*/ 2550 h 2823"/>
                <a:gd name="T66" fmla="*/ 3040 w 3788"/>
                <a:gd name="T67" fmla="*/ 2603 h 2823"/>
                <a:gd name="T68" fmla="*/ 2935 w 3788"/>
                <a:gd name="T69" fmla="*/ 2554 h 2823"/>
                <a:gd name="T70" fmla="*/ 2840 w 3788"/>
                <a:gd name="T71" fmla="*/ 2499 h 2823"/>
                <a:gd name="T72" fmla="*/ 2750 w 3788"/>
                <a:gd name="T73" fmla="*/ 2497 h 2823"/>
                <a:gd name="T74" fmla="*/ 2534 w 3788"/>
                <a:gd name="T75" fmla="*/ 2321 h 2823"/>
                <a:gd name="T76" fmla="*/ 2414 w 3788"/>
                <a:gd name="T77" fmla="*/ 2086 h 2823"/>
                <a:gd name="T78" fmla="*/ 2116 w 3788"/>
                <a:gd name="T79" fmla="*/ 2193 h 2823"/>
                <a:gd name="T80" fmla="*/ 2189 w 3788"/>
                <a:gd name="T81" fmla="*/ 2355 h 2823"/>
                <a:gd name="T82" fmla="*/ 2008 w 3788"/>
                <a:gd name="T83" fmla="*/ 2711 h 2823"/>
                <a:gd name="T84" fmla="*/ 1886 w 3788"/>
                <a:gd name="T85" fmla="*/ 2819 h 2823"/>
                <a:gd name="T86" fmla="*/ 1717 w 3788"/>
                <a:gd name="T87" fmla="*/ 2762 h 2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788" h="2823">
                  <a:moveTo>
                    <a:pt x="1665" y="2823"/>
                  </a:moveTo>
                  <a:cubicBezTo>
                    <a:pt x="1637" y="2793"/>
                    <a:pt x="1608" y="2766"/>
                    <a:pt x="1579" y="2739"/>
                  </a:cubicBezTo>
                  <a:cubicBezTo>
                    <a:pt x="1554" y="2647"/>
                    <a:pt x="1523" y="2568"/>
                    <a:pt x="1494" y="2501"/>
                  </a:cubicBezTo>
                  <a:cubicBezTo>
                    <a:pt x="1425" y="2418"/>
                    <a:pt x="1358" y="2406"/>
                    <a:pt x="1297" y="2382"/>
                  </a:cubicBezTo>
                  <a:cubicBezTo>
                    <a:pt x="1188" y="2379"/>
                    <a:pt x="1080" y="2380"/>
                    <a:pt x="971" y="2380"/>
                  </a:cubicBezTo>
                  <a:cubicBezTo>
                    <a:pt x="856" y="2361"/>
                    <a:pt x="802" y="2297"/>
                    <a:pt x="745" y="2253"/>
                  </a:cubicBezTo>
                  <a:cubicBezTo>
                    <a:pt x="627" y="2234"/>
                    <a:pt x="544" y="2199"/>
                    <a:pt x="474" y="2145"/>
                  </a:cubicBezTo>
                  <a:cubicBezTo>
                    <a:pt x="474" y="2125"/>
                    <a:pt x="443" y="2082"/>
                    <a:pt x="443" y="2075"/>
                  </a:cubicBezTo>
                  <a:cubicBezTo>
                    <a:pt x="433" y="2065"/>
                    <a:pt x="424" y="2055"/>
                    <a:pt x="414" y="2048"/>
                  </a:cubicBezTo>
                  <a:cubicBezTo>
                    <a:pt x="325" y="2033"/>
                    <a:pt x="261" y="2015"/>
                    <a:pt x="204" y="1978"/>
                  </a:cubicBezTo>
                  <a:cubicBezTo>
                    <a:pt x="79" y="1938"/>
                    <a:pt x="32" y="1741"/>
                    <a:pt x="14" y="1662"/>
                  </a:cubicBezTo>
                  <a:cubicBezTo>
                    <a:pt x="8" y="1527"/>
                    <a:pt x="3" y="1393"/>
                    <a:pt x="0" y="1262"/>
                  </a:cubicBezTo>
                  <a:cubicBezTo>
                    <a:pt x="23" y="1217"/>
                    <a:pt x="58" y="1152"/>
                    <a:pt x="65" y="1116"/>
                  </a:cubicBezTo>
                  <a:cubicBezTo>
                    <a:pt x="65" y="1047"/>
                    <a:pt x="30" y="1014"/>
                    <a:pt x="30" y="997"/>
                  </a:cubicBezTo>
                  <a:cubicBezTo>
                    <a:pt x="40" y="994"/>
                    <a:pt x="53" y="991"/>
                    <a:pt x="66" y="992"/>
                  </a:cubicBezTo>
                  <a:cubicBezTo>
                    <a:pt x="82" y="1009"/>
                    <a:pt x="107" y="1006"/>
                    <a:pt x="129" y="1006"/>
                  </a:cubicBezTo>
                  <a:cubicBezTo>
                    <a:pt x="152" y="984"/>
                    <a:pt x="155" y="971"/>
                    <a:pt x="158" y="958"/>
                  </a:cubicBezTo>
                  <a:cubicBezTo>
                    <a:pt x="219" y="930"/>
                    <a:pt x="244" y="1003"/>
                    <a:pt x="327" y="1047"/>
                  </a:cubicBezTo>
                  <a:cubicBezTo>
                    <a:pt x="346" y="1048"/>
                    <a:pt x="426" y="1053"/>
                    <a:pt x="455" y="1034"/>
                  </a:cubicBezTo>
                  <a:cubicBezTo>
                    <a:pt x="462" y="1025"/>
                    <a:pt x="471" y="1015"/>
                    <a:pt x="481" y="1006"/>
                  </a:cubicBezTo>
                  <a:cubicBezTo>
                    <a:pt x="481" y="976"/>
                    <a:pt x="481" y="950"/>
                    <a:pt x="481" y="924"/>
                  </a:cubicBezTo>
                  <a:cubicBezTo>
                    <a:pt x="434" y="857"/>
                    <a:pt x="389" y="823"/>
                    <a:pt x="425" y="772"/>
                  </a:cubicBezTo>
                  <a:cubicBezTo>
                    <a:pt x="454" y="753"/>
                    <a:pt x="483" y="737"/>
                    <a:pt x="515" y="721"/>
                  </a:cubicBezTo>
                  <a:cubicBezTo>
                    <a:pt x="524" y="709"/>
                    <a:pt x="534" y="699"/>
                    <a:pt x="547" y="690"/>
                  </a:cubicBezTo>
                  <a:cubicBezTo>
                    <a:pt x="608" y="567"/>
                    <a:pt x="538" y="539"/>
                    <a:pt x="487" y="498"/>
                  </a:cubicBezTo>
                  <a:cubicBezTo>
                    <a:pt x="459" y="435"/>
                    <a:pt x="408" y="375"/>
                    <a:pt x="373" y="374"/>
                  </a:cubicBezTo>
                  <a:cubicBezTo>
                    <a:pt x="367" y="348"/>
                    <a:pt x="347" y="334"/>
                    <a:pt x="348" y="308"/>
                  </a:cubicBezTo>
                  <a:cubicBezTo>
                    <a:pt x="393" y="263"/>
                    <a:pt x="329" y="196"/>
                    <a:pt x="323" y="186"/>
                  </a:cubicBezTo>
                  <a:cubicBezTo>
                    <a:pt x="323" y="180"/>
                    <a:pt x="323" y="173"/>
                    <a:pt x="323" y="167"/>
                  </a:cubicBezTo>
                  <a:cubicBezTo>
                    <a:pt x="448" y="134"/>
                    <a:pt x="627" y="151"/>
                    <a:pt x="771" y="116"/>
                  </a:cubicBezTo>
                  <a:cubicBezTo>
                    <a:pt x="892" y="53"/>
                    <a:pt x="988" y="0"/>
                    <a:pt x="1155" y="4"/>
                  </a:cubicBezTo>
                  <a:cubicBezTo>
                    <a:pt x="1177" y="14"/>
                    <a:pt x="1199" y="25"/>
                    <a:pt x="1221" y="35"/>
                  </a:cubicBezTo>
                  <a:cubicBezTo>
                    <a:pt x="1343" y="38"/>
                    <a:pt x="1474" y="25"/>
                    <a:pt x="1601" y="81"/>
                  </a:cubicBezTo>
                  <a:cubicBezTo>
                    <a:pt x="1681" y="135"/>
                    <a:pt x="1761" y="190"/>
                    <a:pt x="1840" y="247"/>
                  </a:cubicBezTo>
                  <a:cubicBezTo>
                    <a:pt x="1846" y="257"/>
                    <a:pt x="1853" y="271"/>
                    <a:pt x="1862" y="284"/>
                  </a:cubicBezTo>
                  <a:cubicBezTo>
                    <a:pt x="1904" y="318"/>
                    <a:pt x="1967" y="375"/>
                    <a:pt x="2056" y="410"/>
                  </a:cubicBezTo>
                  <a:cubicBezTo>
                    <a:pt x="2085" y="411"/>
                    <a:pt x="2117" y="412"/>
                    <a:pt x="2149" y="412"/>
                  </a:cubicBezTo>
                  <a:cubicBezTo>
                    <a:pt x="2162" y="396"/>
                    <a:pt x="2175" y="384"/>
                    <a:pt x="2191" y="371"/>
                  </a:cubicBezTo>
                  <a:cubicBezTo>
                    <a:pt x="2204" y="309"/>
                    <a:pt x="2195" y="250"/>
                    <a:pt x="2179" y="213"/>
                  </a:cubicBezTo>
                  <a:cubicBezTo>
                    <a:pt x="2211" y="181"/>
                    <a:pt x="2262" y="193"/>
                    <a:pt x="2320" y="197"/>
                  </a:cubicBezTo>
                  <a:cubicBezTo>
                    <a:pt x="2348" y="218"/>
                    <a:pt x="2380" y="238"/>
                    <a:pt x="2412" y="262"/>
                  </a:cubicBezTo>
                  <a:cubicBezTo>
                    <a:pt x="2463" y="276"/>
                    <a:pt x="2533" y="294"/>
                    <a:pt x="2610" y="303"/>
                  </a:cubicBezTo>
                  <a:cubicBezTo>
                    <a:pt x="2651" y="323"/>
                    <a:pt x="2693" y="344"/>
                    <a:pt x="2734" y="368"/>
                  </a:cubicBezTo>
                  <a:cubicBezTo>
                    <a:pt x="2766" y="392"/>
                    <a:pt x="2798" y="419"/>
                    <a:pt x="2829" y="446"/>
                  </a:cubicBezTo>
                  <a:cubicBezTo>
                    <a:pt x="2829" y="449"/>
                    <a:pt x="2829" y="452"/>
                    <a:pt x="2829" y="456"/>
                  </a:cubicBezTo>
                  <a:cubicBezTo>
                    <a:pt x="2839" y="462"/>
                    <a:pt x="2848" y="473"/>
                    <a:pt x="2861" y="483"/>
                  </a:cubicBezTo>
                  <a:cubicBezTo>
                    <a:pt x="2906" y="494"/>
                    <a:pt x="2957" y="485"/>
                    <a:pt x="3018" y="474"/>
                  </a:cubicBezTo>
                  <a:cubicBezTo>
                    <a:pt x="3056" y="524"/>
                    <a:pt x="3097" y="574"/>
                    <a:pt x="3138" y="627"/>
                  </a:cubicBezTo>
                  <a:cubicBezTo>
                    <a:pt x="3195" y="671"/>
                    <a:pt x="3253" y="715"/>
                    <a:pt x="3310" y="759"/>
                  </a:cubicBezTo>
                  <a:cubicBezTo>
                    <a:pt x="3335" y="773"/>
                    <a:pt x="3364" y="787"/>
                    <a:pt x="3393" y="804"/>
                  </a:cubicBezTo>
                  <a:cubicBezTo>
                    <a:pt x="3444" y="805"/>
                    <a:pt x="3495" y="806"/>
                    <a:pt x="3546" y="808"/>
                  </a:cubicBezTo>
                  <a:cubicBezTo>
                    <a:pt x="3575" y="838"/>
                    <a:pt x="3619" y="970"/>
                    <a:pt x="3628" y="1052"/>
                  </a:cubicBezTo>
                  <a:cubicBezTo>
                    <a:pt x="3650" y="1105"/>
                    <a:pt x="3672" y="1161"/>
                    <a:pt x="3697" y="1218"/>
                  </a:cubicBezTo>
                  <a:cubicBezTo>
                    <a:pt x="3700" y="1264"/>
                    <a:pt x="3703" y="1309"/>
                    <a:pt x="3709" y="1355"/>
                  </a:cubicBezTo>
                  <a:cubicBezTo>
                    <a:pt x="3731" y="1389"/>
                    <a:pt x="3788" y="1462"/>
                    <a:pt x="3727" y="1523"/>
                  </a:cubicBezTo>
                  <a:cubicBezTo>
                    <a:pt x="3586" y="1591"/>
                    <a:pt x="3596" y="1608"/>
                    <a:pt x="3509" y="1750"/>
                  </a:cubicBezTo>
                  <a:cubicBezTo>
                    <a:pt x="3473" y="1775"/>
                    <a:pt x="3438" y="1804"/>
                    <a:pt x="3403" y="1832"/>
                  </a:cubicBezTo>
                  <a:cubicBezTo>
                    <a:pt x="3399" y="1849"/>
                    <a:pt x="3399" y="1865"/>
                    <a:pt x="3399" y="1881"/>
                  </a:cubicBezTo>
                  <a:cubicBezTo>
                    <a:pt x="3431" y="1912"/>
                    <a:pt x="3466" y="1945"/>
                    <a:pt x="3501" y="1979"/>
                  </a:cubicBezTo>
                  <a:cubicBezTo>
                    <a:pt x="3501" y="2038"/>
                    <a:pt x="3418" y="2016"/>
                    <a:pt x="3402" y="2016"/>
                  </a:cubicBezTo>
                  <a:cubicBezTo>
                    <a:pt x="3367" y="1992"/>
                    <a:pt x="3332" y="1968"/>
                    <a:pt x="3297" y="1944"/>
                  </a:cubicBezTo>
                  <a:cubicBezTo>
                    <a:pt x="3242" y="1943"/>
                    <a:pt x="3137" y="1934"/>
                    <a:pt x="3124" y="1946"/>
                  </a:cubicBezTo>
                  <a:cubicBezTo>
                    <a:pt x="3123" y="2055"/>
                    <a:pt x="3110" y="2120"/>
                    <a:pt x="3231" y="2218"/>
                  </a:cubicBezTo>
                  <a:cubicBezTo>
                    <a:pt x="3228" y="2254"/>
                    <a:pt x="3227" y="2293"/>
                    <a:pt x="3227" y="2332"/>
                  </a:cubicBezTo>
                  <a:cubicBezTo>
                    <a:pt x="3243" y="2385"/>
                    <a:pt x="3259" y="2438"/>
                    <a:pt x="3274" y="2491"/>
                  </a:cubicBezTo>
                  <a:cubicBezTo>
                    <a:pt x="3274" y="2553"/>
                    <a:pt x="3220" y="2545"/>
                    <a:pt x="3168" y="2550"/>
                  </a:cubicBezTo>
                  <a:cubicBezTo>
                    <a:pt x="3117" y="2562"/>
                    <a:pt x="3108" y="2578"/>
                    <a:pt x="3075" y="2603"/>
                  </a:cubicBezTo>
                  <a:cubicBezTo>
                    <a:pt x="3063" y="2603"/>
                    <a:pt x="3050" y="2603"/>
                    <a:pt x="3040" y="2603"/>
                  </a:cubicBezTo>
                  <a:cubicBezTo>
                    <a:pt x="3034" y="2589"/>
                    <a:pt x="3028" y="2576"/>
                    <a:pt x="3021" y="2563"/>
                  </a:cubicBezTo>
                  <a:cubicBezTo>
                    <a:pt x="2993" y="2559"/>
                    <a:pt x="2964" y="2555"/>
                    <a:pt x="2935" y="2554"/>
                  </a:cubicBezTo>
                  <a:cubicBezTo>
                    <a:pt x="2935" y="2528"/>
                    <a:pt x="2913" y="2514"/>
                    <a:pt x="2897" y="2504"/>
                  </a:cubicBezTo>
                  <a:cubicBezTo>
                    <a:pt x="2878" y="2500"/>
                    <a:pt x="2859" y="2500"/>
                    <a:pt x="2840" y="2499"/>
                  </a:cubicBezTo>
                  <a:cubicBezTo>
                    <a:pt x="2833" y="2512"/>
                    <a:pt x="2785" y="2547"/>
                    <a:pt x="2769" y="2540"/>
                  </a:cubicBezTo>
                  <a:cubicBezTo>
                    <a:pt x="2763" y="2524"/>
                    <a:pt x="2756" y="2510"/>
                    <a:pt x="2750" y="2497"/>
                  </a:cubicBezTo>
                  <a:cubicBezTo>
                    <a:pt x="2718" y="2490"/>
                    <a:pt x="2690" y="2482"/>
                    <a:pt x="2661" y="2475"/>
                  </a:cubicBezTo>
                  <a:cubicBezTo>
                    <a:pt x="2616" y="2422"/>
                    <a:pt x="2575" y="2371"/>
                    <a:pt x="2534" y="2321"/>
                  </a:cubicBezTo>
                  <a:cubicBezTo>
                    <a:pt x="2528" y="2308"/>
                    <a:pt x="2521" y="2298"/>
                    <a:pt x="2518" y="2288"/>
                  </a:cubicBezTo>
                  <a:cubicBezTo>
                    <a:pt x="2519" y="2174"/>
                    <a:pt x="2462" y="2143"/>
                    <a:pt x="2414" y="2086"/>
                  </a:cubicBezTo>
                  <a:cubicBezTo>
                    <a:pt x="2341" y="2061"/>
                    <a:pt x="2251" y="2069"/>
                    <a:pt x="2197" y="2067"/>
                  </a:cubicBezTo>
                  <a:cubicBezTo>
                    <a:pt x="2091" y="2081"/>
                    <a:pt x="2126" y="2079"/>
                    <a:pt x="2116" y="2193"/>
                  </a:cubicBezTo>
                  <a:cubicBezTo>
                    <a:pt x="2138" y="2226"/>
                    <a:pt x="2164" y="2260"/>
                    <a:pt x="2189" y="2293"/>
                  </a:cubicBezTo>
                  <a:cubicBezTo>
                    <a:pt x="2189" y="2313"/>
                    <a:pt x="2189" y="2332"/>
                    <a:pt x="2189" y="2355"/>
                  </a:cubicBezTo>
                  <a:cubicBezTo>
                    <a:pt x="2156" y="2403"/>
                    <a:pt x="2060" y="2450"/>
                    <a:pt x="2114" y="2537"/>
                  </a:cubicBezTo>
                  <a:cubicBezTo>
                    <a:pt x="2114" y="2576"/>
                    <a:pt x="2037" y="2675"/>
                    <a:pt x="2008" y="2711"/>
                  </a:cubicBezTo>
                  <a:cubicBezTo>
                    <a:pt x="1991" y="2756"/>
                    <a:pt x="1953" y="2772"/>
                    <a:pt x="1918" y="2787"/>
                  </a:cubicBezTo>
                  <a:cubicBezTo>
                    <a:pt x="1905" y="2797"/>
                    <a:pt x="1895" y="2806"/>
                    <a:pt x="1886" y="2819"/>
                  </a:cubicBezTo>
                  <a:cubicBezTo>
                    <a:pt x="1828" y="2818"/>
                    <a:pt x="1828" y="2775"/>
                    <a:pt x="1825" y="2765"/>
                  </a:cubicBezTo>
                  <a:cubicBezTo>
                    <a:pt x="1784" y="2735"/>
                    <a:pt x="1733" y="2760"/>
                    <a:pt x="1717" y="2762"/>
                  </a:cubicBezTo>
                  <a:cubicBezTo>
                    <a:pt x="1694" y="2788"/>
                    <a:pt x="1691" y="2811"/>
                    <a:pt x="1665" y="2823"/>
                  </a:cubicBezTo>
                  <a:close/>
                </a:path>
              </a:pathLst>
            </a:custGeom>
            <a:grpFill/>
            <a:ln w="8" cap="flat">
              <a:solidFill>
                <a:srgbClr val="FFFFFF"/>
              </a:solidFill>
              <a:prstDash val="solid"/>
              <a:miter lim="800000"/>
              <a:headEnd/>
              <a:tailEnd/>
            </a:ln>
          </p:spPr>
          <p:txBody>
            <a:bodyPr vert="horz" wrap="square" lIns="91424" tIns="45712" rIns="91424" bIns="45712" numCol="1" anchor="t" anchorCtr="0" compatLnSpc="1">
              <a:prstTxWarp prst="textNoShape">
                <a:avLst/>
              </a:prstTxWarp>
            </a:bodyPr>
            <a:lstStyle/>
            <a:p>
              <a:endParaRPr lang="zh-CN" altLang="en-US">
                <a:solidFill>
                  <a:srgbClr val="000000"/>
                </a:solidFill>
              </a:endParaRPr>
            </a:p>
          </p:txBody>
        </p:sp>
        <p:sp>
          <p:nvSpPr>
            <p:cNvPr id="80" name="Freeform 24"/>
            <p:cNvSpPr>
              <a:spLocks/>
            </p:cNvSpPr>
            <p:nvPr/>
          </p:nvSpPr>
          <p:spPr bwMode="auto">
            <a:xfrm>
              <a:off x="5020332" y="2082960"/>
              <a:ext cx="298638" cy="605689"/>
            </a:xfrm>
            <a:custGeom>
              <a:avLst/>
              <a:gdLst>
                <a:gd name="T0" fmla="*/ 99 w 1042"/>
                <a:gd name="T1" fmla="*/ 2109 h 2109"/>
                <a:gd name="T2" fmla="*/ 30 w 1042"/>
                <a:gd name="T3" fmla="*/ 1923 h 2109"/>
                <a:gd name="T4" fmla="*/ 59 w 1042"/>
                <a:gd name="T5" fmla="*/ 1833 h 2109"/>
                <a:gd name="T6" fmla="*/ 53 w 1042"/>
                <a:gd name="T7" fmla="*/ 1721 h 2109"/>
                <a:gd name="T8" fmla="*/ 0 w 1042"/>
                <a:gd name="T9" fmla="*/ 1582 h 2109"/>
                <a:gd name="T10" fmla="*/ 1 w 1042"/>
                <a:gd name="T11" fmla="*/ 1350 h 2109"/>
                <a:gd name="T12" fmla="*/ 95 w 1042"/>
                <a:gd name="T13" fmla="*/ 1182 h 2109"/>
                <a:gd name="T14" fmla="*/ 98 w 1042"/>
                <a:gd name="T15" fmla="*/ 1097 h 2109"/>
                <a:gd name="T16" fmla="*/ 139 w 1042"/>
                <a:gd name="T17" fmla="*/ 754 h 2109"/>
                <a:gd name="T18" fmla="*/ 165 w 1042"/>
                <a:gd name="T19" fmla="*/ 578 h 2109"/>
                <a:gd name="T20" fmla="*/ 201 w 1042"/>
                <a:gd name="T21" fmla="*/ 510 h 2109"/>
                <a:gd name="T22" fmla="*/ 342 w 1042"/>
                <a:gd name="T23" fmla="*/ 330 h 2109"/>
                <a:gd name="T24" fmla="*/ 471 w 1042"/>
                <a:gd name="T25" fmla="*/ 170 h 2109"/>
                <a:gd name="T26" fmla="*/ 529 w 1042"/>
                <a:gd name="T27" fmla="*/ 115 h 2109"/>
                <a:gd name="T28" fmla="*/ 737 w 1042"/>
                <a:gd name="T29" fmla="*/ 98 h 2109"/>
                <a:gd name="T30" fmla="*/ 868 w 1042"/>
                <a:gd name="T31" fmla="*/ 32 h 2109"/>
                <a:gd name="T32" fmla="*/ 891 w 1042"/>
                <a:gd name="T33" fmla="*/ 0 h 2109"/>
                <a:gd name="T34" fmla="*/ 948 w 1042"/>
                <a:gd name="T35" fmla="*/ 41 h 2109"/>
                <a:gd name="T36" fmla="*/ 854 w 1042"/>
                <a:gd name="T37" fmla="*/ 189 h 2109"/>
                <a:gd name="T38" fmla="*/ 1042 w 1042"/>
                <a:gd name="T39" fmla="*/ 387 h 2109"/>
                <a:gd name="T40" fmla="*/ 1041 w 1042"/>
                <a:gd name="T41" fmla="*/ 446 h 2109"/>
                <a:gd name="T42" fmla="*/ 887 w 1042"/>
                <a:gd name="T43" fmla="*/ 576 h 2109"/>
                <a:gd name="T44" fmla="*/ 838 w 1042"/>
                <a:gd name="T45" fmla="*/ 798 h 2109"/>
                <a:gd name="T46" fmla="*/ 918 w 1042"/>
                <a:gd name="T47" fmla="*/ 865 h 2109"/>
                <a:gd name="T48" fmla="*/ 999 w 1042"/>
                <a:gd name="T49" fmla="*/ 1077 h 2109"/>
                <a:gd name="T50" fmla="*/ 967 w 1042"/>
                <a:gd name="T51" fmla="*/ 1201 h 2109"/>
                <a:gd name="T52" fmla="*/ 841 w 1042"/>
                <a:gd name="T53" fmla="*/ 1358 h 2109"/>
                <a:gd name="T54" fmla="*/ 838 w 1042"/>
                <a:gd name="T55" fmla="*/ 1397 h 2109"/>
                <a:gd name="T56" fmla="*/ 911 w 1042"/>
                <a:gd name="T57" fmla="*/ 1477 h 2109"/>
                <a:gd name="T58" fmla="*/ 903 w 1042"/>
                <a:gd name="T59" fmla="*/ 1693 h 2109"/>
                <a:gd name="T60" fmla="*/ 717 w 1042"/>
                <a:gd name="T61" fmla="*/ 1872 h 2109"/>
                <a:gd name="T62" fmla="*/ 496 w 1042"/>
                <a:gd name="T63" fmla="*/ 1922 h 2109"/>
                <a:gd name="T64" fmla="*/ 281 w 1042"/>
                <a:gd name="T65" fmla="*/ 2005 h 2109"/>
                <a:gd name="T66" fmla="*/ 198 w 1042"/>
                <a:gd name="T67" fmla="*/ 2052 h 2109"/>
                <a:gd name="T68" fmla="*/ 99 w 1042"/>
                <a:gd name="T69" fmla="*/ 2109 h 2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42" h="2109">
                  <a:moveTo>
                    <a:pt x="99" y="2109"/>
                  </a:moveTo>
                  <a:cubicBezTo>
                    <a:pt x="10" y="2051"/>
                    <a:pt x="29" y="1979"/>
                    <a:pt x="30" y="1923"/>
                  </a:cubicBezTo>
                  <a:cubicBezTo>
                    <a:pt x="39" y="1891"/>
                    <a:pt x="49" y="1862"/>
                    <a:pt x="59" y="1833"/>
                  </a:cubicBezTo>
                  <a:cubicBezTo>
                    <a:pt x="56" y="1793"/>
                    <a:pt x="53" y="1757"/>
                    <a:pt x="53" y="1721"/>
                  </a:cubicBezTo>
                  <a:cubicBezTo>
                    <a:pt x="34" y="1675"/>
                    <a:pt x="15" y="1628"/>
                    <a:pt x="0" y="1582"/>
                  </a:cubicBezTo>
                  <a:cubicBezTo>
                    <a:pt x="0" y="1504"/>
                    <a:pt x="0" y="1425"/>
                    <a:pt x="1" y="1350"/>
                  </a:cubicBezTo>
                  <a:cubicBezTo>
                    <a:pt x="43" y="1289"/>
                    <a:pt x="62" y="1237"/>
                    <a:pt x="95" y="1182"/>
                  </a:cubicBezTo>
                  <a:cubicBezTo>
                    <a:pt x="95" y="1152"/>
                    <a:pt x="95" y="1123"/>
                    <a:pt x="98" y="1097"/>
                  </a:cubicBezTo>
                  <a:cubicBezTo>
                    <a:pt x="80" y="955"/>
                    <a:pt x="23" y="830"/>
                    <a:pt x="139" y="754"/>
                  </a:cubicBezTo>
                  <a:cubicBezTo>
                    <a:pt x="161" y="679"/>
                    <a:pt x="162" y="633"/>
                    <a:pt x="165" y="578"/>
                  </a:cubicBezTo>
                  <a:cubicBezTo>
                    <a:pt x="175" y="555"/>
                    <a:pt x="188" y="533"/>
                    <a:pt x="201" y="510"/>
                  </a:cubicBezTo>
                  <a:cubicBezTo>
                    <a:pt x="217" y="415"/>
                    <a:pt x="272" y="377"/>
                    <a:pt x="342" y="330"/>
                  </a:cubicBezTo>
                  <a:cubicBezTo>
                    <a:pt x="378" y="279"/>
                    <a:pt x="417" y="194"/>
                    <a:pt x="471" y="170"/>
                  </a:cubicBezTo>
                  <a:cubicBezTo>
                    <a:pt x="490" y="150"/>
                    <a:pt x="510" y="131"/>
                    <a:pt x="529" y="115"/>
                  </a:cubicBezTo>
                  <a:cubicBezTo>
                    <a:pt x="564" y="116"/>
                    <a:pt x="692" y="142"/>
                    <a:pt x="737" y="98"/>
                  </a:cubicBezTo>
                  <a:cubicBezTo>
                    <a:pt x="778" y="89"/>
                    <a:pt x="823" y="77"/>
                    <a:pt x="868" y="32"/>
                  </a:cubicBezTo>
                  <a:cubicBezTo>
                    <a:pt x="875" y="19"/>
                    <a:pt x="881" y="10"/>
                    <a:pt x="891" y="0"/>
                  </a:cubicBezTo>
                  <a:cubicBezTo>
                    <a:pt x="910" y="14"/>
                    <a:pt x="929" y="27"/>
                    <a:pt x="948" y="41"/>
                  </a:cubicBezTo>
                  <a:cubicBezTo>
                    <a:pt x="948" y="90"/>
                    <a:pt x="833" y="117"/>
                    <a:pt x="854" y="189"/>
                  </a:cubicBezTo>
                  <a:cubicBezTo>
                    <a:pt x="934" y="211"/>
                    <a:pt x="972" y="284"/>
                    <a:pt x="1042" y="387"/>
                  </a:cubicBezTo>
                  <a:cubicBezTo>
                    <a:pt x="1042" y="407"/>
                    <a:pt x="1042" y="426"/>
                    <a:pt x="1041" y="446"/>
                  </a:cubicBezTo>
                  <a:cubicBezTo>
                    <a:pt x="993" y="533"/>
                    <a:pt x="961" y="529"/>
                    <a:pt x="887" y="576"/>
                  </a:cubicBezTo>
                  <a:cubicBezTo>
                    <a:pt x="855" y="638"/>
                    <a:pt x="787" y="718"/>
                    <a:pt x="838" y="798"/>
                  </a:cubicBezTo>
                  <a:cubicBezTo>
                    <a:pt x="864" y="818"/>
                    <a:pt x="889" y="842"/>
                    <a:pt x="918" y="865"/>
                  </a:cubicBezTo>
                  <a:cubicBezTo>
                    <a:pt x="940" y="915"/>
                    <a:pt x="1000" y="959"/>
                    <a:pt x="999" y="1077"/>
                  </a:cubicBezTo>
                  <a:cubicBezTo>
                    <a:pt x="986" y="1116"/>
                    <a:pt x="977" y="1158"/>
                    <a:pt x="967" y="1201"/>
                  </a:cubicBezTo>
                  <a:cubicBezTo>
                    <a:pt x="944" y="1243"/>
                    <a:pt x="880" y="1329"/>
                    <a:pt x="841" y="1358"/>
                  </a:cubicBezTo>
                  <a:cubicBezTo>
                    <a:pt x="838" y="1371"/>
                    <a:pt x="838" y="1384"/>
                    <a:pt x="838" y="1397"/>
                  </a:cubicBezTo>
                  <a:cubicBezTo>
                    <a:pt x="860" y="1424"/>
                    <a:pt x="885" y="1451"/>
                    <a:pt x="911" y="1477"/>
                  </a:cubicBezTo>
                  <a:cubicBezTo>
                    <a:pt x="926" y="1527"/>
                    <a:pt x="926" y="1619"/>
                    <a:pt x="903" y="1693"/>
                  </a:cubicBezTo>
                  <a:cubicBezTo>
                    <a:pt x="848" y="1761"/>
                    <a:pt x="787" y="1818"/>
                    <a:pt x="717" y="1872"/>
                  </a:cubicBezTo>
                  <a:cubicBezTo>
                    <a:pt x="643" y="1887"/>
                    <a:pt x="570" y="1904"/>
                    <a:pt x="496" y="1922"/>
                  </a:cubicBezTo>
                  <a:cubicBezTo>
                    <a:pt x="419" y="1982"/>
                    <a:pt x="361" y="1988"/>
                    <a:pt x="281" y="2005"/>
                  </a:cubicBezTo>
                  <a:cubicBezTo>
                    <a:pt x="253" y="2021"/>
                    <a:pt x="224" y="2036"/>
                    <a:pt x="198" y="2052"/>
                  </a:cubicBezTo>
                  <a:cubicBezTo>
                    <a:pt x="160" y="2091"/>
                    <a:pt x="124" y="2103"/>
                    <a:pt x="99" y="2109"/>
                  </a:cubicBezTo>
                  <a:close/>
                </a:path>
              </a:pathLst>
            </a:custGeom>
            <a:grpFill/>
            <a:ln w="8" cap="flat">
              <a:solidFill>
                <a:srgbClr val="FFFFFF"/>
              </a:solidFill>
              <a:prstDash val="solid"/>
              <a:miter lim="800000"/>
              <a:headEnd/>
              <a:tailEnd/>
            </a:ln>
          </p:spPr>
          <p:txBody>
            <a:bodyPr vert="horz" wrap="square" lIns="91424" tIns="45712" rIns="91424" bIns="45712" numCol="1" anchor="t" anchorCtr="0" compatLnSpc="1">
              <a:prstTxWarp prst="textNoShape">
                <a:avLst/>
              </a:prstTxWarp>
            </a:bodyPr>
            <a:lstStyle/>
            <a:p>
              <a:endParaRPr lang="zh-CN" altLang="en-US">
                <a:solidFill>
                  <a:srgbClr val="000000"/>
                </a:solidFill>
              </a:endParaRPr>
            </a:p>
          </p:txBody>
        </p:sp>
        <p:sp>
          <p:nvSpPr>
            <p:cNvPr id="81" name="Freeform 25"/>
            <p:cNvSpPr>
              <a:spLocks/>
            </p:cNvSpPr>
            <p:nvPr/>
          </p:nvSpPr>
          <p:spPr bwMode="auto">
            <a:xfrm>
              <a:off x="5408354" y="2307990"/>
              <a:ext cx="559421" cy="380659"/>
            </a:xfrm>
            <a:custGeom>
              <a:avLst/>
              <a:gdLst>
                <a:gd name="T0" fmla="*/ 213 w 1952"/>
                <a:gd name="T1" fmla="*/ 1322 h 1326"/>
                <a:gd name="T2" fmla="*/ 131 w 1952"/>
                <a:gd name="T3" fmla="*/ 1261 h 1326"/>
                <a:gd name="T4" fmla="*/ 0 w 1952"/>
                <a:gd name="T5" fmla="*/ 1143 h 1326"/>
                <a:gd name="T6" fmla="*/ 30 w 1952"/>
                <a:gd name="T7" fmla="*/ 1079 h 1326"/>
                <a:gd name="T8" fmla="*/ 120 w 1952"/>
                <a:gd name="T9" fmla="*/ 989 h 1326"/>
                <a:gd name="T10" fmla="*/ 120 w 1952"/>
                <a:gd name="T11" fmla="*/ 885 h 1326"/>
                <a:gd name="T12" fmla="*/ 42 w 1952"/>
                <a:gd name="T13" fmla="*/ 630 h 1326"/>
                <a:gd name="T14" fmla="*/ 65 w 1952"/>
                <a:gd name="T15" fmla="*/ 523 h 1326"/>
                <a:gd name="T16" fmla="*/ 213 w 1952"/>
                <a:gd name="T17" fmla="*/ 356 h 1326"/>
                <a:gd name="T18" fmla="*/ 463 w 1952"/>
                <a:gd name="T19" fmla="*/ 156 h 1326"/>
                <a:gd name="T20" fmla="*/ 621 w 1952"/>
                <a:gd name="T21" fmla="*/ 0 h 1326"/>
                <a:gd name="T22" fmla="*/ 649 w 1952"/>
                <a:gd name="T23" fmla="*/ 115 h 1326"/>
                <a:gd name="T24" fmla="*/ 725 w 1952"/>
                <a:gd name="T25" fmla="*/ 117 h 1326"/>
                <a:gd name="T26" fmla="*/ 764 w 1952"/>
                <a:gd name="T27" fmla="*/ 53 h 1326"/>
                <a:gd name="T28" fmla="*/ 902 w 1952"/>
                <a:gd name="T29" fmla="*/ 40 h 1326"/>
                <a:gd name="T30" fmla="*/ 946 w 1952"/>
                <a:gd name="T31" fmla="*/ 116 h 1326"/>
                <a:gd name="T32" fmla="*/ 942 w 1952"/>
                <a:gd name="T33" fmla="*/ 254 h 1326"/>
                <a:gd name="T34" fmla="*/ 1174 w 1952"/>
                <a:gd name="T35" fmla="*/ 354 h 1326"/>
                <a:gd name="T36" fmla="*/ 1297 w 1952"/>
                <a:gd name="T37" fmla="*/ 161 h 1326"/>
                <a:gd name="T38" fmla="*/ 1348 w 1952"/>
                <a:gd name="T39" fmla="*/ 107 h 1326"/>
                <a:gd name="T40" fmla="*/ 1505 w 1952"/>
                <a:gd name="T41" fmla="*/ 71 h 1326"/>
                <a:gd name="T42" fmla="*/ 1636 w 1952"/>
                <a:gd name="T43" fmla="*/ 130 h 1326"/>
                <a:gd name="T44" fmla="*/ 1930 w 1952"/>
                <a:gd name="T45" fmla="*/ 131 h 1326"/>
                <a:gd name="T46" fmla="*/ 1952 w 1952"/>
                <a:gd name="T47" fmla="*/ 145 h 1326"/>
                <a:gd name="T48" fmla="*/ 1939 w 1952"/>
                <a:gd name="T49" fmla="*/ 171 h 1326"/>
                <a:gd name="T50" fmla="*/ 1929 w 1952"/>
                <a:gd name="T51" fmla="*/ 269 h 1326"/>
                <a:gd name="T52" fmla="*/ 1824 w 1952"/>
                <a:gd name="T53" fmla="*/ 276 h 1326"/>
                <a:gd name="T54" fmla="*/ 1528 w 1952"/>
                <a:gd name="T55" fmla="*/ 521 h 1326"/>
                <a:gd name="T56" fmla="*/ 1461 w 1952"/>
                <a:gd name="T57" fmla="*/ 548 h 1326"/>
                <a:gd name="T58" fmla="*/ 1362 w 1952"/>
                <a:gd name="T59" fmla="*/ 601 h 1326"/>
                <a:gd name="T60" fmla="*/ 1345 w 1952"/>
                <a:gd name="T61" fmla="*/ 621 h 1326"/>
                <a:gd name="T62" fmla="*/ 1335 w 1952"/>
                <a:gd name="T63" fmla="*/ 729 h 1326"/>
                <a:gd name="T64" fmla="*/ 1223 w 1952"/>
                <a:gd name="T65" fmla="*/ 873 h 1326"/>
                <a:gd name="T66" fmla="*/ 1190 w 1952"/>
                <a:gd name="T67" fmla="*/ 1020 h 1326"/>
                <a:gd name="T68" fmla="*/ 1039 w 1952"/>
                <a:gd name="T69" fmla="*/ 1107 h 1326"/>
                <a:gd name="T70" fmla="*/ 958 w 1952"/>
                <a:gd name="T71" fmla="*/ 1266 h 1326"/>
                <a:gd name="T72" fmla="*/ 955 w 1952"/>
                <a:gd name="T73" fmla="*/ 1253 h 1326"/>
                <a:gd name="T74" fmla="*/ 923 w 1952"/>
                <a:gd name="T75" fmla="*/ 1226 h 1326"/>
                <a:gd name="T76" fmla="*/ 872 w 1952"/>
                <a:gd name="T77" fmla="*/ 1221 h 1326"/>
                <a:gd name="T78" fmla="*/ 798 w 1952"/>
                <a:gd name="T79" fmla="*/ 1311 h 1326"/>
                <a:gd name="T80" fmla="*/ 651 w 1952"/>
                <a:gd name="T81" fmla="*/ 1294 h 1326"/>
                <a:gd name="T82" fmla="*/ 636 w 1952"/>
                <a:gd name="T83" fmla="*/ 1254 h 1326"/>
                <a:gd name="T84" fmla="*/ 512 w 1952"/>
                <a:gd name="T85" fmla="*/ 1127 h 1326"/>
                <a:gd name="T86" fmla="*/ 435 w 1952"/>
                <a:gd name="T87" fmla="*/ 1122 h 1326"/>
                <a:gd name="T88" fmla="*/ 415 w 1952"/>
                <a:gd name="T89" fmla="*/ 1252 h 1326"/>
                <a:gd name="T90" fmla="*/ 332 w 1952"/>
                <a:gd name="T91" fmla="*/ 1293 h 1326"/>
                <a:gd name="T92" fmla="*/ 213 w 1952"/>
                <a:gd name="T93" fmla="*/ 1322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952" h="1326">
                  <a:moveTo>
                    <a:pt x="213" y="1322"/>
                  </a:moveTo>
                  <a:cubicBezTo>
                    <a:pt x="185" y="1302"/>
                    <a:pt x="156" y="1282"/>
                    <a:pt x="131" y="1261"/>
                  </a:cubicBezTo>
                  <a:cubicBezTo>
                    <a:pt x="86" y="1221"/>
                    <a:pt x="42" y="1181"/>
                    <a:pt x="0" y="1143"/>
                  </a:cubicBezTo>
                  <a:cubicBezTo>
                    <a:pt x="10" y="1121"/>
                    <a:pt x="20" y="1098"/>
                    <a:pt x="30" y="1079"/>
                  </a:cubicBezTo>
                  <a:cubicBezTo>
                    <a:pt x="62" y="1053"/>
                    <a:pt x="100" y="1022"/>
                    <a:pt x="120" y="989"/>
                  </a:cubicBezTo>
                  <a:cubicBezTo>
                    <a:pt x="120" y="953"/>
                    <a:pt x="120" y="917"/>
                    <a:pt x="120" y="885"/>
                  </a:cubicBezTo>
                  <a:cubicBezTo>
                    <a:pt x="111" y="829"/>
                    <a:pt x="61" y="651"/>
                    <a:pt x="42" y="630"/>
                  </a:cubicBezTo>
                  <a:cubicBezTo>
                    <a:pt x="42" y="565"/>
                    <a:pt x="33" y="555"/>
                    <a:pt x="65" y="523"/>
                  </a:cubicBezTo>
                  <a:cubicBezTo>
                    <a:pt x="100" y="449"/>
                    <a:pt x="155" y="411"/>
                    <a:pt x="213" y="356"/>
                  </a:cubicBezTo>
                  <a:cubicBezTo>
                    <a:pt x="268" y="246"/>
                    <a:pt x="361" y="219"/>
                    <a:pt x="463" y="156"/>
                  </a:cubicBezTo>
                  <a:cubicBezTo>
                    <a:pt x="515" y="102"/>
                    <a:pt x="566" y="51"/>
                    <a:pt x="621" y="0"/>
                  </a:cubicBezTo>
                  <a:cubicBezTo>
                    <a:pt x="630" y="36"/>
                    <a:pt x="639" y="76"/>
                    <a:pt x="649" y="115"/>
                  </a:cubicBezTo>
                  <a:cubicBezTo>
                    <a:pt x="674" y="116"/>
                    <a:pt x="700" y="117"/>
                    <a:pt x="725" y="117"/>
                  </a:cubicBezTo>
                  <a:cubicBezTo>
                    <a:pt x="738" y="95"/>
                    <a:pt x="751" y="72"/>
                    <a:pt x="764" y="53"/>
                  </a:cubicBezTo>
                  <a:cubicBezTo>
                    <a:pt x="790" y="53"/>
                    <a:pt x="857" y="62"/>
                    <a:pt x="902" y="40"/>
                  </a:cubicBezTo>
                  <a:cubicBezTo>
                    <a:pt x="901" y="53"/>
                    <a:pt x="920" y="83"/>
                    <a:pt x="946" y="116"/>
                  </a:cubicBezTo>
                  <a:cubicBezTo>
                    <a:pt x="942" y="162"/>
                    <a:pt x="942" y="208"/>
                    <a:pt x="942" y="254"/>
                  </a:cubicBezTo>
                  <a:cubicBezTo>
                    <a:pt x="986" y="301"/>
                    <a:pt x="1075" y="352"/>
                    <a:pt x="1174" y="354"/>
                  </a:cubicBezTo>
                  <a:cubicBezTo>
                    <a:pt x="1213" y="290"/>
                    <a:pt x="1255" y="226"/>
                    <a:pt x="1297" y="161"/>
                  </a:cubicBezTo>
                  <a:cubicBezTo>
                    <a:pt x="1313" y="142"/>
                    <a:pt x="1329" y="123"/>
                    <a:pt x="1348" y="107"/>
                  </a:cubicBezTo>
                  <a:cubicBezTo>
                    <a:pt x="1387" y="81"/>
                    <a:pt x="1435" y="60"/>
                    <a:pt x="1505" y="71"/>
                  </a:cubicBezTo>
                  <a:cubicBezTo>
                    <a:pt x="1547" y="89"/>
                    <a:pt x="1591" y="110"/>
                    <a:pt x="1636" y="130"/>
                  </a:cubicBezTo>
                  <a:cubicBezTo>
                    <a:pt x="1732" y="129"/>
                    <a:pt x="1831" y="129"/>
                    <a:pt x="1930" y="131"/>
                  </a:cubicBezTo>
                  <a:cubicBezTo>
                    <a:pt x="1936" y="135"/>
                    <a:pt x="1943" y="138"/>
                    <a:pt x="1952" y="145"/>
                  </a:cubicBezTo>
                  <a:cubicBezTo>
                    <a:pt x="1946" y="151"/>
                    <a:pt x="1942" y="161"/>
                    <a:pt x="1939" y="171"/>
                  </a:cubicBezTo>
                  <a:cubicBezTo>
                    <a:pt x="1936" y="203"/>
                    <a:pt x="1932" y="236"/>
                    <a:pt x="1929" y="269"/>
                  </a:cubicBezTo>
                  <a:cubicBezTo>
                    <a:pt x="1894" y="271"/>
                    <a:pt x="1859" y="273"/>
                    <a:pt x="1824" y="276"/>
                  </a:cubicBezTo>
                  <a:cubicBezTo>
                    <a:pt x="1721" y="339"/>
                    <a:pt x="1554" y="407"/>
                    <a:pt x="1528" y="521"/>
                  </a:cubicBezTo>
                  <a:cubicBezTo>
                    <a:pt x="1506" y="530"/>
                    <a:pt x="1483" y="539"/>
                    <a:pt x="1461" y="548"/>
                  </a:cubicBezTo>
                  <a:cubicBezTo>
                    <a:pt x="1435" y="587"/>
                    <a:pt x="1394" y="592"/>
                    <a:pt x="1362" y="601"/>
                  </a:cubicBezTo>
                  <a:cubicBezTo>
                    <a:pt x="1355" y="608"/>
                    <a:pt x="1349" y="614"/>
                    <a:pt x="1345" y="621"/>
                  </a:cubicBezTo>
                  <a:cubicBezTo>
                    <a:pt x="1342" y="657"/>
                    <a:pt x="1339" y="693"/>
                    <a:pt x="1335" y="729"/>
                  </a:cubicBezTo>
                  <a:cubicBezTo>
                    <a:pt x="1306" y="777"/>
                    <a:pt x="1245" y="828"/>
                    <a:pt x="1223" y="873"/>
                  </a:cubicBezTo>
                  <a:cubicBezTo>
                    <a:pt x="1219" y="912"/>
                    <a:pt x="1222" y="975"/>
                    <a:pt x="1190" y="1020"/>
                  </a:cubicBezTo>
                  <a:cubicBezTo>
                    <a:pt x="1110" y="1018"/>
                    <a:pt x="1078" y="1059"/>
                    <a:pt x="1039" y="1107"/>
                  </a:cubicBezTo>
                  <a:cubicBezTo>
                    <a:pt x="1032" y="1163"/>
                    <a:pt x="1016" y="1228"/>
                    <a:pt x="958" y="1266"/>
                  </a:cubicBezTo>
                  <a:cubicBezTo>
                    <a:pt x="955" y="1259"/>
                    <a:pt x="955" y="1256"/>
                    <a:pt x="955" y="1253"/>
                  </a:cubicBezTo>
                  <a:cubicBezTo>
                    <a:pt x="942" y="1243"/>
                    <a:pt x="933" y="1232"/>
                    <a:pt x="923" y="1226"/>
                  </a:cubicBezTo>
                  <a:cubicBezTo>
                    <a:pt x="904" y="1222"/>
                    <a:pt x="888" y="1222"/>
                    <a:pt x="872" y="1221"/>
                  </a:cubicBezTo>
                  <a:cubicBezTo>
                    <a:pt x="846" y="1250"/>
                    <a:pt x="821" y="1279"/>
                    <a:pt x="798" y="1311"/>
                  </a:cubicBezTo>
                  <a:cubicBezTo>
                    <a:pt x="750" y="1326"/>
                    <a:pt x="674" y="1308"/>
                    <a:pt x="651" y="1294"/>
                  </a:cubicBezTo>
                  <a:cubicBezTo>
                    <a:pt x="645" y="1281"/>
                    <a:pt x="639" y="1268"/>
                    <a:pt x="636" y="1254"/>
                  </a:cubicBezTo>
                  <a:cubicBezTo>
                    <a:pt x="594" y="1211"/>
                    <a:pt x="553" y="1167"/>
                    <a:pt x="512" y="1127"/>
                  </a:cubicBezTo>
                  <a:cubicBezTo>
                    <a:pt x="486" y="1123"/>
                    <a:pt x="461" y="1122"/>
                    <a:pt x="435" y="1122"/>
                  </a:cubicBezTo>
                  <a:cubicBezTo>
                    <a:pt x="419" y="1154"/>
                    <a:pt x="419" y="1193"/>
                    <a:pt x="415" y="1252"/>
                  </a:cubicBezTo>
                  <a:cubicBezTo>
                    <a:pt x="374" y="1251"/>
                    <a:pt x="341" y="1280"/>
                    <a:pt x="332" y="1293"/>
                  </a:cubicBezTo>
                  <a:cubicBezTo>
                    <a:pt x="278" y="1291"/>
                    <a:pt x="236" y="1320"/>
                    <a:pt x="213" y="1322"/>
                  </a:cubicBezTo>
                  <a:close/>
                </a:path>
              </a:pathLst>
            </a:custGeom>
            <a:solidFill>
              <a:schemeClr val="accent1"/>
            </a:solidFill>
            <a:ln w="8" cap="flat">
              <a:solidFill>
                <a:srgbClr val="FFFFFF"/>
              </a:solidFill>
              <a:prstDash val="solid"/>
              <a:miter lim="800000"/>
              <a:headEnd/>
              <a:tailEnd/>
            </a:ln>
          </p:spPr>
          <p:txBody>
            <a:bodyPr vert="horz" wrap="square" lIns="91424" tIns="45712" rIns="91424" bIns="45712" numCol="1" anchor="t" anchorCtr="0" compatLnSpc="1">
              <a:prstTxWarp prst="textNoShape">
                <a:avLst/>
              </a:prstTxWarp>
            </a:bodyPr>
            <a:lstStyle/>
            <a:p>
              <a:endParaRPr lang="zh-CN" altLang="en-US">
                <a:solidFill>
                  <a:srgbClr val="000000"/>
                </a:solidFill>
              </a:endParaRPr>
            </a:p>
          </p:txBody>
        </p:sp>
        <p:sp>
          <p:nvSpPr>
            <p:cNvPr id="82" name="Freeform 26"/>
            <p:cNvSpPr>
              <a:spLocks/>
            </p:cNvSpPr>
            <p:nvPr/>
          </p:nvSpPr>
          <p:spPr bwMode="auto">
            <a:xfrm>
              <a:off x="4542933" y="2219659"/>
              <a:ext cx="240803" cy="401690"/>
            </a:xfrm>
            <a:custGeom>
              <a:avLst/>
              <a:gdLst>
                <a:gd name="T0" fmla="*/ 319 w 840"/>
                <a:gd name="T1" fmla="*/ 1263 h 1400"/>
                <a:gd name="T2" fmla="*/ 294 w 840"/>
                <a:gd name="T3" fmla="*/ 1158 h 1400"/>
                <a:gd name="T4" fmla="*/ 257 w 840"/>
                <a:gd name="T5" fmla="*/ 892 h 1400"/>
                <a:gd name="T6" fmla="*/ 79 w 840"/>
                <a:gd name="T7" fmla="*/ 681 h 1400"/>
                <a:gd name="T8" fmla="*/ 0 w 840"/>
                <a:gd name="T9" fmla="*/ 636 h 1400"/>
                <a:gd name="T10" fmla="*/ 205 w 840"/>
                <a:gd name="T11" fmla="*/ 579 h 1400"/>
                <a:gd name="T12" fmla="*/ 339 w 840"/>
                <a:gd name="T13" fmla="*/ 520 h 1400"/>
                <a:gd name="T14" fmla="*/ 394 w 840"/>
                <a:gd name="T15" fmla="*/ 453 h 1400"/>
                <a:gd name="T16" fmla="*/ 388 w 840"/>
                <a:gd name="T17" fmla="*/ 328 h 1400"/>
                <a:gd name="T18" fmla="*/ 482 w 840"/>
                <a:gd name="T19" fmla="*/ 157 h 1400"/>
                <a:gd name="T20" fmla="*/ 498 w 840"/>
                <a:gd name="T21" fmla="*/ 63 h 1400"/>
                <a:gd name="T22" fmla="*/ 674 w 840"/>
                <a:gd name="T23" fmla="*/ 51 h 1400"/>
                <a:gd name="T24" fmla="*/ 690 w 840"/>
                <a:gd name="T25" fmla="*/ 104 h 1400"/>
                <a:gd name="T26" fmla="*/ 644 w 840"/>
                <a:gd name="T27" fmla="*/ 214 h 1400"/>
                <a:gd name="T28" fmla="*/ 592 w 840"/>
                <a:gd name="T29" fmla="*/ 442 h 1400"/>
                <a:gd name="T30" fmla="*/ 707 w 840"/>
                <a:gd name="T31" fmla="*/ 461 h 1400"/>
                <a:gd name="T32" fmla="*/ 840 w 840"/>
                <a:gd name="T33" fmla="*/ 566 h 1400"/>
                <a:gd name="T34" fmla="*/ 782 w 840"/>
                <a:gd name="T35" fmla="*/ 649 h 1400"/>
                <a:gd name="T36" fmla="*/ 696 w 840"/>
                <a:gd name="T37" fmla="*/ 739 h 1400"/>
                <a:gd name="T38" fmla="*/ 602 w 840"/>
                <a:gd name="T39" fmla="*/ 871 h 1400"/>
                <a:gd name="T40" fmla="*/ 540 w 840"/>
                <a:gd name="T41" fmla="*/ 1063 h 1400"/>
                <a:gd name="T42" fmla="*/ 585 w 840"/>
                <a:gd name="T43" fmla="*/ 1106 h 1400"/>
                <a:gd name="T44" fmla="*/ 674 w 840"/>
                <a:gd name="T45" fmla="*/ 1220 h 1400"/>
                <a:gd name="T46" fmla="*/ 654 w 840"/>
                <a:gd name="T47" fmla="*/ 1262 h 1400"/>
                <a:gd name="T48" fmla="*/ 555 w 840"/>
                <a:gd name="T49" fmla="*/ 1295 h 1400"/>
                <a:gd name="T50" fmla="*/ 319 w 840"/>
                <a:gd name="T51" fmla="*/ 1263 h 1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40" h="1400">
                  <a:moveTo>
                    <a:pt x="319" y="1263"/>
                  </a:moveTo>
                  <a:cubicBezTo>
                    <a:pt x="309" y="1227"/>
                    <a:pt x="300" y="1191"/>
                    <a:pt x="294" y="1158"/>
                  </a:cubicBezTo>
                  <a:cubicBezTo>
                    <a:pt x="288" y="1050"/>
                    <a:pt x="266" y="961"/>
                    <a:pt x="257" y="892"/>
                  </a:cubicBezTo>
                  <a:cubicBezTo>
                    <a:pt x="194" y="795"/>
                    <a:pt x="111" y="734"/>
                    <a:pt x="79" y="681"/>
                  </a:cubicBezTo>
                  <a:cubicBezTo>
                    <a:pt x="51" y="664"/>
                    <a:pt x="25" y="650"/>
                    <a:pt x="0" y="636"/>
                  </a:cubicBezTo>
                  <a:cubicBezTo>
                    <a:pt x="16" y="604"/>
                    <a:pt x="147" y="588"/>
                    <a:pt x="205" y="579"/>
                  </a:cubicBezTo>
                  <a:cubicBezTo>
                    <a:pt x="259" y="535"/>
                    <a:pt x="243" y="528"/>
                    <a:pt x="339" y="520"/>
                  </a:cubicBezTo>
                  <a:cubicBezTo>
                    <a:pt x="355" y="498"/>
                    <a:pt x="375" y="475"/>
                    <a:pt x="394" y="453"/>
                  </a:cubicBezTo>
                  <a:cubicBezTo>
                    <a:pt x="391" y="410"/>
                    <a:pt x="388" y="368"/>
                    <a:pt x="388" y="328"/>
                  </a:cubicBezTo>
                  <a:cubicBezTo>
                    <a:pt x="417" y="270"/>
                    <a:pt x="450" y="212"/>
                    <a:pt x="482" y="157"/>
                  </a:cubicBezTo>
                  <a:cubicBezTo>
                    <a:pt x="485" y="125"/>
                    <a:pt x="492" y="92"/>
                    <a:pt x="498" y="63"/>
                  </a:cubicBezTo>
                  <a:cubicBezTo>
                    <a:pt x="556" y="64"/>
                    <a:pt x="604" y="0"/>
                    <a:pt x="674" y="51"/>
                  </a:cubicBezTo>
                  <a:cubicBezTo>
                    <a:pt x="677" y="67"/>
                    <a:pt x="684" y="84"/>
                    <a:pt x="690" y="104"/>
                  </a:cubicBezTo>
                  <a:cubicBezTo>
                    <a:pt x="674" y="139"/>
                    <a:pt x="657" y="175"/>
                    <a:pt x="644" y="214"/>
                  </a:cubicBezTo>
                  <a:cubicBezTo>
                    <a:pt x="580" y="287"/>
                    <a:pt x="577" y="317"/>
                    <a:pt x="592" y="442"/>
                  </a:cubicBezTo>
                  <a:cubicBezTo>
                    <a:pt x="630" y="446"/>
                    <a:pt x="669" y="453"/>
                    <a:pt x="707" y="461"/>
                  </a:cubicBezTo>
                  <a:cubicBezTo>
                    <a:pt x="729" y="488"/>
                    <a:pt x="767" y="544"/>
                    <a:pt x="840" y="566"/>
                  </a:cubicBezTo>
                  <a:cubicBezTo>
                    <a:pt x="834" y="592"/>
                    <a:pt x="811" y="627"/>
                    <a:pt x="782" y="649"/>
                  </a:cubicBezTo>
                  <a:cubicBezTo>
                    <a:pt x="766" y="685"/>
                    <a:pt x="725" y="714"/>
                    <a:pt x="696" y="739"/>
                  </a:cubicBezTo>
                  <a:cubicBezTo>
                    <a:pt x="558" y="736"/>
                    <a:pt x="635" y="767"/>
                    <a:pt x="602" y="871"/>
                  </a:cubicBezTo>
                  <a:cubicBezTo>
                    <a:pt x="547" y="951"/>
                    <a:pt x="541" y="938"/>
                    <a:pt x="540" y="1063"/>
                  </a:cubicBezTo>
                  <a:cubicBezTo>
                    <a:pt x="553" y="1076"/>
                    <a:pt x="569" y="1089"/>
                    <a:pt x="585" y="1106"/>
                  </a:cubicBezTo>
                  <a:cubicBezTo>
                    <a:pt x="610" y="1110"/>
                    <a:pt x="690" y="1132"/>
                    <a:pt x="674" y="1220"/>
                  </a:cubicBezTo>
                  <a:cubicBezTo>
                    <a:pt x="667" y="1233"/>
                    <a:pt x="661" y="1246"/>
                    <a:pt x="654" y="1262"/>
                  </a:cubicBezTo>
                  <a:cubicBezTo>
                    <a:pt x="613" y="1271"/>
                    <a:pt x="581" y="1280"/>
                    <a:pt x="555" y="1295"/>
                  </a:cubicBezTo>
                  <a:cubicBezTo>
                    <a:pt x="423" y="1400"/>
                    <a:pt x="476" y="1394"/>
                    <a:pt x="319" y="1263"/>
                  </a:cubicBezTo>
                  <a:close/>
                </a:path>
              </a:pathLst>
            </a:custGeom>
            <a:grpFill/>
            <a:ln w="8" cap="flat">
              <a:solidFill>
                <a:srgbClr val="FFFFFF"/>
              </a:solidFill>
              <a:prstDash val="solid"/>
              <a:miter lim="800000"/>
              <a:headEnd/>
              <a:tailEnd/>
            </a:ln>
          </p:spPr>
          <p:txBody>
            <a:bodyPr vert="horz" wrap="square" lIns="91424" tIns="45712" rIns="91424" bIns="45712" numCol="1" anchor="t" anchorCtr="0" compatLnSpc="1">
              <a:prstTxWarp prst="textNoShape">
                <a:avLst/>
              </a:prstTxWarp>
            </a:bodyPr>
            <a:lstStyle/>
            <a:p>
              <a:endParaRPr lang="zh-CN" altLang="en-US">
                <a:solidFill>
                  <a:srgbClr val="000000"/>
                </a:solidFill>
              </a:endParaRPr>
            </a:p>
          </p:txBody>
        </p:sp>
        <p:sp>
          <p:nvSpPr>
            <p:cNvPr id="83" name="Freeform 27"/>
            <p:cNvSpPr>
              <a:spLocks/>
            </p:cNvSpPr>
            <p:nvPr/>
          </p:nvSpPr>
          <p:spPr bwMode="auto">
            <a:xfrm>
              <a:off x="5261137" y="1837949"/>
              <a:ext cx="465834" cy="698225"/>
            </a:xfrm>
            <a:custGeom>
              <a:avLst/>
              <a:gdLst>
                <a:gd name="T0" fmla="*/ 533 w 1625"/>
                <a:gd name="T1" fmla="*/ 2387 h 2434"/>
                <a:gd name="T2" fmla="*/ 121 w 1625"/>
                <a:gd name="T3" fmla="*/ 2334 h 2434"/>
                <a:gd name="T4" fmla="*/ 148 w 1625"/>
                <a:gd name="T5" fmla="*/ 2099 h 2434"/>
                <a:gd name="T6" fmla="*/ 10 w 1625"/>
                <a:gd name="T7" fmla="*/ 1611 h 2434"/>
                <a:gd name="T8" fmla="*/ 232 w 1625"/>
                <a:gd name="T9" fmla="*/ 1315 h 2434"/>
                <a:gd name="T10" fmla="*/ 77 w 1625"/>
                <a:gd name="T11" fmla="*/ 1029 h 2434"/>
                <a:gd name="T12" fmla="*/ 52 w 1625"/>
                <a:gd name="T13" fmla="*/ 1012 h 2434"/>
                <a:gd name="T14" fmla="*/ 142 w 1625"/>
                <a:gd name="T15" fmla="*/ 890 h 2434"/>
                <a:gd name="T16" fmla="*/ 69 w 1625"/>
                <a:gd name="T17" fmla="*/ 761 h 2434"/>
                <a:gd name="T18" fmla="*/ 1 w 1625"/>
                <a:gd name="T19" fmla="*/ 536 h 2434"/>
                <a:gd name="T20" fmla="*/ 103 w 1625"/>
                <a:gd name="T21" fmla="*/ 460 h 2434"/>
                <a:gd name="T22" fmla="*/ 175 w 1625"/>
                <a:gd name="T23" fmla="*/ 272 h 2434"/>
                <a:gd name="T24" fmla="*/ 298 w 1625"/>
                <a:gd name="T25" fmla="*/ 540 h 2434"/>
                <a:gd name="T26" fmla="*/ 374 w 1625"/>
                <a:gd name="T27" fmla="*/ 516 h 2434"/>
                <a:gd name="T28" fmla="*/ 765 w 1625"/>
                <a:gd name="T29" fmla="*/ 330 h 2434"/>
                <a:gd name="T30" fmla="*/ 879 w 1625"/>
                <a:gd name="T31" fmla="*/ 74 h 2434"/>
                <a:gd name="T32" fmla="*/ 1126 w 1625"/>
                <a:gd name="T33" fmla="*/ 365 h 2434"/>
                <a:gd name="T34" fmla="*/ 1394 w 1625"/>
                <a:gd name="T35" fmla="*/ 493 h 2434"/>
                <a:gd name="T36" fmla="*/ 1364 w 1625"/>
                <a:gd name="T37" fmla="*/ 711 h 2434"/>
                <a:gd name="T38" fmla="*/ 1625 w 1625"/>
                <a:gd name="T39" fmla="*/ 888 h 2434"/>
                <a:gd name="T40" fmla="*/ 1319 w 1625"/>
                <a:gd name="T41" fmla="*/ 1231 h 2434"/>
                <a:gd name="T42" fmla="*/ 1058 w 1625"/>
                <a:gd name="T43" fmla="*/ 1110 h 2434"/>
                <a:gd name="T44" fmla="*/ 941 w 1625"/>
                <a:gd name="T45" fmla="*/ 897 h 2434"/>
                <a:gd name="T46" fmla="*/ 783 w 1625"/>
                <a:gd name="T47" fmla="*/ 615 h 2434"/>
                <a:gd name="T48" fmla="*/ 523 w 1625"/>
                <a:gd name="T49" fmla="*/ 795 h 2434"/>
                <a:gd name="T50" fmla="*/ 429 w 1625"/>
                <a:gd name="T51" fmla="*/ 1015 h 2434"/>
                <a:gd name="T52" fmla="*/ 620 w 1625"/>
                <a:gd name="T53" fmla="*/ 1164 h 2434"/>
                <a:gd name="T54" fmla="*/ 827 w 1625"/>
                <a:gd name="T55" fmla="*/ 1169 h 2434"/>
                <a:gd name="T56" fmla="*/ 874 w 1625"/>
                <a:gd name="T57" fmla="*/ 1364 h 2434"/>
                <a:gd name="T58" fmla="*/ 1125 w 1625"/>
                <a:gd name="T59" fmla="*/ 1616 h 2434"/>
                <a:gd name="T60" fmla="*/ 843 w 1625"/>
                <a:gd name="T61" fmla="*/ 1825 h 2434"/>
                <a:gd name="T62" fmla="*/ 565 w 1625"/>
                <a:gd name="T63" fmla="*/ 2394 h 2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25" h="2434">
                  <a:moveTo>
                    <a:pt x="571" y="2434"/>
                  </a:moveTo>
                  <a:cubicBezTo>
                    <a:pt x="558" y="2417"/>
                    <a:pt x="545" y="2400"/>
                    <a:pt x="533" y="2387"/>
                  </a:cubicBezTo>
                  <a:cubicBezTo>
                    <a:pt x="459" y="2385"/>
                    <a:pt x="389" y="2383"/>
                    <a:pt x="319" y="2385"/>
                  </a:cubicBezTo>
                  <a:cubicBezTo>
                    <a:pt x="252" y="2367"/>
                    <a:pt x="185" y="2348"/>
                    <a:pt x="121" y="2334"/>
                  </a:cubicBezTo>
                  <a:cubicBezTo>
                    <a:pt x="67" y="2296"/>
                    <a:pt x="32" y="2243"/>
                    <a:pt x="32" y="2230"/>
                  </a:cubicBezTo>
                  <a:cubicBezTo>
                    <a:pt x="71" y="2185"/>
                    <a:pt x="109" y="2140"/>
                    <a:pt x="148" y="2099"/>
                  </a:cubicBezTo>
                  <a:cubicBezTo>
                    <a:pt x="158" y="2063"/>
                    <a:pt x="167" y="2027"/>
                    <a:pt x="180" y="1991"/>
                  </a:cubicBezTo>
                  <a:cubicBezTo>
                    <a:pt x="223" y="1793"/>
                    <a:pt x="105" y="1711"/>
                    <a:pt x="10" y="1611"/>
                  </a:cubicBezTo>
                  <a:cubicBezTo>
                    <a:pt x="11" y="1483"/>
                    <a:pt x="91" y="1446"/>
                    <a:pt x="184" y="1396"/>
                  </a:cubicBezTo>
                  <a:cubicBezTo>
                    <a:pt x="200" y="1366"/>
                    <a:pt x="216" y="1341"/>
                    <a:pt x="232" y="1315"/>
                  </a:cubicBezTo>
                  <a:cubicBezTo>
                    <a:pt x="229" y="1282"/>
                    <a:pt x="230" y="1253"/>
                    <a:pt x="230" y="1223"/>
                  </a:cubicBezTo>
                  <a:cubicBezTo>
                    <a:pt x="176" y="1130"/>
                    <a:pt x="132" y="1077"/>
                    <a:pt x="77" y="1029"/>
                  </a:cubicBezTo>
                  <a:cubicBezTo>
                    <a:pt x="68" y="1026"/>
                    <a:pt x="58" y="1022"/>
                    <a:pt x="52" y="1022"/>
                  </a:cubicBezTo>
                  <a:cubicBezTo>
                    <a:pt x="52" y="1019"/>
                    <a:pt x="52" y="1016"/>
                    <a:pt x="52" y="1012"/>
                  </a:cubicBezTo>
                  <a:cubicBezTo>
                    <a:pt x="71" y="996"/>
                    <a:pt x="91" y="981"/>
                    <a:pt x="110" y="965"/>
                  </a:cubicBezTo>
                  <a:cubicBezTo>
                    <a:pt x="123" y="942"/>
                    <a:pt x="142" y="913"/>
                    <a:pt x="142" y="890"/>
                  </a:cubicBezTo>
                  <a:cubicBezTo>
                    <a:pt x="117" y="867"/>
                    <a:pt x="91" y="846"/>
                    <a:pt x="69" y="826"/>
                  </a:cubicBezTo>
                  <a:cubicBezTo>
                    <a:pt x="69" y="803"/>
                    <a:pt x="69" y="780"/>
                    <a:pt x="69" y="761"/>
                  </a:cubicBezTo>
                  <a:cubicBezTo>
                    <a:pt x="35" y="724"/>
                    <a:pt x="12" y="700"/>
                    <a:pt x="0" y="674"/>
                  </a:cubicBezTo>
                  <a:cubicBezTo>
                    <a:pt x="0" y="628"/>
                    <a:pt x="0" y="582"/>
                    <a:pt x="1" y="536"/>
                  </a:cubicBezTo>
                  <a:cubicBezTo>
                    <a:pt x="13" y="517"/>
                    <a:pt x="30" y="498"/>
                    <a:pt x="46" y="482"/>
                  </a:cubicBezTo>
                  <a:cubicBezTo>
                    <a:pt x="46" y="482"/>
                    <a:pt x="87" y="476"/>
                    <a:pt x="103" y="460"/>
                  </a:cubicBezTo>
                  <a:cubicBezTo>
                    <a:pt x="103" y="411"/>
                    <a:pt x="104" y="365"/>
                    <a:pt x="104" y="319"/>
                  </a:cubicBezTo>
                  <a:cubicBezTo>
                    <a:pt x="133" y="291"/>
                    <a:pt x="133" y="281"/>
                    <a:pt x="175" y="272"/>
                  </a:cubicBezTo>
                  <a:cubicBezTo>
                    <a:pt x="197" y="286"/>
                    <a:pt x="241" y="313"/>
                    <a:pt x="241" y="379"/>
                  </a:cubicBezTo>
                  <a:cubicBezTo>
                    <a:pt x="167" y="419"/>
                    <a:pt x="228" y="483"/>
                    <a:pt x="298" y="540"/>
                  </a:cubicBezTo>
                  <a:cubicBezTo>
                    <a:pt x="307" y="541"/>
                    <a:pt x="317" y="541"/>
                    <a:pt x="330" y="545"/>
                  </a:cubicBezTo>
                  <a:cubicBezTo>
                    <a:pt x="342" y="535"/>
                    <a:pt x="358" y="526"/>
                    <a:pt x="374" y="516"/>
                  </a:cubicBezTo>
                  <a:cubicBezTo>
                    <a:pt x="375" y="451"/>
                    <a:pt x="445" y="443"/>
                    <a:pt x="490" y="408"/>
                  </a:cubicBezTo>
                  <a:cubicBezTo>
                    <a:pt x="555" y="321"/>
                    <a:pt x="672" y="389"/>
                    <a:pt x="765" y="330"/>
                  </a:cubicBezTo>
                  <a:cubicBezTo>
                    <a:pt x="762" y="274"/>
                    <a:pt x="760" y="218"/>
                    <a:pt x="760" y="166"/>
                  </a:cubicBezTo>
                  <a:cubicBezTo>
                    <a:pt x="795" y="118"/>
                    <a:pt x="815" y="111"/>
                    <a:pt x="879" y="74"/>
                  </a:cubicBezTo>
                  <a:cubicBezTo>
                    <a:pt x="953" y="0"/>
                    <a:pt x="971" y="73"/>
                    <a:pt x="1009" y="172"/>
                  </a:cubicBezTo>
                  <a:cubicBezTo>
                    <a:pt x="1047" y="235"/>
                    <a:pt x="1085" y="298"/>
                    <a:pt x="1126" y="365"/>
                  </a:cubicBezTo>
                  <a:cubicBezTo>
                    <a:pt x="1132" y="421"/>
                    <a:pt x="1122" y="453"/>
                    <a:pt x="1212" y="492"/>
                  </a:cubicBezTo>
                  <a:cubicBezTo>
                    <a:pt x="1250" y="492"/>
                    <a:pt x="1327" y="485"/>
                    <a:pt x="1394" y="493"/>
                  </a:cubicBezTo>
                  <a:cubicBezTo>
                    <a:pt x="1365" y="535"/>
                    <a:pt x="1327" y="527"/>
                    <a:pt x="1307" y="576"/>
                  </a:cubicBezTo>
                  <a:cubicBezTo>
                    <a:pt x="1307" y="628"/>
                    <a:pt x="1287" y="657"/>
                    <a:pt x="1364" y="711"/>
                  </a:cubicBezTo>
                  <a:cubicBezTo>
                    <a:pt x="1434" y="723"/>
                    <a:pt x="1494" y="800"/>
                    <a:pt x="1580" y="845"/>
                  </a:cubicBezTo>
                  <a:cubicBezTo>
                    <a:pt x="1593" y="858"/>
                    <a:pt x="1609" y="872"/>
                    <a:pt x="1625" y="888"/>
                  </a:cubicBezTo>
                  <a:cubicBezTo>
                    <a:pt x="1576" y="953"/>
                    <a:pt x="1528" y="1020"/>
                    <a:pt x="1480" y="1088"/>
                  </a:cubicBezTo>
                  <a:cubicBezTo>
                    <a:pt x="1479" y="1150"/>
                    <a:pt x="1364" y="1212"/>
                    <a:pt x="1319" y="1231"/>
                  </a:cubicBezTo>
                  <a:cubicBezTo>
                    <a:pt x="1281" y="1237"/>
                    <a:pt x="1242" y="1242"/>
                    <a:pt x="1207" y="1251"/>
                  </a:cubicBezTo>
                  <a:cubicBezTo>
                    <a:pt x="1131" y="1203"/>
                    <a:pt x="1102" y="1134"/>
                    <a:pt x="1058" y="1110"/>
                  </a:cubicBezTo>
                  <a:cubicBezTo>
                    <a:pt x="1033" y="1040"/>
                    <a:pt x="1059" y="969"/>
                    <a:pt x="1037" y="936"/>
                  </a:cubicBezTo>
                  <a:cubicBezTo>
                    <a:pt x="1005" y="922"/>
                    <a:pt x="973" y="908"/>
                    <a:pt x="941" y="897"/>
                  </a:cubicBezTo>
                  <a:cubicBezTo>
                    <a:pt x="938" y="819"/>
                    <a:pt x="955" y="721"/>
                    <a:pt x="952" y="675"/>
                  </a:cubicBezTo>
                  <a:cubicBezTo>
                    <a:pt x="872" y="666"/>
                    <a:pt x="799" y="664"/>
                    <a:pt x="783" y="615"/>
                  </a:cubicBezTo>
                  <a:cubicBezTo>
                    <a:pt x="681" y="612"/>
                    <a:pt x="687" y="609"/>
                    <a:pt x="667" y="707"/>
                  </a:cubicBezTo>
                  <a:cubicBezTo>
                    <a:pt x="613" y="729"/>
                    <a:pt x="565" y="770"/>
                    <a:pt x="523" y="795"/>
                  </a:cubicBezTo>
                  <a:cubicBezTo>
                    <a:pt x="523" y="824"/>
                    <a:pt x="523" y="847"/>
                    <a:pt x="554" y="904"/>
                  </a:cubicBezTo>
                  <a:cubicBezTo>
                    <a:pt x="547" y="989"/>
                    <a:pt x="452" y="967"/>
                    <a:pt x="429" y="1015"/>
                  </a:cubicBezTo>
                  <a:cubicBezTo>
                    <a:pt x="429" y="1055"/>
                    <a:pt x="403" y="1119"/>
                    <a:pt x="428" y="1159"/>
                  </a:cubicBezTo>
                  <a:cubicBezTo>
                    <a:pt x="492" y="1161"/>
                    <a:pt x="556" y="1163"/>
                    <a:pt x="620" y="1164"/>
                  </a:cubicBezTo>
                  <a:cubicBezTo>
                    <a:pt x="665" y="1126"/>
                    <a:pt x="668" y="1093"/>
                    <a:pt x="761" y="1109"/>
                  </a:cubicBezTo>
                  <a:cubicBezTo>
                    <a:pt x="777" y="1135"/>
                    <a:pt x="799" y="1139"/>
                    <a:pt x="827" y="1169"/>
                  </a:cubicBezTo>
                  <a:cubicBezTo>
                    <a:pt x="837" y="1186"/>
                    <a:pt x="846" y="1206"/>
                    <a:pt x="856" y="1226"/>
                  </a:cubicBezTo>
                  <a:cubicBezTo>
                    <a:pt x="862" y="1272"/>
                    <a:pt x="868" y="1318"/>
                    <a:pt x="874" y="1364"/>
                  </a:cubicBezTo>
                  <a:cubicBezTo>
                    <a:pt x="912" y="1414"/>
                    <a:pt x="966" y="1478"/>
                    <a:pt x="1065" y="1513"/>
                  </a:cubicBezTo>
                  <a:cubicBezTo>
                    <a:pt x="1084" y="1546"/>
                    <a:pt x="1103" y="1579"/>
                    <a:pt x="1125" y="1616"/>
                  </a:cubicBezTo>
                  <a:cubicBezTo>
                    <a:pt x="1080" y="1615"/>
                    <a:pt x="1055" y="1670"/>
                    <a:pt x="1026" y="1689"/>
                  </a:cubicBezTo>
                  <a:cubicBezTo>
                    <a:pt x="997" y="1750"/>
                    <a:pt x="897" y="1810"/>
                    <a:pt x="843" y="1825"/>
                  </a:cubicBezTo>
                  <a:cubicBezTo>
                    <a:pt x="785" y="1866"/>
                    <a:pt x="737" y="1911"/>
                    <a:pt x="701" y="1972"/>
                  </a:cubicBezTo>
                  <a:cubicBezTo>
                    <a:pt x="553" y="2119"/>
                    <a:pt x="467" y="2146"/>
                    <a:pt x="565" y="2394"/>
                  </a:cubicBezTo>
                  <a:cubicBezTo>
                    <a:pt x="565" y="2407"/>
                    <a:pt x="568" y="2420"/>
                    <a:pt x="571" y="2434"/>
                  </a:cubicBezTo>
                  <a:close/>
                </a:path>
              </a:pathLst>
            </a:custGeom>
            <a:grpFill/>
            <a:ln w="8" cap="flat">
              <a:solidFill>
                <a:srgbClr val="FFFFFF"/>
              </a:solidFill>
              <a:prstDash val="solid"/>
              <a:miter lim="800000"/>
              <a:headEnd/>
              <a:tailEnd/>
            </a:ln>
          </p:spPr>
          <p:txBody>
            <a:bodyPr vert="horz" wrap="square" lIns="91424" tIns="45712" rIns="91424" bIns="45712" numCol="1" anchor="t" anchorCtr="0" compatLnSpc="1">
              <a:prstTxWarp prst="textNoShape">
                <a:avLst/>
              </a:prstTxWarp>
            </a:bodyPr>
            <a:lstStyle/>
            <a:p>
              <a:endParaRPr lang="zh-CN" altLang="en-US">
                <a:solidFill>
                  <a:srgbClr val="000000"/>
                </a:solidFill>
              </a:endParaRPr>
            </a:p>
          </p:txBody>
        </p:sp>
        <p:sp>
          <p:nvSpPr>
            <p:cNvPr id="84" name="Freeform 28"/>
            <p:cNvSpPr>
              <a:spLocks/>
            </p:cNvSpPr>
            <p:nvPr/>
          </p:nvSpPr>
          <p:spPr bwMode="auto">
            <a:xfrm>
              <a:off x="2209559" y="1088198"/>
              <a:ext cx="1728737" cy="1355440"/>
            </a:xfrm>
            <a:custGeom>
              <a:avLst/>
              <a:gdLst>
                <a:gd name="T0" fmla="*/ 4182 w 6029"/>
                <a:gd name="T1" fmla="*/ 4629 h 4727"/>
                <a:gd name="T2" fmla="*/ 3958 w 6029"/>
                <a:gd name="T3" fmla="*/ 4672 h 4727"/>
                <a:gd name="T4" fmla="*/ 3586 w 6029"/>
                <a:gd name="T5" fmla="*/ 4421 h 4727"/>
                <a:gd name="T6" fmla="*/ 3148 w 6029"/>
                <a:gd name="T7" fmla="*/ 4387 h 4727"/>
                <a:gd name="T8" fmla="*/ 2751 w 6029"/>
                <a:gd name="T9" fmla="*/ 4485 h 4727"/>
                <a:gd name="T10" fmla="*/ 2390 w 6029"/>
                <a:gd name="T11" fmla="*/ 4571 h 4727"/>
                <a:gd name="T12" fmla="*/ 1924 w 6029"/>
                <a:gd name="T13" fmla="*/ 4411 h 4727"/>
                <a:gd name="T14" fmla="*/ 1701 w 6029"/>
                <a:gd name="T15" fmla="*/ 4422 h 4727"/>
                <a:gd name="T16" fmla="*/ 1096 w 6029"/>
                <a:gd name="T17" fmla="*/ 4590 h 4727"/>
                <a:gd name="T18" fmla="*/ 800 w 6029"/>
                <a:gd name="T19" fmla="*/ 4396 h 4727"/>
                <a:gd name="T20" fmla="*/ 773 w 6029"/>
                <a:gd name="T21" fmla="*/ 4124 h 4727"/>
                <a:gd name="T22" fmla="*/ 455 w 6029"/>
                <a:gd name="T23" fmla="*/ 3827 h 4727"/>
                <a:gd name="T24" fmla="*/ 256 w 6029"/>
                <a:gd name="T25" fmla="*/ 3374 h 4727"/>
                <a:gd name="T26" fmla="*/ 200 w 6029"/>
                <a:gd name="T27" fmla="*/ 3137 h 4727"/>
                <a:gd name="T28" fmla="*/ 66 w 6029"/>
                <a:gd name="T29" fmla="*/ 2655 h 4727"/>
                <a:gd name="T30" fmla="*/ 9 w 6029"/>
                <a:gd name="T31" fmla="*/ 2562 h 4727"/>
                <a:gd name="T32" fmla="*/ 125 w 6029"/>
                <a:gd name="T33" fmla="*/ 2326 h 4727"/>
                <a:gd name="T34" fmla="*/ 657 w 6029"/>
                <a:gd name="T35" fmla="*/ 2107 h 4727"/>
                <a:gd name="T36" fmla="*/ 944 w 6029"/>
                <a:gd name="T37" fmla="*/ 2242 h 4727"/>
                <a:gd name="T38" fmla="*/ 1277 w 6029"/>
                <a:gd name="T39" fmla="*/ 2057 h 4727"/>
                <a:gd name="T40" fmla="*/ 1798 w 6029"/>
                <a:gd name="T41" fmla="*/ 2044 h 4727"/>
                <a:gd name="T42" fmla="*/ 2084 w 6029"/>
                <a:gd name="T43" fmla="*/ 1665 h 4727"/>
                <a:gd name="T44" fmla="*/ 2240 w 6029"/>
                <a:gd name="T45" fmla="*/ 1318 h 4727"/>
                <a:gd name="T46" fmla="*/ 2210 w 6029"/>
                <a:gd name="T47" fmla="*/ 964 h 4727"/>
                <a:gd name="T48" fmla="*/ 2807 w 6029"/>
                <a:gd name="T49" fmla="*/ 1077 h 4727"/>
                <a:gd name="T50" fmla="*/ 2856 w 6029"/>
                <a:gd name="T51" fmla="*/ 839 h 4727"/>
                <a:gd name="T52" fmla="*/ 3162 w 6029"/>
                <a:gd name="T53" fmla="*/ 441 h 4727"/>
                <a:gd name="T54" fmla="*/ 3762 w 6029"/>
                <a:gd name="T55" fmla="*/ 535 h 4727"/>
                <a:gd name="T56" fmla="*/ 4158 w 6029"/>
                <a:gd name="T57" fmla="*/ 44 h 4727"/>
                <a:gd name="T58" fmla="*/ 4387 w 6029"/>
                <a:gd name="T59" fmla="*/ 187 h 4727"/>
                <a:gd name="T60" fmla="*/ 4785 w 6029"/>
                <a:gd name="T61" fmla="*/ 528 h 4727"/>
                <a:gd name="T62" fmla="*/ 4910 w 6029"/>
                <a:gd name="T63" fmla="*/ 891 h 4727"/>
                <a:gd name="T64" fmla="*/ 4820 w 6029"/>
                <a:gd name="T65" fmla="*/ 1469 h 4727"/>
                <a:gd name="T66" fmla="*/ 5417 w 6029"/>
                <a:gd name="T67" fmla="*/ 1670 h 4727"/>
                <a:gd name="T68" fmla="*/ 5878 w 6029"/>
                <a:gd name="T69" fmla="*/ 2039 h 4727"/>
                <a:gd name="T70" fmla="*/ 6003 w 6029"/>
                <a:gd name="T71" fmla="*/ 2432 h 4727"/>
                <a:gd name="T72" fmla="*/ 5938 w 6029"/>
                <a:gd name="T73" fmla="*/ 2741 h 4727"/>
                <a:gd name="T74" fmla="*/ 5713 w 6029"/>
                <a:gd name="T75" fmla="*/ 2873 h 4727"/>
                <a:gd name="T76" fmla="*/ 5085 w 6029"/>
                <a:gd name="T77" fmla="*/ 3247 h 4727"/>
                <a:gd name="T78" fmla="*/ 5047 w 6029"/>
                <a:gd name="T79" fmla="*/ 3672 h 4727"/>
                <a:gd name="T80" fmla="*/ 4334 w 6029"/>
                <a:gd name="T81" fmla="*/ 3821 h 4727"/>
                <a:gd name="T82" fmla="*/ 4367 w 6029"/>
                <a:gd name="T83" fmla="*/ 4142 h 4727"/>
                <a:gd name="T84" fmla="*/ 4445 w 6029"/>
                <a:gd name="T85" fmla="*/ 4396 h 4727"/>
                <a:gd name="T86" fmla="*/ 4296 w 6029"/>
                <a:gd name="T87" fmla="*/ 4727 h 4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029" h="4727">
                  <a:moveTo>
                    <a:pt x="4296" y="4727"/>
                  </a:moveTo>
                  <a:cubicBezTo>
                    <a:pt x="4281" y="4716"/>
                    <a:pt x="4268" y="4710"/>
                    <a:pt x="4255" y="4703"/>
                  </a:cubicBezTo>
                  <a:cubicBezTo>
                    <a:pt x="4230" y="4676"/>
                    <a:pt x="4204" y="4652"/>
                    <a:pt x="4182" y="4629"/>
                  </a:cubicBezTo>
                  <a:cubicBezTo>
                    <a:pt x="4102" y="4627"/>
                    <a:pt x="4096" y="4604"/>
                    <a:pt x="4067" y="4678"/>
                  </a:cubicBezTo>
                  <a:cubicBezTo>
                    <a:pt x="4054" y="4671"/>
                    <a:pt x="4044" y="4668"/>
                    <a:pt x="4035" y="4664"/>
                  </a:cubicBezTo>
                  <a:cubicBezTo>
                    <a:pt x="4009" y="4667"/>
                    <a:pt x="3984" y="4670"/>
                    <a:pt x="3958" y="4672"/>
                  </a:cubicBezTo>
                  <a:cubicBezTo>
                    <a:pt x="3926" y="4619"/>
                    <a:pt x="3933" y="4593"/>
                    <a:pt x="3930" y="4564"/>
                  </a:cubicBezTo>
                  <a:cubicBezTo>
                    <a:pt x="3911" y="4553"/>
                    <a:pt x="3892" y="4543"/>
                    <a:pt x="3873" y="4536"/>
                  </a:cubicBezTo>
                  <a:cubicBezTo>
                    <a:pt x="3774" y="4442"/>
                    <a:pt x="3698" y="4378"/>
                    <a:pt x="3586" y="4421"/>
                  </a:cubicBezTo>
                  <a:cubicBezTo>
                    <a:pt x="3503" y="4428"/>
                    <a:pt x="3426" y="4443"/>
                    <a:pt x="3349" y="4431"/>
                  </a:cubicBezTo>
                  <a:cubicBezTo>
                    <a:pt x="3311" y="4417"/>
                    <a:pt x="3276" y="4403"/>
                    <a:pt x="3241" y="4389"/>
                  </a:cubicBezTo>
                  <a:cubicBezTo>
                    <a:pt x="3209" y="4388"/>
                    <a:pt x="3177" y="4387"/>
                    <a:pt x="3148" y="4387"/>
                  </a:cubicBezTo>
                  <a:cubicBezTo>
                    <a:pt x="3078" y="4427"/>
                    <a:pt x="2985" y="4468"/>
                    <a:pt x="2949" y="4539"/>
                  </a:cubicBezTo>
                  <a:cubicBezTo>
                    <a:pt x="2914" y="4535"/>
                    <a:pt x="2879" y="4534"/>
                    <a:pt x="2847" y="4533"/>
                  </a:cubicBezTo>
                  <a:cubicBezTo>
                    <a:pt x="2815" y="4516"/>
                    <a:pt x="2783" y="4499"/>
                    <a:pt x="2751" y="4485"/>
                  </a:cubicBezTo>
                  <a:cubicBezTo>
                    <a:pt x="2684" y="4483"/>
                    <a:pt x="2665" y="4476"/>
                    <a:pt x="2636" y="4505"/>
                  </a:cubicBezTo>
                  <a:cubicBezTo>
                    <a:pt x="2608" y="4511"/>
                    <a:pt x="2582" y="4516"/>
                    <a:pt x="2556" y="4526"/>
                  </a:cubicBezTo>
                  <a:cubicBezTo>
                    <a:pt x="2480" y="4524"/>
                    <a:pt x="2451" y="4552"/>
                    <a:pt x="2390" y="4571"/>
                  </a:cubicBezTo>
                  <a:cubicBezTo>
                    <a:pt x="2294" y="4568"/>
                    <a:pt x="2176" y="4500"/>
                    <a:pt x="2144" y="4466"/>
                  </a:cubicBezTo>
                  <a:cubicBezTo>
                    <a:pt x="2145" y="4351"/>
                    <a:pt x="2126" y="4380"/>
                    <a:pt x="2072" y="4333"/>
                  </a:cubicBezTo>
                  <a:cubicBezTo>
                    <a:pt x="1963" y="4331"/>
                    <a:pt x="1992" y="4335"/>
                    <a:pt x="1924" y="4411"/>
                  </a:cubicBezTo>
                  <a:cubicBezTo>
                    <a:pt x="1854" y="4439"/>
                    <a:pt x="1787" y="4421"/>
                    <a:pt x="1736" y="4456"/>
                  </a:cubicBezTo>
                  <a:cubicBezTo>
                    <a:pt x="1726" y="4456"/>
                    <a:pt x="1720" y="4455"/>
                    <a:pt x="1713" y="4455"/>
                  </a:cubicBezTo>
                  <a:cubicBezTo>
                    <a:pt x="1707" y="4442"/>
                    <a:pt x="1704" y="4432"/>
                    <a:pt x="1701" y="4422"/>
                  </a:cubicBezTo>
                  <a:cubicBezTo>
                    <a:pt x="1621" y="4328"/>
                    <a:pt x="1513" y="4277"/>
                    <a:pt x="1423" y="4287"/>
                  </a:cubicBezTo>
                  <a:cubicBezTo>
                    <a:pt x="1321" y="4357"/>
                    <a:pt x="1282" y="4389"/>
                    <a:pt x="1234" y="4505"/>
                  </a:cubicBezTo>
                  <a:cubicBezTo>
                    <a:pt x="1192" y="4563"/>
                    <a:pt x="1157" y="4582"/>
                    <a:pt x="1096" y="4590"/>
                  </a:cubicBezTo>
                  <a:cubicBezTo>
                    <a:pt x="1064" y="4583"/>
                    <a:pt x="1032" y="4576"/>
                    <a:pt x="1003" y="4568"/>
                  </a:cubicBezTo>
                  <a:cubicBezTo>
                    <a:pt x="975" y="4545"/>
                    <a:pt x="965" y="4538"/>
                    <a:pt x="943" y="4537"/>
                  </a:cubicBezTo>
                  <a:cubicBezTo>
                    <a:pt x="921" y="4445"/>
                    <a:pt x="844" y="4423"/>
                    <a:pt x="800" y="4396"/>
                  </a:cubicBezTo>
                  <a:cubicBezTo>
                    <a:pt x="787" y="4376"/>
                    <a:pt x="774" y="4359"/>
                    <a:pt x="762" y="4343"/>
                  </a:cubicBezTo>
                  <a:cubicBezTo>
                    <a:pt x="762" y="4297"/>
                    <a:pt x="762" y="4254"/>
                    <a:pt x="763" y="4212"/>
                  </a:cubicBezTo>
                  <a:cubicBezTo>
                    <a:pt x="782" y="4193"/>
                    <a:pt x="773" y="4133"/>
                    <a:pt x="773" y="4124"/>
                  </a:cubicBezTo>
                  <a:cubicBezTo>
                    <a:pt x="738" y="4015"/>
                    <a:pt x="633" y="4045"/>
                    <a:pt x="575" y="4020"/>
                  </a:cubicBezTo>
                  <a:cubicBezTo>
                    <a:pt x="556" y="4000"/>
                    <a:pt x="540" y="3984"/>
                    <a:pt x="524" y="3967"/>
                  </a:cubicBezTo>
                  <a:cubicBezTo>
                    <a:pt x="499" y="3920"/>
                    <a:pt x="477" y="3874"/>
                    <a:pt x="455" y="3827"/>
                  </a:cubicBezTo>
                  <a:cubicBezTo>
                    <a:pt x="417" y="3817"/>
                    <a:pt x="382" y="3809"/>
                    <a:pt x="346" y="3802"/>
                  </a:cubicBezTo>
                  <a:cubicBezTo>
                    <a:pt x="318" y="3723"/>
                    <a:pt x="360" y="3655"/>
                    <a:pt x="380" y="3603"/>
                  </a:cubicBezTo>
                  <a:cubicBezTo>
                    <a:pt x="380" y="3488"/>
                    <a:pt x="310" y="3434"/>
                    <a:pt x="256" y="3374"/>
                  </a:cubicBezTo>
                  <a:cubicBezTo>
                    <a:pt x="209" y="3350"/>
                    <a:pt x="161" y="3326"/>
                    <a:pt x="116" y="3302"/>
                  </a:cubicBezTo>
                  <a:cubicBezTo>
                    <a:pt x="110" y="3292"/>
                    <a:pt x="103" y="3285"/>
                    <a:pt x="97" y="3278"/>
                  </a:cubicBezTo>
                  <a:cubicBezTo>
                    <a:pt x="98" y="3154"/>
                    <a:pt x="91" y="3190"/>
                    <a:pt x="200" y="3137"/>
                  </a:cubicBezTo>
                  <a:cubicBezTo>
                    <a:pt x="219" y="3121"/>
                    <a:pt x="255" y="3095"/>
                    <a:pt x="264" y="3076"/>
                  </a:cubicBezTo>
                  <a:cubicBezTo>
                    <a:pt x="265" y="2971"/>
                    <a:pt x="266" y="2870"/>
                    <a:pt x="266" y="2768"/>
                  </a:cubicBezTo>
                  <a:cubicBezTo>
                    <a:pt x="245" y="2624"/>
                    <a:pt x="142" y="2660"/>
                    <a:pt x="66" y="2655"/>
                  </a:cubicBezTo>
                  <a:cubicBezTo>
                    <a:pt x="53" y="2661"/>
                    <a:pt x="43" y="2671"/>
                    <a:pt x="34" y="2681"/>
                  </a:cubicBezTo>
                  <a:cubicBezTo>
                    <a:pt x="30" y="2684"/>
                    <a:pt x="27" y="2687"/>
                    <a:pt x="27" y="2694"/>
                  </a:cubicBezTo>
                  <a:cubicBezTo>
                    <a:pt x="2" y="2618"/>
                    <a:pt x="2" y="2598"/>
                    <a:pt x="9" y="2562"/>
                  </a:cubicBezTo>
                  <a:cubicBezTo>
                    <a:pt x="31" y="2550"/>
                    <a:pt x="57" y="2537"/>
                    <a:pt x="82" y="2528"/>
                  </a:cubicBezTo>
                  <a:cubicBezTo>
                    <a:pt x="83" y="2502"/>
                    <a:pt x="83" y="2476"/>
                    <a:pt x="86" y="2453"/>
                  </a:cubicBezTo>
                  <a:cubicBezTo>
                    <a:pt x="10" y="2333"/>
                    <a:pt x="0" y="2408"/>
                    <a:pt x="125" y="2326"/>
                  </a:cubicBezTo>
                  <a:cubicBezTo>
                    <a:pt x="148" y="2287"/>
                    <a:pt x="173" y="2249"/>
                    <a:pt x="199" y="2213"/>
                  </a:cubicBezTo>
                  <a:cubicBezTo>
                    <a:pt x="241" y="2195"/>
                    <a:pt x="283" y="2179"/>
                    <a:pt x="327" y="2164"/>
                  </a:cubicBezTo>
                  <a:cubicBezTo>
                    <a:pt x="465" y="2161"/>
                    <a:pt x="532" y="2166"/>
                    <a:pt x="657" y="2107"/>
                  </a:cubicBezTo>
                  <a:cubicBezTo>
                    <a:pt x="673" y="2104"/>
                    <a:pt x="692" y="2105"/>
                    <a:pt x="711" y="2105"/>
                  </a:cubicBezTo>
                  <a:cubicBezTo>
                    <a:pt x="711" y="2148"/>
                    <a:pt x="723" y="2243"/>
                    <a:pt x="806" y="2271"/>
                  </a:cubicBezTo>
                  <a:cubicBezTo>
                    <a:pt x="844" y="2272"/>
                    <a:pt x="899" y="2273"/>
                    <a:pt x="944" y="2242"/>
                  </a:cubicBezTo>
                  <a:cubicBezTo>
                    <a:pt x="973" y="2200"/>
                    <a:pt x="1002" y="2161"/>
                    <a:pt x="1034" y="2123"/>
                  </a:cubicBezTo>
                  <a:cubicBezTo>
                    <a:pt x="1082" y="2124"/>
                    <a:pt x="1126" y="2142"/>
                    <a:pt x="1190" y="2127"/>
                  </a:cubicBezTo>
                  <a:cubicBezTo>
                    <a:pt x="1219" y="2095"/>
                    <a:pt x="1242" y="2079"/>
                    <a:pt x="1277" y="2057"/>
                  </a:cubicBezTo>
                  <a:cubicBezTo>
                    <a:pt x="1293" y="2054"/>
                    <a:pt x="1312" y="2055"/>
                    <a:pt x="1331" y="2055"/>
                  </a:cubicBezTo>
                  <a:cubicBezTo>
                    <a:pt x="1373" y="2069"/>
                    <a:pt x="1417" y="2100"/>
                    <a:pt x="1494" y="2102"/>
                  </a:cubicBezTo>
                  <a:cubicBezTo>
                    <a:pt x="1568" y="2061"/>
                    <a:pt x="1698" y="2084"/>
                    <a:pt x="1798" y="2044"/>
                  </a:cubicBezTo>
                  <a:cubicBezTo>
                    <a:pt x="1836" y="2019"/>
                    <a:pt x="1878" y="1994"/>
                    <a:pt x="1920" y="1972"/>
                  </a:cubicBezTo>
                  <a:cubicBezTo>
                    <a:pt x="1929" y="1939"/>
                    <a:pt x="1939" y="1907"/>
                    <a:pt x="1949" y="1878"/>
                  </a:cubicBezTo>
                  <a:cubicBezTo>
                    <a:pt x="2035" y="1850"/>
                    <a:pt x="2055" y="1726"/>
                    <a:pt x="2084" y="1665"/>
                  </a:cubicBezTo>
                  <a:cubicBezTo>
                    <a:pt x="2116" y="1649"/>
                    <a:pt x="2161" y="1627"/>
                    <a:pt x="2190" y="1599"/>
                  </a:cubicBezTo>
                  <a:cubicBezTo>
                    <a:pt x="2203" y="1563"/>
                    <a:pt x="2216" y="1527"/>
                    <a:pt x="2229" y="1495"/>
                  </a:cubicBezTo>
                  <a:cubicBezTo>
                    <a:pt x="2233" y="1436"/>
                    <a:pt x="2236" y="1377"/>
                    <a:pt x="2240" y="1318"/>
                  </a:cubicBezTo>
                  <a:cubicBezTo>
                    <a:pt x="2230" y="1292"/>
                    <a:pt x="2224" y="1266"/>
                    <a:pt x="2218" y="1243"/>
                  </a:cubicBezTo>
                  <a:cubicBezTo>
                    <a:pt x="2218" y="1148"/>
                    <a:pt x="2270" y="1047"/>
                    <a:pt x="2219" y="994"/>
                  </a:cubicBezTo>
                  <a:cubicBezTo>
                    <a:pt x="2216" y="984"/>
                    <a:pt x="2213" y="974"/>
                    <a:pt x="2210" y="964"/>
                  </a:cubicBezTo>
                  <a:cubicBezTo>
                    <a:pt x="2315" y="967"/>
                    <a:pt x="2411" y="969"/>
                    <a:pt x="2520" y="991"/>
                  </a:cubicBezTo>
                  <a:cubicBezTo>
                    <a:pt x="2596" y="1033"/>
                    <a:pt x="2663" y="1005"/>
                    <a:pt x="2762" y="1076"/>
                  </a:cubicBezTo>
                  <a:cubicBezTo>
                    <a:pt x="2775" y="1076"/>
                    <a:pt x="2791" y="1077"/>
                    <a:pt x="2807" y="1077"/>
                  </a:cubicBezTo>
                  <a:cubicBezTo>
                    <a:pt x="2820" y="1061"/>
                    <a:pt x="2832" y="1048"/>
                    <a:pt x="2849" y="1036"/>
                  </a:cubicBezTo>
                  <a:cubicBezTo>
                    <a:pt x="2849" y="1019"/>
                    <a:pt x="2849" y="1003"/>
                    <a:pt x="2849" y="990"/>
                  </a:cubicBezTo>
                  <a:cubicBezTo>
                    <a:pt x="2820" y="930"/>
                    <a:pt x="2833" y="878"/>
                    <a:pt x="2856" y="839"/>
                  </a:cubicBezTo>
                  <a:cubicBezTo>
                    <a:pt x="2895" y="791"/>
                    <a:pt x="2933" y="746"/>
                    <a:pt x="2972" y="702"/>
                  </a:cubicBezTo>
                  <a:cubicBezTo>
                    <a:pt x="2988" y="597"/>
                    <a:pt x="3024" y="578"/>
                    <a:pt x="3082" y="508"/>
                  </a:cubicBezTo>
                  <a:cubicBezTo>
                    <a:pt x="3108" y="453"/>
                    <a:pt x="3095" y="439"/>
                    <a:pt x="3162" y="441"/>
                  </a:cubicBezTo>
                  <a:cubicBezTo>
                    <a:pt x="3219" y="479"/>
                    <a:pt x="3280" y="519"/>
                    <a:pt x="3340" y="560"/>
                  </a:cubicBezTo>
                  <a:cubicBezTo>
                    <a:pt x="3375" y="571"/>
                    <a:pt x="3458" y="563"/>
                    <a:pt x="3512" y="620"/>
                  </a:cubicBezTo>
                  <a:cubicBezTo>
                    <a:pt x="3586" y="622"/>
                    <a:pt x="3729" y="639"/>
                    <a:pt x="3762" y="535"/>
                  </a:cubicBezTo>
                  <a:cubicBezTo>
                    <a:pt x="3756" y="463"/>
                    <a:pt x="3750" y="391"/>
                    <a:pt x="3747" y="318"/>
                  </a:cubicBezTo>
                  <a:cubicBezTo>
                    <a:pt x="3825" y="163"/>
                    <a:pt x="3914" y="172"/>
                    <a:pt x="4081" y="160"/>
                  </a:cubicBezTo>
                  <a:cubicBezTo>
                    <a:pt x="4122" y="148"/>
                    <a:pt x="4142" y="76"/>
                    <a:pt x="4158" y="44"/>
                  </a:cubicBezTo>
                  <a:cubicBezTo>
                    <a:pt x="4171" y="28"/>
                    <a:pt x="4184" y="15"/>
                    <a:pt x="4200" y="2"/>
                  </a:cubicBezTo>
                  <a:cubicBezTo>
                    <a:pt x="4244" y="0"/>
                    <a:pt x="4289" y="1"/>
                    <a:pt x="4334" y="2"/>
                  </a:cubicBezTo>
                  <a:cubicBezTo>
                    <a:pt x="4356" y="19"/>
                    <a:pt x="4362" y="121"/>
                    <a:pt x="4387" y="187"/>
                  </a:cubicBezTo>
                  <a:cubicBezTo>
                    <a:pt x="4428" y="254"/>
                    <a:pt x="4473" y="324"/>
                    <a:pt x="4517" y="393"/>
                  </a:cubicBezTo>
                  <a:cubicBezTo>
                    <a:pt x="4555" y="414"/>
                    <a:pt x="4616" y="439"/>
                    <a:pt x="4695" y="460"/>
                  </a:cubicBezTo>
                  <a:cubicBezTo>
                    <a:pt x="4724" y="481"/>
                    <a:pt x="4753" y="504"/>
                    <a:pt x="4785" y="528"/>
                  </a:cubicBezTo>
                  <a:cubicBezTo>
                    <a:pt x="4800" y="555"/>
                    <a:pt x="4816" y="581"/>
                    <a:pt x="4832" y="611"/>
                  </a:cubicBezTo>
                  <a:cubicBezTo>
                    <a:pt x="4838" y="664"/>
                    <a:pt x="4844" y="716"/>
                    <a:pt x="4850" y="772"/>
                  </a:cubicBezTo>
                  <a:cubicBezTo>
                    <a:pt x="4869" y="812"/>
                    <a:pt x="4888" y="851"/>
                    <a:pt x="4910" y="891"/>
                  </a:cubicBezTo>
                  <a:cubicBezTo>
                    <a:pt x="4916" y="954"/>
                    <a:pt x="4938" y="1072"/>
                    <a:pt x="4883" y="1156"/>
                  </a:cubicBezTo>
                  <a:cubicBezTo>
                    <a:pt x="4771" y="1228"/>
                    <a:pt x="4787" y="1189"/>
                    <a:pt x="4773" y="1327"/>
                  </a:cubicBezTo>
                  <a:cubicBezTo>
                    <a:pt x="4780" y="1360"/>
                    <a:pt x="4782" y="1412"/>
                    <a:pt x="4820" y="1469"/>
                  </a:cubicBezTo>
                  <a:cubicBezTo>
                    <a:pt x="4852" y="1492"/>
                    <a:pt x="4884" y="1516"/>
                    <a:pt x="4919" y="1543"/>
                  </a:cubicBezTo>
                  <a:cubicBezTo>
                    <a:pt x="4967" y="1554"/>
                    <a:pt x="5015" y="1565"/>
                    <a:pt x="5066" y="1580"/>
                  </a:cubicBezTo>
                  <a:cubicBezTo>
                    <a:pt x="5164" y="1654"/>
                    <a:pt x="5276" y="1657"/>
                    <a:pt x="5417" y="1670"/>
                  </a:cubicBezTo>
                  <a:cubicBezTo>
                    <a:pt x="5461" y="1694"/>
                    <a:pt x="5538" y="1772"/>
                    <a:pt x="5592" y="1832"/>
                  </a:cubicBezTo>
                  <a:cubicBezTo>
                    <a:pt x="5636" y="1872"/>
                    <a:pt x="5684" y="1913"/>
                    <a:pt x="5731" y="1953"/>
                  </a:cubicBezTo>
                  <a:cubicBezTo>
                    <a:pt x="5776" y="1964"/>
                    <a:pt x="5827" y="1972"/>
                    <a:pt x="5878" y="2039"/>
                  </a:cubicBezTo>
                  <a:cubicBezTo>
                    <a:pt x="5890" y="2085"/>
                    <a:pt x="5909" y="2184"/>
                    <a:pt x="5944" y="2257"/>
                  </a:cubicBezTo>
                  <a:cubicBezTo>
                    <a:pt x="5963" y="2274"/>
                    <a:pt x="5991" y="2281"/>
                    <a:pt x="6010" y="2340"/>
                  </a:cubicBezTo>
                  <a:cubicBezTo>
                    <a:pt x="6007" y="2370"/>
                    <a:pt x="6004" y="2399"/>
                    <a:pt x="6003" y="2432"/>
                  </a:cubicBezTo>
                  <a:cubicBezTo>
                    <a:pt x="6010" y="2455"/>
                    <a:pt x="6019" y="2478"/>
                    <a:pt x="6029" y="2501"/>
                  </a:cubicBezTo>
                  <a:cubicBezTo>
                    <a:pt x="5958" y="2535"/>
                    <a:pt x="5964" y="2552"/>
                    <a:pt x="5941" y="2636"/>
                  </a:cubicBezTo>
                  <a:cubicBezTo>
                    <a:pt x="5938" y="2669"/>
                    <a:pt x="5938" y="2705"/>
                    <a:pt x="5938" y="2741"/>
                  </a:cubicBezTo>
                  <a:cubicBezTo>
                    <a:pt x="5944" y="2781"/>
                    <a:pt x="5950" y="2820"/>
                    <a:pt x="5959" y="2860"/>
                  </a:cubicBezTo>
                  <a:cubicBezTo>
                    <a:pt x="5950" y="2863"/>
                    <a:pt x="5943" y="2866"/>
                    <a:pt x="5937" y="2869"/>
                  </a:cubicBezTo>
                  <a:cubicBezTo>
                    <a:pt x="5860" y="2870"/>
                    <a:pt x="5787" y="2872"/>
                    <a:pt x="5713" y="2873"/>
                  </a:cubicBezTo>
                  <a:cubicBezTo>
                    <a:pt x="5553" y="2889"/>
                    <a:pt x="5480" y="2900"/>
                    <a:pt x="5431" y="3053"/>
                  </a:cubicBezTo>
                  <a:cubicBezTo>
                    <a:pt x="5383" y="3100"/>
                    <a:pt x="5357" y="3126"/>
                    <a:pt x="5334" y="3204"/>
                  </a:cubicBezTo>
                  <a:cubicBezTo>
                    <a:pt x="5254" y="3254"/>
                    <a:pt x="5149" y="3248"/>
                    <a:pt x="5085" y="3247"/>
                  </a:cubicBezTo>
                  <a:cubicBezTo>
                    <a:pt x="5085" y="3283"/>
                    <a:pt x="5049" y="3344"/>
                    <a:pt x="5011" y="3373"/>
                  </a:cubicBezTo>
                  <a:cubicBezTo>
                    <a:pt x="4981" y="3431"/>
                    <a:pt x="5013" y="3500"/>
                    <a:pt x="5044" y="3593"/>
                  </a:cubicBezTo>
                  <a:cubicBezTo>
                    <a:pt x="5044" y="3619"/>
                    <a:pt x="5044" y="3645"/>
                    <a:pt x="5047" y="3672"/>
                  </a:cubicBezTo>
                  <a:cubicBezTo>
                    <a:pt x="4990" y="3680"/>
                    <a:pt x="4932" y="3692"/>
                    <a:pt x="4878" y="3703"/>
                  </a:cubicBezTo>
                  <a:cubicBezTo>
                    <a:pt x="4826" y="3718"/>
                    <a:pt x="4775" y="3753"/>
                    <a:pt x="4743" y="3772"/>
                  </a:cubicBezTo>
                  <a:cubicBezTo>
                    <a:pt x="4599" y="3817"/>
                    <a:pt x="4458" y="3824"/>
                    <a:pt x="4334" y="3821"/>
                  </a:cubicBezTo>
                  <a:cubicBezTo>
                    <a:pt x="4279" y="3829"/>
                    <a:pt x="4273" y="3832"/>
                    <a:pt x="4244" y="3854"/>
                  </a:cubicBezTo>
                  <a:cubicBezTo>
                    <a:pt x="4244" y="3894"/>
                    <a:pt x="4244" y="3900"/>
                    <a:pt x="4288" y="3967"/>
                  </a:cubicBezTo>
                  <a:cubicBezTo>
                    <a:pt x="4240" y="4038"/>
                    <a:pt x="4281" y="4088"/>
                    <a:pt x="4367" y="4142"/>
                  </a:cubicBezTo>
                  <a:cubicBezTo>
                    <a:pt x="4389" y="4176"/>
                    <a:pt x="4411" y="4209"/>
                    <a:pt x="4433" y="4245"/>
                  </a:cubicBezTo>
                  <a:cubicBezTo>
                    <a:pt x="4469" y="4263"/>
                    <a:pt x="4497" y="4277"/>
                    <a:pt x="4481" y="4361"/>
                  </a:cubicBezTo>
                  <a:cubicBezTo>
                    <a:pt x="4468" y="4371"/>
                    <a:pt x="4455" y="4384"/>
                    <a:pt x="4445" y="4396"/>
                  </a:cubicBezTo>
                  <a:cubicBezTo>
                    <a:pt x="4346" y="4450"/>
                    <a:pt x="4337" y="4433"/>
                    <a:pt x="4336" y="4557"/>
                  </a:cubicBezTo>
                  <a:cubicBezTo>
                    <a:pt x="4361" y="4578"/>
                    <a:pt x="4403" y="4618"/>
                    <a:pt x="4402" y="4697"/>
                  </a:cubicBezTo>
                  <a:cubicBezTo>
                    <a:pt x="4364" y="4722"/>
                    <a:pt x="4319" y="4727"/>
                    <a:pt x="4296" y="4727"/>
                  </a:cubicBezTo>
                  <a:close/>
                </a:path>
              </a:pathLst>
            </a:custGeom>
            <a:grpFill/>
            <a:ln w="8" cap="flat">
              <a:solidFill>
                <a:srgbClr val="FFFFFF"/>
              </a:solidFill>
              <a:prstDash val="solid"/>
              <a:miter lim="800000"/>
              <a:headEnd/>
              <a:tailEnd/>
            </a:ln>
          </p:spPr>
          <p:txBody>
            <a:bodyPr vert="horz" wrap="square" lIns="91424" tIns="45712" rIns="91424" bIns="45712" numCol="1" anchor="t" anchorCtr="0" compatLnSpc="1">
              <a:prstTxWarp prst="textNoShape">
                <a:avLst/>
              </a:prstTxWarp>
            </a:bodyPr>
            <a:lstStyle/>
            <a:p>
              <a:endParaRPr lang="zh-CN" altLang="en-US">
                <a:solidFill>
                  <a:srgbClr val="000000"/>
                </a:solidFill>
              </a:endParaRPr>
            </a:p>
          </p:txBody>
        </p:sp>
        <p:sp>
          <p:nvSpPr>
            <p:cNvPr id="85" name="Freeform 29"/>
            <p:cNvSpPr>
              <a:spLocks/>
            </p:cNvSpPr>
            <p:nvPr/>
          </p:nvSpPr>
          <p:spPr bwMode="auto">
            <a:xfrm>
              <a:off x="4038191" y="765375"/>
              <a:ext cx="1905396" cy="1642511"/>
            </a:xfrm>
            <a:custGeom>
              <a:avLst/>
              <a:gdLst>
                <a:gd name="T0" fmla="*/ 1630 w 6642"/>
                <a:gd name="T1" fmla="*/ 5242 h 5728"/>
                <a:gd name="T2" fmla="*/ 1530 w 6642"/>
                <a:gd name="T3" fmla="*/ 5007 h 5728"/>
                <a:gd name="T4" fmla="*/ 1052 w 6642"/>
                <a:gd name="T5" fmla="*/ 5254 h 5728"/>
                <a:gd name="T6" fmla="*/ 572 w 6642"/>
                <a:gd name="T7" fmla="*/ 4806 h 5728"/>
                <a:gd name="T8" fmla="*/ 651 w 6642"/>
                <a:gd name="T9" fmla="*/ 4438 h 5728"/>
                <a:gd name="T10" fmla="*/ 147 w 6642"/>
                <a:gd name="T11" fmla="*/ 4318 h 5728"/>
                <a:gd name="T12" fmla="*/ 0 w 6642"/>
                <a:gd name="T13" fmla="*/ 3842 h 5728"/>
                <a:gd name="T14" fmla="*/ 1044 w 6642"/>
                <a:gd name="T15" fmla="*/ 3908 h 5728"/>
                <a:gd name="T16" fmla="*/ 1487 w 6642"/>
                <a:gd name="T17" fmla="*/ 4158 h 5728"/>
                <a:gd name="T18" fmla="*/ 2267 w 6642"/>
                <a:gd name="T19" fmla="*/ 4125 h 5728"/>
                <a:gd name="T20" fmla="*/ 3073 w 6642"/>
                <a:gd name="T21" fmla="*/ 3979 h 5728"/>
                <a:gd name="T22" fmla="*/ 3705 w 6642"/>
                <a:gd name="T23" fmla="*/ 3503 h 5728"/>
                <a:gd name="T24" fmla="*/ 3692 w 6642"/>
                <a:gd name="T25" fmla="*/ 3012 h 5728"/>
                <a:gd name="T26" fmla="*/ 4258 w 6642"/>
                <a:gd name="T27" fmla="*/ 2876 h 5728"/>
                <a:gd name="T28" fmla="*/ 4672 w 6642"/>
                <a:gd name="T29" fmla="*/ 2621 h 5728"/>
                <a:gd name="T30" fmla="*/ 5456 w 6642"/>
                <a:gd name="T31" fmla="*/ 2333 h 5728"/>
                <a:gd name="T32" fmla="*/ 5143 w 6642"/>
                <a:gd name="T33" fmla="*/ 1827 h 5728"/>
                <a:gd name="T34" fmla="*/ 4889 w 6642"/>
                <a:gd name="T35" fmla="*/ 1994 h 5728"/>
                <a:gd name="T36" fmla="*/ 4388 w 6642"/>
                <a:gd name="T37" fmla="*/ 1890 h 5728"/>
                <a:gd name="T38" fmla="*/ 4584 w 6642"/>
                <a:gd name="T39" fmla="*/ 1306 h 5728"/>
                <a:gd name="T40" fmla="*/ 5210 w 6642"/>
                <a:gd name="T41" fmla="*/ 748 h 5728"/>
                <a:gd name="T42" fmla="*/ 5238 w 6642"/>
                <a:gd name="T43" fmla="*/ 251 h 5728"/>
                <a:gd name="T44" fmla="*/ 5508 w 6642"/>
                <a:gd name="T45" fmla="*/ 49 h 5728"/>
                <a:gd name="T46" fmla="*/ 5621 w 6642"/>
                <a:gd name="T47" fmla="*/ 366 h 5728"/>
                <a:gd name="T48" fmla="*/ 5876 w 6642"/>
                <a:gd name="T49" fmla="*/ 562 h 5728"/>
                <a:gd name="T50" fmla="*/ 6483 w 6642"/>
                <a:gd name="T51" fmla="*/ 479 h 5728"/>
                <a:gd name="T52" fmla="*/ 6530 w 6642"/>
                <a:gd name="T53" fmla="*/ 1168 h 5728"/>
                <a:gd name="T54" fmla="*/ 6458 w 6642"/>
                <a:gd name="T55" fmla="*/ 1507 h 5728"/>
                <a:gd name="T56" fmla="*/ 6101 w 6642"/>
                <a:gd name="T57" fmla="*/ 1904 h 5728"/>
                <a:gd name="T58" fmla="*/ 6333 w 6642"/>
                <a:gd name="T59" fmla="*/ 2178 h 5728"/>
                <a:gd name="T60" fmla="*/ 6347 w 6642"/>
                <a:gd name="T61" fmla="*/ 2362 h 5728"/>
                <a:gd name="T62" fmla="*/ 5992 w 6642"/>
                <a:gd name="T63" fmla="*/ 2412 h 5728"/>
                <a:gd name="T64" fmla="*/ 6137 w 6642"/>
                <a:gd name="T65" fmla="*/ 2844 h 5728"/>
                <a:gd name="T66" fmla="*/ 6344 w 6642"/>
                <a:gd name="T67" fmla="*/ 3010 h 5728"/>
                <a:gd name="T68" fmla="*/ 6642 w 6642"/>
                <a:gd name="T69" fmla="*/ 3342 h 5728"/>
                <a:gd name="T70" fmla="*/ 6273 w 6642"/>
                <a:gd name="T71" fmla="*/ 3644 h 5728"/>
                <a:gd name="T72" fmla="*/ 5891 w 6642"/>
                <a:gd name="T73" fmla="*/ 3965 h 5728"/>
                <a:gd name="T74" fmla="*/ 5682 w 6642"/>
                <a:gd name="T75" fmla="*/ 4064 h 5728"/>
                <a:gd name="T76" fmla="*/ 5265 w 6642"/>
                <a:gd name="T77" fmla="*/ 3802 h 5728"/>
                <a:gd name="T78" fmla="*/ 4807 w 6642"/>
                <a:gd name="T79" fmla="*/ 4072 h 5728"/>
                <a:gd name="T80" fmla="*/ 4541 w 6642"/>
                <a:gd name="T81" fmla="*/ 4134 h 5728"/>
                <a:gd name="T82" fmla="*/ 4260 w 6642"/>
                <a:gd name="T83" fmla="*/ 4238 h 5728"/>
                <a:gd name="T84" fmla="*/ 4293 w 6642"/>
                <a:gd name="T85" fmla="*/ 4556 h 5728"/>
                <a:gd name="T86" fmla="*/ 3815 w 6642"/>
                <a:gd name="T87" fmla="*/ 4777 h 5728"/>
                <a:gd name="T88" fmla="*/ 3424 w 6642"/>
                <a:gd name="T89" fmla="*/ 5045 h 5728"/>
                <a:gd name="T90" fmla="*/ 2993 w 6642"/>
                <a:gd name="T91" fmla="*/ 5516 h 5728"/>
                <a:gd name="T92" fmla="*/ 2536 w 6642"/>
                <a:gd name="T93" fmla="*/ 5566 h 5728"/>
                <a:gd name="T94" fmla="*/ 2481 w 6642"/>
                <a:gd name="T95" fmla="*/ 5149 h 5728"/>
                <a:gd name="T96" fmla="*/ 2177 w 6642"/>
                <a:gd name="T97" fmla="*/ 5276 h 5728"/>
                <a:gd name="T98" fmla="*/ 1951 w 6642"/>
                <a:gd name="T99" fmla="*/ 5617 h 5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642" h="5728">
                  <a:moveTo>
                    <a:pt x="1682" y="5728"/>
                  </a:moveTo>
                  <a:cubicBezTo>
                    <a:pt x="1644" y="5688"/>
                    <a:pt x="1606" y="5648"/>
                    <a:pt x="1568" y="5611"/>
                  </a:cubicBezTo>
                  <a:cubicBezTo>
                    <a:pt x="1545" y="5568"/>
                    <a:pt x="1527" y="5525"/>
                    <a:pt x="1508" y="5485"/>
                  </a:cubicBezTo>
                  <a:cubicBezTo>
                    <a:pt x="1508" y="5354"/>
                    <a:pt x="1525" y="5302"/>
                    <a:pt x="1630" y="5242"/>
                  </a:cubicBezTo>
                  <a:cubicBezTo>
                    <a:pt x="1647" y="5226"/>
                    <a:pt x="1666" y="5210"/>
                    <a:pt x="1685" y="5195"/>
                  </a:cubicBezTo>
                  <a:cubicBezTo>
                    <a:pt x="1698" y="5169"/>
                    <a:pt x="1714" y="5143"/>
                    <a:pt x="1730" y="5120"/>
                  </a:cubicBezTo>
                  <a:cubicBezTo>
                    <a:pt x="1727" y="5104"/>
                    <a:pt x="1727" y="5088"/>
                    <a:pt x="1727" y="5071"/>
                  </a:cubicBezTo>
                  <a:cubicBezTo>
                    <a:pt x="1664" y="4962"/>
                    <a:pt x="1622" y="4977"/>
                    <a:pt x="1530" y="5007"/>
                  </a:cubicBezTo>
                  <a:cubicBezTo>
                    <a:pt x="1504" y="5026"/>
                    <a:pt x="1481" y="5045"/>
                    <a:pt x="1459" y="5064"/>
                  </a:cubicBezTo>
                  <a:cubicBezTo>
                    <a:pt x="1424" y="5080"/>
                    <a:pt x="1389" y="5095"/>
                    <a:pt x="1353" y="5111"/>
                  </a:cubicBezTo>
                  <a:cubicBezTo>
                    <a:pt x="1331" y="5078"/>
                    <a:pt x="1309" y="5077"/>
                    <a:pt x="1290" y="5063"/>
                  </a:cubicBezTo>
                  <a:cubicBezTo>
                    <a:pt x="1066" y="5058"/>
                    <a:pt x="1069" y="5042"/>
                    <a:pt x="1052" y="5254"/>
                  </a:cubicBezTo>
                  <a:cubicBezTo>
                    <a:pt x="1007" y="5299"/>
                    <a:pt x="940" y="5231"/>
                    <a:pt x="924" y="5231"/>
                  </a:cubicBezTo>
                  <a:cubicBezTo>
                    <a:pt x="886" y="5174"/>
                    <a:pt x="839" y="5124"/>
                    <a:pt x="813" y="5097"/>
                  </a:cubicBezTo>
                  <a:cubicBezTo>
                    <a:pt x="782" y="5008"/>
                    <a:pt x="750" y="4945"/>
                    <a:pt x="683" y="4930"/>
                  </a:cubicBezTo>
                  <a:cubicBezTo>
                    <a:pt x="645" y="4887"/>
                    <a:pt x="607" y="4846"/>
                    <a:pt x="572" y="4806"/>
                  </a:cubicBezTo>
                  <a:cubicBezTo>
                    <a:pt x="550" y="4799"/>
                    <a:pt x="528" y="4792"/>
                    <a:pt x="505" y="4788"/>
                  </a:cubicBezTo>
                  <a:cubicBezTo>
                    <a:pt x="506" y="4700"/>
                    <a:pt x="592" y="4695"/>
                    <a:pt x="640" y="4631"/>
                  </a:cubicBezTo>
                  <a:cubicBezTo>
                    <a:pt x="653" y="4599"/>
                    <a:pt x="666" y="4570"/>
                    <a:pt x="683" y="4541"/>
                  </a:cubicBezTo>
                  <a:cubicBezTo>
                    <a:pt x="683" y="4482"/>
                    <a:pt x="677" y="4459"/>
                    <a:pt x="651" y="4438"/>
                  </a:cubicBezTo>
                  <a:cubicBezTo>
                    <a:pt x="520" y="4435"/>
                    <a:pt x="383" y="4448"/>
                    <a:pt x="277" y="4491"/>
                  </a:cubicBezTo>
                  <a:cubicBezTo>
                    <a:pt x="232" y="4523"/>
                    <a:pt x="223" y="4519"/>
                    <a:pt x="187" y="4518"/>
                  </a:cubicBezTo>
                  <a:cubicBezTo>
                    <a:pt x="188" y="4472"/>
                    <a:pt x="191" y="4427"/>
                    <a:pt x="195" y="4384"/>
                  </a:cubicBezTo>
                  <a:cubicBezTo>
                    <a:pt x="179" y="4361"/>
                    <a:pt x="163" y="4338"/>
                    <a:pt x="147" y="4318"/>
                  </a:cubicBezTo>
                  <a:cubicBezTo>
                    <a:pt x="109" y="4284"/>
                    <a:pt x="74" y="4250"/>
                    <a:pt x="39" y="4220"/>
                  </a:cubicBezTo>
                  <a:cubicBezTo>
                    <a:pt x="39" y="4158"/>
                    <a:pt x="59" y="4145"/>
                    <a:pt x="75" y="4093"/>
                  </a:cubicBezTo>
                  <a:cubicBezTo>
                    <a:pt x="75" y="4024"/>
                    <a:pt x="76" y="3975"/>
                    <a:pt x="63" y="3929"/>
                  </a:cubicBezTo>
                  <a:cubicBezTo>
                    <a:pt x="41" y="3899"/>
                    <a:pt x="19" y="3869"/>
                    <a:pt x="0" y="3842"/>
                  </a:cubicBezTo>
                  <a:cubicBezTo>
                    <a:pt x="0" y="3806"/>
                    <a:pt x="0" y="3770"/>
                    <a:pt x="0" y="3737"/>
                  </a:cubicBezTo>
                  <a:cubicBezTo>
                    <a:pt x="99" y="3766"/>
                    <a:pt x="201" y="3795"/>
                    <a:pt x="303" y="3824"/>
                  </a:cubicBezTo>
                  <a:cubicBezTo>
                    <a:pt x="479" y="3828"/>
                    <a:pt x="655" y="3833"/>
                    <a:pt x="830" y="3840"/>
                  </a:cubicBezTo>
                  <a:cubicBezTo>
                    <a:pt x="878" y="3858"/>
                    <a:pt x="980" y="3874"/>
                    <a:pt x="1044" y="3908"/>
                  </a:cubicBezTo>
                  <a:cubicBezTo>
                    <a:pt x="1098" y="3955"/>
                    <a:pt x="1155" y="4002"/>
                    <a:pt x="1213" y="4053"/>
                  </a:cubicBezTo>
                  <a:cubicBezTo>
                    <a:pt x="1225" y="4060"/>
                    <a:pt x="1241" y="4067"/>
                    <a:pt x="1257" y="4077"/>
                  </a:cubicBezTo>
                  <a:cubicBezTo>
                    <a:pt x="1308" y="4085"/>
                    <a:pt x="1362" y="4096"/>
                    <a:pt x="1417" y="4107"/>
                  </a:cubicBezTo>
                  <a:cubicBezTo>
                    <a:pt x="1439" y="4124"/>
                    <a:pt x="1461" y="4141"/>
                    <a:pt x="1487" y="4158"/>
                  </a:cubicBezTo>
                  <a:cubicBezTo>
                    <a:pt x="1554" y="4179"/>
                    <a:pt x="1621" y="4204"/>
                    <a:pt x="1688" y="4229"/>
                  </a:cubicBezTo>
                  <a:cubicBezTo>
                    <a:pt x="1739" y="4256"/>
                    <a:pt x="1795" y="4389"/>
                    <a:pt x="1904" y="4309"/>
                  </a:cubicBezTo>
                  <a:cubicBezTo>
                    <a:pt x="1940" y="4255"/>
                    <a:pt x="2004" y="4237"/>
                    <a:pt x="2068" y="4212"/>
                  </a:cubicBezTo>
                  <a:cubicBezTo>
                    <a:pt x="2139" y="4155"/>
                    <a:pt x="2161" y="4146"/>
                    <a:pt x="2267" y="4125"/>
                  </a:cubicBezTo>
                  <a:cubicBezTo>
                    <a:pt x="2267" y="4093"/>
                    <a:pt x="2337" y="4091"/>
                    <a:pt x="2363" y="4075"/>
                  </a:cubicBezTo>
                  <a:cubicBezTo>
                    <a:pt x="2423" y="4067"/>
                    <a:pt x="2478" y="4003"/>
                    <a:pt x="2539" y="3995"/>
                  </a:cubicBezTo>
                  <a:cubicBezTo>
                    <a:pt x="2593" y="3960"/>
                    <a:pt x="2638" y="3961"/>
                    <a:pt x="2721" y="3970"/>
                  </a:cubicBezTo>
                  <a:cubicBezTo>
                    <a:pt x="2782" y="3984"/>
                    <a:pt x="3005" y="4046"/>
                    <a:pt x="3073" y="3979"/>
                  </a:cubicBezTo>
                  <a:cubicBezTo>
                    <a:pt x="3220" y="3973"/>
                    <a:pt x="3323" y="3834"/>
                    <a:pt x="3416" y="3722"/>
                  </a:cubicBezTo>
                  <a:cubicBezTo>
                    <a:pt x="3448" y="3693"/>
                    <a:pt x="3483" y="3665"/>
                    <a:pt x="3519" y="3636"/>
                  </a:cubicBezTo>
                  <a:cubicBezTo>
                    <a:pt x="3548" y="3611"/>
                    <a:pt x="3576" y="3585"/>
                    <a:pt x="3609" y="3563"/>
                  </a:cubicBezTo>
                  <a:cubicBezTo>
                    <a:pt x="3634" y="3554"/>
                    <a:pt x="3676" y="3532"/>
                    <a:pt x="3705" y="3503"/>
                  </a:cubicBezTo>
                  <a:cubicBezTo>
                    <a:pt x="3702" y="3474"/>
                    <a:pt x="3702" y="3448"/>
                    <a:pt x="3702" y="3422"/>
                  </a:cubicBezTo>
                  <a:cubicBezTo>
                    <a:pt x="3667" y="3385"/>
                    <a:pt x="3632" y="3351"/>
                    <a:pt x="3597" y="3317"/>
                  </a:cubicBezTo>
                  <a:cubicBezTo>
                    <a:pt x="3591" y="3294"/>
                    <a:pt x="3585" y="3271"/>
                    <a:pt x="3582" y="3252"/>
                  </a:cubicBezTo>
                  <a:cubicBezTo>
                    <a:pt x="3589" y="3131"/>
                    <a:pt x="3586" y="3052"/>
                    <a:pt x="3692" y="3012"/>
                  </a:cubicBezTo>
                  <a:cubicBezTo>
                    <a:pt x="3692" y="2969"/>
                    <a:pt x="3759" y="3033"/>
                    <a:pt x="3835" y="3094"/>
                  </a:cubicBezTo>
                  <a:cubicBezTo>
                    <a:pt x="3861" y="3101"/>
                    <a:pt x="3886" y="3112"/>
                    <a:pt x="3915" y="3122"/>
                  </a:cubicBezTo>
                  <a:cubicBezTo>
                    <a:pt x="3940" y="3123"/>
                    <a:pt x="3969" y="3124"/>
                    <a:pt x="3998" y="3124"/>
                  </a:cubicBezTo>
                  <a:cubicBezTo>
                    <a:pt x="4097" y="3098"/>
                    <a:pt x="4184" y="2959"/>
                    <a:pt x="4258" y="2876"/>
                  </a:cubicBezTo>
                  <a:cubicBezTo>
                    <a:pt x="4309" y="2825"/>
                    <a:pt x="4354" y="2855"/>
                    <a:pt x="4431" y="2857"/>
                  </a:cubicBezTo>
                  <a:cubicBezTo>
                    <a:pt x="4463" y="2825"/>
                    <a:pt x="4498" y="2819"/>
                    <a:pt x="4543" y="2801"/>
                  </a:cubicBezTo>
                  <a:cubicBezTo>
                    <a:pt x="4569" y="2775"/>
                    <a:pt x="4597" y="2750"/>
                    <a:pt x="4626" y="2724"/>
                  </a:cubicBezTo>
                  <a:cubicBezTo>
                    <a:pt x="4652" y="2725"/>
                    <a:pt x="4672" y="2627"/>
                    <a:pt x="4672" y="2621"/>
                  </a:cubicBezTo>
                  <a:cubicBezTo>
                    <a:pt x="4727" y="2468"/>
                    <a:pt x="4765" y="2528"/>
                    <a:pt x="4903" y="2469"/>
                  </a:cubicBezTo>
                  <a:cubicBezTo>
                    <a:pt x="4948" y="2415"/>
                    <a:pt x="4996" y="2387"/>
                    <a:pt x="5060" y="2356"/>
                  </a:cubicBezTo>
                  <a:cubicBezTo>
                    <a:pt x="5111" y="2304"/>
                    <a:pt x="5303" y="2342"/>
                    <a:pt x="5411" y="2351"/>
                  </a:cubicBezTo>
                  <a:cubicBezTo>
                    <a:pt x="5424" y="2345"/>
                    <a:pt x="5440" y="2339"/>
                    <a:pt x="5456" y="2333"/>
                  </a:cubicBezTo>
                  <a:cubicBezTo>
                    <a:pt x="5527" y="2263"/>
                    <a:pt x="5489" y="2167"/>
                    <a:pt x="5454" y="2117"/>
                  </a:cubicBezTo>
                  <a:cubicBezTo>
                    <a:pt x="5429" y="2090"/>
                    <a:pt x="5403" y="2063"/>
                    <a:pt x="5378" y="2039"/>
                  </a:cubicBezTo>
                  <a:cubicBezTo>
                    <a:pt x="5330" y="2009"/>
                    <a:pt x="5283" y="1978"/>
                    <a:pt x="5235" y="1951"/>
                  </a:cubicBezTo>
                  <a:cubicBezTo>
                    <a:pt x="5222" y="1895"/>
                    <a:pt x="5152" y="1837"/>
                    <a:pt x="5143" y="1827"/>
                  </a:cubicBezTo>
                  <a:cubicBezTo>
                    <a:pt x="5111" y="1826"/>
                    <a:pt x="5079" y="1826"/>
                    <a:pt x="5047" y="1828"/>
                  </a:cubicBezTo>
                  <a:cubicBezTo>
                    <a:pt x="5031" y="1844"/>
                    <a:pt x="5015" y="1863"/>
                    <a:pt x="5002" y="1883"/>
                  </a:cubicBezTo>
                  <a:cubicBezTo>
                    <a:pt x="4970" y="1879"/>
                    <a:pt x="4938" y="1878"/>
                    <a:pt x="4909" y="1877"/>
                  </a:cubicBezTo>
                  <a:cubicBezTo>
                    <a:pt x="4903" y="1916"/>
                    <a:pt x="4896" y="1955"/>
                    <a:pt x="4889" y="1994"/>
                  </a:cubicBezTo>
                  <a:cubicBezTo>
                    <a:pt x="4819" y="2019"/>
                    <a:pt x="4736" y="1954"/>
                    <a:pt x="4708" y="1941"/>
                  </a:cubicBezTo>
                  <a:cubicBezTo>
                    <a:pt x="4679" y="1940"/>
                    <a:pt x="4650" y="1939"/>
                    <a:pt x="4625" y="1939"/>
                  </a:cubicBezTo>
                  <a:cubicBezTo>
                    <a:pt x="4564" y="1957"/>
                    <a:pt x="4535" y="1985"/>
                    <a:pt x="4500" y="2014"/>
                  </a:cubicBezTo>
                  <a:cubicBezTo>
                    <a:pt x="4404" y="2012"/>
                    <a:pt x="4388" y="1939"/>
                    <a:pt x="4388" y="1890"/>
                  </a:cubicBezTo>
                  <a:cubicBezTo>
                    <a:pt x="4417" y="1861"/>
                    <a:pt x="4449" y="1833"/>
                    <a:pt x="4482" y="1804"/>
                  </a:cubicBezTo>
                  <a:cubicBezTo>
                    <a:pt x="4482" y="1725"/>
                    <a:pt x="4476" y="1683"/>
                    <a:pt x="4486" y="1634"/>
                  </a:cubicBezTo>
                  <a:cubicBezTo>
                    <a:pt x="4502" y="1592"/>
                    <a:pt x="4521" y="1553"/>
                    <a:pt x="4541" y="1514"/>
                  </a:cubicBezTo>
                  <a:cubicBezTo>
                    <a:pt x="4541" y="1413"/>
                    <a:pt x="4535" y="1367"/>
                    <a:pt x="4584" y="1306"/>
                  </a:cubicBezTo>
                  <a:cubicBezTo>
                    <a:pt x="4603" y="1306"/>
                    <a:pt x="4622" y="1307"/>
                    <a:pt x="4644" y="1307"/>
                  </a:cubicBezTo>
                  <a:cubicBezTo>
                    <a:pt x="4727" y="1319"/>
                    <a:pt x="4874" y="1355"/>
                    <a:pt x="4967" y="1286"/>
                  </a:cubicBezTo>
                  <a:cubicBezTo>
                    <a:pt x="5022" y="1228"/>
                    <a:pt x="5092" y="1181"/>
                    <a:pt x="5141" y="1117"/>
                  </a:cubicBezTo>
                  <a:cubicBezTo>
                    <a:pt x="5141" y="1025"/>
                    <a:pt x="5133" y="786"/>
                    <a:pt x="5210" y="748"/>
                  </a:cubicBezTo>
                  <a:cubicBezTo>
                    <a:pt x="5281" y="655"/>
                    <a:pt x="5249" y="556"/>
                    <a:pt x="5320" y="486"/>
                  </a:cubicBezTo>
                  <a:cubicBezTo>
                    <a:pt x="5317" y="443"/>
                    <a:pt x="5317" y="401"/>
                    <a:pt x="5318" y="358"/>
                  </a:cubicBezTo>
                  <a:cubicBezTo>
                    <a:pt x="5311" y="348"/>
                    <a:pt x="5308" y="338"/>
                    <a:pt x="5305" y="328"/>
                  </a:cubicBezTo>
                  <a:cubicBezTo>
                    <a:pt x="5283" y="302"/>
                    <a:pt x="5261" y="275"/>
                    <a:pt x="5238" y="251"/>
                  </a:cubicBezTo>
                  <a:cubicBezTo>
                    <a:pt x="5216" y="238"/>
                    <a:pt x="5197" y="227"/>
                    <a:pt x="5178" y="217"/>
                  </a:cubicBezTo>
                  <a:cubicBezTo>
                    <a:pt x="5178" y="125"/>
                    <a:pt x="5227" y="91"/>
                    <a:pt x="5303" y="56"/>
                  </a:cubicBezTo>
                  <a:cubicBezTo>
                    <a:pt x="5367" y="58"/>
                    <a:pt x="5406" y="0"/>
                    <a:pt x="5476" y="2"/>
                  </a:cubicBezTo>
                  <a:cubicBezTo>
                    <a:pt x="5476" y="22"/>
                    <a:pt x="5492" y="32"/>
                    <a:pt x="5508" y="49"/>
                  </a:cubicBezTo>
                  <a:cubicBezTo>
                    <a:pt x="5505" y="75"/>
                    <a:pt x="5501" y="104"/>
                    <a:pt x="5498" y="133"/>
                  </a:cubicBezTo>
                  <a:cubicBezTo>
                    <a:pt x="5456" y="175"/>
                    <a:pt x="5437" y="174"/>
                    <a:pt x="5437" y="243"/>
                  </a:cubicBezTo>
                  <a:cubicBezTo>
                    <a:pt x="5459" y="260"/>
                    <a:pt x="5481" y="280"/>
                    <a:pt x="5507" y="301"/>
                  </a:cubicBezTo>
                  <a:cubicBezTo>
                    <a:pt x="5532" y="341"/>
                    <a:pt x="5545" y="351"/>
                    <a:pt x="5621" y="366"/>
                  </a:cubicBezTo>
                  <a:cubicBezTo>
                    <a:pt x="5628" y="327"/>
                    <a:pt x="5634" y="291"/>
                    <a:pt x="5641" y="255"/>
                  </a:cubicBezTo>
                  <a:cubicBezTo>
                    <a:pt x="5676" y="256"/>
                    <a:pt x="5711" y="247"/>
                    <a:pt x="5775" y="291"/>
                  </a:cubicBezTo>
                  <a:cubicBezTo>
                    <a:pt x="5781" y="304"/>
                    <a:pt x="5791" y="318"/>
                    <a:pt x="5800" y="331"/>
                  </a:cubicBezTo>
                  <a:cubicBezTo>
                    <a:pt x="5809" y="400"/>
                    <a:pt x="5822" y="489"/>
                    <a:pt x="5876" y="562"/>
                  </a:cubicBezTo>
                  <a:cubicBezTo>
                    <a:pt x="5885" y="569"/>
                    <a:pt x="5898" y="576"/>
                    <a:pt x="5911" y="586"/>
                  </a:cubicBezTo>
                  <a:cubicBezTo>
                    <a:pt x="5939" y="583"/>
                    <a:pt x="5971" y="581"/>
                    <a:pt x="6003" y="578"/>
                  </a:cubicBezTo>
                  <a:cubicBezTo>
                    <a:pt x="6087" y="538"/>
                    <a:pt x="6182" y="570"/>
                    <a:pt x="6263" y="490"/>
                  </a:cubicBezTo>
                  <a:cubicBezTo>
                    <a:pt x="6314" y="367"/>
                    <a:pt x="6401" y="349"/>
                    <a:pt x="6483" y="479"/>
                  </a:cubicBezTo>
                  <a:cubicBezTo>
                    <a:pt x="6502" y="535"/>
                    <a:pt x="6521" y="591"/>
                    <a:pt x="6543" y="648"/>
                  </a:cubicBezTo>
                  <a:cubicBezTo>
                    <a:pt x="6543" y="703"/>
                    <a:pt x="6497" y="886"/>
                    <a:pt x="6461" y="944"/>
                  </a:cubicBezTo>
                  <a:cubicBezTo>
                    <a:pt x="6461" y="970"/>
                    <a:pt x="6461" y="996"/>
                    <a:pt x="6461" y="1022"/>
                  </a:cubicBezTo>
                  <a:cubicBezTo>
                    <a:pt x="6483" y="1069"/>
                    <a:pt x="6505" y="1118"/>
                    <a:pt x="6530" y="1168"/>
                  </a:cubicBezTo>
                  <a:cubicBezTo>
                    <a:pt x="6530" y="1227"/>
                    <a:pt x="6430" y="1346"/>
                    <a:pt x="6545" y="1427"/>
                  </a:cubicBezTo>
                  <a:cubicBezTo>
                    <a:pt x="6557" y="1467"/>
                    <a:pt x="6550" y="1545"/>
                    <a:pt x="6547" y="1617"/>
                  </a:cubicBezTo>
                  <a:cubicBezTo>
                    <a:pt x="6524" y="1620"/>
                    <a:pt x="6502" y="1622"/>
                    <a:pt x="6480" y="1625"/>
                  </a:cubicBezTo>
                  <a:cubicBezTo>
                    <a:pt x="6435" y="1578"/>
                    <a:pt x="6458" y="1533"/>
                    <a:pt x="6458" y="1507"/>
                  </a:cubicBezTo>
                  <a:cubicBezTo>
                    <a:pt x="6449" y="1474"/>
                    <a:pt x="6445" y="1474"/>
                    <a:pt x="6423" y="1450"/>
                  </a:cubicBezTo>
                  <a:cubicBezTo>
                    <a:pt x="6292" y="1453"/>
                    <a:pt x="6384" y="1502"/>
                    <a:pt x="6333" y="1582"/>
                  </a:cubicBezTo>
                  <a:cubicBezTo>
                    <a:pt x="6265" y="1639"/>
                    <a:pt x="6240" y="1678"/>
                    <a:pt x="6220" y="1776"/>
                  </a:cubicBezTo>
                  <a:cubicBezTo>
                    <a:pt x="6204" y="1818"/>
                    <a:pt x="6139" y="1879"/>
                    <a:pt x="6101" y="1904"/>
                  </a:cubicBezTo>
                  <a:cubicBezTo>
                    <a:pt x="6098" y="1940"/>
                    <a:pt x="6094" y="1979"/>
                    <a:pt x="6094" y="2018"/>
                  </a:cubicBezTo>
                  <a:cubicBezTo>
                    <a:pt x="6116" y="2042"/>
                    <a:pt x="6122" y="2061"/>
                    <a:pt x="6154" y="2115"/>
                  </a:cubicBezTo>
                  <a:cubicBezTo>
                    <a:pt x="6186" y="2135"/>
                    <a:pt x="6221" y="2159"/>
                    <a:pt x="6256" y="2183"/>
                  </a:cubicBezTo>
                  <a:cubicBezTo>
                    <a:pt x="6281" y="2180"/>
                    <a:pt x="6307" y="2177"/>
                    <a:pt x="6333" y="2178"/>
                  </a:cubicBezTo>
                  <a:cubicBezTo>
                    <a:pt x="6345" y="2152"/>
                    <a:pt x="6362" y="2126"/>
                    <a:pt x="6378" y="2104"/>
                  </a:cubicBezTo>
                  <a:cubicBezTo>
                    <a:pt x="6384" y="2114"/>
                    <a:pt x="6413" y="2157"/>
                    <a:pt x="6412" y="2210"/>
                  </a:cubicBezTo>
                  <a:cubicBezTo>
                    <a:pt x="6374" y="2222"/>
                    <a:pt x="6335" y="2234"/>
                    <a:pt x="6300" y="2249"/>
                  </a:cubicBezTo>
                  <a:cubicBezTo>
                    <a:pt x="6300" y="2276"/>
                    <a:pt x="6290" y="2331"/>
                    <a:pt x="6347" y="2362"/>
                  </a:cubicBezTo>
                  <a:cubicBezTo>
                    <a:pt x="6312" y="2413"/>
                    <a:pt x="6260" y="2481"/>
                    <a:pt x="6212" y="2509"/>
                  </a:cubicBezTo>
                  <a:cubicBezTo>
                    <a:pt x="6196" y="2505"/>
                    <a:pt x="6184" y="2502"/>
                    <a:pt x="6171" y="2498"/>
                  </a:cubicBezTo>
                  <a:cubicBezTo>
                    <a:pt x="6130" y="2468"/>
                    <a:pt x="6088" y="2440"/>
                    <a:pt x="6047" y="2413"/>
                  </a:cubicBezTo>
                  <a:cubicBezTo>
                    <a:pt x="6028" y="2413"/>
                    <a:pt x="6008" y="2412"/>
                    <a:pt x="5992" y="2412"/>
                  </a:cubicBezTo>
                  <a:cubicBezTo>
                    <a:pt x="5983" y="2428"/>
                    <a:pt x="5960" y="2457"/>
                    <a:pt x="5957" y="2480"/>
                  </a:cubicBezTo>
                  <a:cubicBezTo>
                    <a:pt x="5957" y="2506"/>
                    <a:pt x="5957" y="2532"/>
                    <a:pt x="5960" y="2562"/>
                  </a:cubicBezTo>
                  <a:cubicBezTo>
                    <a:pt x="5985" y="2605"/>
                    <a:pt x="6081" y="2630"/>
                    <a:pt x="6138" y="2730"/>
                  </a:cubicBezTo>
                  <a:cubicBezTo>
                    <a:pt x="6137" y="2766"/>
                    <a:pt x="6137" y="2805"/>
                    <a:pt x="6137" y="2844"/>
                  </a:cubicBezTo>
                  <a:cubicBezTo>
                    <a:pt x="6165" y="2891"/>
                    <a:pt x="6200" y="2980"/>
                    <a:pt x="6228" y="3060"/>
                  </a:cubicBezTo>
                  <a:cubicBezTo>
                    <a:pt x="6235" y="3070"/>
                    <a:pt x="6244" y="3080"/>
                    <a:pt x="6254" y="3090"/>
                  </a:cubicBezTo>
                  <a:cubicBezTo>
                    <a:pt x="6266" y="3090"/>
                    <a:pt x="6282" y="3090"/>
                    <a:pt x="6298" y="3094"/>
                  </a:cubicBezTo>
                  <a:cubicBezTo>
                    <a:pt x="6311" y="3065"/>
                    <a:pt x="6327" y="3036"/>
                    <a:pt x="6344" y="3010"/>
                  </a:cubicBezTo>
                  <a:cubicBezTo>
                    <a:pt x="6369" y="2988"/>
                    <a:pt x="6395" y="2969"/>
                    <a:pt x="6424" y="2950"/>
                  </a:cubicBezTo>
                  <a:cubicBezTo>
                    <a:pt x="6443" y="2990"/>
                    <a:pt x="6484" y="3040"/>
                    <a:pt x="6519" y="3126"/>
                  </a:cubicBezTo>
                  <a:cubicBezTo>
                    <a:pt x="6531" y="3195"/>
                    <a:pt x="6527" y="3257"/>
                    <a:pt x="6629" y="3312"/>
                  </a:cubicBezTo>
                  <a:cubicBezTo>
                    <a:pt x="6633" y="3322"/>
                    <a:pt x="6636" y="3332"/>
                    <a:pt x="6642" y="3342"/>
                  </a:cubicBezTo>
                  <a:cubicBezTo>
                    <a:pt x="6626" y="3374"/>
                    <a:pt x="6632" y="3456"/>
                    <a:pt x="6631" y="3518"/>
                  </a:cubicBezTo>
                  <a:cubicBezTo>
                    <a:pt x="6619" y="3528"/>
                    <a:pt x="6606" y="3541"/>
                    <a:pt x="6596" y="3554"/>
                  </a:cubicBezTo>
                  <a:cubicBezTo>
                    <a:pt x="6538" y="3552"/>
                    <a:pt x="6529" y="3526"/>
                    <a:pt x="6507" y="3515"/>
                  </a:cubicBezTo>
                  <a:cubicBezTo>
                    <a:pt x="6350" y="3511"/>
                    <a:pt x="6328" y="3530"/>
                    <a:pt x="6273" y="3644"/>
                  </a:cubicBezTo>
                  <a:cubicBezTo>
                    <a:pt x="6263" y="3650"/>
                    <a:pt x="6254" y="3656"/>
                    <a:pt x="6247" y="3666"/>
                  </a:cubicBezTo>
                  <a:cubicBezTo>
                    <a:pt x="6247" y="3699"/>
                    <a:pt x="6090" y="3796"/>
                    <a:pt x="6067" y="3812"/>
                  </a:cubicBezTo>
                  <a:cubicBezTo>
                    <a:pt x="6051" y="3844"/>
                    <a:pt x="5961" y="3904"/>
                    <a:pt x="5926" y="3926"/>
                  </a:cubicBezTo>
                  <a:cubicBezTo>
                    <a:pt x="5913" y="3939"/>
                    <a:pt x="5900" y="3952"/>
                    <a:pt x="5891" y="3965"/>
                  </a:cubicBezTo>
                  <a:cubicBezTo>
                    <a:pt x="5871" y="3967"/>
                    <a:pt x="5855" y="3970"/>
                    <a:pt x="5839" y="3973"/>
                  </a:cubicBezTo>
                  <a:cubicBezTo>
                    <a:pt x="5820" y="3953"/>
                    <a:pt x="5801" y="3933"/>
                    <a:pt x="5782" y="3916"/>
                  </a:cubicBezTo>
                  <a:cubicBezTo>
                    <a:pt x="5751" y="3814"/>
                    <a:pt x="5722" y="3810"/>
                    <a:pt x="5658" y="3808"/>
                  </a:cubicBezTo>
                  <a:cubicBezTo>
                    <a:pt x="5623" y="3870"/>
                    <a:pt x="5603" y="3980"/>
                    <a:pt x="5682" y="4064"/>
                  </a:cubicBezTo>
                  <a:cubicBezTo>
                    <a:pt x="5685" y="4107"/>
                    <a:pt x="5688" y="4150"/>
                    <a:pt x="5691" y="4192"/>
                  </a:cubicBezTo>
                  <a:cubicBezTo>
                    <a:pt x="5586" y="4199"/>
                    <a:pt x="5490" y="4213"/>
                    <a:pt x="5429" y="4166"/>
                  </a:cubicBezTo>
                  <a:cubicBezTo>
                    <a:pt x="5417" y="4064"/>
                    <a:pt x="5385" y="4037"/>
                    <a:pt x="5347" y="3987"/>
                  </a:cubicBezTo>
                  <a:cubicBezTo>
                    <a:pt x="5319" y="3924"/>
                    <a:pt x="5291" y="3861"/>
                    <a:pt x="5265" y="3802"/>
                  </a:cubicBezTo>
                  <a:cubicBezTo>
                    <a:pt x="5202" y="3734"/>
                    <a:pt x="5211" y="3758"/>
                    <a:pt x="5160" y="3750"/>
                  </a:cubicBezTo>
                  <a:cubicBezTo>
                    <a:pt x="5115" y="3794"/>
                    <a:pt x="5048" y="3826"/>
                    <a:pt x="5003" y="3867"/>
                  </a:cubicBezTo>
                  <a:cubicBezTo>
                    <a:pt x="4984" y="3906"/>
                    <a:pt x="4980" y="3978"/>
                    <a:pt x="4999" y="4057"/>
                  </a:cubicBezTo>
                  <a:cubicBezTo>
                    <a:pt x="4935" y="4062"/>
                    <a:pt x="4871" y="4067"/>
                    <a:pt x="4807" y="4072"/>
                  </a:cubicBezTo>
                  <a:cubicBezTo>
                    <a:pt x="4749" y="4106"/>
                    <a:pt x="4691" y="4141"/>
                    <a:pt x="4634" y="4175"/>
                  </a:cubicBezTo>
                  <a:cubicBezTo>
                    <a:pt x="4618" y="4201"/>
                    <a:pt x="4605" y="4247"/>
                    <a:pt x="4569" y="4246"/>
                  </a:cubicBezTo>
                  <a:cubicBezTo>
                    <a:pt x="4519" y="4212"/>
                    <a:pt x="4506" y="4185"/>
                    <a:pt x="4506" y="4159"/>
                  </a:cubicBezTo>
                  <a:cubicBezTo>
                    <a:pt x="4516" y="4149"/>
                    <a:pt x="4529" y="4140"/>
                    <a:pt x="4541" y="4134"/>
                  </a:cubicBezTo>
                  <a:cubicBezTo>
                    <a:pt x="4542" y="4032"/>
                    <a:pt x="4475" y="3981"/>
                    <a:pt x="4408" y="3980"/>
                  </a:cubicBezTo>
                  <a:cubicBezTo>
                    <a:pt x="4322" y="4020"/>
                    <a:pt x="4315" y="4069"/>
                    <a:pt x="4340" y="4188"/>
                  </a:cubicBezTo>
                  <a:cubicBezTo>
                    <a:pt x="4321" y="4187"/>
                    <a:pt x="4301" y="4190"/>
                    <a:pt x="4282" y="4193"/>
                  </a:cubicBezTo>
                  <a:cubicBezTo>
                    <a:pt x="4273" y="4205"/>
                    <a:pt x="4266" y="4222"/>
                    <a:pt x="4260" y="4238"/>
                  </a:cubicBezTo>
                  <a:cubicBezTo>
                    <a:pt x="4250" y="4241"/>
                    <a:pt x="4240" y="4244"/>
                    <a:pt x="4231" y="4250"/>
                  </a:cubicBezTo>
                  <a:cubicBezTo>
                    <a:pt x="4230" y="4309"/>
                    <a:pt x="4230" y="4368"/>
                    <a:pt x="4230" y="4427"/>
                  </a:cubicBezTo>
                  <a:cubicBezTo>
                    <a:pt x="4249" y="4450"/>
                    <a:pt x="4268" y="4477"/>
                    <a:pt x="4290" y="4504"/>
                  </a:cubicBezTo>
                  <a:cubicBezTo>
                    <a:pt x="4290" y="4520"/>
                    <a:pt x="4290" y="4537"/>
                    <a:pt x="4293" y="4556"/>
                  </a:cubicBezTo>
                  <a:cubicBezTo>
                    <a:pt x="4280" y="4576"/>
                    <a:pt x="4267" y="4595"/>
                    <a:pt x="4257" y="4614"/>
                  </a:cubicBezTo>
                  <a:cubicBezTo>
                    <a:pt x="4168" y="4674"/>
                    <a:pt x="4075" y="4692"/>
                    <a:pt x="3992" y="4680"/>
                  </a:cubicBezTo>
                  <a:cubicBezTo>
                    <a:pt x="3915" y="4678"/>
                    <a:pt x="3902" y="4714"/>
                    <a:pt x="3857" y="4739"/>
                  </a:cubicBezTo>
                  <a:cubicBezTo>
                    <a:pt x="3841" y="4751"/>
                    <a:pt x="3828" y="4764"/>
                    <a:pt x="3815" y="4777"/>
                  </a:cubicBezTo>
                  <a:cubicBezTo>
                    <a:pt x="3773" y="4861"/>
                    <a:pt x="3690" y="4944"/>
                    <a:pt x="3616" y="5021"/>
                  </a:cubicBezTo>
                  <a:cubicBezTo>
                    <a:pt x="3590" y="5004"/>
                    <a:pt x="3565" y="4987"/>
                    <a:pt x="3543" y="4970"/>
                  </a:cubicBezTo>
                  <a:cubicBezTo>
                    <a:pt x="3514" y="4969"/>
                    <a:pt x="3485" y="4968"/>
                    <a:pt x="3460" y="4971"/>
                  </a:cubicBezTo>
                  <a:cubicBezTo>
                    <a:pt x="3456" y="4997"/>
                    <a:pt x="3443" y="5036"/>
                    <a:pt x="3424" y="5045"/>
                  </a:cubicBezTo>
                  <a:cubicBezTo>
                    <a:pt x="3383" y="4989"/>
                    <a:pt x="3341" y="4997"/>
                    <a:pt x="3313" y="5000"/>
                  </a:cubicBezTo>
                  <a:cubicBezTo>
                    <a:pt x="3299" y="5039"/>
                    <a:pt x="3277" y="5081"/>
                    <a:pt x="3235" y="5109"/>
                  </a:cubicBezTo>
                  <a:cubicBezTo>
                    <a:pt x="3139" y="5149"/>
                    <a:pt x="3103" y="5296"/>
                    <a:pt x="3013" y="5349"/>
                  </a:cubicBezTo>
                  <a:cubicBezTo>
                    <a:pt x="2991" y="5398"/>
                    <a:pt x="2994" y="5444"/>
                    <a:pt x="2993" y="5516"/>
                  </a:cubicBezTo>
                  <a:cubicBezTo>
                    <a:pt x="2999" y="5542"/>
                    <a:pt x="2989" y="5617"/>
                    <a:pt x="2976" y="5659"/>
                  </a:cubicBezTo>
                  <a:cubicBezTo>
                    <a:pt x="2970" y="5663"/>
                    <a:pt x="2964" y="5666"/>
                    <a:pt x="2960" y="5669"/>
                  </a:cubicBezTo>
                  <a:cubicBezTo>
                    <a:pt x="2826" y="5665"/>
                    <a:pt x="2734" y="5640"/>
                    <a:pt x="2638" y="5621"/>
                  </a:cubicBezTo>
                  <a:cubicBezTo>
                    <a:pt x="2603" y="5601"/>
                    <a:pt x="2568" y="5584"/>
                    <a:pt x="2536" y="5566"/>
                  </a:cubicBezTo>
                  <a:cubicBezTo>
                    <a:pt x="2517" y="5543"/>
                    <a:pt x="2498" y="5523"/>
                    <a:pt x="2482" y="5503"/>
                  </a:cubicBezTo>
                  <a:cubicBezTo>
                    <a:pt x="2447" y="5492"/>
                    <a:pt x="2412" y="5485"/>
                    <a:pt x="2377" y="5477"/>
                  </a:cubicBezTo>
                  <a:cubicBezTo>
                    <a:pt x="2377" y="5445"/>
                    <a:pt x="2377" y="5412"/>
                    <a:pt x="2377" y="5379"/>
                  </a:cubicBezTo>
                  <a:cubicBezTo>
                    <a:pt x="2426" y="5315"/>
                    <a:pt x="2480" y="5231"/>
                    <a:pt x="2481" y="5149"/>
                  </a:cubicBezTo>
                  <a:cubicBezTo>
                    <a:pt x="2459" y="5054"/>
                    <a:pt x="2386" y="5071"/>
                    <a:pt x="2341" y="5070"/>
                  </a:cubicBezTo>
                  <a:cubicBezTo>
                    <a:pt x="2325" y="5076"/>
                    <a:pt x="2312" y="5086"/>
                    <a:pt x="2299" y="5095"/>
                  </a:cubicBezTo>
                  <a:cubicBezTo>
                    <a:pt x="2187" y="5102"/>
                    <a:pt x="2229" y="5097"/>
                    <a:pt x="2209" y="5214"/>
                  </a:cubicBezTo>
                  <a:cubicBezTo>
                    <a:pt x="2186" y="5237"/>
                    <a:pt x="2183" y="5243"/>
                    <a:pt x="2177" y="5276"/>
                  </a:cubicBezTo>
                  <a:cubicBezTo>
                    <a:pt x="2154" y="5311"/>
                    <a:pt x="2135" y="5347"/>
                    <a:pt x="2115" y="5386"/>
                  </a:cubicBezTo>
                  <a:cubicBezTo>
                    <a:pt x="2115" y="5425"/>
                    <a:pt x="2118" y="5467"/>
                    <a:pt x="2121" y="5510"/>
                  </a:cubicBezTo>
                  <a:cubicBezTo>
                    <a:pt x="2108" y="5526"/>
                    <a:pt x="2095" y="5542"/>
                    <a:pt x="2082" y="5558"/>
                  </a:cubicBezTo>
                  <a:cubicBezTo>
                    <a:pt x="1999" y="5566"/>
                    <a:pt x="1993" y="5576"/>
                    <a:pt x="1951" y="5617"/>
                  </a:cubicBezTo>
                  <a:cubicBezTo>
                    <a:pt x="1893" y="5626"/>
                    <a:pt x="1839" y="5637"/>
                    <a:pt x="1785" y="5649"/>
                  </a:cubicBezTo>
                  <a:cubicBezTo>
                    <a:pt x="1730" y="5674"/>
                    <a:pt x="1724" y="5710"/>
                    <a:pt x="1682" y="5728"/>
                  </a:cubicBezTo>
                  <a:close/>
                </a:path>
              </a:pathLst>
            </a:custGeom>
            <a:grpFill/>
            <a:ln w="8" cap="flat">
              <a:solidFill>
                <a:srgbClr val="FFFFFF"/>
              </a:solidFill>
              <a:prstDash val="solid"/>
              <a:miter lim="800000"/>
              <a:headEnd/>
              <a:tailEnd/>
            </a:ln>
          </p:spPr>
          <p:txBody>
            <a:bodyPr vert="horz" wrap="square" lIns="91424" tIns="45712" rIns="91424" bIns="45712" numCol="1" anchor="t" anchorCtr="0" compatLnSpc="1">
              <a:prstTxWarp prst="textNoShape">
                <a:avLst/>
              </a:prstTxWarp>
            </a:bodyPr>
            <a:lstStyle/>
            <a:p>
              <a:endParaRPr lang="zh-CN" altLang="en-US">
                <a:solidFill>
                  <a:srgbClr val="000000"/>
                </a:solidFill>
              </a:endParaRPr>
            </a:p>
          </p:txBody>
        </p:sp>
        <p:sp>
          <p:nvSpPr>
            <p:cNvPr id="86" name="Freeform 30"/>
            <p:cNvSpPr>
              <a:spLocks/>
            </p:cNvSpPr>
            <p:nvPr/>
          </p:nvSpPr>
          <p:spPr bwMode="auto">
            <a:xfrm>
              <a:off x="5387323" y="2021968"/>
              <a:ext cx="205052" cy="238700"/>
            </a:xfrm>
            <a:custGeom>
              <a:avLst/>
              <a:gdLst>
                <a:gd name="T0" fmla="*/ 604 w 714"/>
                <a:gd name="T1" fmla="*/ 831 h 831"/>
                <a:gd name="T2" fmla="*/ 486 w 714"/>
                <a:gd name="T3" fmla="*/ 743 h 831"/>
                <a:gd name="T4" fmla="*/ 433 w 714"/>
                <a:gd name="T5" fmla="*/ 555 h 831"/>
                <a:gd name="T6" fmla="*/ 424 w 714"/>
                <a:gd name="T7" fmla="*/ 519 h 831"/>
                <a:gd name="T8" fmla="*/ 197 w 714"/>
                <a:gd name="T9" fmla="*/ 447 h 831"/>
                <a:gd name="T10" fmla="*/ 162 w 714"/>
                <a:gd name="T11" fmla="*/ 489 h 831"/>
                <a:gd name="T12" fmla="*/ 12 w 714"/>
                <a:gd name="T13" fmla="*/ 489 h 831"/>
                <a:gd name="T14" fmla="*/ 64 w 714"/>
                <a:gd name="T15" fmla="*/ 372 h 831"/>
                <a:gd name="T16" fmla="*/ 131 w 714"/>
                <a:gd name="T17" fmla="*/ 321 h 831"/>
                <a:gd name="T18" fmla="*/ 113 w 714"/>
                <a:gd name="T19" fmla="*/ 170 h 831"/>
                <a:gd name="T20" fmla="*/ 260 w 714"/>
                <a:gd name="T21" fmla="*/ 69 h 831"/>
                <a:gd name="T22" fmla="*/ 318 w 714"/>
                <a:gd name="T23" fmla="*/ 2 h 831"/>
                <a:gd name="T24" fmla="*/ 369 w 714"/>
                <a:gd name="T25" fmla="*/ 52 h 831"/>
                <a:gd name="T26" fmla="*/ 481 w 714"/>
                <a:gd name="T27" fmla="*/ 65 h 831"/>
                <a:gd name="T28" fmla="*/ 486 w 714"/>
                <a:gd name="T29" fmla="*/ 294 h 831"/>
                <a:gd name="T30" fmla="*/ 543 w 714"/>
                <a:gd name="T31" fmla="*/ 306 h 831"/>
                <a:gd name="T32" fmla="*/ 575 w 714"/>
                <a:gd name="T33" fmla="*/ 332 h 831"/>
                <a:gd name="T34" fmla="*/ 654 w 714"/>
                <a:gd name="T35" fmla="*/ 541 h 831"/>
                <a:gd name="T36" fmla="*/ 714 w 714"/>
                <a:gd name="T37" fmla="*/ 621 h 831"/>
                <a:gd name="T38" fmla="*/ 598 w 714"/>
                <a:gd name="T39" fmla="*/ 706 h 831"/>
                <a:gd name="T40" fmla="*/ 604 w 714"/>
                <a:gd name="T41" fmla="*/ 831 h 8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14" h="831">
                  <a:moveTo>
                    <a:pt x="604" y="831"/>
                  </a:moveTo>
                  <a:cubicBezTo>
                    <a:pt x="550" y="803"/>
                    <a:pt x="493" y="743"/>
                    <a:pt x="486" y="743"/>
                  </a:cubicBezTo>
                  <a:cubicBezTo>
                    <a:pt x="439" y="666"/>
                    <a:pt x="459" y="582"/>
                    <a:pt x="433" y="555"/>
                  </a:cubicBezTo>
                  <a:cubicBezTo>
                    <a:pt x="430" y="542"/>
                    <a:pt x="427" y="529"/>
                    <a:pt x="424" y="519"/>
                  </a:cubicBezTo>
                  <a:cubicBezTo>
                    <a:pt x="329" y="425"/>
                    <a:pt x="300" y="417"/>
                    <a:pt x="197" y="447"/>
                  </a:cubicBezTo>
                  <a:cubicBezTo>
                    <a:pt x="185" y="460"/>
                    <a:pt x="172" y="473"/>
                    <a:pt x="162" y="489"/>
                  </a:cubicBezTo>
                  <a:cubicBezTo>
                    <a:pt x="111" y="488"/>
                    <a:pt x="60" y="486"/>
                    <a:pt x="12" y="489"/>
                  </a:cubicBezTo>
                  <a:cubicBezTo>
                    <a:pt x="12" y="426"/>
                    <a:pt x="0" y="380"/>
                    <a:pt x="64" y="372"/>
                  </a:cubicBezTo>
                  <a:cubicBezTo>
                    <a:pt x="86" y="353"/>
                    <a:pt x="109" y="337"/>
                    <a:pt x="131" y="321"/>
                  </a:cubicBezTo>
                  <a:cubicBezTo>
                    <a:pt x="170" y="244"/>
                    <a:pt x="113" y="206"/>
                    <a:pt x="113" y="170"/>
                  </a:cubicBezTo>
                  <a:cubicBezTo>
                    <a:pt x="158" y="145"/>
                    <a:pt x="222" y="107"/>
                    <a:pt x="260" y="69"/>
                  </a:cubicBezTo>
                  <a:cubicBezTo>
                    <a:pt x="270" y="14"/>
                    <a:pt x="264" y="0"/>
                    <a:pt x="318" y="2"/>
                  </a:cubicBezTo>
                  <a:cubicBezTo>
                    <a:pt x="334" y="19"/>
                    <a:pt x="350" y="35"/>
                    <a:pt x="369" y="52"/>
                  </a:cubicBezTo>
                  <a:cubicBezTo>
                    <a:pt x="404" y="56"/>
                    <a:pt x="443" y="61"/>
                    <a:pt x="481" y="65"/>
                  </a:cubicBezTo>
                  <a:cubicBezTo>
                    <a:pt x="462" y="97"/>
                    <a:pt x="448" y="228"/>
                    <a:pt x="486" y="294"/>
                  </a:cubicBezTo>
                  <a:cubicBezTo>
                    <a:pt x="505" y="298"/>
                    <a:pt x="524" y="302"/>
                    <a:pt x="543" y="306"/>
                  </a:cubicBezTo>
                  <a:cubicBezTo>
                    <a:pt x="553" y="312"/>
                    <a:pt x="562" y="322"/>
                    <a:pt x="575" y="332"/>
                  </a:cubicBezTo>
                  <a:cubicBezTo>
                    <a:pt x="575" y="418"/>
                    <a:pt x="549" y="466"/>
                    <a:pt x="654" y="541"/>
                  </a:cubicBezTo>
                  <a:cubicBezTo>
                    <a:pt x="673" y="567"/>
                    <a:pt x="692" y="594"/>
                    <a:pt x="714" y="621"/>
                  </a:cubicBezTo>
                  <a:cubicBezTo>
                    <a:pt x="634" y="658"/>
                    <a:pt x="634" y="645"/>
                    <a:pt x="598" y="706"/>
                  </a:cubicBezTo>
                  <a:cubicBezTo>
                    <a:pt x="598" y="746"/>
                    <a:pt x="601" y="788"/>
                    <a:pt x="604" y="831"/>
                  </a:cubicBezTo>
                  <a:close/>
                </a:path>
              </a:pathLst>
            </a:custGeom>
            <a:grpFill/>
            <a:ln w="8" cap="flat">
              <a:solidFill>
                <a:srgbClr val="FFFFFF"/>
              </a:solidFill>
              <a:prstDash val="solid"/>
              <a:miter lim="800000"/>
              <a:headEnd/>
              <a:tailEnd/>
            </a:ln>
          </p:spPr>
          <p:txBody>
            <a:bodyPr vert="horz" wrap="square" lIns="91424" tIns="45712" rIns="91424" bIns="45712" numCol="1" anchor="t" anchorCtr="0" compatLnSpc="1">
              <a:prstTxWarp prst="textNoShape">
                <a:avLst/>
              </a:prstTxWarp>
            </a:bodyPr>
            <a:lstStyle/>
            <a:p>
              <a:endParaRPr lang="zh-CN" altLang="en-US">
                <a:solidFill>
                  <a:srgbClr val="000000"/>
                </a:solidFill>
              </a:endParaRPr>
            </a:p>
          </p:txBody>
        </p:sp>
        <p:sp>
          <p:nvSpPr>
            <p:cNvPr id="87" name="Freeform 31"/>
            <p:cNvSpPr>
              <a:spLocks/>
            </p:cNvSpPr>
            <p:nvPr/>
          </p:nvSpPr>
          <p:spPr bwMode="auto">
            <a:xfrm>
              <a:off x="5642847" y="1720177"/>
              <a:ext cx="516308" cy="491071"/>
            </a:xfrm>
            <a:custGeom>
              <a:avLst/>
              <a:gdLst>
                <a:gd name="T0" fmla="*/ 721 w 1797"/>
                <a:gd name="T1" fmla="*/ 1713 h 1713"/>
                <a:gd name="T2" fmla="*/ 714 w 1797"/>
                <a:gd name="T3" fmla="*/ 1700 h 1713"/>
                <a:gd name="T4" fmla="*/ 801 w 1797"/>
                <a:gd name="T5" fmla="*/ 1600 h 1713"/>
                <a:gd name="T6" fmla="*/ 833 w 1797"/>
                <a:gd name="T7" fmla="*/ 1539 h 1713"/>
                <a:gd name="T8" fmla="*/ 834 w 1797"/>
                <a:gd name="T9" fmla="*/ 1490 h 1713"/>
                <a:gd name="T10" fmla="*/ 770 w 1797"/>
                <a:gd name="T11" fmla="*/ 1449 h 1713"/>
                <a:gd name="T12" fmla="*/ 854 w 1797"/>
                <a:gd name="T13" fmla="*/ 1248 h 1713"/>
                <a:gd name="T14" fmla="*/ 887 w 1797"/>
                <a:gd name="T15" fmla="*/ 1056 h 1713"/>
                <a:gd name="T16" fmla="*/ 770 w 1797"/>
                <a:gd name="T17" fmla="*/ 925 h 1713"/>
                <a:gd name="T18" fmla="*/ 719 w 1797"/>
                <a:gd name="T19" fmla="*/ 917 h 1713"/>
                <a:gd name="T20" fmla="*/ 613 w 1797"/>
                <a:gd name="T21" fmla="*/ 934 h 1713"/>
                <a:gd name="T22" fmla="*/ 456 w 1797"/>
                <a:gd name="T23" fmla="*/ 1104 h 1713"/>
                <a:gd name="T24" fmla="*/ 337 w 1797"/>
                <a:gd name="T25" fmla="*/ 1278 h 1713"/>
                <a:gd name="T26" fmla="*/ 114 w 1797"/>
                <a:gd name="T27" fmla="*/ 1108 h 1713"/>
                <a:gd name="T28" fmla="*/ 6 w 1797"/>
                <a:gd name="T29" fmla="*/ 1053 h 1713"/>
                <a:gd name="T30" fmla="*/ 57 w 1797"/>
                <a:gd name="T31" fmla="*/ 966 h 1713"/>
                <a:gd name="T32" fmla="*/ 128 w 1797"/>
                <a:gd name="T33" fmla="*/ 883 h 1713"/>
                <a:gd name="T34" fmla="*/ 119 w 1797"/>
                <a:gd name="T35" fmla="*/ 719 h 1713"/>
                <a:gd name="T36" fmla="*/ 107 w 1797"/>
                <a:gd name="T37" fmla="*/ 712 h 1713"/>
                <a:gd name="T38" fmla="*/ 91 w 1797"/>
                <a:gd name="T39" fmla="*/ 682 h 1713"/>
                <a:gd name="T40" fmla="*/ 66 w 1797"/>
                <a:gd name="T41" fmla="*/ 616 h 1713"/>
                <a:gd name="T42" fmla="*/ 89 w 1797"/>
                <a:gd name="T43" fmla="*/ 508 h 1713"/>
                <a:gd name="T44" fmla="*/ 155 w 1797"/>
                <a:gd name="T45" fmla="*/ 602 h 1713"/>
                <a:gd name="T46" fmla="*/ 308 w 1797"/>
                <a:gd name="T47" fmla="*/ 668 h 1713"/>
                <a:gd name="T48" fmla="*/ 363 w 1797"/>
                <a:gd name="T49" fmla="*/ 613 h 1713"/>
                <a:gd name="T50" fmla="*/ 668 w 1797"/>
                <a:gd name="T51" fmla="*/ 385 h 1713"/>
                <a:gd name="T52" fmla="*/ 752 w 1797"/>
                <a:gd name="T53" fmla="*/ 247 h 1713"/>
                <a:gd name="T54" fmla="*/ 956 w 1797"/>
                <a:gd name="T55" fmla="*/ 258 h 1713"/>
                <a:gd name="T56" fmla="*/ 1020 w 1797"/>
                <a:gd name="T57" fmla="*/ 260 h 1713"/>
                <a:gd name="T58" fmla="*/ 1068 w 1797"/>
                <a:gd name="T59" fmla="*/ 202 h 1713"/>
                <a:gd name="T60" fmla="*/ 1069 w 1797"/>
                <a:gd name="T61" fmla="*/ 48 h 1713"/>
                <a:gd name="T62" fmla="*/ 1085 w 1797"/>
                <a:gd name="T63" fmla="*/ 0 h 1713"/>
                <a:gd name="T64" fmla="*/ 1213 w 1797"/>
                <a:gd name="T65" fmla="*/ 98 h 1713"/>
                <a:gd name="T66" fmla="*/ 1324 w 1797"/>
                <a:gd name="T67" fmla="*/ 153 h 1713"/>
                <a:gd name="T68" fmla="*/ 1347 w 1797"/>
                <a:gd name="T69" fmla="*/ 88 h 1713"/>
                <a:gd name="T70" fmla="*/ 1376 w 1797"/>
                <a:gd name="T71" fmla="*/ 56 h 1713"/>
                <a:gd name="T72" fmla="*/ 1401 w 1797"/>
                <a:gd name="T73" fmla="*/ 80 h 1713"/>
                <a:gd name="T74" fmla="*/ 1407 w 1797"/>
                <a:gd name="T75" fmla="*/ 201 h 1713"/>
                <a:gd name="T76" fmla="*/ 1578 w 1797"/>
                <a:gd name="T77" fmla="*/ 408 h 1713"/>
                <a:gd name="T78" fmla="*/ 1577 w 1797"/>
                <a:gd name="T79" fmla="*/ 566 h 1713"/>
                <a:gd name="T80" fmla="*/ 1618 w 1797"/>
                <a:gd name="T81" fmla="*/ 619 h 1713"/>
                <a:gd name="T82" fmla="*/ 1720 w 1797"/>
                <a:gd name="T83" fmla="*/ 700 h 1713"/>
                <a:gd name="T84" fmla="*/ 1797 w 1797"/>
                <a:gd name="T85" fmla="*/ 751 h 1713"/>
                <a:gd name="T86" fmla="*/ 1588 w 1797"/>
                <a:gd name="T87" fmla="*/ 919 h 1713"/>
                <a:gd name="T88" fmla="*/ 1530 w 1797"/>
                <a:gd name="T89" fmla="*/ 974 h 1713"/>
                <a:gd name="T90" fmla="*/ 1437 w 1797"/>
                <a:gd name="T91" fmla="*/ 1083 h 1713"/>
                <a:gd name="T92" fmla="*/ 1411 w 1797"/>
                <a:gd name="T93" fmla="*/ 1203 h 1713"/>
                <a:gd name="T94" fmla="*/ 1318 w 1797"/>
                <a:gd name="T95" fmla="*/ 1243 h 1713"/>
                <a:gd name="T96" fmla="*/ 946 w 1797"/>
                <a:gd name="T97" fmla="*/ 1480 h 1713"/>
                <a:gd name="T98" fmla="*/ 923 w 1797"/>
                <a:gd name="T99" fmla="*/ 1531 h 1713"/>
                <a:gd name="T100" fmla="*/ 881 w 1797"/>
                <a:gd name="T101" fmla="*/ 1684 h 1713"/>
                <a:gd name="T102" fmla="*/ 721 w 1797"/>
                <a:gd name="T103" fmla="*/ 1713 h 17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97" h="1713">
                  <a:moveTo>
                    <a:pt x="721" y="1713"/>
                  </a:moveTo>
                  <a:cubicBezTo>
                    <a:pt x="717" y="1706"/>
                    <a:pt x="714" y="1703"/>
                    <a:pt x="714" y="1700"/>
                  </a:cubicBezTo>
                  <a:cubicBezTo>
                    <a:pt x="740" y="1635"/>
                    <a:pt x="763" y="1639"/>
                    <a:pt x="801" y="1600"/>
                  </a:cubicBezTo>
                  <a:cubicBezTo>
                    <a:pt x="811" y="1578"/>
                    <a:pt x="821" y="1558"/>
                    <a:pt x="833" y="1539"/>
                  </a:cubicBezTo>
                  <a:cubicBezTo>
                    <a:pt x="834" y="1523"/>
                    <a:pt x="834" y="1506"/>
                    <a:pt x="834" y="1490"/>
                  </a:cubicBezTo>
                  <a:cubicBezTo>
                    <a:pt x="811" y="1476"/>
                    <a:pt x="789" y="1463"/>
                    <a:pt x="770" y="1449"/>
                  </a:cubicBezTo>
                  <a:cubicBezTo>
                    <a:pt x="742" y="1340"/>
                    <a:pt x="800" y="1309"/>
                    <a:pt x="854" y="1248"/>
                  </a:cubicBezTo>
                  <a:cubicBezTo>
                    <a:pt x="896" y="1184"/>
                    <a:pt x="887" y="1111"/>
                    <a:pt x="887" y="1056"/>
                  </a:cubicBezTo>
                  <a:cubicBezTo>
                    <a:pt x="846" y="1012"/>
                    <a:pt x="808" y="969"/>
                    <a:pt x="770" y="925"/>
                  </a:cubicBezTo>
                  <a:cubicBezTo>
                    <a:pt x="751" y="921"/>
                    <a:pt x="735" y="918"/>
                    <a:pt x="719" y="917"/>
                  </a:cubicBezTo>
                  <a:cubicBezTo>
                    <a:pt x="684" y="923"/>
                    <a:pt x="649" y="928"/>
                    <a:pt x="613" y="934"/>
                  </a:cubicBezTo>
                  <a:cubicBezTo>
                    <a:pt x="552" y="982"/>
                    <a:pt x="510" y="1043"/>
                    <a:pt x="456" y="1104"/>
                  </a:cubicBezTo>
                  <a:cubicBezTo>
                    <a:pt x="417" y="1165"/>
                    <a:pt x="385" y="1230"/>
                    <a:pt x="337" y="1278"/>
                  </a:cubicBezTo>
                  <a:cubicBezTo>
                    <a:pt x="254" y="1217"/>
                    <a:pt x="168" y="1162"/>
                    <a:pt x="114" y="1108"/>
                  </a:cubicBezTo>
                  <a:cubicBezTo>
                    <a:pt x="50" y="1100"/>
                    <a:pt x="21" y="1070"/>
                    <a:pt x="6" y="1053"/>
                  </a:cubicBezTo>
                  <a:cubicBezTo>
                    <a:pt x="6" y="984"/>
                    <a:pt x="0" y="978"/>
                    <a:pt x="57" y="966"/>
                  </a:cubicBezTo>
                  <a:cubicBezTo>
                    <a:pt x="80" y="937"/>
                    <a:pt x="102" y="908"/>
                    <a:pt x="128" y="883"/>
                  </a:cubicBezTo>
                  <a:cubicBezTo>
                    <a:pt x="125" y="827"/>
                    <a:pt x="122" y="771"/>
                    <a:pt x="119" y="719"/>
                  </a:cubicBezTo>
                  <a:cubicBezTo>
                    <a:pt x="113" y="715"/>
                    <a:pt x="110" y="712"/>
                    <a:pt x="107" y="712"/>
                  </a:cubicBezTo>
                  <a:cubicBezTo>
                    <a:pt x="100" y="702"/>
                    <a:pt x="94" y="692"/>
                    <a:pt x="91" y="682"/>
                  </a:cubicBezTo>
                  <a:cubicBezTo>
                    <a:pt x="81" y="659"/>
                    <a:pt x="72" y="636"/>
                    <a:pt x="66" y="616"/>
                  </a:cubicBezTo>
                  <a:cubicBezTo>
                    <a:pt x="66" y="570"/>
                    <a:pt x="63" y="534"/>
                    <a:pt x="89" y="508"/>
                  </a:cubicBezTo>
                  <a:cubicBezTo>
                    <a:pt x="124" y="519"/>
                    <a:pt x="136" y="542"/>
                    <a:pt x="155" y="602"/>
                  </a:cubicBezTo>
                  <a:cubicBezTo>
                    <a:pt x="197" y="642"/>
                    <a:pt x="212" y="688"/>
                    <a:pt x="308" y="668"/>
                  </a:cubicBezTo>
                  <a:cubicBezTo>
                    <a:pt x="324" y="649"/>
                    <a:pt x="344" y="629"/>
                    <a:pt x="363" y="613"/>
                  </a:cubicBezTo>
                  <a:cubicBezTo>
                    <a:pt x="459" y="554"/>
                    <a:pt x="575" y="449"/>
                    <a:pt x="668" y="385"/>
                  </a:cubicBezTo>
                  <a:cubicBezTo>
                    <a:pt x="703" y="344"/>
                    <a:pt x="735" y="282"/>
                    <a:pt x="752" y="247"/>
                  </a:cubicBezTo>
                  <a:cubicBezTo>
                    <a:pt x="835" y="223"/>
                    <a:pt x="867" y="187"/>
                    <a:pt x="956" y="258"/>
                  </a:cubicBezTo>
                  <a:cubicBezTo>
                    <a:pt x="975" y="259"/>
                    <a:pt x="998" y="259"/>
                    <a:pt x="1020" y="260"/>
                  </a:cubicBezTo>
                  <a:cubicBezTo>
                    <a:pt x="1036" y="241"/>
                    <a:pt x="1052" y="222"/>
                    <a:pt x="1068" y="202"/>
                  </a:cubicBezTo>
                  <a:cubicBezTo>
                    <a:pt x="1069" y="150"/>
                    <a:pt x="1069" y="98"/>
                    <a:pt x="1069" y="48"/>
                  </a:cubicBezTo>
                  <a:cubicBezTo>
                    <a:pt x="1072" y="32"/>
                    <a:pt x="1079" y="16"/>
                    <a:pt x="1085" y="0"/>
                  </a:cubicBezTo>
                  <a:cubicBezTo>
                    <a:pt x="1121" y="1"/>
                    <a:pt x="1168" y="28"/>
                    <a:pt x="1213" y="98"/>
                  </a:cubicBezTo>
                  <a:cubicBezTo>
                    <a:pt x="1241" y="122"/>
                    <a:pt x="1254" y="151"/>
                    <a:pt x="1324" y="153"/>
                  </a:cubicBezTo>
                  <a:cubicBezTo>
                    <a:pt x="1340" y="137"/>
                    <a:pt x="1347" y="98"/>
                    <a:pt x="1347" y="88"/>
                  </a:cubicBezTo>
                  <a:cubicBezTo>
                    <a:pt x="1357" y="75"/>
                    <a:pt x="1366" y="66"/>
                    <a:pt x="1376" y="56"/>
                  </a:cubicBezTo>
                  <a:cubicBezTo>
                    <a:pt x="1382" y="63"/>
                    <a:pt x="1392" y="70"/>
                    <a:pt x="1401" y="80"/>
                  </a:cubicBezTo>
                  <a:cubicBezTo>
                    <a:pt x="1401" y="119"/>
                    <a:pt x="1404" y="158"/>
                    <a:pt x="1407" y="201"/>
                  </a:cubicBezTo>
                  <a:cubicBezTo>
                    <a:pt x="1458" y="255"/>
                    <a:pt x="1499" y="325"/>
                    <a:pt x="1578" y="408"/>
                  </a:cubicBezTo>
                  <a:cubicBezTo>
                    <a:pt x="1578" y="461"/>
                    <a:pt x="1578" y="513"/>
                    <a:pt x="1577" y="566"/>
                  </a:cubicBezTo>
                  <a:cubicBezTo>
                    <a:pt x="1590" y="582"/>
                    <a:pt x="1603" y="599"/>
                    <a:pt x="1618" y="619"/>
                  </a:cubicBezTo>
                  <a:cubicBezTo>
                    <a:pt x="1650" y="646"/>
                    <a:pt x="1685" y="673"/>
                    <a:pt x="1720" y="700"/>
                  </a:cubicBezTo>
                  <a:cubicBezTo>
                    <a:pt x="1746" y="717"/>
                    <a:pt x="1771" y="734"/>
                    <a:pt x="1797" y="751"/>
                  </a:cubicBezTo>
                  <a:cubicBezTo>
                    <a:pt x="1796" y="787"/>
                    <a:pt x="1610" y="907"/>
                    <a:pt x="1588" y="919"/>
                  </a:cubicBezTo>
                  <a:cubicBezTo>
                    <a:pt x="1569" y="935"/>
                    <a:pt x="1549" y="954"/>
                    <a:pt x="1530" y="974"/>
                  </a:cubicBezTo>
                  <a:cubicBezTo>
                    <a:pt x="1498" y="1009"/>
                    <a:pt x="1466" y="1044"/>
                    <a:pt x="1437" y="1083"/>
                  </a:cubicBezTo>
                  <a:cubicBezTo>
                    <a:pt x="1424" y="1118"/>
                    <a:pt x="1433" y="1155"/>
                    <a:pt x="1411" y="1203"/>
                  </a:cubicBezTo>
                  <a:cubicBezTo>
                    <a:pt x="1379" y="1215"/>
                    <a:pt x="1346" y="1228"/>
                    <a:pt x="1318" y="1243"/>
                  </a:cubicBezTo>
                  <a:cubicBezTo>
                    <a:pt x="1142" y="1275"/>
                    <a:pt x="1049" y="1341"/>
                    <a:pt x="946" y="1480"/>
                  </a:cubicBezTo>
                  <a:cubicBezTo>
                    <a:pt x="936" y="1496"/>
                    <a:pt x="929" y="1512"/>
                    <a:pt x="923" y="1531"/>
                  </a:cubicBezTo>
                  <a:cubicBezTo>
                    <a:pt x="907" y="1580"/>
                    <a:pt x="894" y="1632"/>
                    <a:pt x="881" y="1684"/>
                  </a:cubicBezTo>
                  <a:cubicBezTo>
                    <a:pt x="813" y="1705"/>
                    <a:pt x="769" y="1711"/>
                    <a:pt x="721" y="1713"/>
                  </a:cubicBezTo>
                  <a:close/>
                </a:path>
              </a:pathLst>
            </a:custGeom>
            <a:grpFill/>
            <a:ln w="8" cap="flat">
              <a:solidFill>
                <a:srgbClr val="FFFFFF"/>
              </a:solidFill>
              <a:prstDash val="solid"/>
              <a:miter lim="800000"/>
              <a:headEnd/>
              <a:tailEnd/>
            </a:ln>
          </p:spPr>
          <p:txBody>
            <a:bodyPr vert="horz" wrap="square" lIns="91424" tIns="45712" rIns="91424" bIns="45712" numCol="1" anchor="t" anchorCtr="0" compatLnSpc="1">
              <a:prstTxWarp prst="textNoShape">
                <a:avLst/>
              </a:prstTxWarp>
            </a:bodyPr>
            <a:lstStyle/>
            <a:p>
              <a:endParaRPr lang="zh-CN" altLang="en-US">
                <a:solidFill>
                  <a:srgbClr val="000000"/>
                </a:solidFill>
              </a:endParaRPr>
            </a:p>
          </p:txBody>
        </p:sp>
        <p:sp>
          <p:nvSpPr>
            <p:cNvPr id="88" name="Freeform 32"/>
            <p:cNvSpPr>
              <a:spLocks/>
            </p:cNvSpPr>
            <p:nvPr/>
          </p:nvSpPr>
          <p:spPr bwMode="auto">
            <a:xfrm>
              <a:off x="5746949" y="1429951"/>
              <a:ext cx="744492" cy="495278"/>
            </a:xfrm>
            <a:custGeom>
              <a:avLst/>
              <a:gdLst>
                <a:gd name="T0" fmla="*/ 1270 w 2595"/>
                <a:gd name="T1" fmla="*/ 1595 h 1727"/>
                <a:gd name="T2" fmla="*/ 1237 w 2595"/>
                <a:gd name="T3" fmla="*/ 1388 h 1727"/>
                <a:gd name="T4" fmla="*/ 1084 w 2595"/>
                <a:gd name="T5" fmla="*/ 1204 h 1727"/>
                <a:gd name="T6" fmla="*/ 1072 w 2595"/>
                <a:gd name="T7" fmla="*/ 1076 h 1727"/>
                <a:gd name="T8" fmla="*/ 941 w 2595"/>
                <a:gd name="T9" fmla="*/ 1135 h 1727"/>
                <a:gd name="T10" fmla="*/ 776 w 2595"/>
                <a:gd name="T11" fmla="*/ 984 h 1727"/>
                <a:gd name="T12" fmla="*/ 503 w 2595"/>
                <a:gd name="T13" fmla="*/ 633 h 1727"/>
                <a:gd name="T14" fmla="*/ 468 w 2595"/>
                <a:gd name="T15" fmla="*/ 580 h 1727"/>
                <a:gd name="T16" fmla="*/ 323 w 2595"/>
                <a:gd name="T17" fmla="*/ 746 h 1727"/>
                <a:gd name="T18" fmla="*/ 213 w 2595"/>
                <a:gd name="T19" fmla="*/ 508 h 1727"/>
                <a:gd name="T20" fmla="*/ 68 w 2595"/>
                <a:gd name="T21" fmla="*/ 245 h 1727"/>
                <a:gd name="T22" fmla="*/ 75 w 2595"/>
                <a:gd name="T23" fmla="*/ 128 h 1727"/>
                <a:gd name="T24" fmla="*/ 388 w 2595"/>
                <a:gd name="T25" fmla="*/ 113 h 1727"/>
                <a:gd name="T26" fmla="*/ 754 w 2595"/>
                <a:gd name="T27" fmla="*/ 308 h 1727"/>
                <a:gd name="T28" fmla="*/ 1068 w 2595"/>
                <a:gd name="T29" fmla="*/ 136 h 1727"/>
                <a:gd name="T30" fmla="*/ 1185 w 2595"/>
                <a:gd name="T31" fmla="*/ 329 h 1727"/>
                <a:gd name="T32" fmla="*/ 1386 w 2595"/>
                <a:gd name="T33" fmla="*/ 383 h 1727"/>
                <a:gd name="T34" fmla="*/ 1605 w 2595"/>
                <a:gd name="T35" fmla="*/ 592 h 1727"/>
                <a:gd name="T36" fmla="*/ 1702 w 2595"/>
                <a:gd name="T37" fmla="*/ 457 h 1727"/>
                <a:gd name="T38" fmla="*/ 1874 w 2595"/>
                <a:gd name="T39" fmla="*/ 641 h 1727"/>
                <a:gd name="T40" fmla="*/ 1953 w 2595"/>
                <a:gd name="T41" fmla="*/ 725 h 1727"/>
                <a:gd name="T42" fmla="*/ 2087 w 2595"/>
                <a:gd name="T43" fmla="*/ 673 h 1727"/>
                <a:gd name="T44" fmla="*/ 2129 w 2595"/>
                <a:gd name="T45" fmla="*/ 618 h 1727"/>
                <a:gd name="T46" fmla="*/ 2232 w 2595"/>
                <a:gd name="T47" fmla="*/ 542 h 1727"/>
                <a:gd name="T48" fmla="*/ 2287 w 2595"/>
                <a:gd name="T49" fmla="*/ 498 h 1727"/>
                <a:gd name="T50" fmla="*/ 2480 w 2595"/>
                <a:gd name="T51" fmla="*/ 679 h 1727"/>
                <a:gd name="T52" fmla="*/ 2546 w 2595"/>
                <a:gd name="T53" fmla="*/ 864 h 1727"/>
                <a:gd name="T54" fmla="*/ 2494 w 2595"/>
                <a:gd name="T55" fmla="*/ 1050 h 1727"/>
                <a:gd name="T56" fmla="*/ 2382 w 2595"/>
                <a:gd name="T57" fmla="*/ 1034 h 1727"/>
                <a:gd name="T58" fmla="*/ 2367 w 2595"/>
                <a:gd name="T59" fmla="*/ 893 h 1727"/>
                <a:gd name="T60" fmla="*/ 2126 w 2595"/>
                <a:gd name="T61" fmla="*/ 1142 h 1727"/>
                <a:gd name="T62" fmla="*/ 1905 w 2595"/>
                <a:gd name="T63" fmla="*/ 1356 h 1727"/>
                <a:gd name="T64" fmla="*/ 1936 w 2595"/>
                <a:gd name="T65" fmla="*/ 1494 h 1727"/>
                <a:gd name="T66" fmla="*/ 1552 w 2595"/>
                <a:gd name="T67" fmla="*/ 1494 h 1727"/>
                <a:gd name="T68" fmla="*/ 1468 w 2595"/>
                <a:gd name="T69" fmla="*/ 1718 h 1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95" h="1727">
                  <a:moveTo>
                    <a:pt x="1436" y="1727"/>
                  </a:moveTo>
                  <a:cubicBezTo>
                    <a:pt x="1391" y="1670"/>
                    <a:pt x="1299" y="1619"/>
                    <a:pt x="1270" y="1595"/>
                  </a:cubicBezTo>
                  <a:cubicBezTo>
                    <a:pt x="1261" y="1585"/>
                    <a:pt x="1255" y="1575"/>
                    <a:pt x="1248" y="1565"/>
                  </a:cubicBezTo>
                  <a:cubicBezTo>
                    <a:pt x="1249" y="1483"/>
                    <a:pt x="1262" y="1441"/>
                    <a:pt x="1237" y="1388"/>
                  </a:cubicBezTo>
                  <a:cubicBezTo>
                    <a:pt x="1179" y="1344"/>
                    <a:pt x="1179" y="1328"/>
                    <a:pt x="1167" y="1298"/>
                  </a:cubicBezTo>
                  <a:cubicBezTo>
                    <a:pt x="1138" y="1264"/>
                    <a:pt x="1110" y="1234"/>
                    <a:pt x="1084" y="1204"/>
                  </a:cubicBezTo>
                  <a:cubicBezTo>
                    <a:pt x="1081" y="1201"/>
                    <a:pt x="1078" y="1201"/>
                    <a:pt x="1075" y="1201"/>
                  </a:cubicBezTo>
                  <a:cubicBezTo>
                    <a:pt x="1072" y="1158"/>
                    <a:pt x="1072" y="1115"/>
                    <a:pt x="1072" y="1076"/>
                  </a:cubicBezTo>
                  <a:cubicBezTo>
                    <a:pt x="1037" y="1029"/>
                    <a:pt x="1018" y="1035"/>
                    <a:pt x="996" y="1035"/>
                  </a:cubicBezTo>
                  <a:cubicBezTo>
                    <a:pt x="960" y="1070"/>
                    <a:pt x="957" y="1086"/>
                    <a:pt x="941" y="1135"/>
                  </a:cubicBezTo>
                  <a:cubicBezTo>
                    <a:pt x="935" y="1132"/>
                    <a:pt x="928" y="1131"/>
                    <a:pt x="925" y="1131"/>
                  </a:cubicBezTo>
                  <a:cubicBezTo>
                    <a:pt x="877" y="1081"/>
                    <a:pt x="814" y="1011"/>
                    <a:pt x="776" y="984"/>
                  </a:cubicBezTo>
                  <a:cubicBezTo>
                    <a:pt x="616" y="960"/>
                    <a:pt x="613" y="907"/>
                    <a:pt x="595" y="796"/>
                  </a:cubicBezTo>
                  <a:cubicBezTo>
                    <a:pt x="570" y="720"/>
                    <a:pt x="525" y="673"/>
                    <a:pt x="503" y="633"/>
                  </a:cubicBezTo>
                  <a:cubicBezTo>
                    <a:pt x="500" y="616"/>
                    <a:pt x="497" y="600"/>
                    <a:pt x="494" y="583"/>
                  </a:cubicBezTo>
                  <a:cubicBezTo>
                    <a:pt x="484" y="580"/>
                    <a:pt x="475" y="580"/>
                    <a:pt x="468" y="580"/>
                  </a:cubicBezTo>
                  <a:cubicBezTo>
                    <a:pt x="436" y="605"/>
                    <a:pt x="404" y="634"/>
                    <a:pt x="372" y="662"/>
                  </a:cubicBezTo>
                  <a:cubicBezTo>
                    <a:pt x="356" y="688"/>
                    <a:pt x="340" y="717"/>
                    <a:pt x="323" y="746"/>
                  </a:cubicBezTo>
                  <a:cubicBezTo>
                    <a:pt x="260" y="695"/>
                    <a:pt x="273" y="617"/>
                    <a:pt x="248" y="590"/>
                  </a:cubicBezTo>
                  <a:cubicBezTo>
                    <a:pt x="235" y="561"/>
                    <a:pt x="222" y="534"/>
                    <a:pt x="213" y="508"/>
                  </a:cubicBezTo>
                  <a:cubicBezTo>
                    <a:pt x="213" y="468"/>
                    <a:pt x="213" y="432"/>
                    <a:pt x="214" y="396"/>
                  </a:cubicBezTo>
                  <a:cubicBezTo>
                    <a:pt x="163" y="326"/>
                    <a:pt x="112" y="286"/>
                    <a:pt x="68" y="245"/>
                  </a:cubicBezTo>
                  <a:cubicBezTo>
                    <a:pt x="0" y="244"/>
                    <a:pt x="46" y="143"/>
                    <a:pt x="55" y="130"/>
                  </a:cubicBezTo>
                  <a:cubicBezTo>
                    <a:pt x="62" y="127"/>
                    <a:pt x="68" y="127"/>
                    <a:pt x="75" y="128"/>
                  </a:cubicBezTo>
                  <a:cubicBezTo>
                    <a:pt x="129" y="165"/>
                    <a:pt x="179" y="222"/>
                    <a:pt x="269" y="224"/>
                  </a:cubicBezTo>
                  <a:cubicBezTo>
                    <a:pt x="314" y="196"/>
                    <a:pt x="346" y="144"/>
                    <a:pt x="388" y="113"/>
                  </a:cubicBezTo>
                  <a:cubicBezTo>
                    <a:pt x="430" y="42"/>
                    <a:pt x="475" y="0"/>
                    <a:pt x="535" y="113"/>
                  </a:cubicBezTo>
                  <a:cubicBezTo>
                    <a:pt x="547" y="205"/>
                    <a:pt x="633" y="276"/>
                    <a:pt x="754" y="308"/>
                  </a:cubicBezTo>
                  <a:cubicBezTo>
                    <a:pt x="809" y="290"/>
                    <a:pt x="866" y="272"/>
                    <a:pt x="924" y="257"/>
                  </a:cubicBezTo>
                  <a:cubicBezTo>
                    <a:pt x="972" y="216"/>
                    <a:pt x="1020" y="174"/>
                    <a:pt x="1068" y="136"/>
                  </a:cubicBezTo>
                  <a:cubicBezTo>
                    <a:pt x="1075" y="140"/>
                    <a:pt x="1084" y="143"/>
                    <a:pt x="1094" y="150"/>
                  </a:cubicBezTo>
                  <a:cubicBezTo>
                    <a:pt x="1093" y="202"/>
                    <a:pt x="1058" y="326"/>
                    <a:pt x="1185" y="329"/>
                  </a:cubicBezTo>
                  <a:cubicBezTo>
                    <a:pt x="1201" y="320"/>
                    <a:pt x="1221" y="314"/>
                    <a:pt x="1240" y="308"/>
                  </a:cubicBezTo>
                  <a:cubicBezTo>
                    <a:pt x="1294" y="253"/>
                    <a:pt x="1339" y="323"/>
                    <a:pt x="1386" y="383"/>
                  </a:cubicBezTo>
                  <a:cubicBezTo>
                    <a:pt x="1409" y="390"/>
                    <a:pt x="1434" y="398"/>
                    <a:pt x="1460" y="408"/>
                  </a:cubicBezTo>
                  <a:cubicBezTo>
                    <a:pt x="1482" y="451"/>
                    <a:pt x="1526" y="534"/>
                    <a:pt x="1605" y="592"/>
                  </a:cubicBezTo>
                  <a:cubicBezTo>
                    <a:pt x="1612" y="592"/>
                    <a:pt x="1621" y="592"/>
                    <a:pt x="1631" y="593"/>
                  </a:cubicBezTo>
                  <a:cubicBezTo>
                    <a:pt x="1676" y="548"/>
                    <a:pt x="1689" y="502"/>
                    <a:pt x="1702" y="457"/>
                  </a:cubicBezTo>
                  <a:cubicBezTo>
                    <a:pt x="1718" y="460"/>
                    <a:pt x="1737" y="467"/>
                    <a:pt x="1756" y="475"/>
                  </a:cubicBezTo>
                  <a:cubicBezTo>
                    <a:pt x="1769" y="524"/>
                    <a:pt x="1804" y="584"/>
                    <a:pt x="1874" y="641"/>
                  </a:cubicBezTo>
                  <a:cubicBezTo>
                    <a:pt x="1874" y="644"/>
                    <a:pt x="1874" y="648"/>
                    <a:pt x="1874" y="651"/>
                  </a:cubicBezTo>
                  <a:cubicBezTo>
                    <a:pt x="1899" y="675"/>
                    <a:pt x="1924" y="698"/>
                    <a:pt x="1953" y="725"/>
                  </a:cubicBezTo>
                  <a:cubicBezTo>
                    <a:pt x="1982" y="723"/>
                    <a:pt x="2014" y="720"/>
                    <a:pt x="2046" y="718"/>
                  </a:cubicBezTo>
                  <a:cubicBezTo>
                    <a:pt x="2059" y="702"/>
                    <a:pt x="2071" y="685"/>
                    <a:pt x="2087" y="673"/>
                  </a:cubicBezTo>
                  <a:cubicBezTo>
                    <a:pt x="2100" y="673"/>
                    <a:pt x="2123" y="651"/>
                    <a:pt x="2129" y="644"/>
                  </a:cubicBezTo>
                  <a:cubicBezTo>
                    <a:pt x="2129" y="635"/>
                    <a:pt x="2129" y="625"/>
                    <a:pt x="2129" y="618"/>
                  </a:cubicBezTo>
                  <a:cubicBezTo>
                    <a:pt x="2120" y="615"/>
                    <a:pt x="2113" y="611"/>
                    <a:pt x="2107" y="608"/>
                  </a:cubicBezTo>
                  <a:cubicBezTo>
                    <a:pt x="2107" y="565"/>
                    <a:pt x="2194" y="554"/>
                    <a:pt x="2232" y="542"/>
                  </a:cubicBezTo>
                  <a:cubicBezTo>
                    <a:pt x="2242" y="536"/>
                    <a:pt x="2251" y="530"/>
                    <a:pt x="2264" y="527"/>
                  </a:cubicBezTo>
                  <a:cubicBezTo>
                    <a:pt x="2271" y="517"/>
                    <a:pt x="2277" y="507"/>
                    <a:pt x="2287" y="498"/>
                  </a:cubicBezTo>
                  <a:cubicBezTo>
                    <a:pt x="2309" y="508"/>
                    <a:pt x="2299" y="560"/>
                    <a:pt x="2369" y="598"/>
                  </a:cubicBezTo>
                  <a:cubicBezTo>
                    <a:pt x="2404" y="625"/>
                    <a:pt x="2442" y="652"/>
                    <a:pt x="2480" y="679"/>
                  </a:cubicBezTo>
                  <a:cubicBezTo>
                    <a:pt x="2512" y="684"/>
                    <a:pt x="2544" y="691"/>
                    <a:pt x="2576" y="698"/>
                  </a:cubicBezTo>
                  <a:cubicBezTo>
                    <a:pt x="2576" y="731"/>
                    <a:pt x="2595" y="830"/>
                    <a:pt x="2546" y="864"/>
                  </a:cubicBezTo>
                  <a:cubicBezTo>
                    <a:pt x="2533" y="890"/>
                    <a:pt x="2524" y="916"/>
                    <a:pt x="2514" y="942"/>
                  </a:cubicBezTo>
                  <a:cubicBezTo>
                    <a:pt x="2507" y="978"/>
                    <a:pt x="2501" y="1014"/>
                    <a:pt x="2494" y="1050"/>
                  </a:cubicBezTo>
                  <a:cubicBezTo>
                    <a:pt x="2485" y="1050"/>
                    <a:pt x="2475" y="1053"/>
                    <a:pt x="2465" y="1056"/>
                  </a:cubicBezTo>
                  <a:cubicBezTo>
                    <a:pt x="2453" y="993"/>
                    <a:pt x="2386" y="1031"/>
                    <a:pt x="2382" y="1034"/>
                  </a:cubicBezTo>
                  <a:cubicBezTo>
                    <a:pt x="2376" y="1030"/>
                    <a:pt x="2370" y="1027"/>
                    <a:pt x="2367" y="1024"/>
                  </a:cubicBezTo>
                  <a:cubicBezTo>
                    <a:pt x="2367" y="978"/>
                    <a:pt x="2367" y="935"/>
                    <a:pt x="2367" y="893"/>
                  </a:cubicBezTo>
                  <a:cubicBezTo>
                    <a:pt x="2307" y="803"/>
                    <a:pt x="2265" y="841"/>
                    <a:pt x="2223" y="909"/>
                  </a:cubicBezTo>
                  <a:cubicBezTo>
                    <a:pt x="2207" y="990"/>
                    <a:pt x="2152" y="1061"/>
                    <a:pt x="2126" y="1142"/>
                  </a:cubicBezTo>
                  <a:cubicBezTo>
                    <a:pt x="2113" y="1155"/>
                    <a:pt x="2104" y="1171"/>
                    <a:pt x="2094" y="1187"/>
                  </a:cubicBezTo>
                  <a:cubicBezTo>
                    <a:pt x="1966" y="1276"/>
                    <a:pt x="1887" y="1152"/>
                    <a:pt x="1905" y="1356"/>
                  </a:cubicBezTo>
                  <a:cubicBezTo>
                    <a:pt x="1930" y="1379"/>
                    <a:pt x="1955" y="1403"/>
                    <a:pt x="1981" y="1427"/>
                  </a:cubicBezTo>
                  <a:cubicBezTo>
                    <a:pt x="1981" y="1446"/>
                    <a:pt x="1952" y="1478"/>
                    <a:pt x="1936" y="1494"/>
                  </a:cubicBezTo>
                  <a:cubicBezTo>
                    <a:pt x="1872" y="1512"/>
                    <a:pt x="1750" y="1489"/>
                    <a:pt x="1715" y="1472"/>
                  </a:cubicBezTo>
                  <a:cubicBezTo>
                    <a:pt x="1642" y="1395"/>
                    <a:pt x="1597" y="1446"/>
                    <a:pt x="1552" y="1494"/>
                  </a:cubicBezTo>
                  <a:cubicBezTo>
                    <a:pt x="1529" y="1559"/>
                    <a:pt x="1507" y="1624"/>
                    <a:pt x="1484" y="1689"/>
                  </a:cubicBezTo>
                  <a:cubicBezTo>
                    <a:pt x="1478" y="1699"/>
                    <a:pt x="1471" y="1708"/>
                    <a:pt x="1468" y="1718"/>
                  </a:cubicBezTo>
                  <a:cubicBezTo>
                    <a:pt x="1455" y="1721"/>
                    <a:pt x="1445" y="1724"/>
                    <a:pt x="1436" y="1727"/>
                  </a:cubicBezTo>
                  <a:close/>
                </a:path>
              </a:pathLst>
            </a:custGeom>
            <a:grpFill/>
            <a:ln w="8" cap="flat">
              <a:solidFill>
                <a:srgbClr val="FFFFFF"/>
              </a:solidFill>
              <a:prstDash val="solid"/>
              <a:miter lim="800000"/>
              <a:headEnd/>
              <a:tailEnd/>
            </a:ln>
          </p:spPr>
          <p:txBody>
            <a:bodyPr vert="horz" wrap="square" lIns="91424" tIns="45712" rIns="91424" bIns="45712" numCol="1" anchor="t" anchorCtr="0" compatLnSpc="1">
              <a:prstTxWarp prst="textNoShape">
                <a:avLst/>
              </a:prstTxWarp>
            </a:bodyPr>
            <a:lstStyle/>
            <a:p>
              <a:endParaRPr lang="zh-CN" altLang="en-US">
                <a:solidFill>
                  <a:srgbClr val="000000"/>
                </a:solidFill>
              </a:endParaRPr>
            </a:p>
          </p:txBody>
        </p:sp>
        <p:sp>
          <p:nvSpPr>
            <p:cNvPr id="89" name="Freeform 33"/>
            <p:cNvSpPr>
              <a:spLocks/>
            </p:cNvSpPr>
            <p:nvPr/>
          </p:nvSpPr>
          <p:spPr bwMode="auto">
            <a:xfrm>
              <a:off x="5607093" y="721211"/>
              <a:ext cx="971626" cy="909585"/>
            </a:xfrm>
            <a:custGeom>
              <a:avLst/>
              <a:gdLst>
                <a:gd name="T0" fmla="*/ 2335 w 3386"/>
                <a:gd name="T1" fmla="*/ 3046 h 3170"/>
                <a:gd name="T2" fmla="*/ 2109 w 3386"/>
                <a:gd name="T3" fmla="*/ 3024 h 3170"/>
                <a:gd name="T4" fmla="*/ 1966 w 3386"/>
                <a:gd name="T5" fmla="*/ 2847 h 3170"/>
                <a:gd name="T6" fmla="*/ 1727 w 3386"/>
                <a:gd name="T7" fmla="*/ 2726 h 3170"/>
                <a:gd name="T8" fmla="*/ 1616 w 3386"/>
                <a:gd name="T9" fmla="*/ 2612 h 3170"/>
                <a:gd name="T10" fmla="*/ 1472 w 3386"/>
                <a:gd name="T11" fmla="*/ 2638 h 3170"/>
                <a:gd name="T12" fmla="*/ 1219 w 3386"/>
                <a:gd name="T13" fmla="*/ 2740 h 3170"/>
                <a:gd name="T14" fmla="*/ 917 w 3386"/>
                <a:gd name="T15" fmla="*/ 2483 h 3170"/>
                <a:gd name="T16" fmla="*/ 863 w 3386"/>
                <a:gd name="T17" fmla="*/ 2426 h 3170"/>
                <a:gd name="T18" fmla="*/ 960 w 3386"/>
                <a:gd name="T19" fmla="*/ 2275 h 3170"/>
                <a:gd name="T20" fmla="*/ 835 w 3386"/>
                <a:gd name="T21" fmla="*/ 2304 h 3170"/>
                <a:gd name="T22" fmla="*/ 663 w 3386"/>
                <a:gd name="T23" fmla="*/ 2159 h 3170"/>
                <a:gd name="T24" fmla="*/ 786 w 3386"/>
                <a:gd name="T25" fmla="*/ 1939 h 3170"/>
                <a:gd name="T26" fmla="*/ 919 w 3386"/>
                <a:gd name="T27" fmla="*/ 1635 h 3170"/>
                <a:gd name="T28" fmla="*/ 998 w 3386"/>
                <a:gd name="T29" fmla="*/ 1811 h 3170"/>
                <a:gd name="T30" fmla="*/ 1108 w 3386"/>
                <a:gd name="T31" fmla="*/ 1568 h 3170"/>
                <a:gd name="T32" fmla="*/ 1033 w 3386"/>
                <a:gd name="T33" fmla="*/ 1189 h 3170"/>
                <a:gd name="T34" fmla="*/ 1063 w 3386"/>
                <a:gd name="T35" fmla="*/ 1026 h 3170"/>
                <a:gd name="T36" fmla="*/ 957 w 3386"/>
                <a:gd name="T37" fmla="*/ 516 h 3170"/>
                <a:gd name="T38" fmla="*/ 659 w 3386"/>
                <a:gd name="T39" fmla="*/ 669 h 3170"/>
                <a:gd name="T40" fmla="*/ 388 w 3386"/>
                <a:gd name="T41" fmla="*/ 584 h 3170"/>
                <a:gd name="T42" fmla="*/ 133 w 3386"/>
                <a:gd name="T43" fmla="*/ 492 h 3170"/>
                <a:gd name="T44" fmla="*/ 0 w 3386"/>
                <a:gd name="T45" fmla="*/ 368 h 3170"/>
                <a:gd name="T46" fmla="*/ 77 w 3386"/>
                <a:gd name="T47" fmla="*/ 186 h 3170"/>
                <a:gd name="T48" fmla="*/ 225 w 3386"/>
                <a:gd name="T49" fmla="*/ 39 h 3170"/>
                <a:gd name="T50" fmla="*/ 624 w 3386"/>
                <a:gd name="T51" fmla="*/ 82 h 3170"/>
                <a:gd name="T52" fmla="*/ 1137 w 3386"/>
                <a:gd name="T53" fmla="*/ 455 h 3170"/>
                <a:gd name="T54" fmla="*/ 1324 w 3386"/>
                <a:gd name="T55" fmla="*/ 728 h 3170"/>
                <a:gd name="T56" fmla="*/ 1494 w 3386"/>
                <a:gd name="T57" fmla="*/ 991 h 3170"/>
                <a:gd name="T58" fmla="*/ 1532 w 3386"/>
                <a:gd name="T59" fmla="*/ 1146 h 3170"/>
                <a:gd name="T60" fmla="*/ 1867 w 3386"/>
                <a:gd name="T61" fmla="*/ 1191 h 3170"/>
                <a:gd name="T62" fmla="*/ 2014 w 3386"/>
                <a:gd name="T63" fmla="*/ 1171 h 3170"/>
                <a:gd name="T64" fmla="*/ 2288 w 3386"/>
                <a:gd name="T65" fmla="*/ 1336 h 3170"/>
                <a:gd name="T66" fmla="*/ 2567 w 3386"/>
                <a:gd name="T67" fmla="*/ 1644 h 3170"/>
                <a:gd name="T68" fmla="*/ 2817 w 3386"/>
                <a:gd name="T69" fmla="*/ 1555 h 3170"/>
                <a:gd name="T70" fmla="*/ 3087 w 3386"/>
                <a:gd name="T71" fmla="*/ 1254 h 3170"/>
                <a:gd name="T72" fmla="*/ 3292 w 3386"/>
                <a:gd name="T73" fmla="*/ 1236 h 3170"/>
                <a:gd name="T74" fmla="*/ 3386 w 3386"/>
                <a:gd name="T75" fmla="*/ 1511 h 3170"/>
                <a:gd name="T76" fmla="*/ 3343 w 3386"/>
                <a:gd name="T77" fmla="*/ 1722 h 3170"/>
                <a:gd name="T78" fmla="*/ 3325 w 3386"/>
                <a:gd name="T79" fmla="*/ 2112 h 3170"/>
                <a:gd name="T80" fmla="*/ 3301 w 3386"/>
                <a:gd name="T81" fmla="*/ 2370 h 3170"/>
                <a:gd name="T82" fmla="*/ 3170 w 3386"/>
                <a:gd name="T83" fmla="*/ 2429 h 3170"/>
                <a:gd name="T84" fmla="*/ 2952 w 3386"/>
                <a:gd name="T85" fmla="*/ 2482 h 3170"/>
                <a:gd name="T86" fmla="*/ 2909 w 3386"/>
                <a:gd name="T87" fmla="*/ 2710 h 3170"/>
                <a:gd name="T88" fmla="*/ 3044 w 3386"/>
                <a:gd name="T89" fmla="*/ 3123 h 3170"/>
                <a:gd name="T90" fmla="*/ 2742 w 3386"/>
                <a:gd name="T91" fmla="*/ 2945 h 3170"/>
                <a:gd name="T92" fmla="*/ 2566 w 3386"/>
                <a:gd name="T93" fmla="*/ 3039 h 3170"/>
                <a:gd name="T94" fmla="*/ 2575 w 3386"/>
                <a:gd name="T95" fmla="*/ 3108 h 3170"/>
                <a:gd name="T96" fmla="*/ 2456 w 3386"/>
                <a:gd name="T97" fmla="*/ 3170 h 3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386" h="3170">
                  <a:moveTo>
                    <a:pt x="2456" y="3170"/>
                  </a:moveTo>
                  <a:cubicBezTo>
                    <a:pt x="2415" y="3127"/>
                    <a:pt x="2374" y="3086"/>
                    <a:pt x="2335" y="3046"/>
                  </a:cubicBezTo>
                  <a:cubicBezTo>
                    <a:pt x="2285" y="2937"/>
                    <a:pt x="2256" y="2887"/>
                    <a:pt x="2167" y="2898"/>
                  </a:cubicBezTo>
                  <a:cubicBezTo>
                    <a:pt x="2148" y="2940"/>
                    <a:pt x="2128" y="2982"/>
                    <a:pt x="2109" y="3024"/>
                  </a:cubicBezTo>
                  <a:cubicBezTo>
                    <a:pt x="2058" y="3023"/>
                    <a:pt x="1998" y="2900"/>
                    <a:pt x="1994" y="2887"/>
                  </a:cubicBezTo>
                  <a:cubicBezTo>
                    <a:pt x="1975" y="2886"/>
                    <a:pt x="1972" y="2857"/>
                    <a:pt x="1966" y="2847"/>
                  </a:cubicBezTo>
                  <a:cubicBezTo>
                    <a:pt x="1944" y="2840"/>
                    <a:pt x="1921" y="2833"/>
                    <a:pt x="1899" y="2829"/>
                  </a:cubicBezTo>
                  <a:cubicBezTo>
                    <a:pt x="1836" y="2722"/>
                    <a:pt x="1800" y="2735"/>
                    <a:pt x="1727" y="2726"/>
                  </a:cubicBezTo>
                  <a:cubicBezTo>
                    <a:pt x="1724" y="2729"/>
                    <a:pt x="1721" y="2736"/>
                    <a:pt x="1717" y="2742"/>
                  </a:cubicBezTo>
                  <a:cubicBezTo>
                    <a:pt x="1586" y="2805"/>
                    <a:pt x="1612" y="2677"/>
                    <a:pt x="1616" y="2612"/>
                  </a:cubicBezTo>
                  <a:cubicBezTo>
                    <a:pt x="1575" y="2568"/>
                    <a:pt x="1562" y="2575"/>
                    <a:pt x="1530" y="2574"/>
                  </a:cubicBezTo>
                  <a:cubicBezTo>
                    <a:pt x="1511" y="2593"/>
                    <a:pt x="1491" y="2615"/>
                    <a:pt x="1472" y="2638"/>
                  </a:cubicBezTo>
                  <a:cubicBezTo>
                    <a:pt x="1459" y="2644"/>
                    <a:pt x="1446" y="2650"/>
                    <a:pt x="1434" y="2660"/>
                  </a:cubicBezTo>
                  <a:cubicBezTo>
                    <a:pt x="1392" y="2718"/>
                    <a:pt x="1273" y="2734"/>
                    <a:pt x="1219" y="2740"/>
                  </a:cubicBezTo>
                  <a:cubicBezTo>
                    <a:pt x="1104" y="2688"/>
                    <a:pt x="1069" y="2654"/>
                    <a:pt x="1051" y="2565"/>
                  </a:cubicBezTo>
                  <a:cubicBezTo>
                    <a:pt x="987" y="2465"/>
                    <a:pt x="1000" y="2495"/>
                    <a:pt x="917" y="2483"/>
                  </a:cubicBezTo>
                  <a:cubicBezTo>
                    <a:pt x="914" y="2483"/>
                    <a:pt x="911" y="2486"/>
                    <a:pt x="907" y="2489"/>
                  </a:cubicBezTo>
                  <a:cubicBezTo>
                    <a:pt x="872" y="2472"/>
                    <a:pt x="863" y="2449"/>
                    <a:pt x="863" y="2426"/>
                  </a:cubicBezTo>
                  <a:cubicBezTo>
                    <a:pt x="892" y="2410"/>
                    <a:pt x="933" y="2415"/>
                    <a:pt x="975" y="2383"/>
                  </a:cubicBezTo>
                  <a:cubicBezTo>
                    <a:pt x="975" y="2331"/>
                    <a:pt x="966" y="2301"/>
                    <a:pt x="960" y="2275"/>
                  </a:cubicBezTo>
                  <a:cubicBezTo>
                    <a:pt x="950" y="2258"/>
                    <a:pt x="941" y="2245"/>
                    <a:pt x="934" y="2231"/>
                  </a:cubicBezTo>
                  <a:cubicBezTo>
                    <a:pt x="861" y="2230"/>
                    <a:pt x="867" y="2240"/>
                    <a:pt x="835" y="2304"/>
                  </a:cubicBezTo>
                  <a:cubicBezTo>
                    <a:pt x="774" y="2303"/>
                    <a:pt x="739" y="2253"/>
                    <a:pt x="704" y="2239"/>
                  </a:cubicBezTo>
                  <a:cubicBezTo>
                    <a:pt x="692" y="2186"/>
                    <a:pt x="685" y="2189"/>
                    <a:pt x="663" y="2159"/>
                  </a:cubicBezTo>
                  <a:cubicBezTo>
                    <a:pt x="660" y="2133"/>
                    <a:pt x="660" y="2107"/>
                    <a:pt x="661" y="2080"/>
                  </a:cubicBezTo>
                  <a:cubicBezTo>
                    <a:pt x="722" y="2036"/>
                    <a:pt x="750" y="1994"/>
                    <a:pt x="786" y="1939"/>
                  </a:cubicBezTo>
                  <a:cubicBezTo>
                    <a:pt x="799" y="1828"/>
                    <a:pt x="883" y="1781"/>
                    <a:pt x="915" y="1697"/>
                  </a:cubicBezTo>
                  <a:cubicBezTo>
                    <a:pt x="915" y="1674"/>
                    <a:pt x="915" y="1655"/>
                    <a:pt x="919" y="1635"/>
                  </a:cubicBezTo>
                  <a:cubicBezTo>
                    <a:pt x="941" y="1636"/>
                    <a:pt x="951" y="1655"/>
                    <a:pt x="957" y="1672"/>
                  </a:cubicBezTo>
                  <a:cubicBezTo>
                    <a:pt x="957" y="1711"/>
                    <a:pt x="928" y="1773"/>
                    <a:pt x="998" y="1811"/>
                  </a:cubicBezTo>
                  <a:cubicBezTo>
                    <a:pt x="1030" y="1811"/>
                    <a:pt x="1074" y="1819"/>
                    <a:pt x="1110" y="1784"/>
                  </a:cubicBezTo>
                  <a:cubicBezTo>
                    <a:pt x="1110" y="1712"/>
                    <a:pt x="1120" y="1614"/>
                    <a:pt x="1108" y="1568"/>
                  </a:cubicBezTo>
                  <a:cubicBezTo>
                    <a:pt x="1025" y="1481"/>
                    <a:pt x="1054" y="1432"/>
                    <a:pt x="1093" y="1364"/>
                  </a:cubicBezTo>
                  <a:cubicBezTo>
                    <a:pt x="1093" y="1289"/>
                    <a:pt x="1052" y="1200"/>
                    <a:pt x="1033" y="1189"/>
                  </a:cubicBezTo>
                  <a:cubicBezTo>
                    <a:pt x="1030" y="1163"/>
                    <a:pt x="1027" y="1137"/>
                    <a:pt x="1024" y="1110"/>
                  </a:cubicBezTo>
                  <a:cubicBezTo>
                    <a:pt x="1037" y="1081"/>
                    <a:pt x="1050" y="1052"/>
                    <a:pt x="1063" y="1026"/>
                  </a:cubicBezTo>
                  <a:cubicBezTo>
                    <a:pt x="1063" y="967"/>
                    <a:pt x="1089" y="922"/>
                    <a:pt x="1105" y="867"/>
                  </a:cubicBezTo>
                  <a:cubicBezTo>
                    <a:pt x="1106" y="739"/>
                    <a:pt x="1040" y="561"/>
                    <a:pt x="957" y="516"/>
                  </a:cubicBezTo>
                  <a:cubicBezTo>
                    <a:pt x="877" y="514"/>
                    <a:pt x="839" y="516"/>
                    <a:pt x="797" y="558"/>
                  </a:cubicBezTo>
                  <a:cubicBezTo>
                    <a:pt x="749" y="642"/>
                    <a:pt x="746" y="652"/>
                    <a:pt x="659" y="669"/>
                  </a:cubicBezTo>
                  <a:cubicBezTo>
                    <a:pt x="579" y="667"/>
                    <a:pt x="522" y="698"/>
                    <a:pt x="461" y="707"/>
                  </a:cubicBezTo>
                  <a:cubicBezTo>
                    <a:pt x="391" y="669"/>
                    <a:pt x="401" y="620"/>
                    <a:pt x="388" y="584"/>
                  </a:cubicBezTo>
                  <a:cubicBezTo>
                    <a:pt x="376" y="492"/>
                    <a:pt x="348" y="442"/>
                    <a:pt x="313" y="405"/>
                  </a:cubicBezTo>
                  <a:cubicBezTo>
                    <a:pt x="160" y="336"/>
                    <a:pt x="134" y="351"/>
                    <a:pt x="133" y="492"/>
                  </a:cubicBezTo>
                  <a:cubicBezTo>
                    <a:pt x="89" y="455"/>
                    <a:pt x="44" y="421"/>
                    <a:pt x="3" y="387"/>
                  </a:cubicBezTo>
                  <a:cubicBezTo>
                    <a:pt x="0" y="381"/>
                    <a:pt x="0" y="374"/>
                    <a:pt x="0" y="368"/>
                  </a:cubicBezTo>
                  <a:cubicBezTo>
                    <a:pt x="19" y="345"/>
                    <a:pt x="38" y="323"/>
                    <a:pt x="61" y="300"/>
                  </a:cubicBezTo>
                  <a:cubicBezTo>
                    <a:pt x="64" y="261"/>
                    <a:pt x="71" y="222"/>
                    <a:pt x="77" y="186"/>
                  </a:cubicBezTo>
                  <a:cubicBezTo>
                    <a:pt x="62" y="173"/>
                    <a:pt x="46" y="159"/>
                    <a:pt x="33" y="146"/>
                  </a:cubicBezTo>
                  <a:cubicBezTo>
                    <a:pt x="97" y="108"/>
                    <a:pt x="161" y="74"/>
                    <a:pt x="225" y="39"/>
                  </a:cubicBezTo>
                  <a:cubicBezTo>
                    <a:pt x="293" y="15"/>
                    <a:pt x="341" y="0"/>
                    <a:pt x="439" y="22"/>
                  </a:cubicBezTo>
                  <a:cubicBezTo>
                    <a:pt x="490" y="62"/>
                    <a:pt x="535" y="73"/>
                    <a:pt x="624" y="82"/>
                  </a:cubicBezTo>
                  <a:cubicBezTo>
                    <a:pt x="714" y="58"/>
                    <a:pt x="752" y="56"/>
                    <a:pt x="861" y="108"/>
                  </a:cubicBezTo>
                  <a:cubicBezTo>
                    <a:pt x="940" y="201"/>
                    <a:pt x="1029" y="331"/>
                    <a:pt x="1137" y="455"/>
                  </a:cubicBezTo>
                  <a:cubicBezTo>
                    <a:pt x="1155" y="505"/>
                    <a:pt x="1174" y="554"/>
                    <a:pt x="1196" y="607"/>
                  </a:cubicBezTo>
                  <a:cubicBezTo>
                    <a:pt x="1238" y="648"/>
                    <a:pt x="1279" y="688"/>
                    <a:pt x="1324" y="728"/>
                  </a:cubicBezTo>
                  <a:cubicBezTo>
                    <a:pt x="1374" y="795"/>
                    <a:pt x="1384" y="799"/>
                    <a:pt x="1393" y="907"/>
                  </a:cubicBezTo>
                  <a:cubicBezTo>
                    <a:pt x="1405" y="927"/>
                    <a:pt x="1450" y="954"/>
                    <a:pt x="1494" y="991"/>
                  </a:cubicBezTo>
                  <a:cubicBezTo>
                    <a:pt x="1498" y="998"/>
                    <a:pt x="1504" y="1008"/>
                    <a:pt x="1510" y="1018"/>
                  </a:cubicBezTo>
                  <a:cubicBezTo>
                    <a:pt x="1510" y="1054"/>
                    <a:pt x="1510" y="1077"/>
                    <a:pt x="1532" y="1146"/>
                  </a:cubicBezTo>
                  <a:cubicBezTo>
                    <a:pt x="1551" y="1160"/>
                    <a:pt x="1669" y="1166"/>
                    <a:pt x="1730" y="1148"/>
                  </a:cubicBezTo>
                  <a:cubicBezTo>
                    <a:pt x="1781" y="1149"/>
                    <a:pt x="1791" y="1143"/>
                    <a:pt x="1867" y="1191"/>
                  </a:cubicBezTo>
                  <a:cubicBezTo>
                    <a:pt x="1889" y="1191"/>
                    <a:pt x="1912" y="1192"/>
                    <a:pt x="1937" y="1192"/>
                  </a:cubicBezTo>
                  <a:cubicBezTo>
                    <a:pt x="1960" y="1170"/>
                    <a:pt x="1957" y="1170"/>
                    <a:pt x="2014" y="1171"/>
                  </a:cubicBezTo>
                  <a:cubicBezTo>
                    <a:pt x="2056" y="1209"/>
                    <a:pt x="2097" y="1249"/>
                    <a:pt x="2138" y="1289"/>
                  </a:cubicBezTo>
                  <a:cubicBezTo>
                    <a:pt x="2180" y="1290"/>
                    <a:pt x="2240" y="1285"/>
                    <a:pt x="2288" y="1336"/>
                  </a:cubicBezTo>
                  <a:cubicBezTo>
                    <a:pt x="2304" y="1375"/>
                    <a:pt x="2319" y="1415"/>
                    <a:pt x="2338" y="1455"/>
                  </a:cubicBezTo>
                  <a:cubicBezTo>
                    <a:pt x="2354" y="1530"/>
                    <a:pt x="2423" y="1729"/>
                    <a:pt x="2567" y="1644"/>
                  </a:cubicBezTo>
                  <a:cubicBezTo>
                    <a:pt x="2628" y="1636"/>
                    <a:pt x="2695" y="1614"/>
                    <a:pt x="2772" y="1590"/>
                  </a:cubicBezTo>
                  <a:cubicBezTo>
                    <a:pt x="2785" y="1577"/>
                    <a:pt x="2801" y="1565"/>
                    <a:pt x="2817" y="1555"/>
                  </a:cubicBezTo>
                  <a:cubicBezTo>
                    <a:pt x="2875" y="1452"/>
                    <a:pt x="2920" y="1410"/>
                    <a:pt x="3010" y="1337"/>
                  </a:cubicBezTo>
                  <a:cubicBezTo>
                    <a:pt x="3036" y="1309"/>
                    <a:pt x="3062" y="1280"/>
                    <a:pt x="3087" y="1254"/>
                  </a:cubicBezTo>
                  <a:cubicBezTo>
                    <a:pt x="3135" y="1213"/>
                    <a:pt x="3184" y="1172"/>
                    <a:pt x="3235" y="1130"/>
                  </a:cubicBezTo>
                  <a:cubicBezTo>
                    <a:pt x="3312" y="1145"/>
                    <a:pt x="3315" y="1132"/>
                    <a:pt x="3292" y="1236"/>
                  </a:cubicBezTo>
                  <a:cubicBezTo>
                    <a:pt x="3292" y="1279"/>
                    <a:pt x="3291" y="1325"/>
                    <a:pt x="3291" y="1371"/>
                  </a:cubicBezTo>
                  <a:cubicBezTo>
                    <a:pt x="3313" y="1397"/>
                    <a:pt x="3371" y="1438"/>
                    <a:pt x="3386" y="1511"/>
                  </a:cubicBezTo>
                  <a:cubicBezTo>
                    <a:pt x="3383" y="1553"/>
                    <a:pt x="3379" y="1596"/>
                    <a:pt x="3376" y="1641"/>
                  </a:cubicBezTo>
                  <a:cubicBezTo>
                    <a:pt x="3363" y="1667"/>
                    <a:pt x="3353" y="1693"/>
                    <a:pt x="3343" y="1722"/>
                  </a:cubicBezTo>
                  <a:cubicBezTo>
                    <a:pt x="3308" y="1758"/>
                    <a:pt x="3314" y="1830"/>
                    <a:pt x="3329" y="1905"/>
                  </a:cubicBezTo>
                  <a:cubicBezTo>
                    <a:pt x="3326" y="1974"/>
                    <a:pt x="3325" y="2043"/>
                    <a:pt x="3325" y="2112"/>
                  </a:cubicBezTo>
                  <a:cubicBezTo>
                    <a:pt x="3315" y="2151"/>
                    <a:pt x="3305" y="2193"/>
                    <a:pt x="3296" y="2235"/>
                  </a:cubicBezTo>
                  <a:cubicBezTo>
                    <a:pt x="3295" y="2278"/>
                    <a:pt x="3298" y="2324"/>
                    <a:pt x="3301" y="2370"/>
                  </a:cubicBezTo>
                  <a:cubicBezTo>
                    <a:pt x="3282" y="2389"/>
                    <a:pt x="3266" y="2411"/>
                    <a:pt x="3240" y="2424"/>
                  </a:cubicBezTo>
                  <a:cubicBezTo>
                    <a:pt x="3215" y="2423"/>
                    <a:pt x="3192" y="2426"/>
                    <a:pt x="3170" y="2429"/>
                  </a:cubicBezTo>
                  <a:cubicBezTo>
                    <a:pt x="3087" y="2400"/>
                    <a:pt x="3055" y="2403"/>
                    <a:pt x="3004" y="2398"/>
                  </a:cubicBezTo>
                  <a:cubicBezTo>
                    <a:pt x="2975" y="2427"/>
                    <a:pt x="2975" y="2453"/>
                    <a:pt x="2952" y="2482"/>
                  </a:cubicBezTo>
                  <a:cubicBezTo>
                    <a:pt x="2863" y="2503"/>
                    <a:pt x="2850" y="2535"/>
                    <a:pt x="2859" y="2630"/>
                  </a:cubicBezTo>
                  <a:cubicBezTo>
                    <a:pt x="2874" y="2657"/>
                    <a:pt x="2890" y="2684"/>
                    <a:pt x="2909" y="2710"/>
                  </a:cubicBezTo>
                  <a:cubicBezTo>
                    <a:pt x="2922" y="2789"/>
                    <a:pt x="2959" y="2888"/>
                    <a:pt x="3016" y="2995"/>
                  </a:cubicBezTo>
                  <a:cubicBezTo>
                    <a:pt x="3026" y="3037"/>
                    <a:pt x="3035" y="3080"/>
                    <a:pt x="3044" y="3123"/>
                  </a:cubicBezTo>
                  <a:cubicBezTo>
                    <a:pt x="2936" y="3120"/>
                    <a:pt x="2875" y="3034"/>
                    <a:pt x="2831" y="3009"/>
                  </a:cubicBezTo>
                  <a:cubicBezTo>
                    <a:pt x="2831" y="2941"/>
                    <a:pt x="2764" y="2923"/>
                    <a:pt x="2742" y="2945"/>
                  </a:cubicBezTo>
                  <a:cubicBezTo>
                    <a:pt x="2739" y="2951"/>
                    <a:pt x="2739" y="2958"/>
                    <a:pt x="2738" y="2968"/>
                  </a:cubicBezTo>
                  <a:cubicBezTo>
                    <a:pt x="2668" y="2976"/>
                    <a:pt x="2620" y="3014"/>
                    <a:pt x="2566" y="3039"/>
                  </a:cubicBezTo>
                  <a:cubicBezTo>
                    <a:pt x="2565" y="3058"/>
                    <a:pt x="2565" y="3078"/>
                    <a:pt x="2565" y="3098"/>
                  </a:cubicBezTo>
                  <a:cubicBezTo>
                    <a:pt x="2568" y="3101"/>
                    <a:pt x="2572" y="3104"/>
                    <a:pt x="2575" y="3108"/>
                  </a:cubicBezTo>
                  <a:cubicBezTo>
                    <a:pt x="2543" y="3123"/>
                    <a:pt x="2533" y="3136"/>
                    <a:pt x="2514" y="3155"/>
                  </a:cubicBezTo>
                  <a:cubicBezTo>
                    <a:pt x="2495" y="3158"/>
                    <a:pt x="2475" y="3164"/>
                    <a:pt x="2456" y="3170"/>
                  </a:cubicBezTo>
                  <a:close/>
                </a:path>
              </a:pathLst>
            </a:custGeom>
            <a:grpFill/>
            <a:ln w="8" cap="flat">
              <a:solidFill>
                <a:srgbClr val="FFFFFF"/>
              </a:solidFill>
              <a:prstDash val="solid"/>
              <a:miter lim="800000"/>
              <a:headEnd/>
              <a:tailEnd/>
            </a:ln>
          </p:spPr>
          <p:txBody>
            <a:bodyPr vert="horz" wrap="square" lIns="91424" tIns="45712" rIns="91424" bIns="45712" numCol="1" anchor="t" anchorCtr="0" compatLnSpc="1">
              <a:prstTxWarp prst="textNoShape">
                <a:avLst/>
              </a:prstTxWarp>
            </a:bodyPr>
            <a:lstStyle/>
            <a:p>
              <a:endParaRPr lang="zh-CN" altLang="en-US">
                <a:solidFill>
                  <a:srgbClr val="000000"/>
                </a:solidFill>
              </a:endParaRPr>
            </a:p>
          </p:txBody>
        </p:sp>
        <p:sp>
          <p:nvSpPr>
            <p:cNvPr id="90" name="Freeform 34"/>
            <p:cNvSpPr>
              <a:spLocks/>
            </p:cNvSpPr>
            <p:nvPr/>
          </p:nvSpPr>
          <p:spPr bwMode="auto">
            <a:xfrm>
              <a:off x="3643864" y="1802197"/>
              <a:ext cx="1235564" cy="1102017"/>
            </a:xfrm>
            <a:custGeom>
              <a:avLst/>
              <a:gdLst>
                <a:gd name="T0" fmla="*/ 3758 w 4310"/>
                <a:gd name="T1" fmla="*/ 2973 h 3842"/>
                <a:gd name="T2" fmla="*/ 3714 w 4310"/>
                <a:gd name="T3" fmla="*/ 3340 h 3842"/>
                <a:gd name="T4" fmla="*/ 3553 w 4310"/>
                <a:gd name="T5" fmla="*/ 3513 h 3842"/>
                <a:gd name="T6" fmla="*/ 3575 w 4310"/>
                <a:gd name="T7" fmla="*/ 3648 h 3842"/>
                <a:gd name="T8" fmla="*/ 3542 w 4310"/>
                <a:gd name="T9" fmla="*/ 3791 h 3842"/>
                <a:gd name="T10" fmla="*/ 3222 w 4310"/>
                <a:gd name="T11" fmla="*/ 3842 h 3842"/>
                <a:gd name="T12" fmla="*/ 3130 w 4310"/>
                <a:gd name="T13" fmla="*/ 3764 h 3842"/>
                <a:gd name="T14" fmla="*/ 3045 w 4310"/>
                <a:gd name="T15" fmla="*/ 3572 h 3842"/>
                <a:gd name="T16" fmla="*/ 2838 w 4310"/>
                <a:gd name="T17" fmla="*/ 3413 h 3842"/>
                <a:gd name="T18" fmla="*/ 2551 w 4310"/>
                <a:gd name="T19" fmla="*/ 3295 h 3842"/>
                <a:gd name="T20" fmla="*/ 2537 w 4310"/>
                <a:gd name="T21" fmla="*/ 3524 h 3842"/>
                <a:gd name="T22" fmla="*/ 2412 w 4310"/>
                <a:gd name="T23" fmla="*/ 3569 h 3842"/>
                <a:gd name="T24" fmla="*/ 2108 w 4310"/>
                <a:gd name="T25" fmla="*/ 3185 h 3842"/>
                <a:gd name="T26" fmla="*/ 2337 w 4310"/>
                <a:gd name="T27" fmla="*/ 3263 h 3842"/>
                <a:gd name="T28" fmla="*/ 2485 w 4310"/>
                <a:gd name="T29" fmla="*/ 3178 h 3842"/>
                <a:gd name="T30" fmla="*/ 2592 w 4310"/>
                <a:gd name="T31" fmla="*/ 2821 h 3842"/>
                <a:gd name="T32" fmla="*/ 2734 w 4310"/>
                <a:gd name="T33" fmla="*/ 2723 h 3842"/>
                <a:gd name="T34" fmla="*/ 2675 w 4310"/>
                <a:gd name="T35" fmla="*/ 2410 h 3842"/>
                <a:gd name="T36" fmla="*/ 2593 w 4310"/>
                <a:gd name="T37" fmla="*/ 2150 h 3842"/>
                <a:gd name="T38" fmla="*/ 2367 w 4310"/>
                <a:gd name="T39" fmla="*/ 1987 h 3842"/>
                <a:gd name="T40" fmla="*/ 1995 w 4310"/>
                <a:gd name="T41" fmla="*/ 1656 h 3842"/>
                <a:gd name="T42" fmla="*/ 1829 w 4310"/>
                <a:gd name="T43" fmla="*/ 1669 h 3842"/>
                <a:gd name="T44" fmla="*/ 1562 w 4310"/>
                <a:gd name="T45" fmla="*/ 1482 h 3842"/>
                <a:gd name="T46" fmla="*/ 1154 w 4310"/>
                <a:gd name="T47" fmla="*/ 1373 h 3842"/>
                <a:gd name="T48" fmla="*/ 1111 w 4310"/>
                <a:gd name="T49" fmla="*/ 1572 h 3842"/>
                <a:gd name="T50" fmla="*/ 700 w 4310"/>
                <a:gd name="T51" fmla="*/ 1349 h 3842"/>
                <a:gd name="T52" fmla="*/ 120 w 4310"/>
                <a:gd name="T53" fmla="*/ 1187 h 3842"/>
                <a:gd name="T54" fmla="*/ 53 w 4310"/>
                <a:gd name="T55" fmla="*/ 1034 h 3842"/>
                <a:gd name="T56" fmla="*/ 112 w 4310"/>
                <a:gd name="T57" fmla="*/ 790 h 3842"/>
                <a:gd name="T58" fmla="*/ 394 w 4310"/>
                <a:gd name="T59" fmla="*/ 650 h 3842"/>
                <a:gd name="T60" fmla="*/ 757 w 4310"/>
                <a:gd name="T61" fmla="*/ 414 h 3842"/>
                <a:gd name="T62" fmla="*/ 969 w 4310"/>
                <a:gd name="T63" fmla="*/ 239 h 3842"/>
                <a:gd name="T64" fmla="*/ 1353 w 4310"/>
                <a:gd name="T65" fmla="*/ 104 h 3842"/>
                <a:gd name="T66" fmla="*/ 1421 w 4310"/>
                <a:gd name="T67" fmla="*/ 385 h 3842"/>
                <a:gd name="T68" fmla="*/ 1385 w 4310"/>
                <a:gd name="T69" fmla="*/ 616 h 3842"/>
                <a:gd name="T70" fmla="*/ 1541 w 4310"/>
                <a:gd name="T71" fmla="*/ 790 h 3842"/>
                <a:gd name="T72" fmla="*/ 1629 w 4310"/>
                <a:gd name="T73" fmla="*/ 937 h 3842"/>
                <a:gd name="T74" fmla="*/ 2029 w 4310"/>
                <a:gd name="T75" fmla="*/ 907 h 3842"/>
                <a:gd name="T76" fmla="*/ 1854 w 4310"/>
                <a:gd name="T77" fmla="*/ 1191 h 3842"/>
                <a:gd name="T78" fmla="*/ 2096 w 4310"/>
                <a:gd name="T79" fmla="*/ 1371 h 3842"/>
                <a:gd name="T80" fmla="*/ 2289 w 4310"/>
                <a:gd name="T81" fmla="*/ 1647 h 3842"/>
                <a:gd name="T82" fmla="*/ 2562 w 4310"/>
                <a:gd name="T83" fmla="*/ 1474 h 3842"/>
                <a:gd name="T84" fmla="*/ 2760 w 4310"/>
                <a:gd name="T85" fmla="*/ 1528 h 3842"/>
                <a:gd name="T86" fmla="*/ 3029 w 4310"/>
                <a:gd name="T87" fmla="*/ 1404 h 3842"/>
                <a:gd name="T88" fmla="*/ 2922 w 4310"/>
                <a:gd name="T89" fmla="*/ 1637 h 3842"/>
                <a:gd name="T90" fmla="*/ 2923 w 4310"/>
                <a:gd name="T91" fmla="*/ 2020 h 3842"/>
                <a:gd name="T92" fmla="*/ 3101 w 4310"/>
                <a:gd name="T93" fmla="*/ 2130 h 3842"/>
                <a:gd name="T94" fmla="*/ 3362 w 4310"/>
                <a:gd name="T95" fmla="*/ 2365 h 3842"/>
                <a:gd name="T96" fmla="*/ 3421 w 4310"/>
                <a:gd name="T97" fmla="*/ 2724 h 3842"/>
                <a:gd name="T98" fmla="*/ 3709 w 4310"/>
                <a:gd name="T99" fmla="*/ 2811 h 3842"/>
                <a:gd name="T100" fmla="*/ 3792 w 4310"/>
                <a:gd name="T101" fmla="*/ 2543 h 3842"/>
                <a:gd name="T102" fmla="*/ 3774 w 4310"/>
                <a:gd name="T103" fmla="*/ 2337 h 3842"/>
                <a:gd name="T104" fmla="*/ 3845 w 4310"/>
                <a:gd name="T105" fmla="*/ 2227 h 3842"/>
                <a:gd name="T106" fmla="*/ 3906 w 4310"/>
                <a:gd name="T107" fmla="*/ 2261 h 3842"/>
                <a:gd name="T108" fmla="*/ 4109 w 4310"/>
                <a:gd name="T109" fmla="*/ 2417 h 3842"/>
                <a:gd name="T110" fmla="*/ 4310 w 4310"/>
                <a:gd name="T111" fmla="*/ 2527 h 3842"/>
                <a:gd name="T112" fmla="*/ 4286 w 4310"/>
                <a:gd name="T113" fmla="*/ 2808 h 3842"/>
                <a:gd name="T114" fmla="*/ 4206 w 4310"/>
                <a:gd name="T115" fmla="*/ 2878 h 3842"/>
                <a:gd name="T116" fmla="*/ 4042 w 4310"/>
                <a:gd name="T117" fmla="*/ 3044 h 38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10" h="3842">
                  <a:moveTo>
                    <a:pt x="4013" y="3050"/>
                  </a:moveTo>
                  <a:cubicBezTo>
                    <a:pt x="3913" y="2968"/>
                    <a:pt x="3841" y="2971"/>
                    <a:pt x="3758" y="2973"/>
                  </a:cubicBezTo>
                  <a:cubicBezTo>
                    <a:pt x="3741" y="2981"/>
                    <a:pt x="3719" y="2988"/>
                    <a:pt x="3691" y="2993"/>
                  </a:cubicBezTo>
                  <a:cubicBezTo>
                    <a:pt x="3623" y="3092"/>
                    <a:pt x="3657" y="3211"/>
                    <a:pt x="3714" y="3340"/>
                  </a:cubicBezTo>
                  <a:cubicBezTo>
                    <a:pt x="3717" y="3393"/>
                    <a:pt x="3726" y="3445"/>
                    <a:pt x="3707" y="3517"/>
                  </a:cubicBezTo>
                  <a:cubicBezTo>
                    <a:pt x="3655" y="3516"/>
                    <a:pt x="3604" y="3514"/>
                    <a:pt x="3553" y="3513"/>
                  </a:cubicBezTo>
                  <a:cubicBezTo>
                    <a:pt x="3502" y="3538"/>
                    <a:pt x="3521" y="3535"/>
                    <a:pt x="3511" y="3600"/>
                  </a:cubicBezTo>
                  <a:cubicBezTo>
                    <a:pt x="3530" y="3614"/>
                    <a:pt x="3553" y="3631"/>
                    <a:pt x="3575" y="3648"/>
                  </a:cubicBezTo>
                  <a:cubicBezTo>
                    <a:pt x="3575" y="3664"/>
                    <a:pt x="3575" y="3681"/>
                    <a:pt x="3575" y="3697"/>
                  </a:cubicBezTo>
                  <a:cubicBezTo>
                    <a:pt x="3562" y="3726"/>
                    <a:pt x="3552" y="3759"/>
                    <a:pt x="3542" y="3791"/>
                  </a:cubicBezTo>
                  <a:cubicBezTo>
                    <a:pt x="3465" y="3789"/>
                    <a:pt x="3446" y="3825"/>
                    <a:pt x="3395" y="3840"/>
                  </a:cubicBezTo>
                  <a:cubicBezTo>
                    <a:pt x="3337" y="3838"/>
                    <a:pt x="3280" y="3840"/>
                    <a:pt x="3222" y="3842"/>
                  </a:cubicBezTo>
                  <a:cubicBezTo>
                    <a:pt x="3216" y="3839"/>
                    <a:pt x="3210" y="3835"/>
                    <a:pt x="3206" y="3835"/>
                  </a:cubicBezTo>
                  <a:cubicBezTo>
                    <a:pt x="3178" y="3789"/>
                    <a:pt x="3146" y="3765"/>
                    <a:pt x="3130" y="3764"/>
                  </a:cubicBezTo>
                  <a:cubicBezTo>
                    <a:pt x="3124" y="3748"/>
                    <a:pt x="3117" y="3731"/>
                    <a:pt x="3111" y="3715"/>
                  </a:cubicBezTo>
                  <a:cubicBezTo>
                    <a:pt x="3089" y="3665"/>
                    <a:pt x="3067" y="3619"/>
                    <a:pt x="3045" y="3572"/>
                  </a:cubicBezTo>
                  <a:cubicBezTo>
                    <a:pt x="3019" y="3552"/>
                    <a:pt x="2994" y="3532"/>
                    <a:pt x="2972" y="3512"/>
                  </a:cubicBezTo>
                  <a:cubicBezTo>
                    <a:pt x="2934" y="3448"/>
                    <a:pt x="2870" y="3424"/>
                    <a:pt x="2838" y="3413"/>
                  </a:cubicBezTo>
                  <a:cubicBezTo>
                    <a:pt x="2816" y="3400"/>
                    <a:pt x="2797" y="3386"/>
                    <a:pt x="2778" y="3372"/>
                  </a:cubicBezTo>
                  <a:cubicBezTo>
                    <a:pt x="2702" y="3210"/>
                    <a:pt x="2670" y="3222"/>
                    <a:pt x="2551" y="3295"/>
                  </a:cubicBezTo>
                  <a:cubicBezTo>
                    <a:pt x="2506" y="3339"/>
                    <a:pt x="2503" y="3326"/>
                    <a:pt x="2503" y="3408"/>
                  </a:cubicBezTo>
                  <a:cubicBezTo>
                    <a:pt x="2519" y="3431"/>
                    <a:pt x="2538" y="3465"/>
                    <a:pt x="2537" y="3524"/>
                  </a:cubicBezTo>
                  <a:cubicBezTo>
                    <a:pt x="2512" y="3539"/>
                    <a:pt x="2499" y="3555"/>
                    <a:pt x="2460" y="3567"/>
                  </a:cubicBezTo>
                  <a:cubicBezTo>
                    <a:pt x="2444" y="3567"/>
                    <a:pt x="2428" y="3567"/>
                    <a:pt x="2412" y="3569"/>
                  </a:cubicBezTo>
                  <a:cubicBezTo>
                    <a:pt x="2310" y="3508"/>
                    <a:pt x="2221" y="3437"/>
                    <a:pt x="2171" y="3370"/>
                  </a:cubicBezTo>
                  <a:cubicBezTo>
                    <a:pt x="2104" y="3336"/>
                    <a:pt x="2108" y="3211"/>
                    <a:pt x="2108" y="3185"/>
                  </a:cubicBezTo>
                  <a:cubicBezTo>
                    <a:pt x="2149" y="3186"/>
                    <a:pt x="2191" y="3187"/>
                    <a:pt x="2236" y="3192"/>
                  </a:cubicBezTo>
                  <a:cubicBezTo>
                    <a:pt x="2267" y="3215"/>
                    <a:pt x="2302" y="3239"/>
                    <a:pt x="2337" y="3263"/>
                  </a:cubicBezTo>
                  <a:cubicBezTo>
                    <a:pt x="2389" y="3264"/>
                    <a:pt x="2440" y="3285"/>
                    <a:pt x="2485" y="3227"/>
                  </a:cubicBezTo>
                  <a:cubicBezTo>
                    <a:pt x="2485" y="3211"/>
                    <a:pt x="2485" y="3195"/>
                    <a:pt x="2485" y="3178"/>
                  </a:cubicBezTo>
                  <a:cubicBezTo>
                    <a:pt x="2440" y="3135"/>
                    <a:pt x="2393" y="3091"/>
                    <a:pt x="2383" y="3068"/>
                  </a:cubicBezTo>
                  <a:cubicBezTo>
                    <a:pt x="2451" y="3027"/>
                    <a:pt x="2573" y="2899"/>
                    <a:pt x="2592" y="2821"/>
                  </a:cubicBezTo>
                  <a:cubicBezTo>
                    <a:pt x="2621" y="2809"/>
                    <a:pt x="2657" y="2793"/>
                    <a:pt x="2676" y="2774"/>
                  </a:cubicBezTo>
                  <a:cubicBezTo>
                    <a:pt x="2692" y="2774"/>
                    <a:pt x="2718" y="2739"/>
                    <a:pt x="2734" y="2723"/>
                  </a:cubicBezTo>
                  <a:cubicBezTo>
                    <a:pt x="2731" y="2680"/>
                    <a:pt x="2728" y="2638"/>
                    <a:pt x="2728" y="2595"/>
                  </a:cubicBezTo>
                  <a:cubicBezTo>
                    <a:pt x="2658" y="2521"/>
                    <a:pt x="2687" y="2424"/>
                    <a:pt x="2675" y="2410"/>
                  </a:cubicBezTo>
                  <a:cubicBezTo>
                    <a:pt x="2653" y="2357"/>
                    <a:pt x="2631" y="2304"/>
                    <a:pt x="2612" y="2255"/>
                  </a:cubicBezTo>
                  <a:cubicBezTo>
                    <a:pt x="2606" y="2219"/>
                    <a:pt x="2599" y="2183"/>
                    <a:pt x="2593" y="2150"/>
                  </a:cubicBezTo>
                  <a:cubicBezTo>
                    <a:pt x="2568" y="2090"/>
                    <a:pt x="2527" y="1997"/>
                    <a:pt x="2511" y="1990"/>
                  </a:cubicBezTo>
                  <a:cubicBezTo>
                    <a:pt x="2463" y="1989"/>
                    <a:pt x="2415" y="1988"/>
                    <a:pt x="2367" y="1987"/>
                  </a:cubicBezTo>
                  <a:cubicBezTo>
                    <a:pt x="2278" y="1955"/>
                    <a:pt x="2186" y="1864"/>
                    <a:pt x="2138" y="1840"/>
                  </a:cubicBezTo>
                  <a:cubicBezTo>
                    <a:pt x="2091" y="1777"/>
                    <a:pt x="2043" y="1717"/>
                    <a:pt x="1995" y="1656"/>
                  </a:cubicBezTo>
                  <a:cubicBezTo>
                    <a:pt x="1944" y="1655"/>
                    <a:pt x="1938" y="1665"/>
                    <a:pt x="1906" y="1674"/>
                  </a:cubicBezTo>
                  <a:cubicBezTo>
                    <a:pt x="1880" y="1670"/>
                    <a:pt x="1855" y="1669"/>
                    <a:pt x="1829" y="1669"/>
                  </a:cubicBezTo>
                  <a:cubicBezTo>
                    <a:pt x="1782" y="1625"/>
                    <a:pt x="1734" y="1584"/>
                    <a:pt x="1689" y="1544"/>
                  </a:cubicBezTo>
                  <a:cubicBezTo>
                    <a:pt x="1645" y="1523"/>
                    <a:pt x="1603" y="1502"/>
                    <a:pt x="1562" y="1482"/>
                  </a:cubicBezTo>
                  <a:cubicBezTo>
                    <a:pt x="1482" y="1476"/>
                    <a:pt x="1415" y="1455"/>
                    <a:pt x="1371" y="1441"/>
                  </a:cubicBezTo>
                  <a:cubicBezTo>
                    <a:pt x="1272" y="1360"/>
                    <a:pt x="1243" y="1379"/>
                    <a:pt x="1154" y="1373"/>
                  </a:cubicBezTo>
                  <a:cubicBezTo>
                    <a:pt x="1134" y="1383"/>
                    <a:pt x="1115" y="1395"/>
                    <a:pt x="1099" y="1408"/>
                  </a:cubicBezTo>
                  <a:cubicBezTo>
                    <a:pt x="1099" y="1457"/>
                    <a:pt x="1127" y="1497"/>
                    <a:pt x="1111" y="1572"/>
                  </a:cubicBezTo>
                  <a:cubicBezTo>
                    <a:pt x="1024" y="1658"/>
                    <a:pt x="862" y="1497"/>
                    <a:pt x="824" y="1450"/>
                  </a:cubicBezTo>
                  <a:cubicBezTo>
                    <a:pt x="783" y="1416"/>
                    <a:pt x="741" y="1382"/>
                    <a:pt x="700" y="1349"/>
                  </a:cubicBezTo>
                  <a:cubicBezTo>
                    <a:pt x="614" y="1297"/>
                    <a:pt x="541" y="1250"/>
                    <a:pt x="477" y="1228"/>
                  </a:cubicBezTo>
                  <a:cubicBezTo>
                    <a:pt x="353" y="1225"/>
                    <a:pt x="215" y="1238"/>
                    <a:pt x="120" y="1187"/>
                  </a:cubicBezTo>
                  <a:cubicBezTo>
                    <a:pt x="107" y="1183"/>
                    <a:pt x="97" y="1183"/>
                    <a:pt x="88" y="1183"/>
                  </a:cubicBezTo>
                  <a:cubicBezTo>
                    <a:pt x="85" y="1133"/>
                    <a:pt x="63" y="1044"/>
                    <a:pt x="53" y="1034"/>
                  </a:cubicBezTo>
                  <a:cubicBezTo>
                    <a:pt x="41" y="962"/>
                    <a:pt x="0" y="905"/>
                    <a:pt x="64" y="887"/>
                  </a:cubicBezTo>
                  <a:cubicBezTo>
                    <a:pt x="83" y="855"/>
                    <a:pt x="103" y="826"/>
                    <a:pt x="112" y="790"/>
                  </a:cubicBezTo>
                  <a:cubicBezTo>
                    <a:pt x="183" y="792"/>
                    <a:pt x="298" y="795"/>
                    <a:pt x="362" y="731"/>
                  </a:cubicBezTo>
                  <a:cubicBezTo>
                    <a:pt x="372" y="702"/>
                    <a:pt x="381" y="676"/>
                    <a:pt x="394" y="650"/>
                  </a:cubicBezTo>
                  <a:cubicBezTo>
                    <a:pt x="417" y="624"/>
                    <a:pt x="439" y="599"/>
                    <a:pt x="462" y="576"/>
                  </a:cubicBezTo>
                  <a:cubicBezTo>
                    <a:pt x="523" y="418"/>
                    <a:pt x="581" y="429"/>
                    <a:pt x="757" y="414"/>
                  </a:cubicBezTo>
                  <a:cubicBezTo>
                    <a:pt x="779" y="414"/>
                    <a:pt x="945" y="431"/>
                    <a:pt x="993" y="384"/>
                  </a:cubicBezTo>
                  <a:cubicBezTo>
                    <a:pt x="984" y="334"/>
                    <a:pt x="975" y="285"/>
                    <a:pt x="969" y="239"/>
                  </a:cubicBezTo>
                  <a:cubicBezTo>
                    <a:pt x="969" y="150"/>
                    <a:pt x="973" y="0"/>
                    <a:pt x="1088" y="62"/>
                  </a:cubicBezTo>
                  <a:cubicBezTo>
                    <a:pt x="1174" y="74"/>
                    <a:pt x="1263" y="89"/>
                    <a:pt x="1353" y="104"/>
                  </a:cubicBezTo>
                  <a:cubicBezTo>
                    <a:pt x="1340" y="134"/>
                    <a:pt x="1343" y="186"/>
                    <a:pt x="1346" y="239"/>
                  </a:cubicBezTo>
                  <a:cubicBezTo>
                    <a:pt x="1374" y="282"/>
                    <a:pt x="1400" y="312"/>
                    <a:pt x="1421" y="385"/>
                  </a:cubicBezTo>
                  <a:cubicBezTo>
                    <a:pt x="1421" y="411"/>
                    <a:pt x="1421" y="437"/>
                    <a:pt x="1421" y="463"/>
                  </a:cubicBezTo>
                  <a:cubicBezTo>
                    <a:pt x="1405" y="505"/>
                    <a:pt x="1376" y="550"/>
                    <a:pt x="1385" y="616"/>
                  </a:cubicBezTo>
                  <a:cubicBezTo>
                    <a:pt x="1429" y="660"/>
                    <a:pt x="1474" y="703"/>
                    <a:pt x="1518" y="750"/>
                  </a:cubicBezTo>
                  <a:cubicBezTo>
                    <a:pt x="1525" y="764"/>
                    <a:pt x="1531" y="777"/>
                    <a:pt x="1541" y="790"/>
                  </a:cubicBezTo>
                  <a:cubicBezTo>
                    <a:pt x="1537" y="833"/>
                    <a:pt x="1537" y="875"/>
                    <a:pt x="1537" y="921"/>
                  </a:cubicBezTo>
                  <a:cubicBezTo>
                    <a:pt x="1546" y="931"/>
                    <a:pt x="1584" y="935"/>
                    <a:pt x="1629" y="937"/>
                  </a:cubicBezTo>
                  <a:cubicBezTo>
                    <a:pt x="1719" y="867"/>
                    <a:pt x="1872" y="851"/>
                    <a:pt x="2013" y="855"/>
                  </a:cubicBezTo>
                  <a:cubicBezTo>
                    <a:pt x="2016" y="871"/>
                    <a:pt x="2022" y="888"/>
                    <a:pt x="2029" y="907"/>
                  </a:cubicBezTo>
                  <a:cubicBezTo>
                    <a:pt x="2013" y="936"/>
                    <a:pt x="2000" y="969"/>
                    <a:pt x="1987" y="1001"/>
                  </a:cubicBezTo>
                  <a:cubicBezTo>
                    <a:pt x="1919" y="1078"/>
                    <a:pt x="1839" y="1070"/>
                    <a:pt x="1854" y="1191"/>
                  </a:cubicBezTo>
                  <a:cubicBezTo>
                    <a:pt x="1883" y="1202"/>
                    <a:pt x="1915" y="1216"/>
                    <a:pt x="1947" y="1230"/>
                  </a:cubicBezTo>
                  <a:cubicBezTo>
                    <a:pt x="1988" y="1286"/>
                    <a:pt x="2017" y="1320"/>
                    <a:pt x="2096" y="1371"/>
                  </a:cubicBezTo>
                  <a:cubicBezTo>
                    <a:pt x="2125" y="1401"/>
                    <a:pt x="2134" y="1496"/>
                    <a:pt x="2198" y="1524"/>
                  </a:cubicBezTo>
                  <a:cubicBezTo>
                    <a:pt x="2226" y="1564"/>
                    <a:pt x="2258" y="1604"/>
                    <a:pt x="2289" y="1647"/>
                  </a:cubicBezTo>
                  <a:cubicBezTo>
                    <a:pt x="2312" y="1658"/>
                    <a:pt x="2426" y="1723"/>
                    <a:pt x="2462" y="1652"/>
                  </a:cubicBezTo>
                  <a:cubicBezTo>
                    <a:pt x="2472" y="1511"/>
                    <a:pt x="2444" y="1491"/>
                    <a:pt x="2562" y="1474"/>
                  </a:cubicBezTo>
                  <a:cubicBezTo>
                    <a:pt x="2613" y="1476"/>
                    <a:pt x="2648" y="1460"/>
                    <a:pt x="2709" y="1524"/>
                  </a:cubicBezTo>
                  <a:cubicBezTo>
                    <a:pt x="2725" y="1524"/>
                    <a:pt x="2741" y="1525"/>
                    <a:pt x="2760" y="1528"/>
                  </a:cubicBezTo>
                  <a:cubicBezTo>
                    <a:pt x="2814" y="1504"/>
                    <a:pt x="2869" y="1456"/>
                    <a:pt x="2914" y="1434"/>
                  </a:cubicBezTo>
                  <a:cubicBezTo>
                    <a:pt x="2943" y="1405"/>
                    <a:pt x="2971" y="1409"/>
                    <a:pt x="3029" y="1404"/>
                  </a:cubicBezTo>
                  <a:cubicBezTo>
                    <a:pt x="3042" y="1424"/>
                    <a:pt x="3057" y="1444"/>
                    <a:pt x="3073" y="1468"/>
                  </a:cubicBezTo>
                  <a:cubicBezTo>
                    <a:pt x="3073" y="1533"/>
                    <a:pt x="2973" y="1603"/>
                    <a:pt x="2922" y="1637"/>
                  </a:cubicBezTo>
                  <a:cubicBezTo>
                    <a:pt x="2861" y="1714"/>
                    <a:pt x="2854" y="1760"/>
                    <a:pt x="2854" y="1881"/>
                  </a:cubicBezTo>
                  <a:cubicBezTo>
                    <a:pt x="2876" y="1928"/>
                    <a:pt x="2898" y="1974"/>
                    <a:pt x="2923" y="2020"/>
                  </a:cubicBezTo>
                  <a:cubicBezTo>
                    <a:pt x="2955" y="2061"/>
                    <a:pt x="3005" y="2140"/>
                    <a:pt x="3092" y="2143"/>
                  </a:cubicBezTo>
                  <a:cubicBezTo>
                    <a:pt x="3095" y="2136"/>
                    <a:pt x="3098" y="2133"/>
                    <a:pt x="3101" y="2130"/>
                  </a:cubicBezTo>
                  <a:cubicBezTo>
                    <a:pt x="3114" y="2130"/>
                    <a:pt x="3127" y="2130"/>
                    <a:pt x="3140" y="2131"/>
                  </a:cubicBezTo>
                  <a:cubicBezTo>
                    <a:pt x="3184" y="2145"/>
                    <a:pt x="3311" y="2282"/>
                    <a:pt x="3362" y="2365"/>
                  </a:cubicBezTo>
                  <a:cubicBezTo>
                    <a:pt x="3374" y="2435"/>
                    <a:pt x="3393" y="2520"/>
                    <a:pt x="3399" y="2628"/>
                  </a:cubicBezTo>
                  <a:cubicBezTo>
                    <a:pt x="3405" y="2658"/>
                    <a:pt x="3411" y="2691"/>
                    <a:pt x="3421" y="2724"/>
                  </a:cubicBezTo>
                  <a:cubicBezTo>
                    <a:pt x="3474" y="2797"/>
                    <a:pt x="3483" y="2777"/>
                    <a:pt x="3581" y="2861"/>
                  </a:cubicBezTo>
                  <a:cubicBezTo>
                    <a:pt x="3593" y="2862"/>
                    <a:pt x="3665" y="2827"/>
                    <a:pt x="3709" y="2811"/>
                  </a:cubicBezTo>
                  <a:cubicBezTo>
                    <a:pt x="3712" y="2771"/>
                    <a:pt x="3726" y="2769"/>
                    <a:pt x="3807" y="2750"/>
                  </a:cubicBezTo>
                  <a:cubicBezTo>
                    <a:pt x="3881" y="2677"/>
                    <a:pt x="3837" y="2590"/>
                    <a:pt x="3792" y="2543"/>
                  </a:cubicBezTo>
                  <a:cubicBezTo>
                    <a:pt x="3690" y="2515"/>
                    <a:pt x="3706" y="2499"/>
                    <a:pt x="3713" y="2423"/>
                  </a:cubicBezTo>
                  <a:cubicBezTo>
                    <a:pt x="3732" y="2394"/>
                    <a:pt x="3752" y="2365"/>
                    <a:pt x="3774" y="2337"/>
                  </a:cubicBezTo>
                  <a:cubicBezTo>
                    <a:pt x="3774" y="2304"/>
                    <a:pt x="3775" y="2271"/>
                    <a:pt x="3775" y="2238"/>
                  </a:cubicBezTo>
                  <a:cubicBezTo>
                    <a:pt x="3794" y="2219"/>
                    <a:pt x="3820" y="2230"/>
                    <a:pt x="3845" y="2227"/>
                  </a:cubicBezTo>
                  <a:cubicBezTo>
                    <a:pt x="3877" y="2195"/>
                    <a:pt x="3893" y="2179"/>
                    <a:pt x="3929" y="2164"/>
                  </a:cubicBezTo>
                  <a:cubicBezTo>
                    <a:pt x="3929" y="2180"/>
                    <a:pt x="3941" y="2226"/>
                    <a:pt x="3906" y="2261"/>
                  </a:cubicBezTo>
                  <a:cubicBezTo>
                    <a:pt x="3902" y="2281"/>
                    <a:pt x="3902" y="2304"/>
                    <a:pt x="3902" y="2327"/>
                  </a:cubicBezTo>
                  <a:cubicBezTo>
                    <a:pt x="3931" y="2373"/>
                    <a:pt x="4036" y="2392"/>
                    <a:pt x="4109" y="2417"/>
                  </a:cubicBezTo>
                  <a:cubicBezTo>
                    <a:pt x="4160" y="2451"/>
                    <a:pt x="4211" y="2488"/>
                    <a:pt x="4262" y="2526"/>
                  </a:cubicBezTo>
                  <a:cubicBezTo>
                    <a:pt x="4278" y="2526"/>
                    <a:pt x="4294" y="2527"/>
                    <a:pt x="4310" y="2527"/>
                  </a:cubicBezTo>
                  <a:cubicBezTo>
                    <a:pt x="4294" y="2556"/>
                    <a:pt x="4281" y="2588"/>
                    <a:pt x="4268" y="2621"/>
                  </a:cubicBezTo>
                  <a:cubicBezTo>
                    <a:pt x="4274" y="2683"/>
                    <a:pt x="4280" y="2746"/>
                    <a:pt x="4286" y="2808"/>
                  </a:cubicBezTo>
                  <a:cubicBezTo>
                    <a:pt x="4276" y="2837"/>
                    <a:pt x="4266" y="2866"/>
                    <a:pt x="4260" y="2896"/>
                  </a:cubicBezTo>
                  <a:cubicBezTo>
                    <a:pt x="4241" y="2895"/>
                    <a:pt x="4221" y="2895"/>
                    <a:pt x="4206" y="2878"/>
                  </a:cubicBezTo>
                  <a:cubicBezTo>
                    <a:pt x="4129" y="2863"/>
                    <a:pt x="4081" y="2862"/>
                    <a:pt x="4042" y="2920"/>
                  </a:cubicBezTo>
                  <a:cubicBezTo>
                    <a:pt x="4042" y="2959"/>
                    <a:pt x="4042" y="3002"/>
                    <a:pt x="4042" y="3044"/>
                  </a:cubicBezTo>
                  <a:cubicBezTo>
                    <a:pt x="4032" y="3044"/>
                    <a:pt x="4023" y="3047"/>
                    <a:pt x="4013" y="3050"/>
                  </a:cubicBezTo>
                  <a:close/>
                </a:path>
              </a:pathLst>
            </a:custGeom>
            <a:grpFill/>
            <a:ln w="8" cap="flat">
              <a:solidFill>
                <a:srgbClr val="FFFFFF"/>
              </a:solidFill>
              <a:prstDash val="solid"/>
              <a:miter lim="800000"/>
              <a:headEnd/>
              <a:tailEnd/>
            </a:ln>
          </p:spPr>
          <p:txBody>
            <a:bodyPr vert="horz" wrap="square" lIns="91424" tIns="45712" rIns="91424" bIns="45712" numCol="1" anchor="t" anchorCtr="0" compatLnSpc="1">
              <a:prstTxWarp prst="textNoShape">
                <a:avLst/>
              </a:prstTxWarp>
            </a:bodyPr>
            <a:lstStyle/>
            <a:p>
              <a:endParaRPr lang="zh-CN" altLang="en-US">
                <a:solidFill>
                  <a:srgbClr val="000000"/>
                </a:solidFill>
              </a:endParaRPr>
            </a:p>
          </p:txBody>
        </p:sp>
        <p:sp>
          <p:nvSpPr>
            <p:cNvPr id="91" name="Freeform 35"/>
            <p:cNvSpPr>
              <a:spLocks/>
            </p:cNvSpPr>
            <p:nvPr/>
          </p:nvSpPr>
          <p:spPr bwMode="auto">
            <a:xfrm>
              <a:off x="5002456" y="3660273"/>
              <a:ext cx="684555" cy="528926"/>
            </a:xfrm>
            <a:custGeom>
              <a:avLst/>
              <a:gdLst>
                <a:gd name="T0" fmla="*/ 161 w 2389"/>
                <a:gd name="T1" fmla="*/ 1841 h 1841"/>
                <a:gd name="T2" fmla="*/ 82 w 2389"/>
                <a:gd name="T3" fmla="*/ 1705 h 1841"/>
                <a:gd name="T4" fmla="*/ 3 w 2389"/>
                <a:gd name="T5" fmla="*/ 1582 h 1841"/>
                <a:gd name="T6" fmla="*/ 58 w 2389"/>
                <a:gd name="T7" fmla="*/ 1456 h 1841"/>
                <a:gd name="T8" fmla="*/ 203 w 2389"/>
                <a:gd name="T9" fmla="*/ 1201 h 1841"/>
                <a:gd name="T10" fmla="*/ 383 w 2389"/>
                <a:gd name="T11" fmla="*/ 1035 h 1841"/>
                <a:gd name="T12" fmla="*/ 566 w 2389"/>
                <a:gd name="T13" fmla="*/ 833 h 1841"/>
                <a:gd name="T14" fmla="*/ 653 w 2389"/>
                <a:gd name="T15" fmla="*/ 695 h 1841"/>
                <a:gd name="T16" fmla="*/ 760 w 2389"/>
                <a:gd name="T17" fmla="*/ 491 h 1841"/>
                <a:gd name="T18" fmla="*/ 751 w 2389"/>
                <a:gd name="T19" fmla="*/ 314 h 1841"/>
                <a:gd name="T20" fmla="*/ 810 w 2389"/>
                <a:gd name="T21" fmla="*/ 171 h 1841"/>
                <a:gd name="T22" fmla="*/ 855 w 2389"/>
                <a:gd name="T23" fmla="*/ 97 h 1841"/>
                <a:gd name="T24" fmla="*/ 915 w 2389"/>
                <a:gd name="T25" fmla="*/ 99 h 1841"/>
                <a:gd name="T26" fmla="*/ 1017 w 2389"/>
                <a:gd name="T27" fmla="*/ 199 h 1841"/>
                <a:gd name="T28" fmla="*/ 1078 w 2389"/>
                <a:gd name="T29" fmla="*/ 201 h 1841"/>
                <a:gd name="T30" fmla="*/ 1101 w 2389"/>
                <a:gd name="T31" fmla="*/ 90 h 1841"/>
                <a:gd name="T32" fmla="*/ 1044 w 2389"/>
                <a:gd name="T33" fmla="*/ 20 h 1841"/>
                <a:gd name="T34" fmla="*/ 1060 w 2389"/>
                <a:gd name="T35" fmla="*/ 14 h 1841"/>
                <a:gd name="T36" fmla="*/ 1354 w 2389"/>
                <a:gd name="T37" fmla="*/ 21 h 1841"/>
                <a:gd name="T38" fmla="*/ 1549 w 2389"/>
                <a:gd name="T39" fmla="*/ 0 h 1841"/>
                <a:gd name="T40" fmla="*/ 1584 w 2389"/>
                <a:gd name="T41" fmla="*/ 1 h 1841"/>
                <a:gd name="T42" fmla="*/ 1583 w 2389"/>
                <a:gd name="T43" fmla="*/ 63 h 1841"/>
                <a:gd name="T44" fmla="*/ 1458 w 2389"/>
                <a:gd name="T45" fmla="*/ 211 h 1841"/>
                <a:gd name="T46" fmla="*/ 1601 w 2389"/>
                <a:gd name="T47" fmla="*/ 306 h 1841"/>
                <a:gd name="T48" fmla="*/ 1774 w 2389"/>
                <a:gd name="T49" fmla="*/ 232 h 1841"/>
                <a:gd name="T50" fmla="*/ 1832 w 2389"/>
                <a:gd name="T51" fmla="*/ 233 h 1841"/>
                <a:gd name="T52" fmla="*/ 1867 w 2389"/>
                <a:gd name="T53" fmla="*/ 270 h 1841"/>
                <a:gd name="T54" fmla="*/ 2167 w 2389"/>
                <a:gd name="T55" fmla="*/ 189 h 1841"/>
                <a:gd name="T56" fmla="*/ 2256 w 2389"/>
                <a:gd name="T57" fmla="*/ 303 h 1841"/>
                <a:gd name="T58" fmla="*/ 2389 w 2389"/>
                <a:gd name="T59" fmla="*/ 493 h 1841"/>
                <a:gd name="T60" fmla="*/ 2389 w 2389"/>
                <a:gd name="T61" fmla="*/ 545 h 1841"/>
                <a:gd name="T62" fmla="*/ 2293 w 2389"/>
                <a:gd name="T63" fmla="*/ 562 h 1841"/>
                <a:gd name="T64" fmla="*/ 2219 w 2389"/>
                <a:gd name="T65" fmla="*/ 718 h 1841"/>
                <a:gd name="T66" fmla="*/ 2218 w 2389"/>
                <a:gd name="T67" fmla="*/ 734 h 1841"/>
                <a:gd name="T68" fmla="*/ 1933 w 2389"/>
                <a:gd name="T69" fmla="*/ 891 h 1841"/>
                <a:gd name="T70" fmla="*/ 1885 w 2389"/>
                <a:gd name="T71" fmla="*/ 939 h 1841"/>
                <a:gd name="T72" fmla="*/ 1831 w 2389"/>
                <a:gd name="T73" fmla="*/ 908 h 1841"/>
                <a:gd name="T74" fmla="*/ 1773 w 2389"/>
                <a:gd name="T75" fmla="*/ 906 h 1841"/>
                <a:gd name="T76" fmla="*/ 1738 w 2389"/>
                <a:gd name="T77" fmla="*/ 954 h 1841"/>
                <a:gd name="T78" fmla="*/ 1696 w 2389"/>
                <a:gd name="T79" fmla="*/ 953 h 1841"/>
                <a:gd name="T80" fmla="*/ 1604 w 2389"/>
                <a:gd name="T81" fmla="*/ 918 h 1841"/>
                <a:gd name="T82" fmla="*/ 1604 w 2389"/>
                <a:gd name="T83" fmla="*/ 994 h 1841"/>
                <a:gd name="T84" fmla="*/ 1507 w 2389"/>
                <a:gd name="T85" fmla="*/ 1080 h 1841"/>
                <a:gd name="T86" fmla="*/ 1424 w 2389"/>
                <a:gd name="T87" fmla="*/ 1015 h 1841"/>
                <a:gd name="T88" fmla="*/ 1409 w 2389"/>
                <a:gd name="T89" fmla="*/ 1012 h 1841"/>
                <a:gd name="T90" fmla="*/ 1329 w 2389"/>
                <a:gd name="T91" fmla="*/ 934 h 1841"/>
                <a:gd name="T92" fmla="*/ 1281 w 2389"/>
                <a:gd name="T93" fmla="*/ 933 h 1841"/>
                <a:gd name="T94" fmla="*/ 1245 w 2389"/>
                <a:gd name="T95" fmla="*/ 1021 h 1841"/>
                <a:gd name="T96" fmla="*/ 1181 w 2389"/>
                <a:gd name="T97" fmla="*/ 1117 h 1841"/>
                <a:gd name="T98" fmla="*/ 1069 w 2389"/>
                <a:gd name="T99" fmla="*/ 1216 h 1841"/>
                <a:gd name="T100" fmla="*/ 998 w 2389"/>
                <a:gd name="T101" fmla="*/ 1231 h 1841"/>
                <a:gd name="T102" fmla="*/ 931 w 2389"/>
                <a:gd name="T103" fmla="*/ 1288 h 1841"/>
                <a:gd name="T104" fmla="*/ 796 w 2389"/>
                <a:gd name="T105" fmla="*/ 1311 h 1841"/>
                <a:gd name="T106" fmla="*/ 777 w 2389"/>
                <a:gd name="T107" fmla="*/ 1349 h 1841"/>
                <a:gd name="T108" fmla="*/ 742 w 2389"/>
                <a:gd name="T109" fmla="*/ 1348 h 1841"/>
                <a:gd name="T110" fmla="*/ 605 w 2389"/>
                <a:gd name="T111" fmla="*/ 1352 h 1841"/>
                <a:gd name="T112" fmla="*/ 425 w 2389"/>
                <a:gd name="T113" fmla="*/ 1413 h 1841"/>
                <a:gd name="T114" fmla="*/ 240 w 2389"/>
                <a:gd name="T115" fmla="*/ 1480 h 1841"/>
                <a:gd name="T116" fmla="*/ 233 w 2389"/>
                <a:gd name="T117" fmla="*/ 1555 h 1841"/>
                <a:gd name="T118" fmla="*/ 159 w 2389"/>
                <a:gd name="T119" fmla="*/ 1655 h 1841"/>
                <a:gd name="T120" fmla="*/ 263 w 2389"/>
                <a:gd name="T121" fmla="*/ 1805 h 1841"/>
                <a:gd name="T122" fmla="*/ 161 w 2389"/>
                <a:gd name="T123" fmla="*/ 1841 h 18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389" h="1841">
                  <a:moveTo>
                    <a:pt x="161" y="1841"/>
                  </a:moveTo>
                  <a:cubicBezTo>
                    <a:pt x="91" y="1794"/>
                    <a:pt x="97" y="1748"/>
                    <a:pt x="82" y="1705"/>
                  </a:cubicBezTo>
                  <a:cubicBezTo>
                    <a:pt x="53" y="1662"/>
                    <a:pt x="28" y="1622"/>
                    <a:pt x="3" y="1582"/>
                  </a:cubicBezTo>
                  <a:cubicBezTo>
                    <a:pt x="3" y="1480"/>
                    <a:pt x="0" y="1497"/>
                    <a:pt x="58" y="1456"/>
                  </a:cubicBezTo>
                  <a:cubicBezTo>
                    <a:pt x="74" y="1305"/>
                    <a:pt x="87" y="1289"/>
                    <a:pt x="203" y="1201"/>
                  </a:cubicBezTo>
                  <a:cubicBezTo>
                    <a:pt x="261" y="1133"/>
                    <a:pt x="309" y="1085"/>
                    <a:pt x="383" y="1035"/>
                  </a:cubicBezTo>
                  <a:cubicBezTo>
                    <a:pt x="444" y="958"/>
                    <a:pt x="495" y="900"/>
                    <a:pt x="566" y="833"/>
                  </a:cubicBezTo>
                  <a:cubicBezTo>
                    <a:pt x="624" y="799"/>
                    <a:pt x="637" y="753"/>
                    <a:pt x="653" y="695"/>
                  </a:cubicBezTo>
                  <a:cubicBezTo>
                    <a:pt x="654" y="547"/>
                    <a:pt x="692" y="581"/>
                    <a:pt x="760" y="491"/>
                  </a:cubicBezTo>
                  <a:cubicBezTo>
                    <a:pt x="757" y="432"/>
                    <a:pt x="754" y="373"/>
                    <a:pt x="751" y="314"/>
                  </a:cubicBezTo>
                  <a:cubicBezTo>
                    <a:pt x="799" y="266"/>
                    <a:pt x="803" y="220"/>
                    <a:pt x="810" y="171"/>
                  </a:cubicBezTo>
                  <a:cubicBezTo>
                    <a:pt x="823" y="145"/>
                    <a:pt x="839" y="120"/>
                    <a:pt x="855" y="97"/>
                  </a:cubicBezTo>
                  <a:cubicBezTo>
                    <a:pt x="874" y="98"/>
                    <a:pt x="893" y="98"/>
                    <a:pt x="915" y="99"/>
                  </a:cubicBezTo>
                  <a:cubicBezTo>
                    <a:pt x="947" y="132"/>
                    <a:pt x="982" y="166"/>
                    <a:pt x="1017" y="199"/>
                  </a:cubicBezTo>
                  <a:cubicBezTo>
                    <a:pt x="1036" y="200"/>
                    <a:pt x="1055" y="200"/>
                    <a:pt x="1078" y="201"/>
                  </a:cubicBezTo>
                  <a:cubicBezTo>
                    <a:pt x="1104" y="175"/>
                    <a:pt x="1101" y="103"/>
                    <a:pt x="1101" y="90"/>
                  </a:cubicBezTo>
                  <a:cubicBezTo>
                    <a:pt x="1082" y="67"/>
                    <a:pt x="1063" y="43"/>
                    <a:pt x="1044" y="20"/>
                  </a:cubicBezTo>
                  <a:cubicBezTo>
                    <a:pt x="1047" y="17"/>
                    <a:pt x="1053" y="14"/>
                    <a:pt x="1060" y="14"/>
                  </a:cubicBezTo>
                  <a:cubicBezTo>
                    <a:pt x="1156" y="16"/>
                    <a:pt x="1255" y="19"/>
                    <a:pt x="1354" y="21"/>
                  </a:cubicBezTo>
                  <a:cubicBezTo>
                    <a:pt x="1389" y="39"/>
                    <a:pt x="1497" y="38"/>
                    <a:pt x="1549" y="0"/>
                  </a:cubicBezTo>
                  <a:cubicBezTo>
                    <a:pt x="1558" y="0"/>
                    <a:pt x="1571" y="1"/>
                    <a:pt x="1584" y="1"/>
                  </a:cubicBezTo>
                  <a:cubicBezTo>
                    <a:pt x="1584" y="21"/>
                    <a:pt x="1584" y="40"/>
                    <a:pt x="1583" y="63"/>
                  </a:cubicBezTo>
                  <a:cubicBezTo>
                    <a:pt x="1542" y="111"/>
                    <a:pt x="1500" y="159"/>
                    <a:pt x="1458" y="211"/>
                  </a:cubicBezTo>
                  <a:cubicBezTo>
                    <a:pt x="1461" y="286"/>
                    <a:pt x="1480" y="303"/>
                    <a:pt x="1601" y="306"/>
                  </a:cubicBezTo>
                  <a:cubicBezTo>
                    <a:pt x="1659" y="281"/>
                    <a:pt x="1717" y="256"/>
                    <a:pt x="1774" y="232"/>
                  </a:cubicBezTo>
                  <a:cubicBezTo>
                    <a:pt x="1793" y="232"/>
                    <a:pt x="1812" y="233"/>
                    <a:pt x="1832" y="233"/>
                  </a:cubicBezTo>
                  <a:cubicBezTo>
                    <a:pt x="1841" y="243"/>
                    <a:pt x="1854" y="257"/>
                    <a:pt x="1867" y="270"/>
                  </a:cubicBezTo>
                  <a:cubicBezTo>
                    <a:pt x="1972" y="273"/>
                    <a:pt x="2024" y="136"/>
                    <a:pt x="2167" y="189"/>
                  </a:cubicBezTo>
                  <a:cubicBezTo>
                    <a:pt x="2196" y="226"/>
                    <a:pt x="2224" y="263"/>
                    <a:pt x="2256" y="303"/>
                  </a:cubicBezTo>
                  <a:cubicBezTo>
                    <a:pt x="2301" y="366"/>
                    <a:pt x="2345" y="429"/>
                    <a:pt x="2389" y="493"/>
                  </a:cubicBezTo>
                  <a:cubicBezTo>
                    <a:pt x="2389" y="509"/>
                    <a:pt x="2389" y="526"/>
                    <a:pt x="2389" y="545"/>
                  </a:cubicBezTo>
                  <a:cubicBezTo>
                    <a:pt x="2331" y="544"/>
                    <a:pt x="2328" y="547"/>
                    <a:pt x="2293" y="562"/>
                  </a:cubicBezTo>
                  <a:cubicBezTo>
                    <a:pt x="2258" y="614"/>
                    <a:pt x="2162" y="628"/>
                    <a:pt x="2219" y="718"/>
                  </a:cubicBezTo>
                  <a:cubicBezTo>
                    <a:pt x="2219" y="721"/>
                    <a:pt x="2219" y="728"/>
                    <a:pt x="2218" y="734"/>
                  </a:cubicBezTo>
                  <a:cubicBezTo>
                    <a:pt x="2122" y="774"/>
                    <a:pt x="2020" y="850"/>
                    <a:pt x="1933" y="891"/>
                  </a:cubicBezTo>
                  <a:cubicBezTo>
                    <a:pt x="1917" y="907"/>
                    <a:pt x="1901" y="923"/>
                    <a:pt x="1885" y="939"/>
                  </a:cubicBezTo>
                  <a:cubicBezTo>
                    <a:pt x="1853" y="938"/>
                    <a:pt x="1837" y="924"/>
                    <a:pt x="1831" y="908"/>
                  </a:cubicBezTo>
                  <a:cubicBezTo>
                    <a:pt x="1812" y="907"/>
                    <a:pt x="1793" y="907"/>
                    <a:pt x="1773" y="906"/>
                  </a:cubicBezTo>
                  <a:cubicBezTo>
                    <a:pt x="1760" y="922"/>
                    <a:pt x="1748" y="938"/>
                    <a:pt x="1738" y="954"/>
                  </a:cubicBezTo>
                  <a:cubicBezTo>
                    <a:pt x="1722" y="954"/>
                    <a:pt x="1709" y="954"/>
                    <a:pt x="1696" y="953"/>
                  </a:cubicBezTo>
                  <a:cubicBezTo>
                    <a:pt x="1658" y="894"/>
                    <a:pt x="1633" y="916"/>
                    <a:pt x="1604" y="918"/>
                  </a:cubicBezTo>
                  <a:cubicBezTo>
                    <a:pt x="1604" y="941"/>
                    <a:pt x="1604" y="967"/>
                    <a:pt x="1604" y="994"/>
                  </a:cubicBezTo>
                  <a:cubicBezTo>
                    <a:pt x="1555" y="1042"/>
                    <a:pt x="1530" y="989"/>
                    <a:pt x="1507" y="1080"/>
                  </a:cubicBezTo>
                  <a:cubicBezTo>
                    <a:pt x="1437" y="1078"/>
                    <a:pt x="1447" y="1049"/>
                    <a:pt x="1424" y="1015"/>
                  </a:cubicBezTo>
                  <a:cubicBezTo>
                    <a:pt x="1418" y="1012"/>
                    <a:pt x="1412" y="1012"/>
                    <a:pt x="1409" y="1012"/>
                  </a:cubicBezTo>
                  <a:cubicBezTo>
                    <a:pt x="1380" y="985"/>
                    <a:pt x="1355" y="958"/>
                    <a:pt x="1329" y="934"/>
                  </a:cubicBezTo>
                  <a:cubicBezTo>
                    <a:pt x="1313" y="934"/>
                    <a:pt x="1297" y="934"/>
                    <a:pt x="1281" y="933"/>
                  </a:cubicBezTo>
                  <a:cubicBezTo>
                    <a:pt x="1259" y="969"/>
                    <a:pt x="1259" y="975"/>
                    <a:pt x="1245" y="1021"/>
                  </a:cubicBezTo>
                  <a:cubicBezTo>
                    <a:pt x="1223" y="1053"/>
                    <a:pt x="1200" y="1085"/>
                    <a:pt x="1181" y="1117"/>
                  </a:cubicBezTo>
                  <a:cubicBezTo>
                    <a:pt x="1111" y="1151"/>
                    <a:pt x="1107" y="1155"/>
                    <a:pt x="1069" y="1216"/>
                  </a:cubicBezTo>
                  <a:cubicBezTo>
                    <a:pt x="1043" y="1219"/>
                    <a:pt x="1021" y="1225"/>
                    <a:pt x="998" y="1231"/>
                  </a:cubicBezTo>
                  <a:cubicBezTo>
                    <a:pt x="976" y="1250"/>
                    <a:pt x="953" y="1269"/>
                    <a:pt x="931" y="1288"/>
                  </a:cubicBezTo>
                  <a:cubicBezTo>
                    <a:pt x="851" y="1286"/>
                    <a:pt x="835" y="1289"/>
                    <a:pt x="796" y="1311"/>
                  </a:cubicBezTo>
                  <a:cubicBezTo>
                    <a:pt x="790" y="1323"/>
                    <a:pt x="784" y="1336"/>
                    <a:pt x="777" y="1349"/>
                  </a:cubicBezTo>
                  <a:cubicBezTo>
                    <a:pt x="764" y="1349"/>
                    <a:pt x="752" y="1349"/>
                    <a:pt x="742" y="1348"/>
                  </a:cubicBezTo>
                  <a:cubicBezTo>
                    <a:pt x="666" y="1307"/>
                    <a:pt x="659" y="1327"/>
                    <a:pt x="605" y="1352"/>
                  </a:cubicBezTo>
                  <a:cubicBezTo>
                    <a:pt x="544" y="1370"/>
                    <a:pt x="483" y="1391"/>
                    <a:pt x="425" y="1413"/>
                  </a:cubicBezTo>
                  <a:cubicBezTo>
                    <a:pt x="333" y="1413"/>
                    <a:pt x="297" y="1422"/>
                    <a:pt x="240" y="1480"/>
                  </a:cubicBezTo>
                  <a:cubicBezTo>
                    <a:pt x="236" y="1503"/>
                    <a:pt x="233" y="1529"/>
                    <a:pt x="233" y="1555"/>
                  </a:cubicBezTo>
                  <a:cubicBezTo>
                    <a:pt x="165" y="1580"/>
                    <a:pt x="159" y="1579"/>
                    <a:pt x="159" y="1655"/>
                  </a:cubicBezTo>
                  <a:cubicBezTo>
                    <a:pt x="181" y="1672"/>
                    <a:pt x="264" y="1733"/>
                    <a:pt x="263" y="1805"/>
                  </a:cubicBezTo>
                  <a:cubicBezTo>
                    <a:pt x="228" y="1833"/>
                    <a:pt x="183" y="1839"/>
                    <a:pt x="161" y="1841"/>
                  </a:cubicBezTo>
                  <a:close/>
                </a:path>
              </a:pathLst>
            </a:custGeom>
            <a:grpFill/>
            <a:ln w="8" cap="flat">
              <a:solidFill>
                <a:srgbClr val="FFFFFF"/>
              </a:solidFill>
              <a:prstDash val="solid"/>
              <a:miter lim="800000"/>
              <a:headEnd/>
              <a:tailEnd/>
            </a:ln>
          </p:spPr>
          <p:txBody>
            <a:bodyPr vert="horz" wrap="square" lIns="91424" tIns="45712" rIns="91424" bIns="45712" numCol="1" anchor="t" anchorCtr="0" compatLnSpc="1">
              <a:prstTxWarp prst="textNoShape">
                <a:avLst/>
              </a:prstTxWarp>
            </a:bodyPr>
            <a:lstStyle/>
            <a:p>
              <a:endParaRPr lang="zh-CN" altLang="en-US">
                <a:solidFill>
                  <a:srgbClr val="000000"/>
                </a:solidFill>
              </a:endParaRPr>
            </a:p>
          </p:txBody>
        </p:sp>
      </p:grpSp>
      <p:cxnSp>
        <p:nvCxnSpPr>
          <p:cNvPr id="92" name="直接连接符 91"/>
          <p:cNvCxnSpPr>
            <a:stCxn id="96" idx="1"/>
            <a:endCxn id="81" idx="32"/>
          </p:cNvCxnSpPr>
          <p:nvPr/>
        </p:nvCxnSpPr>
        <p:spPr bwMode="auto">
          <a:xfrm flipH="1" flipV="1">
            <a:off x="3889731" y="2828062"/>
            <a:ext cx="401764" cy="315237"/>
          </a:xfrm>
          <a:prstGeom prst="line">
            <a:avLst/>
          </a:prstGeom>
          <a:solidFill>
            <a:srgbClr val="D01C63"/>
          </a:solidFill>
          <a:ln w="6350" cap="flat" cmpd="sng" algn="ctr">
            <a:solidFill>
              <a:schemeClr val="accent2"/>
            </a:solidFill>
            <a:prstDash val="solid"/>
            <a:round/>
            <a:headEnd type="none" w="med" len="med"/>
            <a:tailEnd type="oval"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 name="直接连接符 92"/>
          <p:cNvCxnSpPr>
            <a:stCxn id="106" idx="0"/>
            <a:endCxn id="70" idx="4"/>
          </p:cNvCxnSpPr>
          <p:nvPr/>
        </p:nvCxnSpPr>
        <p:spPr bwMode="auto">
          <a:xfrm flipV="1">
            <a:off x="1828785" y="3416485"/>
            <a:ext cx="905415" cy="668958"/>
          </a:xfrm>
          <a:prstGeom prst="line">
            <a:avLst/>
          </a:prstGeom>
          <a:solidFill>
            <a:srgbClr val="D01C63"/>
          </a:solidFill>
          <a:ln w="6350" cap="flat" cmpd="sng" algn="ctr">
            <a:solidFill>
              <a:schemeClr val="accent2"/>
            </a:solidFill>
            <a:prstDash val="solid"/>
            <a:round/>
            <a:headEnd type="none" w="med" len="med"/>
            <a:tailEnd type="oval"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直接连接符 93"/>
          <p:cNvCxnSpPr>
            <a:stCxn id="101" idx="0"/>
            <a:endCxn id="72" idx="29"/>
          </p:cNvCxnSpPr>
          <p:nvPr/>
        </p:nvCxnSpPr>
        <p:spPr bwMode="auto">
          <a:xfrm flipH="1" flipV="1">
            <a:off x="4028101" y="3424319"/>
            <a:ext cx="532900" cy="727899"/>
          </a:xfrm>
          <a:prstGeom prst="line">
            <a:avLst/>
          </a:prstGeom>
          <a:solidFill>
            <a:srgbClr val="D01C63"/>
          </a:solidFill>
          <a:ln w="6350" cap="flat" cmpd="sng" algn="ctr">
            <a:solidFill>
              <a:schemeClr val="accent2"/>
            </a:solidFill>
            <a:prstDash val="solid"/>
            <a:round/>
            <a:headEnd type="none" w="med" len="med"/>
            <a:tailEnd type="oval"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95" name="组合 94"/>
          <p:cNvGrpSpPr/>
          <p:nvPr/>
        </p:nvGrpSpPr>
        <p:grpSpPr>
          <a:xfrm>
            <a:off x="4287826" y="3016226"/>
            <a:ext cx="1247303" cy="294974"/>
            <a:chOff x="7185993" y="3672893"/>
            <a:chExt cx="2428160" cy="773491"/>
          </a:xfrm>
        </p:grpSpPr>
        <p:sp>
          <p:nvSpPr>
            <p:cNvPr id="96" name="圆角矩形 95"/>
            <p:cNvSpPr/>
            <p:nvPr/>
          </p:nvSpPr>
          <p:spPr>
            <a:xfrm>
              <a:off x="7193137" y="3680036"/>
              <a:ext cx="2201687" cy="652149"/>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文本框 180"/>
            <p:cNvSpPr txBox="1"/>
            <p:nvPr/>
          </p:nvSpPr>
          <p:spPr>
            <a:xfrm>
              <a:off x="7591674" y="3679716"/>
              <a:ext cx="2022479" cy="766668"/>
            </a:xfrm>
            <a:prstGeom prst="rect">
              <a:avLst/>
            </a:prstGeom>
            <a:noFill/>
            <a:ln w="12700">
              <a:noFill/>
              <a:prstDash val="solid"/>
            </a:ln>
          </p:spPr>
          <p:txBody>
            <a:bodyPr wrap="square" lIns="91424" tIns="45712" rIns="91424" bIns="45712" rtlCol="0">
              <a:spAutoFit/>
            </a:bodyPr>
            <a:lstStyle/>
            <a:p>
              <a:pPr>
                <a:lnSpc>
                  <a:spcPct val="130000"/>
                </a:lnSpc>
              </a:pPr>
              <a:r>
                <a:rPr lang="zh-CN" altLang="en-US" sz="1000" dirty="0">
                  <a:solidFill>
                    <a:schemeClr val="tx1">
                      <a:lumMod val="85000"/>
                      <a:lumOff val="15000"/>
                    </a:schemeClr>
                  </a:solidFill>
                  <a:latin typeface="微软雅黑" pitchFamily="34" charset="-122"/>
                  <a:ea typeface="微软雅黑" pitchFamily="34" charset="-122"/>
                </a:rPr>
                <a:t>此处添加标题</a:t>
              </a:r>
              <a:endParaRPr lang="en-US" altLang="zh-CN" sz="1000" dirty="0">
                <a:solidFill>
                  <a:schemeClr val="tx1">
                    <a:lumMod val="85000"/>
                    <a:lumOff val="15000"/>
                  </a:schemeClr>
                </a:solidFill>
                <a:latin typeface="微软雅黑" pitchFamily="34" charset="-122"/>
                <a:ea typeface="微软雅黑" pitchFamily="34" charset="-122"/>
              </a:endParaRPr>
            </a:p>
          </p:txBody>
        </p:sp>
        <p:sp>
          <p:nvSpPr>
            <p:cNvPr id="98" name="圆角矩形 97"/>
            <p:cNvSpPr/>
            <p:nvPr/>
          </p:nvSpPr>
          <p:spPr>
            <a:xfrm>
              <a:off x="7185993" y="3672893"/>
              <a:ext cx="400474" cy="668422"/>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grpSp>
      <p:sp>
        <p:nvSpPr>
          <p:cNvPr id="99" name="TextBox 98"/>
          <p:cNvSpPr txBox="1"/>
          <p:nvPr/>
        </p:nvSpPr>
        <p:spPr>
          <a:xfrm>
            <a:off x="5797705" y="2409658"/>
            <a:ext cx="1989083" cy="2257060"/>
          </a:xfrm>
          <a:prstGeom prst="rect">
            <a:avLst/>
          </a:prstGeom>
          <a:noFill/>
        </p:spPr>
        <p:txBody>
          <a:bodyPr wrap="square" lIns="62118" tIns="31058" rIns="62118" bIns="31058" rtlCol="0">
            <a:spAutoFit/>
          </a:bodyPr>
          <a:lstStyle/>
          <a:p>
            <a:pPr>
              <a:lnSpc>
                <a:spcPct val="130000"/>
              </a:lnSpc>
            </a:pPr>
            <a:r>
              <a:rPr lang="en-US" altLang="zh-CN" sz="1000" b="1" dirty="0">
                <a:solidFill>
                  <a:schemeClr val="bg1"/>
                </a:solidFill>
                <a:latin typeface="微软雅黑" pitchFamily="34" charset="-122"/>
                <a:ea typeface="微软雅黑" pitchFamily="34" charset="-122"/>
              </a:rPr>
              <a:t>1</a:t>
            </a:r>
            <a:r>
              <a:rPr lang="zh-CN" altLang="en-US" sz="1000" b="1" dirty="0">
                <a:solidFill>
                  <a:schemeClr val="bg1"/>
                </a:solidFill>
                <a:latin typeface="微软雅黑" pitchFamily="34" charset="-122"/>
                <a:ea typeface="微软雅黑" pitchFamily="34" charset="-122"/>
              </a:rPr>
              <a:t>、</a:t>
            </a:r>
            <a:r>
              <a:rPr lang="en-US" altLang="zh-CN" sz="1000" b="1" dirty="0">
                <a:solidFill>
                  <a:schemeClr val="bg1"/>
                </a:solidFill>
                <a:latin typeface="微软雅黑" pitchFamily="34" charset="-122"/>
                <a:ea typeface="微软雅黑" pitchFamily="34" charset="-122"/>
              </a:rPr>
              <a:t>40%</a:t>
            </a:r>
          </a:p>
          <a:p>
            <a:pPr>
              <a:lnSpc>
                <a:spcPct val="130000"/>
              </a:lnSpc>
            </a:pPr>
            <a:r>
              <a:rPr lang="zh-CN" altLang="en-US" sz="1000" dirty="0">
                <a:solidFill>
                  <a:schemeClr val="bg1"/>
                </a:solidFill>
                <a:latin typeface="微软雅黑" pitchFamily="34" charset="-122"/>
                <a:ea typeface="微软雅黑" pitchFamily="34" charset="-122"/>
              </a:rPr>
              <a:t>您的内容打在这里，或者通过复制您的文本</a:t>
            </a:r>
            <a:endParaRPr lang="en-US" altLang="zh-CN" sz="1000" dirty="0">
              <a:solidFill>
                <a:schemeClr val="bg1"/>
              </a:solidFill>
              <a:latin typeface="微软雅黑" pitchFamily="34" charset="-122"/>
              <a:ea typeface="微软雅黑" pitchFamily="34" charset="-122"/>
            </a:endParaRPr>
          </a:p>
          <a:p>
            <a:pPr>
              <a:lnSpc>
                <a:spcPct val="130000"/>
              </a:lnSpc>
            </a:pPr>
            <a:endParaRPr lang="en-US" altLang="zh-CN" sz="1000" dirty="0">
              <a:solidFill>
                <a:schemeClr val="bg1"/>
              </a:solidFill>
              <a:latin typeface="微软雅黑" pitchFamily="34" charset="-122"/>
              <a:ea typeface="微软雅黑" pitchFamily="34" charset="-122"/>
            </a:endParaRPr>
          </a:p>
          <a:p>
            <a:pPr>
              <a:lnSpc>
                <a:spcPct val="130000"/>
              </a:lnSpc>
            </a:pPr>
            <a:r>
              <a:rPr lang="en-US" altLang="zh-CN" sz="1000" b="1" dirty="0">
                <a:solidFill>
                  <a:schemeClr val="bg1"/>
                </a:solidFill>
                <a:latin typeface="微软雅黑" pitchFamily="34" charset="-122"/>
                <a:ea typeface="微软雅黑" pitchFamily="34" charset="-122"/>
              </a:rPr>
              <a:t>2</a:t>
            </a:r>
            <a:r>
              <a:rPr lang="zh-CN" altLang="en-US" sz="1000" b="1" dirty="0">
                <a:solidFill>
                  <a:schemeClr val="bg1"/>
                </a:solidFill>
                <a:latin typeface="微软雅黑" pitchFamily="34" charset="-122"/>
                <a:ea typeface="微软雅黑" pitchFamily="34" charset="-122"/>
              </a:rPr>
              <a:t>、</a:t>
            </a:r>
            <a:r>
              <a:rPr lang="en-US" altLang="zh-CN" sz="1000" b="1" dirty="0">
                <a:solidFill>
                  <a:schemeClr val="bg1"/>
                </a:solidFill>
                <a:latin typeface="微软雅黑" pitchFamily="34" charset="-122"/>
                <a:ea typeface="微软雅黑" pitchFamily="34" charset="-122"/>
              </a:rPr>
              <a:t>35%</a:t>
            </a:r>
          </a:p>
          <a:p>
            <a:pPr>
              <a:lnSpc>
                <a:spcPct val="130000"/>
              </a:lnSpc>
            </a:pPr>
            <a:r>
              <a:rPr lang="zh-CN" altLang="en-US" sz="1000" dirty="0">
                <a:solidFill>
                  <a:schemeClr val="bg1"/>
                </a:solidFill>
                <a:latin typeface="微软雅黑" pitchFamily="34" charset="-122"/>
                <a:ea typeface="微软雅黑" pitchFamily="34" charset="-122"/>
              </a:rPr>
              <a:t>您的内容打在这里，或者通过复制您的文本</a:t>
            </a:r>
            <a:endParaRPr lang="en-US" altLang="zh-CN" sz="1000" dirty="0">
              <a:solidFill>
                <a:schemeClr val="bg1"/>
              </a:solidFill>
              <a:latin typeface="微软雅黑" pitchFamily="34" charset="-122"/>
              <a:ea typeface="微软雅黑" pitchFamily="34" charset="-122"/>
            </a:endParaRPr>
          </a:p>
          <a:p>
            <a:pPr>
              <a:lnSpc>
                <a:spcPct val="130000"/>
              </a:lnSpc>
            </a:pPr>
            <a:endParaRPr lang="en-US" altLang="zh-CN" sz="1000" dirty="0">
              <a:solidFill>
                <a:schemeClr val="bg1"/>
              </a:solidFill>
              <a:latin typeface="微软雅黑" pitchFamily="34" charset="-122"/>
              <a:ea typeface="微软雅黑" pitchFamily="34" charset="-122"/>
            </a:endParaRPr>
          </a:p>
          <a:p>
            <a:pPr>
              <a:lnSpc>
                <a:spcPct val="130000"/>
              </a:lnSpc>
            </a:pPr>
            <a:r>
              <a:rPr lang="en-US" altLang="zh-CN" sz="1000" b="1" dirty="0">
                <a:solidFill>
                  <a:schemeClr val="bg1"/>
                </a:solidFill>
                <a:latin typeface="微软雅黑" pitchFamily="34" charset="-122"/>
                <a:ea typeface="微软雅黑" pitchFamily="34" charset="-122"/>
              </a:rPr>
              <a:t>3</a:t>
            </a:r>
            <a:r>
              <a:rPr lang="zh-CN" altLang="en-US" sz="1000" b="1" dirty="0">
                <a:solidFill>
                  <a:schemeClr val="bg1"/>
                </a:solidFill>
                <a:latin typeface="微软雅黑" pitchFamily="34" charset="-122"/>
                <a:ea typeface="微软雅黑" pitchFamily="34" charset="-122"/>
              </a:rPr>
              <a:t>、</a:t>
            </a:r>
            <a:r>
              <a:rPr lang="en-US" altLang="zh-CN" sz="1000" b="1" dirty="0">
                <a:solidFill>
                  <a:schemeClr val="bg1"/>
                </a:solidFill>
                <a:latin typeface="微软雅黑" pitchFamily="34" charset="-122"/>
                <a:ea typeface="微软雅黑" pitchFamily="34" charset="-122"/>
              </a:rPr>
              <a:t>25%</a:t>
            </a:r>
          </a:p>
          <a:p>
            <a:pPr>
              <a:lnSpc>
                <a:spcPct val="130000"/>
              </a:lnSpc>
            </a:pPr>
            <a:r>
              <a:rPr lang="zh-CN" altLang="en-US" sz="1000" dirty="0">
                <a:solidFill>
                  <a:schemeClr val="bg1"/>
                </a:solidFill>
                <a:latin typeface="微软雅黑" pitchFamily="34" charset="-122"/>
                <a:ea typeface="微软雅黑" pitchFamily="34" charset="-122"/>
              </a:rPr>
              <a:t>您的内容打在这里，或者通过复制您的文本</a:t>
            </a:r>
          </a:p>
        </p:txBody>
      </p:sp>
      <p:grpSp>
        <p:nvGrpSpPr>
          <p:cNvPr id="100" name="组合 99"/>
          <p:cNvGrpSpPr/>
          <p:nvPr/>
        </p:nvGrpSpPr>
        <p:grpSpPr>
          <a:xfrm>
            <a:off x="3991845" y="4149496"/>
            <a:ext cx="1247305" cy="294974"/>
            <a:chOff x="7185990" y="3672893"/>
            <a:chExt cx="2428163" cy="773491"/>
          </a:xfrm>
        </p:grpSpPr>
        <p:sp>
          <p:nvSpPr>
            <p:cNvPr id="101" name="圆角矩形 100"/>
            <p:cNvSpPr/>
            <p:nvPr/>
          </p:nvSpPr>
          <p:spPr>
            <a:xfrm>
              <a:off x="7193137" y="3680036"/>
              <a:ext cx="2201687" cy="652149"/>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文本框 180"/>
            <p:cNvSpPr txBox="1"/>
            <p:nvPr/>
          </p:nvSpPr>
          <p:spPr>
            <a:xfrm>
              <a:off x="7591676" y="3679716"/>
              <a:ext cx="2022477" cy="766668"/>
            </a:xfrm>
            <a:prstGeom prst="rect">
              <a:avLst/>
            </a:prstGeom>
            <a:noFill/>
            <a:ln w="12700">
              <a:noFill/>
              <a:prstDash val="solid"/>
            </a:ln>
          </p:spPr>
          <p:txBody>
            <a:bodyPr wrap="square" lIns="91424" tIns="45712" rIns="91424" bIns="45712" rtlCol="0">
              <a:spAutoFit/>
            </a:bodyPr>
            <a:lstStyle/>
            <a:p>
              <a:pPr>
                <a:lnSpc>
                  <a:spcPct val="130000"/>
                </a:lnSpc>
              </a:pPr>
              <a:r>
                <a:rPr lang="zh-CN" altLang="en-US" sz="1000" dirty="0">
                  <a:solidFill>
                    <a:schemeClr val="tx1">
                      <a:lumMod val="85000"/>
                      <a:lumOff val="15000"/>
                    </a:schemeClr>
                  </a:solidFill>
                  <a:latin typeface="微软雅黑" pitchFamily="34" charset="-122"/>
                  <a:ea typeface="微软雅黑" pitchFamily="34" charset="-122"/>
                </a:rPr>
                <a:t>此处添加标题</a:t>
              </a:r>
              <a:endParaRPr lang="en-US" altLang="zh-CN" sz="1000" dirty="0">
                <a:solidFill>
                  <a:schemeClr val="tx1">
                    <a:lumMod val="85000"/>
                    <a:lumOff val="15000"/>
                  </a:schemeClr>
                </a:solidFill>
                <a:latin typeface="微软雅黑" pitchFamily="34" charset="-122"/>
                <a:ea typeface="微软雅黑" pitchFamily="34" charset="-122"/>
              </a:endParaRPr>
            </a:p>
          </p:txBody>
        </p:sp>
        <p:sp>
          <p:nvSpPr>
            <p:cNvPr id="103" name="圆角矩形 102"/>
            <p:cNvSpPr/>
            <p:nvPr/>
          </p:nvSpPr>
          <p:spPr>
            <a:xfrm>
              <a:off x="7185990" y="3672893"/>
              <a:ext cx="400475" cy="668422"/>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grpSp>
      <p:graphicFrame>
        <p:nvGraphicFramePr>
          <p:cNvPr id="104" name="Chart 2"/>
          <p:cNvGraphicFramePr/>
          <p:nvPr>
            <p:extLst>
              <p:ext uri="{D42A27DB-BD31-4B8C-83A1-F6EECF244321}">
                <p14:modId xmlns:p14="http://schemas.microsoft.com/office/powerpoint/2010/main" val="486817948"/>
              </p:ext>
            </p:extLst>
          </p:nvPr>
        </p:nvGraphicFramePr>
        <p:xfrm>
          <a:off x="5705764" y="1248555"/>
          <a:ext cx="1965908" cy="1103515"/>
        </p:xfrm>
        <a:graphic>
          <a:graphicData uri="http://schemas.openxmlformats.org/drawingml/2006/chart">
            <c:chart xmlns:c="http://schemas.openxmlformats.org/drawingml/2006/chart" xmlns:r="http://schemas.openxmlformats.org/officeDocument/2006/relationships" r:id="rId3"/>
          </a:graphicData>
        </a:graphic>
      </p:graphicFrame>
      <p:grpSp>
        <p:nvGrpSpPr>
          <p:cNvPr id="105" name="组合 104"/>
          <p:cNvGrpSpPr/>
          <p:nvPr/>
        </p:nvGrpSpPr>
        <p:grpSpPr>
          <a:xfrm>
            <a:off x="1259632" y="4082720"/>
            <a:ext cx="1247303" cy="294974"/>
            <a:chOff x="7185993" y="3672893"/>
            <a:chExt cx="2428160" cy="773491"/>
          </a:xfrm>
        </p:grpSpPr>
        <p:sp>
          <p:nvSpPr>
            <p:cNvPr id="106" name="圆角矩形 105"/>
            <p:cNvSpPr/>
            <p:nvPr/>
          </p:nvSpPr>
          <p:spPr>
            <a:xfrm>
              <a:off x="7193137" y="3680036"/>
              <a:ext cx="2201687" cy="652149"/>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文本框 180"/>
            <p:cNvSpPr txBox="1"/>
            <p:nvPr/>
          </p:nvSpPr>
          <p:spPr>
            <a:xfrm>
              <a:off x="7591674" y="3679716"/>
              <a:ext cx="2022479" cy="766668"/>
            </a:xfrm>
            <a:prstGeom prst="rect">
              <a:avLst/>
            </a:prstGeom>
            <a:noFill/>
            <a:ln w="12700">
              <a:noFill/>
              <a:prstDash val="solid"/>
            </a:ln>
          </p:spPr>
          <p:txBody>
            <a:bodyPr wrap="square" lIns="91424" tIns="45712" rIns="91424" bIns="45712" rtlCol="0">
              <a:spAutoFit/>
            </a:bodyPr>
            <a:lstStyle/>
            <a:p>
              <a:pPr>
                <a:lnSpc>
                  <a:spcPct val="130000"/>
                </a:lnSpc>
              </a:pPr>
              <a:r>
                <a:rPr lang="zh-CN" altLang="en-US" sz="1000" dirty="0">
                  <a:solidFill>
                    <a:schemeClr val="tx1">
                      <a:lumMod val="85000"/>
                      <a:lumOff val="15000"/>
                    </a:schemeClr>
                  </a:solidFill>
                  <a:latin typeface="微软雅黑" pitchFamily="34" charset="-122"/>
                  <a:ea typeface="微软雅黑" pitchFamily="34" charset="-122"/>
                </a:rPr>
                <a:t>此处添加标题</a:t>
              </a:r>
              <a:endParaRPr lang="en-US" altLang="zh-CN" sz="1000" dirty="0">
                <a:solidFill>
                  <a:schemeClr val="tx1">
                    <a:lumMod val="85000"/>
                    <a:lumOff val="15000"/>
                  </a:schemeClr>
                </a:solidFill>
                <a:latin typeface="微软雅黑" pitchFamily="34" charset="-122"/>
                <a:ea typeface="微软雅黑" pitchFamily="34" charset="-122"/>
              </a:endParaRPr>
            </a:p>
          </p:txBody>
        </p:sp>
        <p:sp>
          <p:nvSpPr>
            <p:cNvPr id="108" name="圆角矩形 107"/>
            <p:cNvSpPr/>
            <p:nvPr/>
          </p:nvSpPr>
          <p:spPr>
            <a:xfrm>
              <a:off x="7185993" y="3672893"/>
              <a:ext cx="400474" cy="668422"/>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grpSp>
      <p:sp>
        <p:nvSpPr>
          <p:cNvPr id="109" name="TextBox 108"/>
          <p:cNvSpPr txBox="1"/>
          <p:nvPr/>
        </p:nvSpPr>
        <p:spPr>
          <a:xfrm>
            <a:off x="6908908" y="1587016"/>
            <a:ext cx="236057" cy="278166"/>
          </a:xfrm>
          <a:prstGeom prst="rect">
            <a:avLst/>
          </a:prstGeom>
          <a:noFill/>
        </p:spPr>
        <p:txBody>
          <a:bodyPr wrap="none" lIns="62118" tIns="31058" rIns="62118" bIns="31058" rtlCol="0">
            <a:spAutoFit/>
          </a:bodyPr>
          <a:lstStyle/>
          <a:p>
            <a:r>
              <a:rPr lang="en-US" altLang="zh-CN" sz="1400" b="1" dirty="0">
                <a:solidFill>
                  <a:schemeClr val="bg1"/>
                </a:solidFill>
                <a:latin typeface="微软雅黑" pitchFamily="34" charset="-122"/>
                <a:ea typeface="微软雅黑" pitchFamily="34" charset="-122"/>
              </a:rPr>
              <a:t>1</a:t>
            </a:r>
            <a:endParaRPr lang="zh-CN" altLang="en-US" sz="1400" b="1" dirty="0">
              <a:solidFill>
                <a:schemeClr val="bg1"/>
              </a:solidFill>
              <a:latin typeface="微软雅黑" pitchFamily="34" charset="-122"/>
              <a:ea typeface="微软雅黑" pitchFamily="34" charset="-122"/>
            </a:endParaRPr>
          </a:p>
        </p:txBody>
      </p:sp>
      <p:sp>
        <p:nvSpPr>
          <p:cNvPr id="110" name="TextBox 109"/>
          <p:cNvSpPr txBox="1"/>
          <p:nvPr/>
        </p:nvSpPr>
        <p:spPr>
          <a:xfrm>
            <a:off x="6433852" y="2003943"/>
            <a:ext cx="236057" cy="278166"/>
          </a:xfrm>
          <a:prstGeom prst="rect">
            <a:avLst/>
          </a:prstGeom>
          <a:noFill/>
        </p:spPr>
        <p:txBody>
          <a:bodyPr wrap="none" lIns="62118" tIns="31058" rIns="62118" bIns="31058" rtlCol="0">
            <a:spAutoFit/>
          </a:bodyPr>
          <a:lstStyle/>
          <a:p>
            <a:r>
              <a:rPr lang="en-US" altLang="zh-CN" sz="1400" b="1" dirty="0">
                <a:solidFill>
                  <a:schemeClr val="bg1"/>
                </a:solidFill>
                <a:latin typeface="微软雅黑" pitchFamily="34" charset="-122"/>
                <a:ea typeface="微软雅黑" pitchFamily="34" charset="-122"/>
              </a:rPr>
              <a:t>2</a:t>
            </a:r>
            <a:endParaRPr lang="zh-CN" altLang="en-US" sz="1400" b="1" dirty="0">
              <a:solidFill>
                <a:schemeClr val="bg1"/>
              </a:solidFill>
              <a:latin typeface="微软雅黑" pitchFamily="34" charset="-122"/>
              <a:ea typeface="微软雅黑" pitchFamily="34" charset="-122"/>
            </a:endParaRPr>
          </a:p>
        </p:txBody>
      </p:sp>
      <p:sp>
        <p:nvSpPr>
          <p:cNvPr id="111" name="TextBox 110"/>
          <p:cNvSpPr txBox="1"/>
          <p:nvPr/>
        </p:nvSpPr>
        <p:spPr>
          <a:xfrm>
            <a:off x="6346138" y="1438815"/>
            <a:ext cx="236057" cy="278166"/>
          </a:xfrm>
          <a:prstGeom prst="rect">
            <a:avLst/>
          </a:prstGeom>
          <a:noFill/>
        </p:spPr>
        <p:txBody>
          <a:bodyPr wrap="none" lIns="62118" tIns="31058" rIns="62118" bIns="31058" rtlCol="0">
            <a:spAutoFit/>
          </a:bodyPr>
          <a:lstStyle/>
          <a:p>
            <a:r>
              <a:rPr lang="en-US" altLang="zh-CN" sz="1400" b="1" dirty="0">
                <a:solidFill>
                  <a:schemeClr val="bg1"/>
                </a:solidFill>
                <a:latin typeface="微软雅黑" pitchFamily="34" charset="-122"/>
                <a:ea typeface="微软雅黑" pitchFamily="34" charset="-122"/>
              </a:rPr>
              <a:t>3</a:t>
            </a:r>
            <a:endParaRPr lang="zh-CN" altLang="en-US" sz="1400" b="1" dirty="0">
              <a:solidFill>
                <a:schemeClr val="bg1"/>
              </a:solidFill>
              <a:latin typeface="微软雅黑" pitchFamily="34" charset="-122"/>
              <a:ea typeface="微软雅黑" pitchFamily="34" charset="-122"/>
            </a:endParaRPr>
          </a:p>
        </p:txBody>
      </p:sp>
      <p:sp>
        <p:nvSpPr>
          <p:cNvPr id="56" name="TextBox 55"/>
          <p:cNvSpPr txBox="1"/>
          <p:nvPr/>
        </p:nvSpPr>
        <p:spPr>
          <a:xfrm>
            <a:off x="355782" y="205624"/>
            <a:ext cx="2236510" cy="400110"/>
          </a:xfrm>
          <a:prstGeom prst="rect">
            <a:avLst/>
          </a:prstGeom>
          <a:noFill/>
        </p:spPr>
        <p:txBody>
          <a:bodyPr wrap="none" rtlCol="0">
            <a:spAutoFit/>
          </a:bodyPr>
          <a:lstStyle/>
          <a:p>
            <a:r>
              <a:rPr lang="zh-CN" altLang="en-US" sz="2000" b="1" dirty="0" smtClean="0">
                <a:solidFill>
                  <a:schemeClr val="accent1"/>
                </a:solidFill>
                <a:latin typeface="微软雅黑" pitchFamily="34" charset="-122"/>
                <a:ea typeface="微软雅黑" pitchFamily="34" charset="-122"/>
              </a:rPr>
              <a:t>点击添加标题文本</a:t>
            </a:r>
            <a:endParaRPr lang="zh-CN" altLang="en-US" sz="2000" b="1" dirty="0">
              <a:solidFill>
                <a:schemeClr val="accent1"/>
              </a:solidFill>
              <a:latin typeface="微软雅黑" pitchFamily="34" charset="-122"/>
              <a:ea typeface="微软雅黑" pitchFamily="34" charset="-122"/>
            </a:endParaRPr>
          </a:p>
        </p:txBody>
      </p:sp>
      <p:sp>
        <p:nvSpPr>
          <p:cNvPr id="57" name="TextBox 56"/>
          <p:cNvSpPr txBox="1"/>
          <p:nvPr/>
        </p:nvSpPr>
        <p:spPr>
          <a:xfrm>
            <a:off x="7682019" y="195037"/>
            <a:ext cx="1138453" cy="461665"/>
          </a:xfrm>
          <a:prstGeom prst="rect">
            <a:avLst/>
          </a:prstGeom>
          <a:noFill/>
        </p:spPr>
        <p:txBody>
          <a:bodyPr wrap="none" rtlCol="0">
            <a:spAutoFit/>
          </a:bodyPr>
          <a:lstStyle/>
          <a:p>
            <a:r>
              <a:rPr lang="en-US" altLang="zh-CN" sz="2400" dirty="0" smtClean="0">
                <a:solidFill>
                  <a:schemeClr val="accent2"/>
                </a:solidFill>
                <a:latin typeface="Eras Bold ITC" panose="020B0907030504020204" pitchFamily="34" charset="0"/>
                <a:ea typeface="微软雅黑" panose="020B0503020204020204" pitchFamily="34" charset="-122"/>
              </a:rPr>
              <a:t>LOGO</a:t>
            </a:r>
            <a:endParaRPr lang="zh-CN" altLang="en-US" sz="2400" dirty="0">
              <a:solidFill>
                <a:schemeClr val="accent2"/>
              </a:solidFill>
              <a:latin typeface="Eras Bold ITC" panose="020B0907030504020204" pitchFamily="34" charset="0"/>
              <a:ea typeface="微软雅黑" panose="020B0503020204020204" pitchFamily="34" charset="-122"/>
            </a:endParaRPr>
          </a:p>
        </p:txBody>
      </p:sp>
    </p:spTree>
    <p:extLst>
      <p:ext uri="{BB962C8B-B14F-4D97-AF65-F5344CB8AC3E}">
        <p14:creationId xmlns:p14="http://schemas.microsoft.com/office/powerpoint/2010/main" val="3926518892"/>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1000"/>
                                        <p:tgtEl>
                                          <p:spTgt spid="61"/>
                                        </p:tgtEl>
                                      </p:cBhvr>
                                    </p:animEffect>
                                    <p:anim calcmode="lin" valueType="num">
                                      <p:cBhvr>
                                        <p:cTn id="8" dur="1000" fill="hold"/>
                                        <p:tgtEl>
                                          <p:spTgt spid="61"/>
                                        </p:tgtEl>
                                        <p:attrNameLst>
                                          <p:attrName>ppt_x</p:attrName>
                                        </p:attrNameLst>
                                      </p:cBhvr>
                                      <p:tavLst>
                                        <p:tav tm="0">
                                          <p:val>
                                            <p:strVal val="#ppt_x"/>
                                          </p:val>
                                        </p:tav>
                                        <p:tav tm="100000">
                                          <p:val>
                                            <p:strVal val="#ppt_x"/>
                                          </p:val>
                                        </p:tav>
                                      </p:tavLst>
                                    </p:anim>
                                    <p:anim calcmode="lin" valueType="num">
                                      <p:cBhvr>
                                        <p:cTn id="9" dur="1000" fill="hold"/>
                                        <p:tgtEl>
                                          <p:spTgt spid="6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92"/>
                                        </p:tgtEl>
                                        <p:attrNameLst>
                                          <p:attrName>style.visibility</p:attrName>
                                        </p:attrNameLst>
                                      </p:cBhvr>
                                      <p:to>
                                        <p:strVal val="visible"/>
                                      </p:to>
                                    </p:set>
                                    <p:animEffect transition="in" filter="wipe(left)">
                                      <p:cBhvr>
                                        <p:cTn id="13" dur="500"/>
                                        <p:tgtEl>
                                          <p:spTgt spid="92"/>
                                        </p:tgtEl>
                                      </p:cBhvr>
                                    </p:animEffect>
                                  </p:childTnLst>
                                </p:cTn>
                              </p:par>
                            </p:childTnLst>
                          </p:cTn>
                        </p:par>
                        <p:par>
                          <p:cTn id="14" fill="hold">
                            <p:stCondLst>
                              <p:cond delay="1500"/>
                            </p:stCondLst>
                            <p:childTnLst>
                              <p:par>
                                <p:cTn id="15" presetID="22" presetClass="entr" presetSubtype="8" fill="hold" nodeType="afterEffect">
                                  <p:stCondLst>
                                    <p:cond delay="0"/>
                                  </p:stCondLst>
                                  <p:childTnLst>
                                    <p:set>
                                      <p:cBhvr>
                                        <p:cTn id="16" dur="1" fill="hold">
                                          <p:stCondLst>
                                            <p:cond delay="0"/>
                                          </p:stCondLst>
                                        </p:cTn>
                                        <p:tgtEl>
                                          <p:spTgt spid="95"/>
                                        </p:tgtEl>
                                        <p:attrNameLst>
                                          <p:attrName>style.visibility</p:attrName>
                                        </p:attrNameLst>
                                      </p:cBhvr>
                                      <p:to>
                                        <p:strVal val="visible"/>
                                      </p:to>
                                    </p:set>
                                    <p:animEffect transition="in" filter="wipe(left)">
                                      <p:cBhvr>
                                        <p:cTn id="17" dur="500"/>
                                        <p:tgtEl>
                                          <p:spTgt spid="95"/>
                                        </p:tgtEl>
                                      </p:cBhvr>
                                    </p:animEffect>
                                  </p:childTnLst>
                                </p:cTn>
                              </p:par>
                            </p:childTnLst>
                          </p:cTn>
                        </p:par>
                        <p:par>
                          <p:cTn id="18" fill="hold">
                            <p:stCondLst>
                              <p:cond delay="2000"/>
                            </p:stCondLst>
                            <p:childTnLst>
                              <p:par>
                                <p:cTn id="19" presetID="22" presetClass="entr" presetSubtype="2" fill="hold" nodeType="afterEffect">
                                  <p:stCondLst>
                                    <p:cond delay="0"/>
                                  </p:stCondLst>
                                  <p:childTnLst>
                                    <p:set>
                                      <p:cBhvr>
                                        <p:cTn id="20" dur="1" fill="hold">
                                          <p:stCondLst>
                                            <p:cond delay="0"/>
                                          </p:stCondLst>
                                        </p:cTn>
                                        <p:tgtEl>
                                          <p:spTgt spid="93"/>
                                        </p:tgtEl>
                                        <p:attrNameLst>
                                          <p:attrName>style.visibility</p:attrName>
                                        </p:attrNameLst>
                                      </p:cBhvr>
                                      <p:to>
                                        <p:strVal val="visible"/>
                                      </p:to>
                                    </p:set>
                                    <p:animEffect transition="in" filter="wipe(right)">
                                      <p:cBhvr>
                                        <p:cTn id="21" dur="500"/>
                                        <p:tgtEl>
                                          <p:spTgt spid="93"/>
                                        </p:tgtEl>
                                      </p:cBhvr>
                                    </p:animEffect>
                                  </p:childTnLst>
                                </p:cTn>
                              </p:par>
                            </p:childTnLst>
                          </p:cTn>
                        </p:par>
                        <p:par>
                          <p:cTn id="22" fill="hold">
                            <p:stCondLst>
                              <p:cond delay="2500"/>
                            </p:stCondLst>
                            <p:childTnLst>
                              <p:par>
                                <p:cTn id="23" presetID="22" presetClass="entr" presetSubtype="8" fill="hold" nodeType="afterEffect">
                                  <p:stCondLst>
                                    <p:cond delay="0"/>
                                  </p:stCondLst>
                                  <p:childTnLst>
                                    <p:set>
                                      <p:cBhvr>
                                        <p:cTn id="24" dur="1" fill="hold">
                                          <p:stCondLst>
                                            <p:cond delay="0"/>
                                          </p:stCondLst>
                                        </p:cTn>
                                        <p:tgtEl>
                                          <p:spTgt spid="105"/>
                                        </p:tgtEl>
                                        <p:attrNameLst>
                                          <p:attrName>style.visibility</p:attrName>
                                        </p:attrNameLst>
                                      </p:cBhvr>
                                      <p:to>
                                        <p:strVal val="visible"/>
                                      </p:to>
                                    </p:set>
                                    <p:animEffect transition="in" filter="wipe(left)">
                                      <p:cBhvr>
                                        <p:cTn id="25" dur="500"/>
                                        <p:tgtEl>
                                          <p:spTgt spid="105"/>
                                        </p:tgtEl>
                                      </p:cBhvr>
                                    </p:animEffect>
                                  </p:childTnLst>
                                </p:cTn>
                              </p:par>
                            </p:childTnLst>
                          </p:cTn>
                        </p:par>
                        <p:par>
                          <p:cTn id="26" fill="hold">
                            <p:stCondLst>
                              <p:cond delay="3000"/>
                            </p:stCondLst>
                            <p:childTnLst>
                              <p:par>
                                <p:cTn id="27" presetID="22" presetClass="entr" presetSubtype="8" fill="hold" nodeType="afterEffect">
                                  <p:stCondLst>
                                    <p:cond delay="0"/>
                                  </p:stCondLst>
                                  <p:childTnLst>
                                    <p:set>
                                      <p:cBhvr>
                                        <p:cTn id="28" dur="1" fill="hold">
                                          <p:stCondLst>
                                            <p:cond delay="0"/>
                                          </p:stCondLst>
                                        </p:cTn>
                                        <p:tgtEl>
                                          <p:spTgt spid="94"/>
                                        </p:tgtEl>
                                        <p:attrNameLst>
                                          <p:attrName>style.visibility</p:attrName>
                                        </p:attrNameLst>
                                      </p:cBhvr>
                                      <p:to>
                                        <p:strVal val="visible"/>
                                      </p:to>
                                    </p:set>
                                    <p:animEffect transition="in" filter="wipe(left)">
                                      <p:cBhvr>
                                        <p:cTn id="29" dur="500"/>
                                        <p:tgtEl>
                                          <p:spTgt spid="94"/>
                                        </p:tgtEl>
                                      </p:cBhvr>
                                    </p:animEffect>
                                  </p:childTnLst>
                                </p:cTn>
                              </p:par>
                            </p:childTnLst>
                          </p:cTn>
                        </p:par>
                        <p:par>
                          <p:cTn id="30" fill="hold">
                            <p:stCondLst>
                              <p:cond delay="3500"/>
                            </p:stCondLst>
                            <p:childTnLst>
                              <p:par>
                                <p:cTn id="31" presetID="22" presetClass="entr" presetSubtype="8" fill="hold" nodeType="afterEffect">
                                  <p:stCondLst>
                                    <p:cond delay="0"/>
                                  </p:stCondLst>
                                  <p:childTnLst>
                                    <p:set>
                                      <p:cBhvr>
                                        <p:cTn id="32" dur="1" fill="hold">
                                          <p:stCondLst>
                                            <p:cond delay="0"/>
                                          </p:stCondLst>
                                        </p:cTn>
                                        <p:tgtEl>
                                          <p:spTgt spid="100"/>
                                        </p:tgtEl>
                                        <p:attrNameLst>
                                          <p:attrName>style.visibility</p:attrName>
                                        </p:attrNameLst>
                                      </p:cBhvr>
                                      <p:to>
                                        <p:strVal val="visible"/>
                                      </p:to>
                                    </p:set>
                                    <p:animEffect transition="in" filter="wipe(left)">
                                      <p:cBhvr>
                                        <p:cTn id="33" dur="500"/>
                                        <p:tgtEl>
                                          <p:spTgt spid="100"/>
                                        </p:tgtEl>
                                      </p:cBhvr>
                                    </p:animEffect>
                                  </p:childTnLst>
                                </p:cTn>
                              </p:par>
                            </p:childTnLst>
                          </p:cTn>
                        </p:par>
                        <p:par>
                          <p:cTn id="34" fill="hold">
                            <p:stCondLst>
                              <p:cond delay="4000"/>
                            </p:stCondLst>
                            <p:childTnLst>
                              <p:par>
                                <p:cTn id="35" presetID="22" presetClass="entr" presetSubtype="8" fill="hold" nodeType="afterEffect">
                                  <p:stCondLst>
                                    <p:cond delay="0"/>
                                  </p:stCondLst>
                                  <p:childTnLst>
                                    <p:set>
                                      <p:cBhvr>
                                        <p:cTn id="36" dur="1" fill="hold">
                                          <p:stCondLst>
                                            <p:cond delay="0"/>
                                          </p:stCondLst>
                                        </p:cTn>
                                        <p:tgtEl>
                                          <p:spTgt spid="58"/>
                                        </p:tgtEl>
                                        <p:attrNameLst>
                                          <p:attrName>style.visibility</p:attrName>
                                        </p:attrNameLst>
                                      </p:cBhvr>
                                      <p:to>
                                        <p:strVal val="visible"/>
                                      </p:to>
                                    </p:set>
                                    <p:animEffect transition="in" filter="wipe(left)">
                                      <p:cBhvr>
                                        <p:cTn id="37" dur="500"/>
                                        <p:tgtEl>
                                          <p:spTgt spid="58"/>
                                        </p:tgtEl>
                                      </p:cBhvr>
                                    </p:animEffect>
                                  </p:childTnLst>
                                </p:cTn>
                              </p:par>
                            </p:childTnLst>
                          </p:cTn>
                        </p:par>
                        <p:par>
                          <p:cTn id="38" fill="hold">
                            <p:stCondLst>
                              <p:cond delay="4500"/>
                            </p:stCondLst>
                            <p:childTnLst>
                              <p:par>
                                <p:cTn id="39" presetID="21" presetClass="entr" presetSubtype="1" fill="hold" grpId="0" nodeType="afterEffect">
                                  <p:stCondLst>
                                    <p:cond delay="0"/>
                                  </p:stCondLst>
                                  <p:childTnLst>
                                    <p:set>
                                      <p:cBhvr>
                                        <p:cTn id="40" dur="1" fill="hold">
                                          <p:stCondLst>
                                            <p:cond delay="0"/>
                                          </p:stCondLst>
                                        </p:cTn>
                                        <p:tgtEl>
                                          <p:spTgt spid="104"/>
                                        </p:tgtEl>
                                        <p:attrNameLst>
                                          <p:attrName>style.visibility</p:attrName>
                                        </p:attrNameLst>
                                      </p:cBhvr>
                                      <p:to>
                                        <p:strVal val="visible"/>
                                      </p:to>
                                    </p:set>
                                    <p:animEffect transition="in" filter="wheel(1)">
                                      <p:cBhvr>
                                        <p:cTn id="41" dur="1000"/>
                                        <p:tgtEl>
                                          <p:spTgt spid="104"/>
                                        </p:tgtEl>
                                      </p:cBhvr>
                                    </p:animEffect>
                                  </p:childTnLst>
                                </p:cTn>
                              </p:par>
                            </p:childTnLst>
                          </p:cTn>
                        </p:par>
                        <p:par>
                          <p:cTn id="42" fill="hold">
                            <p:stCondLst>
                              <p:cond delay="5500"/>
                            </p:stCondLst>
                            <p:childTnLst>
                              <p:par>
                                <p:cTn id="43" presetID="10" presetClass="entr" presetSubtype="0" fill="hold" grpId="0" nodeType="afterEffect">
                                  <p:stCondLst>
                                    <p:cond delay="0"/>
                                  </p:stCondLst>
                                  <p:childTnLst>
                                    <p:set>
                                      <p:cBhvr>
                                        <p:cTn id="44" dur="1" fill="hold">
                                          <p:stCondLst>
                                            <p:cond delay="0"/>
                                          </p:stCondLst>
                                        </p:cTn>
                                        <p:tgtEl>
                                          <p:spTgt spid="111"/>
                                        </p:tgtEl>
                                        <p:attrNameLst>
                                          <p:attrName>style.visibility</p:attrName>
                                        </p:attrNameLst>
                                      </p:cBhvr>
                                      <p:to>
                                        <p:strVal val="visible"/>
                                      </p:to>
                                    </p:set>
                                    <p:animEffect transition="in" filter="fade">
                                      <p:cBhvr>
                                        <p:cTn id="45" dur="500"/>
                                        <p:tgtEl>
                                          <p:spTgt spid="11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09"/>
                                        </p:tgtEl>
                                        <p:attrNameLst>
                                          <p:attrName>style.visibility</p:attrName>
                                        </p:attrNameLst>
                                      </p:cBhvr>
                                      <p:to>
                                        <p:strVal val="visible"/>
                                      </p:to>
                                    </p:set>
                                    <p:animEffect transition="in" filter="fade">
                                      <p:cBhvr>
                                        <p:cTn id="48" dur="500"/>
                                        <p:tgtEl>
                                          <p:spTgt spid="10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10"/>
                                        </p:tgtEl>
                                        <p:attrNameLst>
                                          <p:attrName>style.visibility</p:attrName>
                                        </p:attrNameLst>
                                      </p:cBhvr>
                                      <p:to>
                                        <p:strVal val="visible"/>
                                      </p:to>
                                    </p:set>
                                    <p:animEffect transition="in" filter="fade">
                                      <p:cBhvr>
                                        <p:cTn id="51" dur="500"/>
                                        <p:tgtEl>
                                          <p:spTgt spid="110"/>
                                        </p:tgtEl>
                                      </p:cBhvr>
                                    </p:animEffect>
                                  </p:childTnLst>
                                </p:cTn>
                              </p:par>
                              <p:par>
                                <p:cTn id="52" presetID="12" presetClass="entr" presetSubtype="4" fill="hold" grpId="0" nodeType="withEffect">
                                  <p:stCondLst>
                                    <p:cond delay="0"/>
                                  </p:stCondLst>
                                  <p:iterate type="lt">
                                    <p:tmPct val="5983"/>
                                  </p:iterate>
                                  <p:childTnLst>
                                    <p:set>
                                      <p:cBhvr>
                                        <p:cTn id="53" dur="1" fill="hold">
                                          <p:stCondLst>
                                            <p:cond delay="0"/>
                                          </p:stCondLst>
                                        </p:cTn>
                                        <p:tgtEl>
                                          <p:spTgt spid="99"/>
                                        </p:tgtEl>
                                        <p:attrNameLst>
                                          <p:attrName>style.visibility</p:attrName>
                                        </p:attrNameLst>
                                      </p:cBhvr>
                                      <p:to>
                                        <p:strVal val="visible"/>
                                      </p:to>
                                    </p:set>
                                    <p:anim calcmode="lin" valueType="num">
                                      <p:cBhvr additive="base">
                                        <p:cTn id="54" dur="300"/>
                                        <p:tgtEl>
                                          <p:spTgt spid="99"/>
                                        </p:tgtEl>
                                        <p:attrNameLst>
                                          <p:attrName>ppt_y</p:attrName>
                                        </p:attrNameLst>
                                      </p:cBhvr>
                                      <p:tavLst>
                                        <p:tav tm="0">
                                          <p:val>
                                            <p:strVal val="#ppt_y+#ppt_h*1.125000"/>
                                          </p:val>
                                        </p:tav>
                                        <p:tav tm="100000">
                                          <p:val>
                                            <p:strVal val="#ppt_y"/>
                                          </p:val>
                                        </p:tav>
                                      </p:tavLst>
                                    </p:anim>
                                    <p:animEffect transition="in" filter="wipe(up)">
                                      <p:cBhvr>
                                        <p:cTn id="55" dur="3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Graphic spid="104" grpId="0">
        <p:bldAsOne/>
      </p:bldGraphic>
      <p:bldP spid="109" grpId="0"/>
      <p:bldP spid="110" grpId="0"/>
      <p:bldP spid="1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705275" y="1450692"/>
            <a:ext cx="1061816" cy="253910"/>
          </a:xfrm>
          <a:prstGeom prst="rect">
            <a:avLst/>
          </a:prstGeom>
        </p:spPr>
        <p:txBody>
          <a:bodyPr wrap="none" lIns="68573" tIns="34287" rIns="68573" bIns="34287">
            <a:spAutoFit/>
          </a:bodyPr>
          <a:lstStyle/>
          <a:p>
            <a:r>
              <a:rPr lang="zh-CN" altLang="en-US" sz="1200" b="1" dirty="0">
                <a:solidFill>
                  <a:schemeClr val="accent1"/>
                </a:solidFill>
                <a:latin typeface="微软雅黑" pitchFamily="34" charset="-122"/>
                <a:ea typeface="微软雅黑" pitchFamily="34" charset="-122"/>
              </a:rPr>
              <a:t>此处添加标题</a:t>
            </a:r>
            <a:endParaRPr lang="en-US" altLang="zh-CN" sz="1200" b="1" dirty="0">
              <a:solidFill>
                <a:schemeClr val="accent1"/>
              </a:solidFill>
              <a:latin typeface="微软雅黑" pitchFamily="34" charset="-122"/>
              <a:ea typeface="微软雅黑" pitchFamily="34" charset="-122"/>
            </a:endParaRPr>
          </a:p>
        </p:txBody>
      </p:sp>
      <p:sp>
        <p:nvSpPr>
          <p:cNvPr id="4" name="矩形 3"/>
          <p:cNvSpPr/>
          <p:nvPr/>
        </p:nvSpPr>
        <p:spPr>
          <a:xfrm>
            <a:off x="5695552" y="3085019"/>
            <a:ext cx="1061816" cy="253910"/>
          </a:xfrm>
          <a:prstGeom prst="rect">
            <a:avLst/>
          </a:prstGeom>
        </p:spPr>
        <p:txBody>
          <a:bodyPr wrap="none" lIns="68573" tIns="34287" rIns="68573" bIns="34287">
            <a:spAutoFit/>
          </a:bodyPr>
          <a:lstStyle/>
          <a:p>
            <a:r>
              <a:rPr lang="zh-CN" altLang="en-US" sz="1200" b="1" dirty="0">
                <a:solidFill>
                  <a:schemeClr val="accent1"/>
                </a:solidFill>
                <a:latin typeface="微软雅黑" pitchFamily="34" charset="-122"/>
                <a:ea typeface="微软雅黑" pitchFamily="34" charset="-122"/>
              </a:rPr>
              <a:t>此处添加标题</a:t>
            </a:r>
            <a:endParaRPr lang="en-US" altLang="zh-CN" sz="1200" b="1" dirty="0">
              <a:solidFill>
                <a:schemeClr val="accent1"/>
              </a:solidFill>
              <a:latin typeface="微软雅黑" pitchFamily="34" charset="-122"/>
              <a:ea typeface="微软雅黑" pitchFamily="34" charset="-122"/>
            </a:endParaRPr>
          </a:p>
        </p:txBody>
      </p:sp>
      <p:sp>
        <p:nvSpPr>
          <p:cNvPr id="5" name="矩形 4"/>
          <p:cNvSpPr/>
          <p:nvPr/>
        </p:nvSpPr>
        <p:spPr>
          <a:xfrm>
            <a:off x="1979480" y="2242989"/>
            <a:ext cx="1061816" cy="253910"/>
          </a:xfrm>
          <a:prstGeom prst="rect">
            <a:avLst/>
          </a:prstGeom>
        </p:spPr>
        <p:txBody>
          <a:bodyPr wrap="none" lIns="68573" tIns="34287" rIns="68573" bIns="34287">
            <a:spAutoFit/>
          </a:bodyPr>
          <a:lstStyle/>
          <a:p>
            <a:pPr algn="r"/>
            <a:r>
              <a:rPr lang="zh-CN" altLang="en-US" sz="1200" b="1" dirty="0">
                <a:solidFill>
                  <a:schemeClr val="accent1"/>
                </a:solidFill>
                <a:latin typeface="微软雅黑" pitchFamily="34" charset="-122"/>
                <a:ea typeface="微软雅黑" pitchFamily="34" charset="-122"/>
              </a:rPr>
              <a:t>此处添加标题</a:t>
            </a:r>
            <a:endParaRPr lang="en-US" altLang="zh-CN" sz="1200" b="1" dirty="0">
              <a:solidFill>
                <a:schemeClr val="accent1"/>
              </a:solidFill>
              <a:latin typeface="微软雅黑" pitchFamily="34" charset="-122"/>
              <a:ea typeface="微软雅黑" pitchFamily="34" charset="-122"/>
            </a:endParaRPr>
          </a:p>
        </p:txBody>
      </p:sp>
      <p:sp>
        <p:nvSpPr>
          <p:cNvPr id="6" name="等腰三角形 5"/>
          <p:cNvSpPr>
            <a:spLocks noChangeAspect="1" noChangeArrowheads="1"/>
          </p:cNvSpPr>
          <p:nvPr/>
        </p:nvSpPr>
        <p:spPr bwMode="auto">
          <a:xfrm rot="5400000" flipV="1">
            <a:off x="5474017" y="1832394"/>
            <a:ext cx="179437" cy="154736"/>
          </a:xfrm>
          <a:prstGeom prst="triangle">
            <a:avLst>
              <a:gd name="adj" fmla="val 50000"/>
            </a:avLst>
          </a:prstGeom>
          <a:solidFill>
            <a:schemeClr val="accent1"/>
          </a:solidFill>
          <a:ln>
            <a:noFill/>
          </a:ln>
          <a:extLst/>
        </p:spPr>
        <p:txBody>
          <a:bodyPr lIns="68573" tIns="34287" rIns="68573" bIns="34287" anchor="ct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eaLnBrk="1" hangingPunct="1">
              <a:spcBef>
                <a:spcPct val="0"/>
              </a:spcBef>
              <a:buFont typeface="Arial" charset="0"/>
              <a:buNone/>
            </a:pPr>
            <a:endParaRPr lang="zh-CN" altLang="zh-CN" sz="1500">
              <a:solidFill>
                <a:schemeClr val="tx1">
                  <a:lumMod val="65000"/>
                  <a:lumOff val="35000"/>
                </a:schemeClr>
              </a:solidFill>
              <a:sym typeface="微软雅黑" pitchFamily="34" charset="-122"/>
            </a:endParaRPr>
          </a:p>
        </p:txBody>
      </p:sp>
      <p:sp>
        <p:nvSpPr>
          <p:cNvPr id="7" name="矩形 47"/>
          <p:cNvSpPr>
            <a:spLocks noChangeArrowheads="1"/>
          </p:cNvSpPr>
          <p:nvPr/>
        </p:nvSpPr>
        <p:spPr bwMode="auto">
          <a:xfrm>
            <a:off x="5695555" y="1761746"/>
            <a:ext cx="2116805" cy="678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3" tIns="34287" rIns="68573" bIns="34287">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nSpc>
                <a:spcPct val="120000"/>
              </a:lnSpc>
              <a:spcBef>
                <a:spcPct val="0"/>
              </a:spcBef>
              <a:buNone/>
            </a:pPr>
            <a:r>
              <a:rPr lang="zh-CN" altLang="en-US" sz="1100" dirty="0">
                <a:solidFill>
                  <a:srgbClr val="333333"/>
                </a:solidFill>
                <a:sym typeface="微软雅黑" pitchFamily="34" charset="-122"/>
              </a:rPr>
              <a:t>您的内容打在这里，或者通过复制您的文本后，在此框中选择粘贴，并选择只保留文字。</a:t>
            </a:r>
          </a:p>
        </p:txBody>
      </p:sp>
      <p:sp>
        <p:nvSpPr>
          <p:cNvPr id="9" name="等腰三角形 18"/>
          <p:cNvSpPr>
            <a:spLocks noChangeAspect="1" noChangeArrowheads="1"/>
          </p:cNvSpPr>
          <p:nvPr/>
        </p:nvSpPr>
        <p:spPr bwMode="auto">
          <a:xfrm rot="5400000" flipV="1">
            <a:off x="5474017" y="3469695"/>
            <a:ext cx="179437" cy="154736"/>
          </a:xfrm>
          <a:prstGeom prst="triangle">
            <a:avLst>
              <a:gd name="adj" fmla="val 50000"/>
            </a:avLst>
          </a:prstGeom>
          <a:solidFill>
            <a:schemeClr val="accent1"/>
          </a:solidFill>
          <a:ln>
            <a:noFill/>
          </a:ln>
          <a:extLst/>
        </p:spPr>
        <p:txBody>
          <a:bodyPr lIns="68573" tIns="34287" rIns="68573" bIns="34287" anchor="ct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eaLnBrk="1" hangingPunct="1">
              <a:spcBef>
                <a:spcPct val="0"/>
              </a:spcBef>
              <a:buFont typeface="Arial" charset="0"/>
              <a:buNone/>
            </a:pPr>
            <a:endParaRPr lang="zh-CN" altLang="zh-CN" sz="1500">
              <a:solidFill>
                <a:schemeClr val="tx1">
                  <a:lumMod val="65000"/>
                  <a:lumOff val="35000"/>
                </a:schemeClr>
              </a:solidFill>
              <a:sym typeface="微软雅黑" pitchFamily="34" charset="-122"/>
            </a:endParaRPr>
          </a:p>
        </p:txBody>
      </p:sp>
      <p:sp>
        <p:nvSpPr>
          <p:cNvPr id="10" name="矩形 47"/>
          <p:cNvSpPr>
            <a:spLocks noChangeArrowheads="1"/>
          </p:cNvSpPr>
          <p:nvPr/>
        </p:nvSpPr>
        <p:spPr bwMode="auto">
          <a:xfrm>
            <a:off x="5695555" y="3399050"/>
            <a:ext cx="2116805" cy="678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3" tIns="34287" rIns="68573" bIns="34287">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nSpc>
                <a:spcPct val="120000"/>
              </a:lnSpc>
              <a:spcBef>
                <a:spcPct val="0"/>
              </a:spcBef>
              <a:buNone/>
            </a:pPr>
            <a:r>
              <a:rPr lang="zh-CN" altLang="en-US" sz="1100" dirty="0">
                <a:solidFill>
                  <a:srgbClr val="333333"/>
                </a:solidFill>
                <a:sym typeface="微软雅黑" pitchFamily="34" charset="-122"/>
              </a:rPr>
              <a:t>您的内容打在这里，或者通过复制您的文本后，在此框中选择粘贴，并选择只保留文字。</a:t>
            </a:r>
          </a:p>
        </p:txBody>
      </p:sp>
      <p:sp>
        <p:nvSpPr>
          <p:cNvPr id="11" name="等腰三角形 18"/>
          <p:cNvSpPr>
            <a:spLocks noChangeAspect="1" noChangeArrowheads="1"/>
          </p:cNvSpPr>
          <p:nvPr/>
        </p:nvSpPr>
        <p:spPr bwMode="auto">
          <a:xfrm rot="16200000" flipH="1" flipV="1">
            <a:off x="3171284" y="2622228"/>
            <a:ext cx="179437" cy="154736"/>
          </a:xfrm>
          <a:prstGeom prst="triangle">
            <a:avLst>
              <a:gd name="adj" fmla="val 50000"/>
            </a:avLst>
          </a:prstGeom>
          <a:solidFill>
            <a:schemeClr val="accent1"/>
          </a:solidFill>
          <a:ln>
            <a:noFill/>
          </a:ln>
          <a:extLst/>
        </p:spPr>
        <p:txBody>
          <a:bodyPr lIns="68573" tIns="34287" rIns="68573" bIns="34287" anchor="ct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eaLnBrk="1" hangingPunct="1">
              <a:spcBef>
                <a:spcPct val="0"/>
              </a:spcBef>
              <a:buFont typeface="Arial" charset="0"/>
              <a:buNone/>
            </a:pPr>
            <a:endParaRPr lang="zh-CN" altLang="zh-CN" sz="1500">
              <a:solidFill>
                <a:schemeClr val="accent3">
                  <a:lumMod val="75000"/>
                </a:schemeClr>
              </a:solidFill>
              <a:sym typeface="微软雅黑" pitchFamily="34" charset="-122"/>
            </a:endParaRPr>
          </a:p>
        </p:txBody>
      </p:sp>
      <p:sp>
        <p:nvSpPr>
          <p:cNvPr id="12" name="矩形 47"/>
          <p:cNvSpPr>
            <a:spLocks noChangeArrowheads="1"/>
          </p:cNvSpPr>
          <p:nvPr/>
        </p:nvSpPr>
        <p:spPr bwMode="auto">
          <a:xfrm>
            <a:off x="1302089" y="2551577"/>
            <a:ext cx="1832440" cy="88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3" tIns="34287" rIns="68573" bIns="34287">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nSpc>
                <a:spcPct val="120000"/>
              </a:lnSpc>
              <a:spcBef>
                <a:spcPct val="0"/>
              </a:spcBef>
              <a:buNone/>
            </a:pPr>
            <a:r>
              <a:rPr lang="zh-CN" altLang="en-US" sz="1100" dirty="0">
                <a:solidFill>
                  <a:srgbClr val="333333"/>
                </a:solidFill>
                <a:sym typeface="微软雅黑" pitchFamily="34" charset="-122"/>
              </a:rPr>
              <a:t>您的内容打在这里，或者通过复制您的文本后，在此框中选择粘贴，并选择只保留文字。</a:t>
            </a:r>
          </a:p>
        </p:txBody>
      </p:sp>
      <p:sp>
        <p:nvSpPr>
          <p:cNvPr id="13" name="形状 12"/>
          <p:cNvSpPr/>
          <p:nvPr/>
        </p:nvSpPr>
        <p:spPr>
          <a:xfrm>
            <a:off x="3445716" y="2189127"/>
            <a:ext cx="1400989" cy="1401200"/>
          </a:xfrm>
          <a:prstGeom prst="leftCircularArrow">
            <a:avLst>
              <a:gd name="adj1" fmla="val 8909"/>
              <a:gd name="adj2" fmla="val 1142322"/>
              <a:gd name="adj3" fmla="val 6293598"/>
              <a:gd name="adj4" fmla="val 18900002"/>
              <a:gd name="adj5" fmla="val 12500"/>
            </a:avLst>
          </a:prstGeom>
          <a:solidFill>
            <a:schemeClr val="accent2"/>
          </a:solidFill>
          <a:ln>
            <a:noFill/>
          </a:ln>
          <a:effectLst/>
        </p:spPr>
        <p:style>
          <a:lnRef idx="0">
            <a:scrgbClr r="0" g="0" b="0"/>
          </a:lnRef>
          <a:fillRef idx="3">
            <a:scrgbClr r="0" g="0" b="0"/>
          </a:fillRef>
          <a:effectRef idx="2">
            <a:scrgbClr r="0" g="0" b="0"/>
          </a:effectRef>
          <a:fontRef idx="minor">
            <a:schemeClr val="lt1"/>
          </a:fontRef>
        </p:style>
      </p:sp>
      <p:sp>
        <p:nvSpPr>
          <p:cNvPr id="14" name="空心弧 13"/>
          <p:cNvSpPr/>
          <p:nvPr/>
        </p:nvSpPr>
        <p:spPr>
          <a:xfrm>
            <a:off x="3948405" y="3106035"/>
            <a:ext cx="1203665" cy="1204148"/>
          </a:xfrm>
          <a:prstGeom prst="blockArc">
            <a:avLst>
              <a:gd name="adj1" fmla="val 13624405"/>
              <a:gd name="adj2" fmla="val 17228224"/>
              <a:gd name="adj3" fmla="val 11481"/>
            </a:avLst>
          </a:prstGeom>
          <a:solidFill>
            <a:schemeClr val="accent1"/>
          </a:solidFill>
          <a:ln>
            <a:noFill/>
          </a:ln>
          <a:effectLst/>
        </p:spPr>
        <p:style>
          <a:lnRef idx="0">
            <a:scrgbClr r="0" g="0" b="0"/>
          </a:lnRef>
          <a:fillRef idx="3">
            <a:scrgbClr r="0" g="0" b="0"/>
          </a:fillRef>
          <a:effectRef idx="2">
            <a:scrgbClr r="0" g="0" b="0"/>
          </a:effectRef>
          <a:fontRef idx="minor">
            <a:schemeClr val="lt1"/>
          </a:fontRef>
        </p:style>
      </p:sp>
      <p:sp>
        <p:nvSpPr>
          <p:cNvPr id="15" name="空心弧 14"/>
          <p:cNvSpPr/>
          <p:nvPr/>
        </p:nvSpPr>
        <p:spPr>
          <a:xfrm>
            <a:off x="3948405" y="3106035"/>
            <a:ext cx="1203665" cy="1204148"/>
          </a:xfrm>
          <a:prstGeom prst="blockArc">
            <a:avLst>
              <a:gd name="adj1" fmla="val 17085111"/>
              <a:gd name="adj2" fmla="val 10799997"/>
              <a:gd name="adj3" fmla="val 11504"/>
            </a:avLst>
          </a:prstGeom>
          <a:solidFill>
            <a:schemeClr val="accent1"/>
          </a:solidFill>
          <a:ln>
            <a:noFill/>
          </a:ln>
          <a:effectLst/>
        </p:spPr>
        <p:style>
          <a:lnRef idx="0">
            <a:scrgbClr r="0" g="0" b="0"/>
          </a:lnRef>
          <a:fillRef idx="3">
            <a:scrgbClr r="0" g="0" b="0"/>
          </a:fillRef>
          <a:effectRef idx="2">
            <a:scrgbClr r="0" g="0" b="0"/>
          </a:effectRef>
          <a:fontRef idx="minor">
            <a:schemeClr val="lt1"/>
          </a:fontRef>
        </p:style>
      </p:sp>
      <p:sp>
        <p:nvSpPr>
          <p:cNvPr id="16" name="任意多边形 15"/>
          <p:cNvSpPr/>
          <p:nvPr/>
        </p:nvSpPr>
        <p:spPr>
          <a:xfrm rot="17307692">
            <a:off x="4216529" y="1801423"/>
            <a:ext cx="1214450" cy="654324"/>
          </a:xfrm>
          <a:custGeom>
            <a:avLst/>
            <a:gdLst>
              <a:gd name="connsiteX0" fmla="*/ 4833930 w 4843779"/>
              <a:gd name="connsiteY0" fmla="*/ 0 h 2609741"/>
              <a:gd name="connsiteX1" fmla="*/ 4843489 w 4843779"/>
              <a:gd name="connsiteY1" fmla="*/ 152635 h 2609741"/>
              <a:gd name="connsiteX2" fmla="*/ 3517115 w 4843779"/>
              <a:gd name="connsiteY2" fmla="*/ 2348626 h 2609741"/>
              <a:gd name="connsiteX3" fmla="*/ 351244 w 4843779"/>
              <a:gd name="connsiteY3" fmla="*/ 1435790 h 2609741"/>
              <a:gd name="connsiteX4" fmla="*/ 0 w 4843779"/>
              <a:gd name="connsiteY4" fmla="*/ 1526124 h 2609741"/>
              <a:gd name="connsiteX5" fmla="*/ 380009 w 4843779"/>
              <a:gd name="connsiteY5" fmla="*/ 717222 h 2609741"/>
              <a:gd name="connsiteX6" fmla="*/ 1326890 w 4843779"/>
              <a:gd name="connsiteY6" fmla="*/ 1184874 h 2609741"/>
              <a:gd name="connsiteX7" fmla="*/ 981253 w 4843779"/>
              <a:gd name="connsiteY7" fmla="*/ 1273766 h 2609741"/>
              <a:gd name="connsiteX8" fmla="*/ 3348138 w 4843779"/>
              <a:gd name="connsiteY8" fmla="*/ 1741216 h 2609741"/>
              <a:gd name="connsiteX9" fmla="*/ 4226462 w 4843779"/>
              <a:gd name="connsiteY9" fmla="*/ 84448 h 2609741"/>
              <a:gd name="connsiteX10" fmla="*/ 4217585 w 4843779"/>
              <a:gd name="connsiteY10" fmla="*/ 0 h 2609741"/>
              <a:gd name="connsiteX11" fmla="*/ 4833930 w 4843779"/>
              <a:gd name="connsiteY11" fmla="*/ 0 h 260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43779" h="2609741">
                <a:moveTo>
                  <a:pt x="4833930" y="0"/>
                </a:moveTo>
                <a:lnTo>
                  <a:pt x="4843489" y="152635"/>
                </a:lnTo>
                <a:cubicBezTo>
                  <a:pt x="4857473" y="1052464"/>
                  <a:pt x="4365817" y="1918999"/>
                  <a:pt x="3517115" y="2348626"/>
                </a:cubicBezTo>
                <a:cubicBezTo>
                  <a:pt x="2385597" y="2921419"/>
                  <a:pt x="1003828" y="2523005"/>
                  <a:pt x="351244" y="1435790"/>
                </a:cubicBezTo>
                <a:lnTo>
                  <a:pt x="0" y="1526124"/>
                </a:lnTo>
                <a:lnTo>
                  <a:pt x="380009" y="717222"/>
                </a:lnTo>
                <a:lnTo>
                  <a:pt x="1326890" y="1184874"/>
                </a:lnTo>
                <a:lnTo>
                  <a:pt x="981253" y="1273766"/>
                </a:lnTo>
                <a:cubicBezTo>
                  <a:pt x="1534634" y="2011589"/>
                  <a:pt x="2555569" y="2213219"/>
                  <a:pt x="3348138" y="1741216"/>
                </a:cubicBezTo>
                <a:cubicBezTo>
                  <a:pt x="3942651" y="1387163"/>
                  <a:pt x="4265044" y="739620"/>
                  <a:pt x="4226462" y="84448"/>
                </a:cubicBezTo>
                <a:lnTo>
                  <a:pt x="4217585" y="0"/>
                </a:lnTo>
                <a:lnTo>
                  <a:pt x="483393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900">
              <a:solidFill>
                <a:schemeClr val="accent1">
                  <a:lumMod val="75000"/>
                </a:schemeClr>
              </a:solidFill>
            </a:endParaRPr>
          </a:p>
        </p:txBody>
      </p:sp>
      <p:sp>
        <p:nvSpPr>
          <p:cNvPr id="17" name="任意多边形 16"/>
          <p:cNvSpPr/>
          <p:nvPr/>
        </p:nvSpPr>
        <p:spPr>
          <a:xfrm rot="17307692">
            <a:off x="3919473" y="1463063"/>
            <a:ext cx="797547" cy="558426"/>
          </a:xfrm>
          <a:custGeom>
            <a:avLst/>
            <a:gdLst>
              <a:gd name="connsiteX0" fmla="*/ 3082922 w 3180980"/>
              <a:gd name="connsiteY0" fmla="*/ 1705085 h 2227258"/>
              <a:gd name="connsiteX1" fmla="*/ 3176423 w 3180980"/>
              <a:gd name="connsiteY1" fmla="*/ 2154476 h 2227258"/>
              <a:gd name="connsiteX2" fmla="*/ 3180980 w 3180980"/>
              <a:gd name="connsiteY2" fmla="*/ 2227258 h 2227258"/>
              <a:gd name="connsiteX3" fmla="*/ 2564635 w 3180980"/>
              <a:gd name="connsiteY3" fmla="*/ 2227258 h 2227258"/>
              <a:gd name="connsiteX4" fmla="*/ 2556295 w 3180980"/>
              <a:gd name="connsiteY4" fmla="*/ 2147919 h 2227258"/>
              <a:gd name="connsiteX5" fmla="*/ 2411315 w 3180980"/>
              <a:gd name="connsiteY5" fmla="*/ 1664578 h 2227258"/>
              <a:gd name="connsiteX6" fmla="*/ 196026 w 3180980"/>
              <a:gd name="connsiteY6" fmla="*/ 708959 h 2227258"/>
              <a:gd name="connsiteX7" fmla="*/ 0 w 3180980"/>
              <a:gd name="connsiteY7" fmla="*/ 127074 h 2227258"/>
              <a:gd name="connsiteX8" fmla="*/ 3002505 w 3180980"/>
              <a:gd name="connsiteY8" fmla="*/ 1483914 h 2227258"/>
              <a:gd name="connsiteX9" fmla="*/ 3082922 w 3180980"/>
              <a:gd name="connsiteY9" fmla="*/ 1705085 h 2227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80980" h="2227258">
                <a:moveTo>
                  <a:pt x="3082922" y="1705085"/>
                </a:moveTo>
                <a:cubicBezTo>
                  <a:pt x="3128937" y="1853627"/>
                  <a:pt x="3159875" y="2004047"/>
                  <a:pt x="3176423" y="2154476"/>
                </a:cubicBezTo>
                <a:lnTo>
                  <a:pt x="3180980" y="2227258"/>
                </a:lnTo>
                <a:lnTo>
                  <a:pt x="2564635" y="2227258"/>
                </a:lnTo>
                <a:lnTo>
                  <a:pt x="2556295" y="2147919"/>
                </a:lnTo>
                <a:cubicBezTo>
                  <a:pt x="2531455" y="1984304"/>
                  <a:pt x="2483591" y="1821702"/>
                  <a:pt x="2411315" y="1664578"/>
                </a:cubicBezTo>
                <a:cubicBezTo>
                  <a:pt x="2025870" y="826647"/>
                  <a:pt x="1070294" y="414436"/>
                  <a:pt x="196026" y="708959"/>
                </a:cubicBezTo>
                <a:lnTo>
                  <a:pt x="0" y="127074"/>
                </a:lnTo>
                <a:cubicBezTo>
                  <a:pt x="1201918" y="-277827"/>
                  <a:pt x="2512407" y="314386"/>
                  <a:pt x="3002505" y="1483914"/>
                </a:cubicBezTo>
                <a:cubicBezTo>
                  <a:pt x="3033137" y="1557012"/>
                  <a:pt x="3059914" y="1630814"/>
                  <a:pt x="3082922" y="1705085"/>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900">
              <a:solidFill>
                <a:schemeClr val="accent1">
                  <a:lumMod val="75000"/>
                </a:schemeClr>
              </a:solidFill>
            </a:endParaRPr>
          </a:p>
        </p:txBody>
      </p:sp>
      <p:sp>
        <p:nvSpPr>
          <p:cNvPr id="18" name="TextBox 17"/>
          <p:cNvSpPr txBox="1"/>
          <p:nvPr/>
        </p:nvSpPr>
        <p:spPr>
          <a:xfrm>
            <a:off x="4334078" y="1689254"/>
            <a:ext cx="505588" cy="654025"/>
          </a:xfrm>
          <a:prstGeom prst="rect">
            <a:avLst/>
          </a:prstGeom>
          <a:noFill/>
        </p:spPr>
        <p:txBody>
          <a:bodyPr wrap="none" lIns="68580" tIns="34290" rIns="68580" bIns="34290" rtlCol="0">
            <a:spAutoFit/>
          </a:bodyPr>
          <a:lstStyle/>
          <a:p>
            <a:r>
              <a:rPr lang="en-US" altLang="zh-CN" sz="3800" b="1" dirty="0">
                <a:solidFill>
                  <a:schemeClr val="accent1"/>
                </a:solidFill>
                <a:latin typeface="微软雅黑" pitchFamily="34" charset="-122"/>
                <a:ea typeface="微软雅黑" pitchFamily="34" charset="-122"/>
              </a:rPr>
              <a:t>A</a:t>
            </a:r>
            <a:endParaRPr lang="zh-CN" altLang="en-US" sz="3800" b="1" dirty="0">
              <a:solidFill>
                <a:schemeClr val="accent1"/>
              </a:solidFill>
              <a:latin typeface="微软雅黑" pitchFamily="34" charset="-122"/>
              <a:ea typeface="微软雅黑" pitchFamily="34" charset="-122"/>
            </a:endParaRPr>
          </a:p>
        </p:txBody>
      </p:sp>
      <p:sp>
        <p:nvSpPr>
          <p:cNvPr id="19" name="TextBox 18"/>
          <p:cNvSpPr txBox="1"/>
          <p:nvPr/>
        </p:nvSpPr>
        <p:spPr>
          <a:xfrm>
            <a:off x="3894669" y="2551577"/>
            <a:ext cx="471924" cy="654025"/>
          </a:xfrm>
          <a:prstGeom prst="rect">
            <a:avLst/>
          </a:prstGeom>
          <a:noFill/>
        </p:spPr>
        <p:txBody>
          <a:bodyPr wrap="none" lIns="68580" tIns="34290" rIns="68580" bIns="34290" rtlCol="0">
            <a:spAutoFit/>
          </a:bodyPr>
          <a:lstStyle/>
          <a:p>
            <a:r>
              <a:rPr lang="en-US" altLang="zh-CN" sz="3800" b="1" dirty="0">
                <a:solidFill>
                  <a:schemeClr val="accent2"/>
                </a:solidFill>
                <a:latin typeface="微软雅黑" pitchFamily="34" charset="-122"/>
                <a:ea typeface="微软雅黑" pitchFamily="34" charset="-122"/>
              </a:rPr>
              <a:t>B</a:t>
            </a:r>
            <a:endParaRPr lang="zh-CN" altLang="en-US" sz="3800" b="1" dirty="0">
              <a:solidFill>
                <a:schemeClr val="accent2"/>
              </a:solidFill>
              <a:latin typeface="微软雅黑" pitchFamily="34" charset="-122"/>
              <a:ea typeface="微软雅黑" pitchFamily="34" charset="-122"/>
            </a:endParaRPr>
          </a:p>
        </p:txBody>
      </p:sp>
      <p:sp>
        <p:nvSpPr>
          <p:cNvPr id="20" name="TextBox 19"/>
          <p:cNvSpPr txBox="1"/>
          <p:nvPr/>
        </p:nvSpPr>
        <p:spPr>
          <a:xfrm>
            <a:off x="4321139" y="3408178"/>
            <a:ext cx="467116" cy="654025"/>
          </a:xfrm>
          <a:prstGeom prst="rect">
            <a:avLst/>
          </a:prstGeom>
          <a:noFill/>
        </p:spPr>
        <p:txBody>
          <a:bodyPr wrap="none" lIns="68580" tIns="34290" rIns="68580" bIns="34290" rtlCol="0">
            <a:spAutoFit/>
          </a:bodyPr>
          <a:lstStyle/>
          <a:p>
            <a:r>
              <a:rPr lang="en-US" altLang="zh-CN" sz="3800" b="1" dirty="0">
                <a:solidFill>
                  <a:schemeClr val="accent1"/>
                </a:solidFill>
                <a:latin typeface="微软雅黑" pitchFamily="34" charset="-122"/>
                <a:ea typeface="微软雅黑" pitchFamily="34" charset="-122"/>
              </a:rPr>
              <a:t>C</a:t>
            </a:r>
            <a:endParaRPr lang="zh-CN" altLang="en-US" sz="3800" b="1" dirty="0">
              <a:solidFill>
                <a:schemeClr val="accent1"/>
              </a:solidFill>
              <a:latin typeface="微软雅黑" pitchFamily="34" charset="-122"/>
              <a:ea typeface="微软雅黑" pitchFamily="34" charset="-122"/>
            </a:endParaRPr>
          </a:p>
        </p:txBody>
      </p:sp>
      <p:sp>
        <p:nvSpPr>
          <p:cNvPr id="21" name="TextBox 20"/>
          <p:cNvSpPr txBox="1"/>
          <p:nvPr/>
        </p:nvSpPr>
        <p:spPr>
          <a:xfrm>
            <a:off x="355782" y="205624"/>
            <a:ext cx="2236510" cy="400110"/>
          </a:xfrm>
          <a:prstGeom prst="rect">
            <a:avLst/>
          </a:prstGeom>
          <a:noFill/>
        </p:spPr>
        <p:txBody>
          <a:bodyPr wrap="none" rtlCol="0">
            <a:spAutoFit/>
          </a:bodyPr>
          <a:lstStyle/>
          <a:p>
            <a:r>
              <a:rPr lang="zh-CN" altLang="en-US" sz="2000" b="1" dirty="0" smtClean="0">
                <a:solidFill>
                  <a:schemeClr val="accent1"/>
                </a:solidFill>
                <a:latin typeface="微软雅黑" pitchFamily="34" charset="-122"/>
                <a:ea typeface="微软雅黑" pitchFamily="34" charset="-122"/>
              </a:rPr>
              <a:t>点击添加标题文本</a:t>
            </a:r>
            <a:endParaRPr lang="zh-CN" altLang="en-US" sz="2000" b="1" dirty="0">
              <a:solidFill>
                <a:schemeClr val="accent1"/>
              </a:solidFill>
              <a:latin typeface="微软雅黑" pitchFamily="34" charset="-122"/>
              <a:ea typeface="微软雅黑" pitchFamily="34" charset="-122"/>
            </a:endParaRPr>
          </a:p>
        </p:txBody>
      </p:sp>
      <p:sp>
        <p:nvSpPr>
          <p:cNvPr id="22" name="TextBox 21"/>
          <p:cNvSpPr txBox="1"/>
          <p:nvPr/>
        </p:nvSpPr>
        <p:spPr>
          <a:xfrm>
            <a:off x="7682019" y="195037"/>
            <a:ext cx="1138453" cy="461665"/>
          </a:xfrm>
          <a:prstGeom prst="rect">
            <a:avLst/>
          </a:prstGeom>
          <a:noFill/>
        </p:spPr>
        <p:txBody>
          <a:bodyPr wrap="none" rtlCol="0">
            <a:spAutoFit/>
          </a:bodyPr>
          <a:lstStyle/>
          <a:p>
            <a:r>
              <a:rPr lang="en-US" altLang="zh-CN" sz="2400" dirty="0" smtClean="0">
                <a:solidFill>
                  <a:schemeClr val="accent2"/>
                </a:solidFill>
                <a:latin typeface="Eras Bold ITC" panose="020B0907030504020204" pitchFamily="34" charset="0"/>
                <a:ea typeface="微软雅黑" panose="020B0503020204020204" pitchFamily="34" charset="-122"/>
              </a:rPr>
              <a:t>LOGO</a:t>
            </a:r>
            <a:endParaRPr lang="zh-CN" altLang="en-US" sz="2400" dirty="0">
              <a:solidFill>
                <a:schemeClr val="accent2"/>
              </a:solidFill>
              <a:latin typeface="Eras Bold ITC" panose="020B0907030504020204" pitchFamily="34" charset="0"/>
              <a:ea typeface="微软雅黑" panose="020B0503020204020204" pitchFamily="34" charset="-122"/>
            </a:endParaRPr>
          </a:p>
        </p:txBody>
      </p:sp>
    </p:spTree>
    <p:extLst>
      <p:ext uri="{BB962C8B-B14F-4D97-AF65-F5344CB8AC3E}">
        <p14:creationId xmlns:p14="http://schemas.microsoft.com/office/powerpoint/2010/main" val="2727308543"/>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350"/>
                                        <p:tgtEl>
                                          <p:spTgt spid="17"/>
                                        </p:tgtEl>
                                      </p:cBhvr>
                                    </p:animEffect>
                                  </p:childTnLst>
                                </p:cTn>
                              </p:par>
                            </p:childTnLst>
                          </p:cTn>
                        </p:par>
                        <p:par>
                          <p:cTn id="8" fill="hold">
                            <p:stCondLst>
                              <p:cond delay="350"/>
                            </p:stCondLst>
                            <p:childTnLst>
                              <p:par>
                                <p:cTn id="9" presetID="22" presetClass="entr" presetSubtype="1"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up)">
                                      <p:cBhvr>
                                        <p:cTn id="11" dur="600"/>
                                        <p:tgtEl>
                                          <p:spTgt spid="16"/>
                                        </p:tgtEl>
                                      </p:cBhvr>
                                    </p:animEffect>
                                  </p:childTnLst>
                                </p:cTn>
                              </p:par>
                            </p:childTnLst>
                          </p:cTn>
                        </p:par>
                        <p:par>
                          <p:cTn id="12" fill="hold">
                            <p:stCondLst>
                              <p:cond delay="950"/>
                            </p:stCondLst>
                            <p:childTnLst>
                              <p:par>
                                <p:cTn id="13" presetID="10" presetClass="entr" presetSubtype="0" fill="hold" grpId="0"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par>
                          <p:cTn id="16" fill="hold">
                            <p:stCondLst>
                              <p:cond delay="1450"/>
                            </p:stCondLst>
                            <p:childTnLst>
                              <p:par>
                                <p:cTn id="17" presetID="1"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26" presetClass="emph" presetSubtype="0" fill="hold" grpId="1" nodeType="withEffect">
                                  <p:stCondLst>
                                    <p:cond delay="0"/>
                                  </p:stCondLst>
                                  <p:childTnLst>
                                    <p:animEffect transition="out" filter="fade">
                                      <p:cBhvr>
                                        <p:cTn id="20" dur="500" tmFilter="0, 0; .2, .5; .8, .5; 1, 0"/>
                                        <p:tgtEl>
                                          <p:spTgt spid="6"/>
                                        </p:tgtEl>
                                      </p:cBhvr>
                                    </p:animEffect>
                                    <p:animScale>
                                      <p:cBhvr>
                                        <p:cTn id="21" dur="250" autoRev="1" fill="hold"/>
                                        <p:tgtEl>
                                          <p:spTgt spid="6"/>
                                        </p:tgtEl>
                                      </p:cBhvr>
                                      <p:by x="105000" y="105000"/>
                                    </p:animScale>
                                  </p:childTnLst>
                                </p:cTn>
                              </p:par>
                            </p:childTnLst>
                          </p:cTn>
                        </p:par>
                        <p:par>
                          <p:cTn id="22" fill="hold">
                            <p:stCondLst>
                              <p:cond delay="1950"/>
                            </p:stCondLst>
                            <p:childTnLst>
                              <p:par>
                                <p:cTn id="23" presetID="22" presetClass="entr" presetSubtype="8" fill="hold" grpId="0" nodeType="after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left)">
                                      <p:cBhvr>
                                        <p:cTn id="25" dur="500"/>
                                        <p:tgtEl>
                                          <p:spTgt spid="3"/>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left)">
                                      <p:cBhvr>
                                        <p:cTn id="28" dur="500"/>
                                        <p:tgtEl>
                                          <p:spTgt spid="7"/>
                                        </p:tgtEl>
                                      </p:cBhvr>
                                    </p:animEffect>
                                  </p:childTnLst>
                                </p:cTn>
                              </p:par>
                            </p:childTnLst>
                          </p:cTn>
                        </p:par>
                        <p:par>
                          <p:cTn id="29" fill="hold">
                            <p:stCondLst>
                              <p:cond delay="2450"/>
                            </p:stCondLst>
                            <p:childTnLst>
                              <p:par>
                                <p:cTn id="30" presetID="22" presetClass="entr" presetSubtype="1" fill="hold" nodeType="after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up)">
                                      <p:cBhvr>
                                        <p:cTn id="32" dur="750"/>
                                        <p:tgtEl>
                                          <p:spTgt spid="13"/>
                                        </p:tgtEl>
                                      </p:cBhvr>
                                    </p:animEffect>
                                  </p:childTnLst>
                                </p:cTn>
                              </p:par>
                            </p:childTnLst>
                          </p:cTn>
                        </p:par>
                        <p:par>
                          <p:cTn id="33" fill="hold">
                            <p:stCondLst>
                              <p:cond delay="3200"/>
                            </p:stCondLst>
                            <p:childTnLst>
                              <p:par>
                                <p:cTn id="34" presetID="10" presetClass="entr" presetSubtype="0" fill="hold" grpId="0" nodeType="after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childTnLst>
                          </p:cTn>
                        </p:par>
                        <p:par>
                          <p:cTn id="37" fill="hold">
                            <p:stCondLst>
                              <p:cond delay="3700"/>
                            </p:stCondLst>
                            <p:childTnLst>
                              <p:par>
                                <p:cTn id="38" presetID="1" presetClass="entr" presetSubtype="0" fill="hold" grpId="0" nodeType="afterEffect">
                                  <p:stCondLst>
                                    <p:cond delay="0"/>
                                  </p:stCondLst>
                                  <p:childTnLst>
                                    <p:set>
                                      <p:cBhvr>
                                        <p:cTn id="39" dur="1" fill="hold">
                                          <p:stCondLst>
                                            <p:cond delay="0"/>
                                          </p:stCondLst>
                                        </p:cTn>
                                        <p:tgtEl>
                                          <p:spTgt spid="11"/>
                                        </p:tgtEl>
                                        <p:attrNameLst>
                                          <p:attrName>style.visibility</p:attrName>
                                        </p:attrNameLst>
                                      </p:cBhvr>
                                      <p:to>
                                        <p:strVal val="visible"/>
                                      </p:to>
                                    </p:set>
                                  </p:childTnLst>
                                </p:cTn>
                              </p:par>
                              <p:par>
                                <p:cTn id="40" presetID="26" presetClass="emph" presetSubtype="0" fill="hold" grpId="1" nodeType="withEffect">
                                  <p:stCondLst>
                                    <p:cond delay="0"/>
                                  </p:stCondLst>
                                  <p:childTnLst>
                                    <p:animEffect transition="out" filter="fade">
                                      <p:cBhvr>
                                        <p:cTn id="41" dur="500" tmFilter="0, 0; .2, .5; .8, .5; 1, 0"/>
                                        <p:tgtEl>
                                          <p:spTgt spid="11"/>
                                        </p:tgtEl>
                                      </p:cBhvr>
                                    </p:animEffect>
                                    <p:animScale>
                                      <p:cBhvr>
                                        <p:cTn id="42" dur="250" autoRev="1" fill="hold"/>
                                        <p:tgtEl>
                                          <p:spTgt spid="11"/>
                                        </p:tgtEl>
                                      </p:cBhvr>
                                      <p:by x="105000" y="105000"/>
                                    </p:animScale>
                                  </p:childTnLst>
                                </p:cTn>
                              </p:par>
                            </p:childTnLst>
                          </p:cTn>
                        </p:par>
                        <p:par>
                          <p:cTn id="43" fill="hold">
                            <p:stCondLst>
                              <p:cond delay="4200"/>
                            </p:stCondLst>
                            <p:childTnLst>
                              <p:par>
                                <p:cTn id="44" presetID="22" presetClass="entr" presetSubtype="2" fill="hold" grpId="0" nodeType="after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wipe(right)">
                                      <p:cBhvr>
                                        <p:cTn id="46" dur="500"/>
                                        <p:tgtEl>
                                          <p:spTgt spid="5"/>
                                        </p:tgtEl>
                                      </p:cBhvr>
                                    </p:animEffect>
                                  </p:childTnLst>
                                </p:cTn>
                              </p:par>
                            </p:childTnLst>
                          </p:cTn>
                        </p:par>
                        <p:par>
                          <p:cTn id="47" fill="hold">
                            <p:stCondLst>
                              <p:cond delay="4700"/>
                            </p:stCondLst>
                            <p:childTnLst>
                              <p:par>
                                <p:cTn id="48" presetID="22" presetClass="entr" presetSubtype="2" fill="hold" grpId="0" nodeType="after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wipe(right)">
                                      <p:cBhvr>
                                        <p:cTn id="50" dur="500"/>
                                        <p:tgtEl>
                                          <p:spTgt spid="12"/>
                                        </p:tgtEl>
                                      </p:cBhvr>
                                    </p:animEffect>
                                  </p:childTnLst>
                                </p:cTn>
                              </p:par>
                            </p:childTnLst>
                          </p:cTn>
                        </p:par>
                        <p:par>
                          <p:cTn id="51" fill="hold">
                            <p:stCondLst>
                              <p:cond delay="5200"/>
                            </p:stCondLst>
                            <p:childTnLst>
                              <p:par>
                                <p:cTn id="52" presetID="22" presetClass="entr" presetSubtype="8" fill="hold"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wipe(left)">
                                      <p:cBhvr>
                                        <p:cTn id="54" dur="250"/>
                                        <p:tgtEl>
                                          <p:spTgt spid="14"/>
                                        </p:tgtEl>
                                      </p:cBhvr>
                                    </p:animEffect>
                                  </p:childTnLst>
                                </p:cTn>
                              </p:par>
                            </p:childTnLst>
                          </p:cTn>
                        </p:par>
                        <p:par>
                          <p:cTn id="55" fill="hold">
                            <p:stCondLst>
                              <p:cond delay="5450"/>
                            </p:stCondLst>
                            <p:childTnLst>
                              <p:par>
                                <p:cTn id="56" presetID="21" presetClass="entr" presetSubtype="1" fill="hold"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wheel(1)">
                                      <p:cBhvr>
                                        <p:cTn id="58" dur="1000"/>
                                        <p:tgtEl>
                                          <p:spTgt spid="15"/>
                                        </p:tgtEl>
                                      </p:cBhvr>
                                    </p:animEffect>
                                  </p:childTnLst>
                                </p:cTn>
                              </p:par>
                            </p:childTnLst>
                          </p:cTn>
                        </p:par>
                        <p:par>
                          <p:cTn id="59" fill="hold">
                            <p:stCondLst>
                              <p:cond delay="6450"/>
                            </p:stCondLst>
                            <p:childTnLst>
                              <p:par>
                                <p:cTn id="60" presetID="10" presetClass="entr" presetSubtype="0" fill="hold" grpId="0" nodeType="after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childTnLst>
                          </p:cTn>
                        </p:par>
                        <p:par>
                          <p:cTn id="63" fill="hold">
                            <p:stCondLst>
                              <p:cond delay="6950"/>
                            </p:stCondLst>
                            <p:childTnLst>
                              <p:par>
                                <p:cTn id="64" presetID="1" presetClass="entr" presetSubtype="0" fill="hold" grpId="0" nodeType="afterEffect">
                                  <p:stCondLst>
                                    <p:cond delay="0"/>
                                  </p:stCondLst>
                                  <p:childTnLst>
                                    <p:set>
                                      <p:cBhvr>
                                        <p:cTn id="65" dur="1" fill="hold">
                                          <p:stCondLst>
                                            <p:cond delay="0"/>
                                          </p:stCondLst>
                                        </p:cTn>
                                        <p:tgtEl>
                                          <p:spTgt spid="9"/>
                                        </p:tgtEl>
                                        <p:attrNameLst>
                                          <p:attrName>style.visibility</p:attrName>
                                        </p:attrNameLst>
                                      </p:cBhvr>
                                      <p:to>
                                        <p:strVal val="visible"/>
                                      </p:to>
                                    </p:set>
                                  </p:childTnLst>
                                </p:cTn>
                              </p:par>
                              <p:par>
                                <p:cTn id="66" presetID="26" presetClass="emph" presetSubtype="0" fill="hold" grpId="1" nodeType="withEffect">
                                  <p:stCondLst>
                                    <p:cond delay="0"/>
                                  </p:stCondLst>
                                  <p:childTnLst>
                                    <p:animEffect transition="out" filter="fade">
                                      <p:cBhvr>
                                        <p:cTn id="67" dur="500" tmFilter="0, 0; .2, .5; .8, .5; 1, 0"/>
                                        <p:tgtEl>
                                          <p:spTgt spid="9"/>
                                        </p:tgtEl>
                                      </p:cBhvr>
                                    </p:animEffect>
                                    <p:animScale>
                                      <p:cBhvr>
                                        <p:cTn id="68" dur="250" autoRev="1" fill="hold"/>
                                        <p:tgtEl>
                                          <p:spTgt spid="9"/>
                                        </p:tgtEl>
                                      </p:cBhvr>
                                      <p:by x="105000" y="105000"/>
                                    </p:animScale>
                                  </p:childTnLst>
                                </p:cTn>
                              </p:par>
                            </p:childTnLst>
                          </p:cTn>
                        </p:par>
                        <p:par>
                          <p:cTn id="69" fill="hold">
                            <p:stCondLst>
                              <p:cond delay="7450"/>
                            </p:stCondLst>
                            <p:childTnLst>
                              <p:par>
                                <p:cTn id="70" presetID="22" presetClass="entr" presetSubtype="8" fill="hold" grpId="0" nodeType="afterEffect">
                                  <p:stCondLst>
                                    <p:cond delay="0"/>
                                  </p:stCondLst>
                                  <p:childTnLst>
                                    <p:set>
                                      <p:cBhvr>
                                        <p:cTn id="71" dur="1" fill="hold">
                                          <p:stCondLst>
                                            <p:cond delay="0"/>
                                          </p:stCondLst>
                                        </p:cTn>
                                        <p:tgtEl>
                                          <p:spTgt spid="4"/>
                                        </p:tgtEl>
                                        <p:attrNameLst>
                                          <p:attrName>style.visibility</p:attrName>
                                        </p:attrNameLst>
                                      </p:cBhvr>
                                      <p:to>
                                        <p:strVal val="visible"/>
                                      </p:to>
                                    </p:set>
                                    <p:animEffect transition="in" filter="wipe(left)">
                                      <p:cBhvr>
                                        <p:cTn id="72" dur="500"/>
                                        <p:tgtEl>
                                          <p:spTgt spid="4"/>
                                        </p:tgtEl>
                                      </p:cBhvr>
                                    </p:animEffect>
                                  </p:childTnLst>
                                </p:cTn>
                              </p:par>
                              <p:par>
                                <p:cTn id="73" presetID="22" presetClass="entr" presetSubtype="8" fill="hold" grpId="0" nodeType="withEffect">
                                  <p:stCondLst>
                                    <p:cond delay="0"/>
                                  </p:stCondLst>
                                  <p:childTnLst>
                                    <p:set>
                                      <p:cBhvr>
                                        <p:cTn id="74" dur="1" fill="hold">
                                          <p:stCondLst>
                                            <p:cond delay="0"/>
                                          </p:stCondLst>
                                        </p:cTn>
                                        <p:tgtEl>
                                          <p:spTgt spid="10"/>
                                        </p:tgtEl>
                                        <p:attrNameLst>
                                          <p:attrName>style.visibility</p:attrName>
                                        </p:attrNameLst>
                                      </p:cBhvr>
                                      <p:to>
                                        <p:strVal val="visible"/>
                                      </p:to>
                                    </p:set>
                                    <p:animEffect transition="in" filter="wipe(left)">
                                      <p:cBhvr>
                                        <p:cTn id="7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animBg="1"/>
      <p:bldP spid="6" grpId="1" animBg="1"/>
      <p:bldP spid="7" grpId="0"/>
      <p:bldP spid="9" grpId="0" animBg="1"/>
      <p:bldP spid="9" grpId="1" animBg="1"/>
      <p:bldP spid="10" grpId="0"/>
      <p:bldP spid="11" grpId="0" animBg="1"/>
      <p:bldP spid="11" grpId="1" animBg="1"/>
      <p:bldP spid="12" grpId="0"/>
      <p:bldP spid="16" grpId="0" animBg="1"/>
      <p:bldP spid="17" grpId="0" animBg="1"/>
      <p:bldP spid="18" grpId="0"/>
      <p:bldP spid="19" grpId="0"/>
      <p:bldP spid="2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7" name="直接连接符 46"/>
          <p:cNvCxnSpPr/>
          <p:nvPr/>
        </p:nvCxnSpPr>
        <p:spPr>
          <a:xfrm flipH="1">
            <a:off x="5820877" y="3305109"/>
            <a:ext cx="41565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4760084" y="4136717"/>
            <a:ext cx="877085"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2807654" y="3317164"/>
            <a:ext cx="41565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2807655" y="2384235"/>
            <a:ext cx="41565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51" name="组合 50"/>
          <p:cNvGrpSpPr/>
          <p:nvPr/>
        </p:nvGrpSpPr>
        <p:grpSpPr>
          <a:xfrm>
            <a:off x="3592798" y="1341039"/>
            <a:ext cx="707403" cy="178728"/>
            <a:chOff x="4470269" y="1661160"/>
            <a:chExt cx="1290451" cy="262890"/>
          </a:xfrm>
        </p:grpSpPr>
        <p:cxnSp>
          <p:nvCxnSpPr>
            <p:cNvPr id="52" name="直接连接符 51"/>
            <p:cNvCxnSpPr/>
            <p:nvPr/>
          </p:nvCxnSpPr>
          <p:spPr>
            <a:xfrm flipH="1" flipV="1">
              <a:off x="5410200" y="1661160"/>
              <a:ext cx="350520" cy="26289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4470269" y="1663541"/>
              <a:ext cx="94231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54" name="组合 53"/>
          <p:cNvGrpSpPr/>
          <p:nvPr/>
        </p:nvGrpSpPr>
        <p:grpSpPr>
          <a:xfrm>
            <a:off x="5013940" y="2025918"/>
            <a:ext cx="817690" cy="714916"/>
            <a:chOff x="6842760" y="2637270"/>
            <a:chExt cx="1203960" cy="1051560"/>
          </a:xfrm>
          <a:solidFill>
            <a:schemeClr val="accent2">
              <a:lumMod val="75000"/>
            </a:schemeClr>
          </a:solidFill>
        </p:grpSpPr>
        <p:sp>
          <p:nvSpPr>
            <p:cNvPr id="55" name="六边形 54"/>
            <p:cNvSpPr/>
            <p:nvPr/>
          </p:nvSpPr>
          <p:spPr>
            <a:xfrm>
              <a:off x="6842760" y="2637270"/>
              <a:ext cx="1203960" cy="1051560"/>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Arial" panose="020B0604020202020204" pitchFamily="34" charset="0"/>
                <a:ea typeface="微软雅黑" panose="020B0503020204020204" pitchFamily="34" charset="-122"/>
                <a:cs typeface="Arial" panose="020B0604020202020204" pitchFamily="34" charset="0"/>
              </a:endParaRPr>
            </a:p>
          </p:txBody>
        </p:sp>
        <p:sp>
          <p:nvSpPr>
            <p:cNvPr id="56" name="文本框 61"/>
            <p:cNvSpPr txBox="1"/>
            <p:nvPr/>
          </p:nvSpPr>
          <p:spPr>
            <a:xfrm>
              <a:off x="7024263" y="2809108"/>
              <a:ext cx="820724" cy="679057"/>
            </a:xfrm>
            <a:prstGeom prst="rect">
              <a:avLst/>
            </a:prstGeom>
            <a:noFill/>
          </p:spPr>
          <p:txBody>
            <a:bodyPr wrap="square" rtlCol="0">
              <a:spAutoFit/>
            </a:bodyPr>
            <a:lstStyle/>
            <a:p>
              <a:pPr algn="ctr"/>
              <a:r>
                <a:rPr lang="en-US" altLang="zh-CN" sz="2400" dirty="0">
                  <a:solidFill>
                    <a:srgbClr val="E7E7E7"/>
                  </a:solidFill>
                  <a:latin typeface="Arial" panose="020B0604020202020204" pitchFamily="34" charset="0"/>
                  <a:ea typeface="微软雅黑" panose="020B0503020204020204" pitchFamily="34" charset="-122"/>
                  <a:cs typeface="Arial" panose="020B0604020202020204" pitchFamily="34" charset="0"/>
                </a:rPr>
                <a:t>02</a:t>
              </a:r>
              <a:endParaRPr lang="zh-CN" altLang="en-US" sz="2400" baseline="-3000" dirty="0">
                <a:solidFill>
                  <a:srgbClr val="E7E7E7"/>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57" name="组合 56"/>
          <p:cNvGrpSpPr/>
          <p:nvPr/>
        </p:nvGrpSpPr>
        <p:grpSpPr>
          <a:xfrm>
            <a:off x="4119540" y="1510452"/>
            <a:ext cx="817690" cy="714917"/>
            <a:chOff x="5525852" y="1879080"/>
            <a:chExt cx="1203960" cy="1051560"/>
          </a:xfrm>
          <a:solidFill>
            <a:schemeClr val="accent2">
              <a:lumMod val="75000"/>
            </a:schemeClr>
          </a:solidFill>
        </p:grpSpPr>
        <p:sp>
          <p:nvSpPr>
            <p:cNvPr id="58" name="六边形 57"/>
            <p:cNvSpPr/>
            <p:nvPr/>
          </p:nvSpPr>
          <p:spPr>
            <a:xfrm>
              <a:off x="5525852" y="1879080"/>
              <a:ext cx="1203960" cy="1051560"/>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Arial" panose="020B0604020202020204" pitchFamily="34" charset="0"/>
                <a:ea typeface="微软雅黑" panose="020B0503020204020204" pitchFamily="34" charset="-122"/>
                <a:cs typeface="Arial" panose="020B0604020202020204" pitchFamily="34" charset="0"/>
              </a:endParaRPr>
            </a:p>
          </p:txBody>
        </p:sp>
        <p:sp>
          <p:nvSpPr>
            <p:cNvPr id="59" name="文本框 64"/>
            <p:cNvSpPr txBox="1"/>
            <p:nvPr/>
          </p:nvSpPr>
          <p:spPr>
            <a:xfrm>
              <a:off x="5686670" y="1989361"/>
              <a:ext cx="882326" cy="727721"/>
            </a:xfrm>
            <a:prstGeom prst="rect">
              <a:avLst/>
            </a:prstGeom>
            <a:noFill/>
          </p:spPr>
          <p:txBody>
            <a:bodyPr wrap="square" rtlCol="0">
              <a:spAutoFit/>
            </a:bodyPr>
            <a:lstStyle/>
            <a:p>
              <a:pPr algn="ctr">
                <a:lnSpc>
                  <a:spcPct val="120000"/>
                </a:lnSpc>
              </a:pPr>
              <a:r>
                <a:rPr lang="en-US" altLang="zh-CN" sz="2400" dirty="0">
                  <a:solidFill>
                    <a:schemeClr val="bg1">
                      <a:lumMod val="95000"/>
                    </a:schemeClr>
                  </a:solidFill>
                  <a:latin typeface="Arial" panose="020B0604020202020204" pitchFamily="34" charset="0"/>
                  <a:ea typeface="微软雅黑" panose="020B0503020204020204" pitchFamily="34" charset="-122"/>
                  <a:cs typeface="Arial" panose="020B0604020202020204" pitchFamily="34" charset="0"/>
                </a:rPr>
                <a:t>01</a:t>
              </a:r>
              <a:endParaRPr lang="zh-CN" altLang="en-US" sz="2400" baseline="-3000" dirty="0">
                <a:solidFill>
                  <a:schemeClr val="bg1">
                    <a:lumMod val="95000"/>
                  </a:schemeClr>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60" name="组合 59"/>
          <p:cNvGrpSpPr/>
          <p:nvPr/>
        </p:nvGrpSpPr>
        <p:grpSpPr>
          <a:xfrm>
            <a:off x="5003188" y="2947652"/>
            <a:ext cx="817690" cy="714917"/>
            <a:chOff x="6842760" y="4008870"/>
            <a:chExt cx="1203960" cy="1051560"/>
          </a:xfrm>
          <a:solidFill>
            <a:schemeClr val="accent2">
              <a:lumMod val="75000"/>
            </a:schemeClr>
          </a:solidFill>
        </p:grpSpPr>
        <p:sp>
          <p:nvSpPr>
            <p:cNvPr id="61" name="六边形 60"/>
            <p:cNvSpPr/>
            <p:nvPr/>
          </p:nvSpPr>
          <p:spPr>
            <a:xfrm>
              <a:off x="6842760" y="4008870"/>
              <a:ext cx="1203960" cy="1051560"/>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Arial" panose="020B0604020202020204" pitchFamily="34" charset="0"/>
                <a:ea typeface="微软雅黑" panose="020B0503020204020204" pitchFamily="34" charset="-122"/>
                <a:cs typeface="Arial" panose="020B0604020202020204" pitchFamily="34" charset="0"/>
              </a:endParaRPr>
            </a:p>
          </p:txBody>
        </p:sp>
        <p:sp>
          <p:nvSpPr>
            <p:cNvPr id="62" name="文本框 67"/>
            <p:cNvSpPr txBox="1"/>
            <p:nvPr/>
          </p:nvSpPr>
          <p:spPr>
            <a:xfrm>
              <a:off x="6981635" y="4119151"/>
              <a:ext cx="926211" cy="727721"/>
            </a:xfrm>
            <a:prstGeom prst="rect">
              <a:avLst/>
            </a:prstGeom>
            <a:noFill/>
          </p:spPr>
          <p:txBody>
            <a:bodyPr wrap="square" rtlCol="0">
              <a:spAutoFit/>
            </a:bodyPr>
            <a:lstStyle/>
            <a:p>
              <a:pPr algn="ctr">
                <a:lnSpc>
                  <a:spcPct val="120000"/>
                </a:lnSpc>
              </a:pPr>
              <a:r>
                <a:rPr lang="en-US" altLang="zh-CN" sz="2400" dirty="0">
                  <a:solidFill>
                    <a:schemeClr val="bg1">
                      <a:lumMod val="95000"/>
                    </a:schemeClr>
                  </a:solidFill>
                  <a:latin typeface="Arial" panose="020B0604020202020204" pitchFamily="34" charset="0"/>
                  <a:ea typeface="微软雅黑" panose="020B0503020204020204" pitchFamily="34" charset="-122"/>
                  <a:cs typeface="Arial" panose="020B0604020202020204" pitchFamily="34" charset="0"/>
                </a:rPr>
                <a:t>03</a:t>
              </a:r>
              <a:endParaRPr lang="zh-CN" altLang="en-US" sz="2400" baseline="-3000" dirty="0">
                <a:solidFill>
                  <a:schemeClr val="bg1">
                    <a:lumMod val="95000"/>
                  </a:schemeClr>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63" name="组合 62"/>
          <p:cNvGrpSpPr/>
          <p:nvPr/>
        </p:nvGrpSpPr>
        <p:grpSpPr>
          <a:xfrm>
            <a:off x="3223302" y="2958416"/>
            <a:ext cx="817690" cy="714917"/>
            <a:chOff x="4206240" y="4008870"/>
            <a:chExt cx="1203960" cy="1051560"/>
          </a:xfrm>
          <a:solidFill>
            <a:schemeClr val="accent2">
              <a:lumMod val="75000"/>
            </a:schemeClr>
          </a:solidFill>
        </p:grpSpPr>
        <p:sp>
          <p:nvSpPr>
            <p:cNvPr id="64" name="六边形 63"/>
            <p:cNvSpPr/>
            <p:nvPr/>
          </p:nvSpPr>
          <p:spPr>
            <a:xfrm>
              <a:off x="4206240" y="4008870"/>
              <a:ext cx="1203960" cy="1051560"/>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Arial" panose="020B0604020202020204" pitchFamily="34" charset="0"/>
                <a:ea typeface="微软雅黑" panose="020B0503020204020204" pitchFamily="34" charset="-122"/>
                <a:cs typeface="Arial" panose="020B0604020202020204" pitchFamily="34" charset="0"/>
              </a:endParaRPr>
            </a:p>
          </p:txBody>
        </p:sp>
        <p:sp>
          <p:nvSpPr>
            <p:cNvPr id="65" name="文本框 70"/>
            <p:cNvSpPr txBox="1"/>
            <p:nvPr/>
          </p:nvSpPr>
          <p:spPr>
            <a:xfrm>
              <a:off x="4397859" y="4119151"/>
              <a:ext cx="820724" cy="727721"/>
            </a:xfrm>
            <a:prstGeom prst="rect">
              <a:avLst/>
            </a:prstGeom>
            <a:noFill/>
          </p:spPr>
          <p:txBody>
            <a:bodyPr wrap="square" rtlCol="0">
              <a:spAutoFit/>
            </a:bodyPr>
            <a:lstStyle/>
            <a:p>
              <a:pPr algn="ctr">
                <a:lnSpc>
                  <a:spcPct val="120000"/>
                </a:lnSpc>
              </a:pPr>
              <a:r>
                <a:rPr lang="en-US" altLang="zh-CN" sz="2400" dirty="0">
                  <a:solidFill>
                    <a:schemeClr val="bg1">
                      <a:lumMod val="95000"/>
                    </a:schemeClr>
                  </a:solidFill>
                  <a:latin typeface="Arial" panose="020B0604020202020204" pitchFamily="34" charset="0"/>
                  <a:ea typeface="微软雅黑" panose="020B0503020204020204" pitchFamily="34" charset="-122"/>
                  <a:cs typeface="Arial" panose="020B0604020202020204" pitchFamily="34" charset="0"/>
                </a:rPr>
                <a:t>05</a:t>
              </a:r>
              <a:endParaRPr lang="zh-CN" altLang="en-US" sz="2400" baseline="-3000" dirty="0">
                <a:solidFill>
                  <a:schemeClr val="bg1">
                    <a:lumMod val="95000"/>
                  </a:schemeClr>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66" name="组合 65"/>
          <p:cNvGrpSpPr/>
          <p:nvPr/>
        </p:nvGrpSpPr>
        <p:grpSpPr>
          <a:xfrm>
            <a:off x="3223302" y="2025918"/>
            <a:ext cx="817690" cy="714916"/>
            <a:chOff x="4206240" y="2637270"/>
            <a:chExt cx="1203960" cy="1051560"/>
          </a:xfrm>
          <a:solidFill>
            <a:schemeClr val="accent2">
              <a:lumMod val="75000"/>
            </a:schemeClr>
          </a:solidFill>
        </p:grpSpPr>
        <p:sp>
          <p:nvSpPr>
            <p:cNvPr id="67" name="六边形 66"/>
            <p:cNvSpPr/>
            <p:nvPr/>
          </p:nvSpPr>
          <p:spPr>
            <a:xfrm>
              <a:off x="4206240" y="2637270"/>
              <a:ext cx="1203960" cy="1051560"/>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Arial" panose="020B0604020202020204" pitchFamily="34" charset="0"/>
                <a:ea typeface="微软雅黑" panose="020B0503020204020204" pitchFamily="34" charset="-122"/>
                <a:cs typeface="Arial" panose="020B0604020202020204" pitchFamily="34" charset="0"/>
              </a:endParaRPr>
            </a:p>
          </p:txBody>
        </p:sp>
        <p:sp>
          <p:nvSpPr>
            <p:cNvPr id="68" name="文本框 73"/>
            <p:cNvSpPr txBox="1"/>
            <p:nvPr/>
          </p:nvSpPr>
          <p:spPr>
            <a:xfrm>
              <a:off x="4387743" y="2809108"/>
              <a:ext cx="820724" cy="679057"/>
            </a:xfrm>
            <a:prstGeom prst="rect">
              <a:avLst/>
            </a:prstGeom>
            <a:noFill/>
          </p:spPr>
          <p:txBody>
            <a:bodyPr wrap="square" rtlCol="0">
              <a:spAutoFit/>
            </a:bodyPr>
            <a:lstStyle/>
            <a:p>
              <a:pPr algn="ctr"/>
              <a:r>
                <a:rPr lang="en-US" altLang="zh-CN" sz="2400" dirty="0">
                  <a:solidFill>
                    <a:srgbClr val="E7E7E7"/>
                  </a:solidFill>
                  <a:latin typeface="Arial" panose="020B0604020202020204" pitchFamily="34" charset="0"/>
                  <a:ea typeface="微软雅黑" panose="020B0503020204020204" pitchFamily="34" charset="-122"/>
                  <a:cs typeface="Arial" panose="020B0604020202020204" pitchFamily="34" charset="0"/>
                </a:rPr>
                <a:t>06</a:t>
              </a:r>
              <a:endParaRPr lang="zh-CN" altLang="en-US" sz="2400" baseline="-3000" dirty="0">
                <a:solidFill>
                  <a:srgbClr val="E7E7E7"/>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69" name="组合 68"/>
          <p:cNvGrpSpPr/>
          <p:nvPr/>
        </p:nvGrpSpPr>
        <p:grpSpPr>
          <a:xfrm>
            <a:off x="4119540" y="3427660"/>
            <a:ext cx="817690" cy="714916"/>
            <a:chOff x="5525852" y="4683240"/>
            <a:chExt cx="1203960" cy="1051560"/>
          </a:xfrm>
          <a:solidFill>
            <a:schemeClr val="accent2">
              <a:lumMod val="75000"/>
            </a:schemeClr>
          </a:solidFill>
        </p:grpSpPr>
        <p:sp>
          <p:nvSpPr>
            <p:cNvPr id="70" name="六边形 69"/>
            <p:cNvSpPr/>
            <p:nvPr/>
          </p:nvSpPr>
          <p:spPr>
            <a:xfrm>
              <a:off x="5525852" y="4683240"/>
              <a:ext cx="1203960" cy="1051560"/>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Arial" panose="020B0604020202020204" pitchFamily="34" charset="0"/>
                <a:ea typeface="微软雅黑" panose="020B0503020204020204" pitchFamily="34" charset="-122"/>
                <a:cs typeface="Arial" panose="020B0604020202020204" pitchFamily="34" charset="0"/>
              </a:endParaRPr>
            </a:p>
          </p:txBody>
        </p:sp>
        <p:sp>
          <p:nvSpPr>
            <p:cNvPr id="71" name="文本框 76"/>
            <p:cNvSpPr txBox="1"/>
            <p:nvPr/>
          </p:nvSpPr>
          <p:spPr>
            <a:xfrm>
              <a:off x="5693284" y="4855078"/>
              <a:ext cx="820724" cy="679057"/>
            </a:xfrm>
            <a:prstGeom prst="rect">
              <a:avLst/>
            </a:prstGeom>
            <a:noFill/>
          </p:spPr>
          <p:txBody>
            <a:bodyPr wrap="square" rtlCol="0">
              <a:spAutoFit/>
            </a:bodyPr>
            <a:lstStyle/>
            <a:p>
              <a:pPr algn="ctr"/>
              <a:r>
                <a:rPr lang="en-US" altLang="zh-CN" sz="2400" dirty="0">
                  <a:solidFill>
                    <a:srgbClr val="E7E7E7"/>
                  </a:solidFill>
                  <a:latin typeface="Arial" panose="020B0604020202020204" pitchFamily="34" charset="0"/>
                  <a:ea typeface="微软雅黑" panose="020B0503020204020204" pitchFamily="34" charset="-122"/>
                  <a:cs typeface="Arial" panose="020B0604020202020204" pitchFamily="34" charset="0"/>
                </a:rPr>
                <a:t>04</a:t>
              </a:r>
              <a:endParaRPr lang="zh-CN" altLang="en-US" sz="2400" baseline="-3000" dirty="0">
                <a:solidFill>
                  <a:srgbClr val="E7E7E7"/>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72" name="矩形 71"/>
          <p:cNvSpPr/>
          <p:nvPr/>
        </p:nvSpPr>
        <p:spPr>
          <a:xfrm>
            <a:off x="2594291" y="1182292"/>
            <a:ext cx="971823" cy="231996"/>
          </a:xfrm>
          <a:prstGeom prst="rect">
            <a:avLst/>
          </a:prstGeom>
        </p:spPr>
        <p:txBody>
          <a:bodyPr wrap="none" lIns="62112" tIns="31056" rIns="62112" bIns="31056">
            <a:spAutoFit/>
          </a:bodyPr>
          <a:lstStyle/>
          <a:p>
            <a:pPr algn="r"/>
            <a:r>
              <a:rPr lang="zh-CN" altLang="en-US" sz="1100" b="1" dirty="0">
                <a:solidFill>
                  <a:schemeClr val="tx1">
                    <a:lumMod val="75000"/>
                    <a:lumOff val="25000"/>
                  </a:schemeClr>
                </a:solidFill>
                <a:latin typeface="微软雅黑" pitchFamily="34" charset="-122"/>
                <a:ea typeface="微软雅黑" pitchFamily="34" charset="-122"/>
              </a:rPr>
              <a:t>此处添加标题</a:t>
            </a:r>
            <a:endParaRPr lang="en-US" altLang="zh-CN" sz="1100" b="1" dirty="0">
              <a:solidFill>
                <a:schemeClr val="tx1">
                  <a:lumMod val="75000"/>
                  <a:lumOff val="25000"/>
                </a:schemeClr>
              </a:solidFill>
              <a:latin typeface="微软雅黑" pitchFamily="34" charset="-122"/>
              <a:ea typeface="微软雅黑" pitchFamily="34" charset="-122"/>
            </a:endParaRPr>
          </a:p>
        </p:txBody>
      </p:sp>
      <p:sp>
        <p:nvSpPr>
          <p:cNvPr id="73" name="矩形 47"/>
          <p:cNvSpPr>
            <a:spLocks noChangeArrowheads="1"/>
          </p:cNvSpPr>
          <p:nvPr/>
        </p:nvSpPr>
        <p:spPr bwMode="auto">
          <a:xfrm>
            <a:off x="1331640" y="1430406"/>
            <a:ext cx="2234476" cy="431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2112" tIns="31056" rIns="62112" bIns="3105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r">
              <a:lnSpc>
                <a:spcPct val="120000"/>
              </a:lnSpc>
              <a:spcBef>
                <a:spcPct val="0"/>
              </a:spcBef>
              <a:buNone/>
            </a:pPr>
            <a:r>
              <a:rPr lang="zh-CN" altLang="en-US" sz="1000" dirty="0">
                <a:solidFill>
                  <a:schemeClr val="tx1">
                    <a:lumMod val="75000"/>
                    <a:lumOff val="25000"/>
                  </a:schemeClr>
                </a:solidFill>
                <a:sym typeface="微软雅黑" pitchFamily="34" charset="-122"/>
              </a:rPr>
              <a:t>您的内容打在这里，或者通过复制您的文本后，在此框中选择粘贴</a:t>
            </a:r>
          </a:p>
        </p:txBody>
      </p:sp>
      <p:sp>
        <p:nvSpPr>
          <p:cNvPr id="74" name="矩形 73"/>
          <p:cNvSpPr/>
          <p:nvPr/>
        </p:nvSpPr>
        <p:spPr>
          <a:xfrm>
            <a:off x="1782472" y="2104082"/>
            <a:ext cx="971823" cy="231996"/>
          </a:xfrm>
          <a:prstGeom prst="rect">
            <a:avLst/>
          </a:prstGeom>
        </p:spPr>
        <p:txBody>
          <a:bodyPr wrap="none" lIns="62112" tIns="31056" rIns="62112" bIns="31056">
            <a:spAutoFit/>
          </a:bodyPr>
          <a:lstStyle/>
          <a:p>
            <a:pPr algn="r"/>
            <a:r>
              <a:rPr lang="zh-CN" altLang="en-US" sz="1100" b="1" dirty="0">
                <a:solidFill>
                  <a:schemeClr val="tx1">
                    <a:lumMod val="75000"/>
                    <a:lumOff val="25000"/>
                  </a:schemeClr>
                </a:solidFill>
                <a:latin typeface="微软雅黑" pitchFamily="34" charset="-122"/>
                <a:ea typeface="微软雅黑" pitchFamily="34" charset="-122"/>
              </a:rPr>
              <a:t>此处添加标题</a:t>
            </a:r>
            <a:endParaRPr lang="en-US" altLang="zh-CN" sz="1100" b="1" dirty="0">
              <a:solidFill>
                <a:schemeClr val="tx1">
                  <a:lumMod val="75000"/>
                  <a:lumOff val="25000"/>
                </a:schemeClr>
              </a:solidFill>
              <a:latin typeface="微软雅黑" pitchFamily="34" charset="-122"/>
              <a:ea typeface="微软雅黑" pitchFamily="34" charset="-122"/>
            </a:endParaRPr>
          </a:p>
        </p:txBody>
      </p:sp>
      <p:sp>
        <p:nvSpPr>
          <p:cNvPr id="75" name="矩形 47"/>
          <p:cNvSpPr>
            <a:spLocks noChangeArrowheads="1"/>
          </p:cNvSpPr>
          <p:nvPr/>
        </p:nvSpPr>
        <p:spPr bwMode="auto">
          <a:xfrm>
            <a:off x="1043609" y="2352195"/>
            <a:ext cx="1707622" cy="616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2112" tIns="31056" rIns="62112" bIns="3105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r">
              <a:lnSpc>
                <a:spcPct val="120000"/>
              </a:lnSpc>
              <a:spcBef>
                <a:spcPct val="0"/>
              </a:spcBef>
              <a:buNone/>
            </a:pPr>
            <a:r>
              <a:rPr lang="zh-CN" altLang="en-US" sz="1000" dirty="0">
                <a:solidFill>
                  <a:schemeClr val="tx1">
                    <a:lumMod val="75000"/>
                    <a:lumOff val="25000"/>
                  </a:schemeClr>
                </a:solidFill>
                <a:sym typeface="微软雅黑" pitchFamily="34" charset="-122"/>
              </a:rPr>
              <a:t>您的内容打在这里，或者通过复制您的文本后，在此框中选择粘贴</a:t>
            </a:r>
          </a:p>
        </p:txBody>
      </p:sp>
      <p:sp>
        <p:nvSpPr>
          <p:cNvPr id="76" name="矩形 75"/>
          <p:cNvSpPr/>
          <p:nvPr/>
        </p:nvSpPr>
        <p:spPr>
          <a:xfrm>
            <a:off x="1782472" y="3069053"/>
            <a:ext cx="971823" cy="231996"/>
          </a:xfrm>
          <a:prstGeom prst="rect">
            <a:avLst/>
          </a:prstGeom>
        </p:spPr>
        <p:txBody>
          <a:bodyPr wrap="none" lIns="62112" tIns="31056" rIns="62112" bIns="31056">
            <a:spAutoFit/>
          </a:bodyPr>
          <a:lstStyle/>
          <a:p>
            <a:pPr algn="r"/>
            <a:r>
              <a:rPr lang="zh-CN" altLang="en-US" sz="1100" b="1" dirty="0">
                <a:solidFill>
                  <a:schemeClr val="tx1">
                    <a:lumMod val="75000"/>
                    <a:lumOff val="25000"/>
                  </a:schemeClr>
                </a:solidFill>
                <a:latin typeface="微软雅黑" pitchFamily="34" charset="-122"/>
                <a:ea typeface="微软雅黑" pitchFamily="34" charset="-122"/>
              </a:rPr>
              <a:t>此处添加标题</a:t>
            </a:r>
            <a:endParaRPr lang="en-US" altLang="zh-CN" sz="1100" b="1" dirty="0">
              <a:solidFill>
                <a:schemeClr val="tx1">
                  <a:lumMod val="75000"/>
                  <a:lumOff val="25000"/>
                </a:schemeClr>
              </a:solidFill>
              <a:latin typeface="微软雅黑" pitchFamily="34" charset="-122"/>
              <a:ea typeface="微软雅黑" pitchFamily="34" charset="-122"/>
            </a:endParaRPr>
          </a:p>
        </p:txBody>
      </p:sp>
      <p:sp>
        <p:nvSpPr>
          <p:cNvPr id="77" name="矩形 47"/>
          <p:cNvSpPr>
            <a:spLocks noChangeArrowheads="1"/>
          </p:cNvSpPr>
          <p:nvPr/>
        </p:nvSpPr>
        <p:spPr bwMode="auto">
          <a:xfrm>
            <a:off x="1043608" y="3317164"/>
            <a:ext cx="1707621" cy="616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2112" tIns="31056" rIns="62112" bIns="3105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r">
              <a:lnSpc>
                <a:spcPct val="120000"/>
              </a:lnSpc>
              <a:spcBef>
                <a:spcPct val="0"/>
              </a:spcBef>
              <a:buNone/>
            </a:pPr>
            <a:r>
              <a:rPr lang="zh-CN" altLang="en-US" sz="1000" dirty="0">
                <a:solidFill>
                  <a:schemeClr val="tx1">
                    <a:lumMod val="75000"/>
                    <a:lumOff val="25000"/>
                  </a:schemeClr>
                </a:solidFill>
                <a:sym typeface="微软雅黑" pitchFamily="34" charset="-122"/>
              </a:rPr>
              <a:t>您的内容打在这里，或者通过复制您的文本后，在此框中选择粘贴</a:t>
            </a:r>
          </a:p>
        </p:txBody>
      </p:sp>
      <p:sp>
        <p:nvSpPr>
          <p:cNvPr id="78" name="矩形 77"/>
          <p:cNvSpPr/>
          <p:nvPr/>
        </p:nvSpPr>
        <p:spPr>
          <a:xfrm>
            <a:off x="6259748" y="1701957"/>
            <a:ext cx="971823" cy="231996"/>
          </a:xfrm>
          <a:prstGeom prst="rect">
            <a:avLst/>
          </a:prstGeom>
        </p:spPr>
        <p:txBody>
          <a:bodyPr wrap="none" lIns="62112" tIns="31056" rIns="62112" bIns="31056">
            <a:spAutoFit/>
          </a:bodyPr>
          <a:lstStyle/>
          <a:p>
            <a:pPr algn="r"/>
            <a:r>
              <a:rPr lang="zh-CN" altLang="en-US" sz="1100" b="1" dirty="0">
                <a:solidFill>
                  <a:schemeClr val="tx1">
                    <a:lumMod val="75000"/>
                    <a:lumOff val="25000"/>
                  </a:schemeClr>
                </a:solidFill>
                <a:latin typeface="微软雅黑" pitchFamily="34" charset="-122"/>
                <a:ea typeface="微软雅黑" pitchFamily="34" charset="-122"/>
              </a:rPr>
              <a:t>此处添加标题</a:t>
            </a:r>
            <a:endParaRPr lang="en-US" altLang="zh-CN" sz="1100" b="1" dirty="0">
              <a:solidFill>
                <a:schemeClr val="tx1">
                  <a:lumMod val="75000"/>
                  <a:lumOff val="25000"/>
                </a:schemeClr>
              </a:solidFill>
              <a:latin typeface="微软雅黑" pitchFamily="34" charset="-122"/>
              <a:ea typeface="微软雅黑" pitchFamily="34" charset="-122"/>
            </a:endParaRPr>
          </a:p>
        </p:txBody>
      </p:sp>
      <p:sp>
        <p:nvSpPr>
          <p:cNvPr id="79" name="矩形 47"/>
          <p:cNvSpPr>
            <a:spLocks noChangeArrowheads="1"/>
          </p:cNvSpPr>
          <p:nvPr/>
        </p:nvSpPr>
        <p:spPr bwMode="auto">
          <a:xfrm>
            <a:off x="6279402" y="1960787"/>
            <a:ext cx="1820990" cy="61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2112" tIns="31056" rIns="62112" bIns="3105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nSpc>
                <a:spcPct val="120000"/>
              </a:lnSpc>
              <a:spcBef>
                <a:spcPct val="0"/>
              </a:spcBef>
              <a:buNone/>
            </a:pPr>
            <a:r>
              <a:rPr lang="zh-CN" altLang="en-US" sz="1000" dirty="0">
                <a:solidFill>
                  <a:schemeClr val="tx1">
                    <a:lumMod val="75000"/>
                    <a:lumOff val="25000"/>
                  </a:schemeClr>
                </a:solidFill>
                <a:sym typeface="微软雅黑" pitchFamily="34" charset="-122"/>
              </a:rPr>
              <a:t>您的内容打在这里，或者通过复制您的文本后，在此框中选择粘贴</a:t>
            </a:r>
          </a:p>
        </p:txBody>
      </p:sp>
      <p:sp>
        <p:nvSpPr>
          <p:cNvPr id="80" name="矩形 79"/>
          <p:cNvSpPr/>
          <p:nvPr/>
        </p:nvSpPr>
        <p:spPr>
          <a:xfrm>
            <a:off x="6279025" y="2846293"/>
            <a:ext cx="971823" cy="231996"/>
          </a:xfrm>
          <a:prstGeom prst="rect">
            <a:avLst/>
          </a:prstGeom>
        </p:spPr>
        <p:txBody>
          <a:bodyPr wrap="none" lIns="62112" tIns="31056" rIns="62112" bIns="31056">
            <a:spAutoFit/>
          </a:bodyPr>
          <a:lstStyle/>
          <a:p>
            <a:pPr algn="r"/>
            <a:r>
              <a:rPr lang="zh-CN" altLang="en-US" sz="1100" b="1" dirty="0">
                <a:solidFill>
                  <a:schemeClr val="tx1">
                    <a:lumMod val="75000"/>
                    <a:lumOff val="25000"/>
                  </a:schemeClr>
                </a:solidFill>
                <a:latin typeface="微软雅黑" pitchFamily="34" charset="-122"/>
                <a:ea typeface="微软雅黑" pitchFamily="34" charset="-122"/>
              </a:rPr>
              <a:t>此处添加标题</a:t>
            </a:r>
            <a:endParaRPr lang="en-US" altLang="zh-CN" sz="1100" b="1" dirty="0">
              <a:solidFill>
                <a:schemeClr val="tx1">
                  <a:lumMod val="75000"/>
                  <a:lumOff val="25000"/>
                </a:schemeClr>
              </a:solidFill>
              <a:latin typeface="微软雅黑" pitchFamily="34" charset="-122"/>
              <a:ea typeface="微软雅黑" pitchFamily="34" charset="-122"/>
            </a:endParaRPr>
          </a:p>
        </p:txBody>
      </p:sp>
      <p:sp>
        <p:nvSpPr>
          <p:cNvPr id="81" name="矩形 47"/>
          <p:cNvSpPr>
            <a:spLocks noChangeArrowheads="1"/>
          </p:cNvSpPr>
          <p:nvPr/>
        </p:nvSpPr>
        <p:spPr bwMode="auto">
          <a:xfrm>
            <a:off x="6291460" y="3105124"/>
            <a:ext cx="1820990" cy="61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2112" tIns="31056" rIns="62112" bIns="3105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nSpc>
                <a:spcPct val="120000"/>
              </a:lnSpc>
              <a:spcBef>
                <a:spcPct val="0"/>
              </a:spcBef>
              <a:buNone/>
            </a:pPr>
            <a:r>
              <a:rPr lang="zh-CN" altLang="en-US" sz="1000" dirty="0">
                <a:solidFill>
                  <a:schemeClr val="tx1">
                    <a:lumMod val="75000"/>
                    <a:lumOff val="25000"/>
                  </a:schemeClr>
                </a:solidFill>
                <a:sym typeface="微软雅黑" pitchFamily="34" charset="-122"/>
              </a:rPr>
              <a:t>您的内容打在这里，或者通过复制您的文本后，在此框中选择粘贴</a:t>
            </a:r>
          </a:p>
        </p:txBody>
      </p:sp>
      <p:sp>
        <p:nvSpPr>
          <p:cNvPr id="82" name="矩形 81"/>
          <p:cNvSpPr/>
          <p:nvPr/>
        </p:nvSpPr>
        <p:spPr>
          <a:xfrm>
            <a:off x="5678017" y="3785973"/>
            <a:ext cx="971823" cy="231996"/>
          </a:xfrm>
          <a:prstGeom prst="rect">
            <a:avLst/>
          </a:prstGeom>
        </p:spPr>
        <p:txBody>
          <a:bodyPr wrap="none" lIns="62112" tIns="31056" rIns="62112" bIns="31056">
            <a:spAutoFit/>
          </a:bodyPr>
          <a:lstStyle/>
          <a:p>
            <a:pPr algn="r"/>
            <a:r>
              <a:rPr lang="zh-CN" altLang="en-US" sz="1100" b="1" dirty="0">
                <a:solidFill>
                  <a:schemeClr val="tx1">
                    <a:lumMod val="75000"/>
                    <a:lumOff val="25000"/>
                  </a:schemeClr>
                </a:solidFill>
                <a:latin typeface="微软雅黑" pitchFamily="34" charset="-122"/>
                <a:ea typeface="微软雅黑" pitchFamily="34" charset="-122"/>
              </a:rPr>
              <a:t>此处添加标题</a:t>
            </a:r>
            <a:endParaRPr lang="en-US" altLang="zh-CN" sz="1100" b="1" dirty="0">
              <a:solidFill>
                <a:schemeClr val="tx1">
                  <a:lumMod val="75000"/>
                  <a:lumOff val="25000"/>
                </a:schemeClr>
              </a:solidFill>
              <a:latin typeface="微软雅黑" pitchFamily="34" charset="-122"/>
              <a:ea typeface="微软雅黑" pitchFamily="34" charset="-122"/>
            </a:endParaRPr>
          </a:p>
        </p:txBody>
      </p:sp>
      <p:sp>
        <p:nvSpPr>
          <p:cNvPr id="83" name="矩形 47"/>
          <p:cNvSpPr>
            <a:spLocks noChangeArrowheads="1"/>
          </p:cNvSpPr>
          <p:nvPr/>
        </p:nvSpPr>
        <p:spPr bwMode="auto">
          <a:xfrm>
            <a:off x="5697675" y="4044806"/>
            <a:ext cx="2198750" cy="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2112" tIns="31056" rIns="62112" bIns="3105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nSpc>
                <a:spcPct val="120000"/>
              </a:lnSpc>
              <a:spcBef>
                <a:spcPct val="0"/>
              </a:spcBef>
              <a:buNone/>
            </a:pPr>
            <a:r>
              <a:rPr lang="zh-CN" altLang="en-US" sz="1000" dirty="0">
                <a:solidFill>
                  <a:schemeClr val="tx1">
                    <a:lumMod val="75000"/>
                    <a:lumOff val="25000"/>
                  </a:schemeClr>
                </a:solidFill>
                <a:sym typeface="微软雅黑" pitchFamily="34" charset="-122"/>
              </a:rPr>
              <a:t>您的内容打在这里，或者通过复制您的文本后，在此框中选择粘贴</a:t>
            </a:r>
          </a:p>
        </p:txBody>
      </p:sp>
      <p:grpSp>
        <p:nvGrpSpPr>
          <p:cNvPr id="84" name="组合 83"/>
          <p:cNvGrpSpPr/>
          <p:nvPr/>
        </p:nvGrpSpPr>
        <p:grpSpPr>
          <a:xfrm flipH="1">
            <a:off x="5646818" y="1856647"/>
            <a:ext cx="600459" cy="178728"/>
            <a:chOff x="4255294" y="1661160"/>
            <a:chExt cx="1505426" cy="262890"/>
          </a:xfrm>
        </p:grpSpPr>
        <p:cxnSp>
          <p:nvCxnSpPr>
            <p:cNvPr id="85" name="直接连接符 84"/>
            <p:cNvCxnSpPr/>
            <p:nvPr/>
          </p:nvCxnSpPr>
          <p:spPr>
            <a:xfrm flipH="1" flipV="1">
              <a:off x="5410200" y="1661160"/>
              <a:ext cx="350520" cy="26289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a:off x="4255294" y="1663541"/>
              <a:ext cx="1157287"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87" name="组合 86"/>
          <p:cNvGrpSpPr/>
          <p:nvPr/>
        </p:nvGrpSpPr>
        <p:grpSpPr>
          <a:xfrm>
            <a:off x="3887578" y="2289632"/>
            <a:ext cx="1281625" cy="1082733"/>
            <a:chOff x="5927099" y="3207123"/>
            <a:chExt cx="1887055" cy="1592580"/>
          </a:xfrm>
          <a:solidFill>
            <a:schemeClr val="accent3">
              <a:lumMod val="75000"/>
            </a:schemeClr>
          </a:solidFill>
        </p:grpSpPr>
        <p:sp>
          <p:nvSpPr>
            <p:cNvPr id="88" name="六边形 87"/>
            <p:cNvSpPr/>
            <p:nvPr/>
          </p:nvSpPr>
          <p:spPr>
            <a:xfrm>
              <a:off x="5927099" y="3207123"/>
              <a:ext cx="1887055" cy="1592580"/>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0">
                <a:latin typeface="Arial" panose="020B0604020202020204" pitchFamily="34" charset="0"/>
                <a:ea typeface="微软雅黑" panose="020B0503020204020204" pitchFamily="34" charset="-122"/>
                <a:cs typeface="Arial" panose="020B0604020202020204" pitchFamily="34" charset="0"/>
              </a:endParaRPr>
            </a:p>
          </p:txBody>
        </p:sp>
        <p:sp>
          <p:nvSpPr>
            <p:cNvPr id="89" name="文本框 1"/>
            <p:cNvSpPr txBox="1"/>
            <p:nvPr/>
          </p:nvSpPr>
          <p:spPr>
            <a:xfrm>
              <a:off x="6291627" y="3451750"/>
              <a:ext cx="1157998" cy="1140644"/>
            </a:xfrm>
            <a:prstGeom prst="rect">
              <a:avLst/>
            </a:prstGeom>
            <a:noFill/>
          </p:spPr>
          <p:txBody>
            <a:bodyPr wrap="square" rtlCol="0">
              <a:spAutoFit/>
            </a:bodyPr>
            <a:lstStyle/>
            <a:p>
              <a:pPr algn="ctr"/>
              <a:r>
                <a:rPr lang="zh-CN" altLang="en-US" sz="2200" b="1" dirty="0">
                  <a:solidFill>
                    <a:schemeClr val="bg1"/>
                  </a:solidFill>
                  <a:latin typeface="微软雅黑" panose="020B0503020204020204" pitchFamily="34" charset="-122"/>
                  <a:ea typeface="微软雅黑" panose="020B0503020204020204" pitchFamily="34" charset="-122"/>
                </a:rPr>
                <a:t>项目情况</a:t>
              </a:r>
            </a:p>
          </p:txBody>
        </p:sp>
      </p:grpSp>
      <p:sp>
        <p:nvSpPr>
          <p:cNvPr id="45" name="TextBox 44"/>
          <p:cNvSpPr txBox="1"/>
          <p:nvPr/>
        </p:nvSpPr>
        <p:spPr>
          <a:xfrm>
            <a:off x="355782" y="205624"/>
            <a:ext cx="2236510" cy="400110"/>
          </a:xfrm>
          <a:prstGeom prst="rect">
            <a:avLst/>
          </a:prstGeom>
          <a:noFill/>
        </p:spPr>
        <p:txBody>
          <a:bodyPr wrap="none" rtlCol="0">
            <a:spAutoFit/>
          </a:bodyPr>
          <a:lstStyle/>
          <a:p>
            <a:r>
              <a:rPr lang="zh-CN" altLang="en-US" sz="2000" b="1" dirty="0" smtClean="0">
                <a:solidFill>
                  <a:schemeClr val="accent1"/>
                </a:solidFill>
                <a:latin typeface="微软雅黑" pitchFamily="34" charset="-122"/>
                <a:ea typeface="微软雅黑" pitchFamily="34" charset="-122"/>
              </a:rPr>
              <a:t>点击添加标题文本</a:t>
            </a:r>
            <a:endParaRPr lang="zh-CN" altLang="en-US" sz="2000" b="1" dirty="0">
              <a:solidFill>
                <a:schemeClr val="accent1"/>
              </a:solidFill>
              <a:latin typeface="微软雅黑" pitchFamily="34" charset="-122"/>
              <a:ea typeface="微软雅黑" pitchFamily="34" charset="-122"/>
            </a:endParaRPr>
          </a:p>
        </p:txBody>
      </p:sp>
      <p:sp>
        <p:nvSpPr>
          <p:cNvPr id="46" name="TextBox 45"/>
          <p:cNvSpPr txBox="1"/>
          <p:nvPr/>
        </p:nvSpPr>
        <p:spPr>
          <a:xfrm>
            <a:off x="7682019" y="195037"/>
            <a:ext cx="1138453" cy="461665"/>
          </a:xfrm>
          <a:prstGeom prst="rect">
            <a:avLst/>
          </a:prstGeom>
          <a:noFill/>
        </p:spPr>
        <p:txBody>
          <a:bodyPr wrap="none" rtlCol="0">
            <a:spAutoFit/>
          </a:bodyPr>
          <a:lstStyle/>
          <a:p>
            <a:r>
              <a:rPr lang="en-US" altLang="zh-CN" sz="2400" dirty="0" smtClean="0">
                <a:solidFill>
                  <a:schemeClr val="accent2"/>
                </a:solidFill>
                <a:latin typeface="Eras Bold ITC" panose="020B0907030504020204" pitchFamily="34" charset="0"/>
                <a:ea typeface="微软雅黑" panose="020B0503020204020204" pitchFamily="34" charset="-122"/>
              </a:rPr>
              <a:t>LOGO</a:t>
            </a:r>
            <a:endParaRPr lang="zh-CN" altLang="en-US" sz="2400" dirty="0">
              <a:solidFill>
                <a:schemeClr val="accent2"/>
              </a:solidFill>
              <a:latin typeface="Eras Bold ITC" panose="020B0907030504020204" pitchFamily="34" charset="0"/>
              <a:ea typeface="微软雅黑" panose="020B0503020204020204" pitchFamily="34" charset="-122"/>
            </a:endParaRPr>
          </a:p>
        </p:txBody>
      </p:sp>
    </p:spTree>
    <p:extLst>
      <p:ext uri="{BB962C8B-B14F-4D97-AF65-F5344CB8AC3E}">
        <p14:creationId xmlns:p14="http://schemas.microsoft.com/office/powerpoint/2010/main" val="163117239"/>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528" fill="hold" nodeType="afterEffect">
                                  <p:stCondLst>
                                    <p:cond delay="0"/>
                                  </p:stCondLst>
                                  <p:childTnLst>
                                    <p:set>
                                      <p:cBhvr>
                                        <p:cTn id="6" dur="1" fill="hold">
                                          <p:stCondLst>
                                            <p:cond delay="0"/>
                                          </p:stCondLst>
                                        </p:cTn>
                                        <p:tgtEl>
                                          <p:spTgt spid="87"/>
                                        </p:tgtEl>
                                        <p:attrNameLst>
                                          <p:attrName>style.visibility</p:attrName>
                                        </p:attrNameLst>
                                      </p:cBhvr>
                                      <p:to>
                                        <p:strVal val="visible"/>
                                      </p:to>
                                    </p:set>
                                    <p:anim calcmode="lin" valueType="num">
                                      <p:cBhvr>
                                        <p:cTn id="7" dur="350" fill="hold"/>
                                        <p:tgtEl>
                                          <p:spTgt spid="87"/>
                                        </p:tgtEl>
                                        <p:attrNameLst>
                                          <p:attrName>ppt_w</p:attrName>
                                        </p:attrNameLst>
                                      </p:cBhvr>
                                      <p:tavLst>
                                        <p:tav tm="0">
                                          <p:val>
                                            <p:fltVal val="0"/>
                                          </p:val>
                                        </p:tav>
                                        <p:tav tm="100000">
                                          <p:val>
                                            <p:strVal val="#ppt_w"/>
                                          </p:val>
                                        </p:tav>
                                      </p:tavLst>
                                    </p:anim>
                                    <p:anim calcmode="lin" valueType="num">
                                      <p:cBhvr>
                                        <p:cTn id="8" dur="350" fill="hold"/>
                                        <p:tgtEl>
                                          <p:spTgt spid="87"/>
                                        </p:tgtEl>
                                        <p:attrNameLst>
                                          <p:attrName>ppt_h</p:attrName>
                                        </p:attrNameLst>
                                      </p:cBhvr>
                                      <p:tavLst>
                                        <p:tav tm="0">
                                          <p:val>
                                            <p:fltVal val="0"/>
                                          </p:val>
                                        </p:tav>
                                        <p:tav tm="100000">
                                          <p:val>
                                            <p:strVal val="#ppt_h"/>
                                          </p:val>
                                        </p:tav>
                                      </p:tavLst>
                                    </p:anim>
                                    <p:anim calcmode="lin" valueType="num">
                                      <p:cBhvr>
                                        <p:cTn id="9" dur="350" fill="hold"/>
                                        <p:tgtEl>
                                          <p:spTgt spid="87"/>
                                        </p:tgtEl>
                                        <p:attrNameLst>
                                          <p:attrName>ppt_x</p:attrName>
                                        </p:attrNameLst>
                                      </p:cBhvr>
                                      <p:tavLst>
                                        <p:tav tm="0">
                                          <p:val>
                                            <p:fltVal val="0.5"/>
                                          </p:val>
                                        </p:tav>
                                        <p:tav tm="100000">
                                          <p:val>
                                            <p:strVal val="#ppt_x"/>
                                          </p:val>
                                        </p:tav>
                                      </p:tavLst>
                                    </p:anim>
                                    <p:anim calcmode="lin" valueType="num">
                                      <p:cBhvr>
                                        <p:cTn id="10" dur="350" fill="hold"/>
                                        <p:tgtEl>
                                          <p:spTgt spid="87"/>
                                        </p:tgtEl>
                                        <p:attrNameLst>
                                          <p:attrName>ppt_y</p:attrName>
                                        </p:attrNameLst>
                                      </p:cBhvr>
                                      <p:tavLst>
                                        <p:tav tm="0">
                                          <p:val>
                                            <p:fltVal val="0.5"/>
                                          </p:val>
                                        </p:tav>
                                        <p:tav tm="100000">
                                          <p:val>
                                            <p:strVal val="#ppt_y"/>
                                          </p:val>
                                        </p:tav>
                                      </p:tavLst>
                                    </p:anim>
                                  </p:childTnLst>
                                </p:cTn>
                              </p:par>
                              <p:par>
                                <p:cTn id="11" presetID="2" presetClass="entr" presetSubtype="1" fill="hold" nodeType="withEffect">
                                  <p:stCondLst>
                                    <p:cond delay="750"/>
                                  </p:stCondLst>
                                  <p:childTnLst>
                                    <p:set>
                                      <p:cBhvr>
                                        <p:cTn id="12" dur="1" fill="hold">
                                          <p:stCondLst>
                                            <p:cond delay="0"/>
                                          </p:stCondLst>
                                        </p:cTn>
                                        <p:tgtEl>
                                          <p:spTgt spid="57"/>
                                        </p:tgtEl>
                                        <p:attrNameLst>
                                          <p:attrName>style.visibility</p:attrName>
                                        </p:attrNameLst>
                                      </p:cBhvr>
                                      <p:to>
                                        <p:strVal val="visible"/>
                                      </p:to>
                                    </p:set>
                                    <p:anim calcmode="lin" valueType="num">
                                      <p:cBhvr additive="base">
                                        <p:cTn id="13" dur="250" fill="hold"/>
                                        <p:tgtEl>
                                          <p:spTgt spid="57"/>
                                        </p:tgtEl>
                                        <p:attrNameLst>
                                          <p:attrName>ppt_x</p:attrName>
                                        </p:attrNameLst>
                                      </p:cBhvr>
                                      <p:tavLst>
                                        <p:tav tm="0">
                                          <p:val>
                                            <p:strVal val="#ppt_x"/>
                                          </p:val>
                                        </p:tav>
                                        <p:tav tm="100000">
                                          <p:val>
                                            <p:strVal val="#ppt_x"/>
                                          </p:val>
                                        </p:tav>
                                      </p:tavLst>
                                    </p:anim>
                                    <p:anim calcmode="lin" valueType="num">
                                      <p:cBhvr additive="base">
                                        <p:cTn id="14" dur="250" fill="hold"/>
                                        <p:tgtEl>
                                          <p:spTgt spid="57"/>
                                        </p:tgtEl>
                                        <p:attrNameLst>
                                          <p:attrName>ppt_y</p:attrName>
                                        </p:attrNameLst>
                                      </p:cBhvr>
                                      <p:tavLst>
                                        <p:tav tm="0">
                                          <p:val>
                                            <p:strVal val="0-#ppt_h/2"/>
                                          </p:val>
                                        </p:tav>
                                        <p:tav tm="100000">
                                          <p:val>
                                            <p:strVal val="#ppt_y"/>
                                          </p:val>
                                        </p:tav>
                                      </p:tavLst>
                                    </p:anim>
                                  </p:childTnLst>
                                </p:cTn>
                              </p:par>
                            </p:childTnLst>
                          </p:cTn>
                        </p:par>
                        <p:par>
                          <p:cTn id="15" fill="hold">
                            <p:stCondLst>
                              <p:cond delay="1000"/>
                            </p:stCondLst>
                            <p:childTnLst>
                              <p:par>
                                <p:cTn id="16" presetID="22" presetClass="entr" presetSubtype="2" fill="hold" nodeType="afterEffect">
                                  <p:stCondLst>
                                    <p:cond delay="250"/>
                                  </p:stCondLst>
                                  <p:childTnLst>
                                    <p:set>
                                      <p:cBhvr>
                                        <p:cTn id="17" dur="1" fill="hold">
                                          <p:stCondLst>
                                            <p:cond delay="0"/>
                                          </p:stCondLst>
                                        </p:cTn>
                                        <p:tgtEl>
                                          <p:spTgt spid="51"/>
                                        </p:tgtEl>
                                        <p:attrNameLst>
                                          <p:attrName>style.visibility</p:attrName>
                                        </p:attrNameLst>
                                      </p:cBhvr>
                                      <p:to>
                                        <p:strVal val="visible"/>
                                      </p:to>
                                    </p:set>
                                    <p:animEffect transition="in" filter="wipe(right)">
                                      <p:cBhvr>
                                        <p:cTn id="18" dur="500"/>
                                        <p:tgtEl>
                                          <p:spTgt spid="51"/>
                                        </p:tgtEl>
                                      </p:cBhvr>
                                    </p:animEffect>
                                  </p:childTnLst>
                                </p:cTn>
                              </p:par>
                            </p:childTnLst>
                          </p:cTn>
                        </p:par>
                        <p:par>
                          <p:cTn id="19" fill="hold">
                            <p:stCondLst>
                              <p:cond delay="1750"/>
                            </p:stCondLst>
                            <p:childTnLst>
                              <p:par>
                                <p:cTn id="20" presetID="22" presetClass="entr" presetSubtype="2" fill="hold" grpId="0" nodeType="afterEffect">
                                  <p:stCondLst>
                                    <p:cond delay="0"/>
                                  </p:stCondLst>
                                  <p:childTnLst>
                                    <p:set>
                                      <p:cBhvr>
                                        <p:cTn id="21" dur="1" fill="hold">
                                          <p:stCondLst>
                                            <p:cond delay="0"/>
                                          </p:stCondLst>
                                        </p:cTn>
                                        <p:tgtEl>
                                          <p:spTgt spid="72"/>
                                        </p:tgtEl>
                                        <p:attrNameLst>
                                          <p:attrName>style.visibility</p:attrName>
                                        </p:attrNameLst>
                                      </p:cBhvr>
                                      <p:to>
                                        <p:strVal val="visible"/>
                                      </p:to>
                                    </p:set>
                                    <p:animEffect transition="in" filter="wipe(right)">
                                      <p:cBhvr>
                                        <p:cTn id="22" dur="500"/>
                                        <p:tgtEl>
                                          <p:spTgt spid="72"/>
                                        </p:tgtEl>
                                      </p:cBhvr>
                                    </p:animEffect>
                                  </p:childTnLst>
                                </p:cTn>
                              </p:par>
                              <p:par>
                                <p:cTn id="23" presetID="22" presetClass="entr" presetSubtype="2" fill="hold" grpId="0" nodeType="withEffect">
                                  <p:stCondLst>
                                    <p:cond delay="0"/>
                                  </p:stCondLst>
                                  <p:childTnLst>
                                    <p:set>
                                      <p:cBhvr>
                                        <p:cTn id="24" dur="1" fill="hold">
                                          <p:stCondLst>
                                            <p:cond delay="0"/>
                                          </p:stCondLst>
                                        </p:cTn>
                                        <p:tgtEl>
                                          <p:spTgt spid="73"/>
                                        </p:tgtEl>
                                        <p:attrNameLst>
                                          <p:attrName>style.visibility</p:attrName>
                                        </p:attrNameLst>
                                      </p:cBhvr>
                                      <p:to>
                                        <p:strVal val="visible"/>
                                      </p:to>
                                    </p:set>
                                    <p:animEffect transition="in" filter="wipe(right)">
                                      <p:cBhvr>
                                        <p:cTn id="25" dur="500"/>
                                        <p:tgtEl>
                                          <p:spTgt spid="73"/>
                                        </p:tgtEl>
                                      </p:cBhvr>
                                    </p:animEffect>
                                  </p:childTnLst>
                                </p:cTn>
                              </p:par>
                            </p:childTnLst>
                          </p:cTn>
                        </p:par>
                        <p:par>
                          <p:cTn id="26" fill="hold">
                            <p:stCondLst>
                              <p:cond delay="2250"/>
                            </p:stCondLst>
                            <p:childTnLst>
                              <p:par>
                                <p:cTn id="27" presetID="2" presetClass="entr" presetSubtype="2" fill="hold" nodeType="afterEffect">
                                  <p:stCondLst>
                                    <p:cond delay="250"/>
                                  </p:stCondLst>
                                  <p:childTnLst>
                                    <p:set>
                                      <p:cBhvr>
                                        <p:cTn id="28" dur="1" fill="hold">
                                          <p:stCondLst>
                                            <p:cond delay="0"/>
                                          </p:stCondLst>
                                        </p:cTn>
                                        <p:tgtEl>
                                          <p:spTgt spid="54"/>
                                        </p:tgtEl>
                                        <p:attrNameLst>
                                          <p:attrName>style.visibility</p:attrName>
                                        </p:attrNameLst>
                                      </p:cBhvr>
                                      <p:to>
                                        <p:strVal val="visible"/>
                                      </p:to>
                                    </p:set>
                                    <p:anim calcmode="lin" valueType="num">
                                      <p:cBhvr additive="base">
                                        <p:cTn id="29" dur="250" fill="hold"/>
                                        <p:tgtEl>
                                          <p:spTgt spid="54"/>
                                        </p:tgtEl>
                                        <p:attrNameLst>
                                          <p:attrName>ppt_x</p:attrName>
                                        </p:attrNameLst>
                                      </p:cBhvr>
                                      <p:tavLst>
                                        <p:tav tm="0">
                                          <p:val>
                                            <p:strVal val="1+#ppt_w/2"/>
                                          </p:val>
                                        </p:tav>
                                        <p:tav tm="100000">
                                          <p:val>
                                            <p:strVal val="#ppt_x"/>
                                          </p:val>
                                        </p:tav>
                                      </p:tavLst>
                                    </p:anim>
                                    <p:anim calcmode="lin" valueType="num">
                                      <p:cBhvr additive="base">
                                        <p:cTn id="30" dur="250" fill="hold"/>
                                        <p:tgtEl>
                                          <p:spTgt spid="54"/>
                                        </p:tgtEl>
                                        <p:attrNameLst>
                                          <p:attrName>ppt_y</p:attrName>
                                        </p:attrNameLst>
                                      </p:cBhvr>
                                      <p:tavLst>
                                        <p:tav tm="0">
                                          <p:val>
                                            <p:strVal val="#ppt_y"/>
                                          </p:val>
                                        </p:tav>
                                        <p:tav tm="100000">
                                          <p:val>
                                            <p:strVal val="#ppt_y"/>
                                          </p:val>
                                        </p:tav>
                                      </p:tavLst>
                                    </p:anim>
                                  </p:childTnLst>
                                </p:cTn>
                              </p:par>
                            </p:childTnLst>
                          </p:cTn>
                        </p:par>
                        <p:par>
                          <p:cTn id="31" fill="hold">
                            <p:stCondLst>
                              <p:cond delay="2750"/>
                            </p:stCondLst>
                            <p:childTnLst>
                              <p:par>
                                <p:cTn id="32" presetID="22" presetClass="entr" presetSubtype="8" fill="hold" nodeType="afterEffect">
                                  <p:stCondLst>
                                    <p:cond delay="0"/>
                                  </p:stCondLst>
                                  <p:childTnLst>
                                    <p:set>
                                      <p:cBhvr>
                                        <p:cTn id="33" dur="1" fill="hold">
                                          <p:stCondLst>
                                            <p:cond delay="0"/>
                                          </p:stCondLst>
                                        </p:cTn>
                                        <p:tgtEl>
                                          <p:spTgt spid="84"/>
                                        </p:tgtEl>
                                        <p:attrNameLst>
                                          <p:attrName>style.visibility</p:attrName>
                                        </p:attrNameLst>
                                      </p:cBhvr>
                                      <p:to>
                                        <p:strVal val="visible"/>
                                      </p:to>
                                    </p:set>
                                    <p:animEffect transition="in" filter="wipe(left)">
                                      <p:cBhvr>
                                        <p:cTn id="34" dur="500"/>
                                        <p:tgtEl>
                                          <p:spTgt spid="84"/>
                                        </p:tgtEl>
                                      </p:cBhvr>
                                    </p:animEffect>
                                  </p:childTnLst>
                                </p:cTn>
                              </p:par>
                            </p:childTnLst>
                          </p:cTn>
                        </p:par>
                        <p:par>
                          <p:cTn id="35" fill="hold">
                            <p:stCondLst>
                              <p:cond delay="3250"/>
                            </p:stCondLst>
                            <p:childTnLst>
                              <p:par>
                                <p:cTn id="36" presetID="22" presetClass="entr" presetSubtype="8" fill="hold" grpId="0" nodeType="afterEffect">
                                  <p:stCondLst>
                                    <p:cond delay="0"/>
                                  </p:stCondLst>
                                  <p:childTnLst>
                                    <p:set>
                                      <p:cBhvr>
                                        <p:cTn id="37" dur="1" fill="hold">
                                          <p:stCondLst>
                                            <p:cond delay="0"/>
                                          </p:stCondLst>
                                        </p:cTn>
                                        <p:tgtEl>
                                          <p:spTgt spid="78"/>
                                        </p:tgtEl>
                                        <p:attrNameLst>
                                          <p:attrName>style.visibility</p:attrName>
                                        </p:attrNameLst>
                                      </p:cBhvr>
                                      <p:to>
                                        <p:strVal val="visible"/>
                                      </p:to>
                                    </p:set>
                                    <p:animEffect transition="in" filter="wipe(left)">
                                      <p:cBhvr>
                                        <p:cTn id="38" dur="500"/>
                                        <p:tgtEl>
                                          <p:spTgt spid="78"/>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79"/>
                                        </p:tgtEl>
                                        <p:attrNameLst>
                                          <p:attrName>style.visibility</p:attrName>
                                        </p:attrNameLst>
                                      </p:cBhvr>
                                      <p:to>
                                        <p:strVal val="visible"/>
                                      </p:to>
                                    </p:set>
                                    <p:animEffect transition="in" filter="wipe(left)">
                                      <p:cBhvr>
                                        <p:cTn id="41" dur="500"/>
                                        <p:tgtEl>
                                          <p:spTgt spid="79"/>
                                        </p:tgtEl>
                                      </p:cBhvr>
                                    </p:animEffect>
                                  </p:childTnLst>
                                </p:cTn>
                              </p:par>
                            </p:childTnLst>
                          </p:cTn>
                        </p:par>
                        <p:par>
                          <p:cTn id="42" fill="hold">
                            <p:stCondLst>
                              <p:cond delay="3750"/>
                            </p:stCondLst>
                            <p:childTnLst>
                              <p:par>
                                <p:cTn id="43" presetID="2" presetClass="entr" presetSubtype="2" fill="hold" nodeType="afterEffect">
                                  <p:stCondLst>
                                    <p:cond delay="250"/>
                                  </p:stCondLst>
                                  <p:childTnLst>
                                    <p:set>
                                      <p:cBhvr>
                                        <p:cTn id="44" dur="1" fill="hold">
                                          <p:stCondLst>
                                            <p:cond delay="0"/>
                                          </p:stCondLst>
                                        </p:cTn>
                                        <p:tgtEl>
                                          <p:spTgt spid="60"/>
                                        </p:tgtEl>
                                        <p:attrNameLst>
                                          <p:attrName>style.visibility</p:attrName>
                                        </p:attrNameLst>
                                      </p:cBhvr>
                                      <p:to>
                                        <p:strVal val="visible"/>
                                      </p:to>
                                    </p:set>
                                    <p:anim calcmode="lin" valueType="num">
                                      <p:cBhvr additive="base">
                                        <p:cTn id="45" dur="250" fill="hold"/>
                                        <p:tgtEl>
                                          <p:spTgt spid="60"/>
                                        </p:tgtEl>
                                        <p:attrNameLst>
                                          <p:attrName>ppt_x</p:attrName>
                                        </p:attrNameLst>
                                      </p:cBhvr>
                                      <p:tavLst>
                                        <p:tav tm="0">
                                          <p:val>
                                            <p:strVal val="1+#ppt_w/2"/>
                                          </p:val>
                                        </p:tav>
                                        <p:tav tm="100000">
                                          <p:val>
                                            <p:strVal val="#ppt_x"/>
                                          </p:val>
                                        </p:tav>
                                      </p:tavLst>
                                    </p:anim>
                                    <p:anim calcmode="lin" valueType="num">
                                      <p:cBhvr additive="base">
                                        <p:cTn id="46" dur="250" fill="hold"/>
                                        <p:tgtEl>
                                          <p:spTgt spid="60"/>
                                        </p:tgtEl>
                                        <p:attrNameLst>
                                          <p:attrName>ppt_y</p:attrName>
                                        </p:attrNameLst>
                                      </p:cBhvr>
                                      <p:tavLst>
                                        <p:tav tm="0">
                                          <p:val>
                                            <p:strVal val="#ppt_y"/>
                                          </p:val>
                                        </p:tav>
                                        <p:tav tm="100000">
                                          <p:val>
                                            <p:strVal val="#ppt_y"/>
                                          </p:val>
                                        </p:tav>
                                      </p:tavLst>
                                    </p:anim>
                                  </p:childTnLst>
                                </p:cTn>
                              </p:par>
                            </p:childTnLst>
                          </p:cTn>
                        </p:par>
                        <p:par>
                          <p:cTn id="47" fill="hold">
                            <p:stCondLst>
                              <p:cond delay="4250"/>
                            </p:stCondLst>
                            <p:childTnLst>
                              <p:par>
                                <p:cTn id="48" presetID="22" presetClass="entr" presetSubtype="8" fill="hold" nodeType="afterEffect">
                                  <p:stCondLst>
                                    <p:cond delay="0"/>
                                  </p:stCondLst>
                                  <p:childTnLst>
                                    <p:set>
                                      <p:cBhvr>
                                        <p:cTn id="49" dur="1" fill="hold">
                                          <p:stCondLst>
                                            <p:cond delay="0"/>
                                          </p:stCondLst>
                                        </p:cTn>
                                        <p:tgtEl>
                                          <p:spTgt spid="47"/>
                                        </p:tgtEl>
                                        <p:attrNameLst>
                                          <p:attrName>style.visibility</p:attrName>
                                        </p:attrNameLst>
                                      </p:cBhvr>
                                      <p:to>
                                        <p:strVal val="visible"/>
                                      </p:to>
                                    </p:set>
                                    <p:animEffect transition="in" filter="wipe(left)">
                                      <p:cBhvr>
                                        <p:cTn id="50" dur="500"/>
                                        <p:tgtEl>
                                          <p:spTgt spid="47"/>
                                        </p:tgtEl>
                                      </p:cBhvr>
                                    </p:animEffect>
                                  </p:childTnLst>
                                </p:cTn>
                              </p:par>
                            </p:childTnLst>
                          </p:cTn>
                        </p:par>
                        <p:par>
                          <p:cTn id="51" fill="hold">
                            <p:stCondLst>
                              <p:cond delay="4750"/>
                            </p:stCondLst>
                            <p:childTnLst>
                              <p:par>
                                <p:cTn id="52" presetID="22" presetClass="entr" presetSubtype="8" fill="hold" grpId="0" nodeType="afterEffect">
                                  <p:stCondLst>
                                    <p:cond delay="0"/>
                                  </p:stCondLst>
                                  <p:childTnLst>
                                    <p:set>
                                      <p:cBhvr>
                                        <p:cTn id="53" dur="1" fill="hold">
                                          <p:stCondLst>
                                            <p:cond delay="0"/>
                                          </p:stCondLst>
                                        </p:cTn>
                                        <p:tgtEl>
                                          <p:spTgt spid="80"/>
                                        </p:tgtEl>
                                        <p:attrNameLst>
                                          <p:attrName>style.visibility</p:attrName>
                                        </p:attrNameLst>
                                      </p:cBhvr>
                                      <p:to>
                                        <p:strVal val="visible"/>
                                      </p:to>
                                    </p:set>
                                    <p:animEffect transition="in" filter="wipe(left)">
                                      <p:cBhvr>
                                        <p:cTn id="54" dur="500"/>
                                        <p:tgtEl>
                                          <p:spTgt spid="80"/>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81"/>
                                        </p:tgtEl>
                                        <p:attrNameLst>
                                          <p:attrName>style.visibility</p:attrName>
                                        </p:attrNameLst>
                                      </p:cBhvr>
                                      <p:to>
                                        <p:strVal val="visible"/>
                                      </p:to>
                                    </p:set>
                                    <p:animEffect transition="in" filter="wipe(left)">
                                      <p:cBhvr>
                                        <p:cTn id="57" dur="500"/>
                                        <p:tgtEl>
                                          <p:spTgt spid="81"/>
                                        </p:tgtEl>
                                      </p:cBhvr>
                                    </p:animEffect>
                                  </p:childTnLst>
                                </p:cTn>
                              </p:par>
                            </p:childTnLst>
                          </p:cTn>
                        </p:par>
                        <p:par>
                          <p:cTn id="58" fill="hold">
                            <p:stCondLst>
                              <p:cond delay="5250"/>
                            </p:stCondLst>
                            <p:childTnLst>
                              <p:par>
                                <p:cTn id="59" presetID="2" presetClass="entr" presetSubtype="4" fill="hold" nodeType="afterEffect">
                                  <p:stCondLst>
                                    <p:cond delay="250"/>
                                  </p:stCondLst>
                                  <p:childTnLst>
                                    <p:set>
                                      <p:cBhvr>
                                        <p:cTn id="60" dur="1" fill="hold">
                                          <p:stCondLst>
                                            <p:cond delay="0"/>
                                          </p:stCondLst>
                                        </p:cTn>
                                        <p:tgtEl>
                                          <p:spTgt spid="69"/>
                                        </p:tgtEl>
                                        <p:attrNameLst>
                                          <p:attrName>style.visibility</p:attrName>
                                        </p:attrNameLst>
                                      </p:cBhvr>
                                      <p:to>
                                        <p:strVal val="visible"/>
                                      </p:to>
                                    </p:set>
                                    <p:anim calcmode="lin" valueType="num">
                                      <p:cBhvr additive="base">
                                        <p:cTn id="61" dur="250" fill="hold"/>
                                        <p:tgtEl>
                                          <p:spTgt spid="69"/>
                                        </p:tgtEl>
                                        <p:attrNameLst>
                                          <p:attrName>ppt_x</p:attrName>
                                        </p:attrNameLst>
                                      </p:cBhvr>
                                      <p:tavLst>
                                        <p:tav tm="0">
                                          <p:val>
                                            <p:strVal val="#ppt_x"/>
                                          </p:val>
                                        </p:tav>
                                        <p:tav tm="100000">
                                          <p:val>
                                            <p:strVal val="#ppt_x"/>
                                          </p:val>
                                        </p:tav>
                                      </p:tavLst>
                                    </p:anim>
                                    <p:anim calcmode="lin" valueType="num">
                                      <p:cBhvr additive="base">
                                        <p:cTn id="62" dur="250" fill="hold"/>
                                        <p:tgtEl>
                                          <p:spTgt spid="69"/>
                                        </p:tgtEl>
                                        <p:attrNameLst>
                                          <p:attrName>ppt_y</p:attrName>
                                        </p:attrNameLst>
                                      </p:cBhvr>
                                      <p:tavLst>
                                        <p:tav tm="0">
                                          <p:val>
                                            <p:strVal val="1+#ppt_h/2"/>
                                          </p:val>
                                        </p:tav>
                                        <p:tav tm="100000">
                                          <p:val>
                                            <p:strVal val="#ppt_y"/>
                                          </p:val>
                                        </p:tav>
                                      </p:tavLst>
                                    </p:anim>
                                  </p:childTnLst>
                                </p:cTn>
                              </p:par>
                            </p:childTnLst>
                          </p:cTn>
                        </p:par>
                        <p:par>
                          <p:cTn id="63" fill="hold">
                            <p:stCondLst>
                              <p:cond delay="5750"/>
                            </p:stCondLst>
                            <p:childTnLst>
                              <p:par>
                                <p:cTn id="64" presetID="22" presetClass="entr" presetSubtype="8" fill="hold" nodeType="afterEffect">
                                  <p:stCondLst>
                                    <p:cond delay="0"/>
                                  </p:stCondLst>
                                  <p:childTnLst>
                                    <p:set>
                                      <p:cBhvr>
                                        <p:cTn id="65" dur="1" fill="hold">
                                          <p:stCondLst>
                                            <p:cond delay="0"/>
                                          </p:stCondLst>
                                        </p:cTn>
                                        <p:tgtEl>
                                          <p:spTgt spid="48"/>
                                        </p:tgtEl>
                                        <p:attrNameLst>
                                          <p:attrName>style.visibility</p:attrName>
                                        </p:attrNameLst>
                                      </p:cBhvr>
                                      <p:to>
                                        <p:strVal val="visible"/>
                                      </p:to>
                                    </p:set>
                                    <p:animEffect transition="in" filter="wipe(left)">
                                      <p:cBhvr>
                                        <p:cTn id="66" dur="500"/>
                                        <p:tgtEl>
                                          <p:spTgt spid="48"/>
                                        </p:tgtEl>
                                      </p:cBhvr>
                                    </p:animEffect>
                                  </p:childTnLst>
                                </p:cTn>
                              </p:par>
                            </p:childTnLst>
                          </p:cTn>
                        </p:par>
                        <p:par>
                          <p:cTn id="67" fill="hold">
                            <p:stCondLst>
                              <p:cond delay="6250"/>
                            </p:stCondLst>
                            <p:childTnLst>
                              <p:par>
                                <p:cTn id="68" presetID="22" presetClass="entr" presetSubtype="8" fill="hold" grpId="0" nodeType="afterEffect">
                                  <p:stCondLst>
                                    <p:cond delay="0"/>
                                  </p:stCondLst>
                                  <p:childTnLst>
                                    <p:set>
                                      <p:cBhvr>
                                        <p:cTn id="69" dur="1" fill="hold">
                                          <p:stCondLst>
                                            <p:cond delay="0"/>
                                          </p:stCondLst>
                                        </p:cTn>
                                        <p:tgtEl>
                                          <p:spTgt spid="82"/>
                                        </p:tgtEl>
                                        <p:attrNameLst>
                                          <p:attrName>style.visibility</p:attrName>
                                        </p:attrNameLst>
                                      </p:cBhvr>
                                      <p:to>
                                        <p:strVal val="visible"/>
                                      </p:to>
                                    </p:set>
                                    <p:animEffect transition="in" filter="wipe(left)">
                                      <p:cBhvr>
                                        <p:cTn id="70" dur="500"/>
                                        <p:tgtEl>
                                          <p:spTgt spid="82"/>
                                        </p:tgtEl>
                                      </p:cBhvr>
                                    </p:animEffect>
                                  </p:childTnLst>
                                </p:cTn>
                              </p:par>
                              <p:par>
                                <p:cTn id="71" presetID="22" presetClass="entr" presetSubtype="8" fill="hold" grpId="0" nodeType="withEffect">
                                  <p:stCondLst>
                                    <p:cond delay="0"/>
                                  </p:stCondLst>
                                  <p:childTnLst>
                                    <p:set>
                                      <p:cBhvr>
                                        <p:cTn id="72" dur="1" fill="hold">
                                          <p:stCondLst>
                                            <p:cond delay="0"/>
                                          </p:stCondLst>
                                        </p:cTn>
                                        <p:tgtEl>
                                          <p:spTgt spid="83"/>
                                        </p:tgtEl>
                                        <p:attrNameLst>
                                          <p:attrName>style.visibility</p:attrName>
                                        </p:attrNameLst>
                                      </p:cBhvr>
                                      <p:to>
                                        <p:strVal val="visible"/>
                                      </p:to>
                                    </p:set>
                                    <p:animEffect transition="in" filter="wipe(left)">
                                      <p:cBhvr>
                                        <p:cTn id="73" dur="500"/>
                                        <p:tgtEl>
                                          <p:spTgt spid="83"/>
                                        </p:tgtEl>
                                      </p:cBhvr>
                                    </p:animEffect>
                                  </p:childTnLst>
                                </p:cTn>
                              </p:par>
                            </p:childTnLst>
                          </p:cTn>
                        </p:par>
                        <p:par>
                          <p:cTn id="74" fill="hold">
                            <p:stCondLst>
                              <p:cond delay="6750"/>
                            </p:stCondLst>
                            <p:childTnLst>
                              <p:par>
                                <p:cTn id="75" presetID="2" presetClass="entr" presetSubtype="8" fill="hold" nodeType="afterEffect">
                                  <p:stCondLst>
                                    <p:cond delay="250"/>
                                  </p:stCondLst>
                                  <p:childTnLst>
                                    <p:set>
                                      <p:cBhvr>
                                        <p:cTn id="76" dur="1" fill="hold">
                                          <p:stCondLst>
                                            <p:cond delay="0"/>
                                          </p:stCondLst>
                                        </p:cTn>
                                        <p:tgtEl>
                                          <p:spTgt spid="63"/>
                                        </p:tgtEl>
                                        <p:attrNameLst>
                                          <p:attrName>style.visibility</p:attrName>
                                        </p:attrNameLst>
                                      </p:cBhvr>
                                      <p:to>
                                        <p:strVal val="visible"/>
                                      </p:to>
                                    </p:set>
                                    <p:anim calcmode="lin" valueType="num">
                                      <p:cBhvr additive="base">
                                        <p:cTn id="77" dur="250" fill="hold"/>
                                        <p:tgtEl>
                                          <p:spTgt spid="63"/>
                                        </p:tgtEl>
                                        <p:attrNameLst>
                                          <p:attrName>ppt_x</p:attrName>
                                        </p:attrNameLst>
                                      </p:cBhvr>
                                      <p:tavLst>
                                        <p:tav tm="0">
                                          <p:val>
                                            <p:strVal val="0-#ppt_w/2"/>
                                          </p:val>
                                        </p:tav>
                                        <p:tav tm="100000">
                                          <p:val>
                                            <p:strVal val="#ppt_x"/>
                                          </p:val>
                                        </p:tav>
                                      </p:tavLst>
                                    </p:anim>
                                    <p:anim calcmode="lin" valueType="num">
                                      <p:cBhvr additive="base">
                                        <p:cTn id="78" dur="250" fill="hold"/>
                                        <p:tgtEl>
                                          <p:spTgt spid="63"/>
                                        </p:tgtEl>
                                        <p:attrNameLst>
                                          <p:attrName>ppt_y</p:attrName>
                                        </p:attrNameLst>
                                      </p:cBhvr>
                                      <p:tavLst>
                                        <p:tav tm="0">
                                          <p:val>
                                            <p:strVal val="#ppt_y"/>
                                          </p:val>
                                        </p:tav>
                                        <p:tav tm="100000">
                                          <p:val>
                                            <p:strVal val="#ppt_y"/>
                                          </p:val>
                                        </p:tav>
                                      </p:tavLst>
                                    </p:anim>
                                  </p:childTnLst>
                                </p:cTn>
                              </p:par>
                            </p:childTnLst>
                          </p:cTn>
                        </p:par>
                        <p:par>
                          <p:cTn id="79" fill="hold">
                            <p:stCondLst>
                              <p:cond delay="7250"/>
                            </p:stCondLst>
                            <p:childTnLst>
                              <p:par>
                                <p:cTn id="80" presetID="22" presetClass="entr" presetSubtype="2" fill="hold" nodeType="afterEffect">
                                  <p:stCondLst>
                                    <p:cond delay="0"/>
                                  </p:stCondLst>
                                  <p:childTnLst>
                                    <p:set>
                                      <p:cBhvr>
                                        <p:cTn id="81" dur="1" fill="hold">
                                          <p:stCondLst>
                                            <p:cond delay="0"/>
                                          </p:stCondLst>
                                        </p:cTn>
                                        <p:tgtEl>
                                          <p:spTgt spid="49"/>
                                        </p:tgtEl>
                                        <p:attrNameLst>
                                          <p:attrName>style.visibility</p:attrName>
                                        </p:attrNameLst>
                                      </p:cBhvr>
                                      <p:to>
                                        <p:strVal val="visible"/>
                                      </p:to>
                                    </p:set>
                                    <p:animEffect transition="in" filter="wipe(right)">
                                      <p:cBhvr>
                                        <p:cTn id="82" dur="250"/>
                                        <p:tgtEl>
                                          <p:spTgt spid="49"/>
                                        </p:tgtEl>
                                      </p:cBhvr>
                                    </p:animEffect>
                                  </p:childTnLst>
                                </p:cTn>
                              </p:par>
                            </p:childTnLst>
                          </p:cTn>
                        </p:par>
                        <p:par>
                          <p:cTn id="83" fill="hold">
                            <p:stCondLst>
                              <p:cond delay="7500"/>
                            </p:stCondLst>
                            <p:childTnLst>
                              <p:par>
                                <p:cTn id="84" presetID="22" presetClass="entr" presetSubtype="2" fill="hold" grpId="0" nodeType="afterEffect">
                                  <p:stCondLst>
                                    <p:cond delay="0"/>
                                  </p:stCondLst>
                                  <p:childTnLst>
                                    <p:set>
                                      <p:cBhvr>
                                        <p:cTn id="85" dur="1" fill="hold">
                                          <p:stCondLst>
                                            <p:cond delay="0"/>
                                          </p:stCondLst>
                                        </p:cTn>
                                        <p:tgtEl>
                                          <p:spTgt spid="76"/>
                                        </p:tgtEl>
                                        <p:attrNameLst>
                                          <p:attrName>style.visibility</p:attrName>
                                        </p:attrNameLst>
                                      </p:cBhvr>
                                      <p:to>
                                        <p:strVal val="visible"/>
                                      </p:to>
                                    </p:set>
                                    <p:animEffect transition="in" filter="wipe(right)">
                                      <p:cBhvr>
                                        <p:cTn id="86" dur="500"/>
                                        <p:tgtEl>
                                          <p:spTgt spid="76"/>
                                        </p:tgtEl>
                                      </p:cBhvr>
                                    </p:animEffect>
                                  </p:childTnLst>
                                </p:cTn>
                              </p:par>
                              <p:par>
                                <p:cTn id="87" presetID="22" presetClass="entr" presetSubtype="2" fill="hold" grpId="0" nodeType="withEffect">
                                  <p:stCondLst>
                                    <p:cond delay="0"/>
                                  </p:stCondLst>
                                  <p:childTnLst>
                                    <p:set>
                                      <p:cBhvr>
                                        <p:cTn id="88" dur="1" fill="hold">
                                          <p:stCondLst>
                                            <p:cond delay="0"/>
                                          </p:stCondLst>
                                        </p:cTn>
                                        <p:tgtEl>
                                          <p:spTgt spid="77"/>
                                        </p:tgtEl>
                                        <p:attrNameLst>
                                          <p:attrName>style.visibility</p:attrName>
                                        </p:attrNameLst>
                                      </p:cBhvr>
                                      <p:to>
                                        <p:strVal val="visible"/>
                                      </p:to>
                                    </p:set>
                                    <p:animEffect transition="in" filter="wipe(right)">
                                      <p:cBhvr>
                                        <p:cTn id="89" dur="500"/>
                                        <p:tgtEl>
                                          <p:spTgt spid="77"/>
                                        </p:tgtEl>
                                      </p:cBhvr>
                                    </p:animEffect>
                                  </p:childTnLst>
                                </p:cTn>
                              </p:par>
                            </p:childTnLst>
                          </p:cTn>
                        </p:par>
                        <p:par>
                          <p:cTn id="90" fill="hold">
                            <p:stCondLst>
                              <p:cond delay="8000"/>
                            </p:stCondLst>
                            <p:childTnLst>
                              <p:par>
                                <p:cTn id="91" presetID="2" presetClass="entr" presetSubtype="8" fill="hold" nodeType="afterEffect">
                                  <p:stCondLst>
                                    <p:cond delay="250"/>
                                  </p:stCondLst>
                                  <p:childTnLst>
                                    <p:set>
                                      <p:cBhvr>
                                        <p:cTn id="92" dur="1" fill="hold">
                                          <p:stCondLst>
                                            <p:cond delay="0"/>
                                          </p:stCondLst>
                                        </p:cTn>
                                        <p:tgtEl>
                                          <p:spTgt spid="66"/>
                                        </p:tgtEl>
                                        <p:attrNameLst>
                                          <p:attrName>style.visibility</p:attrName>
                                        </p:attrNameLst>
                                      </p:cBhvr>
                                      <p:to>
                                        <p:strVal val="visible"/>
                                      </p:to>
                                    </p:set>
                                    <p:anim calcmode="lin" valueType="num">
                                      <p:cBhvr additive="base">
                                        <p:cTn id="93" dur="250" fill="hold"/>
                                        <p:tgtEl>
                                          <p:spTgt spid="66"/>
                                        </p:tgtEl>
                                        <p:attrNameLst>
                                          <p:attrName>ppt_x</p:attrName>
                                        </p:attrNameLst>
                                      </p:cBhvr>
                                      <p:tavLst>
                                        <p:tav tm="0">
                                          <p:val>
                                            <p:strVal val="0-#ppt_w/2"/>
                                          </p:val>
                                        </p:tav>
                                        <p:tav tm="100000">
                                          <p:val>
                                            <p:strVal val="#ppt_x"/>
                                          </p:val>
                                        </p:tav>
                                      </p:tavLst>
                                    </p:anim>
                                    <p:anim calcmode="lin" valueType="num">
                                      <p:cBhvr additive="base">
                                        <p:cTn id="94" dur="250" fill="hold"/>
                                        <p:tgtEl>
                                          <p:spTgt spid="66"/>
                                        </p:tgtEl>
                                        <p:attrNameLst>
                                          <p:attrName>ppt_y</p:attrName>
                                        </p:attrNameLst>
                                      </p:cBhvr>
                                      <p:tavLst>
                                        <p:tav tm="0">
                                          <p:val>
                                            <p:strVal val="#ppt_y"/>
                                          </p:val>
                                        </p:tav>
                                        <p:tav tm="100000">
                                          <p:val>
                                            <p:strVal val="#ppt_y"/>
                                          </p:val>
                                        </p:tav>
                                      </p:tavLst>
                                    </p:anim>
                                  </p:childTnLst>
                                </p:cTn>
                              </p:par>
                            </p:childTnLst>
                          </p:cTn>
                        </p:par>
                        <p:par>
                          <p:cTn id="95" fill="hold">
                            <p:stCondLst>
                              <p:cond delay="8500"/>
                            </p:stCondLst>
                            <p:childTnLst>
                              <p:par>
                                <p:cTn id="96" presetID="22" presetClass="entr" presetSubtype="2" fill="hold" nodeType="afterEffect">
                                  <p:stCondLst>
                                    <p:cond delay="0"/>
                                  </p:stCondLst>
                                  <p:childTnLst>
                                    <p:set>
                                      <p:cBhvr>
                                        <p:cTn id="97" dur="1" fill="hold">
                                          <p:stCondLst>
                                            <p:cond delay="0"/>
                                          </p:stCondLst>
                                        </p:cTn>
                                        <p:tgtEl>
                                          <p:spTgt spid="50"/>
                                        </p:tgtEl>
                                        <p:attrNameLst>
                                          <p:attrName>style.visibility</p:attrName>
                                        </p:attrNameLst>
                                      </p:cBhvr>
                                      <p:to>
                                        <p:strVal val="visible"/>
                                      </p:to>
                                    </p:set>
                                    <p:animEffect transition="in" filter="wipe(right)">
                                      <p:cBhvr>
                                        <p:cTn id="98" dur="250"/>
                                        <p:tgtEl>
                                          <p:spTgt spid="50"/>
                                        </p:tgtEl>
                                      </p:cBhvr>
                                    </p:animEffect>
                                  </p:childTnLst>
                                </p:cTn>
                              </p:par>
                            </p:childTnLst>
                          </p:cTn>
                        </p:par>
                        <p:par>
                          <p:cTn id="99" fill="hold">
                            <p:stCondLst>
                              <p:cond delay="8750"/>
                            </p:stCondLst>
                            <p:childTnLst>
                              <p:par>
                                <p:cTn id="100" presetID="22" presetClass="entr" presetSubtype="2" fill="hold" grpId="0" nodeType="afterEffect">
                                  <p:stCondLst>
                                    <p:cond delay="0"/>
                                  </p:stCondLst>
                                  <p:childTnLst>
                                    <p:set>
                                      <p:cBhvr>
                                        <p:cTn id="101" dur="1" fill="hold">
                                          <p:stCondLst>
                                            <p:cond delay="0"/>
                                          </p:stCondLst>
                                        </p:cTn>
                                        <p:tgtEl>
                                          <p:spTgt spid="74"/>
                                        </p:tgtEl>
                                        <p:attrNameLst>
                                          <p:attrName>style.visibility</p:attrName>
                                        </p:attrNameLst>
                                      </p:cBhvr>
                                      <p:to>
                                        <p:strVal val="visible"/>
                                      </p:to>
                                    </p:set>
                                    <p:animEffect transition="in" filter="wipe(right)">
                                      <p:cBhvr>
                                        <p:cTn id="102" dur="500"/>
                                        <p:tgtEl>
                                          <p:spTgt spid="74"/>
                                        </p:tgtEl>
                                      </p:cBhvr>
                                    </p:animEffect>
                                  </p:childTnLst>
                                </p:cTn>
                              </p:par>
                              <p:par>
                                <p:cTn id="103" presetID="22" presetClass="entr" presetSubtype="2" fill="hold" grpId="0" nodeType="withEffect">
                                  <p:stCondLst>
                                    <p:cond delay="0"/>
                                  </p:stCondLst>
                                  <p:childTnLst>
                                    <p:set>
                                      <p:cBhvr>
                                        <p:cTn id="104" dur="1" fill="hold">
                                          <p:stCondLst>
                                            <p:cond delay="0"/>
                                          </p:stCondLst>
                                        </p:cTn>
                                        <p:tgtEl>
                                          <p:spTgt spid="75"/>
                                        </p:tgtEl>
                                        <p:attrNameLst>
                                          <p:attrName>style.visibility</p:attrName>
                                        </p:attrNameLst>
                                      </p:cBhvr>
                                      <p:to>
                                        <p:strVal val="visible"/>
                                      </p:to>
                                    </p:set>
                                    <p:animEffect transition="in" filter="wipe(right)">
                                      <p:cBhvr>
                                        <p:cTn id="105"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P spid="73" grpId="0"/>
      <p:bldP spid="74" grpId="0"/>
      <p:bldP spid="75" grpId="0"/>
      <p:bldP spid="76" grpId="0"/>
      <p:bldP spid="77" grpId="0"/>
      <p:bldP spid="78" grpId="0"/>
      <p:bldP spid="79" grpId="0"/>
      <p:bldP spid="80" grpId="0"/>
      <p:bldP spid="81" grpId="0"/>
      <p:bldP spid="82" grpId="0"/>
      <p:bldP spid="8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5782" y="205624"/>
            <a:ext cx="2236510" cy="400110"/>
          </a:xfrm>
          <a:prstGeom prst="rect">
            <a:avLst/>
          </a:prstGeom>
          <a:noFill/>
        </p:spPr>
        <p:txBody>
          <a:bodyPr wrap="none" rtlCol="0">
            <a:spAutoFit/>
          </a:bodyPr>
          <a:lstStyle/>
          <a:p>
            <a:r>
              <a:rPr lang="zh-CN" altLang="en-US" sz="2000" b="1" dirty="0" smtClean="0">
                <a:solidFill>
                  <a:schemeClr val="accent1"/>
                </a:solidFill>
                <a:latin typeface="微软雅黑" pitchFamily="34" charset="-122"/>
                <a:ea typeface="微软雅黑" pitchFamily="34" charset="-122"/>
              </a:rPr>
              <a:t>点击添加标题文本</a:t>
            </a:r>
            <a:endParaRPr lang="zh-CN" altLang="en-US" sz="2000" b="1" dirty="0">
              <a:solidFill>
                <a:schemeClr val="accent1"/>
              </a:solidFill>
              <a:latin typeface="微软雅黑" pitchFamily="34" charset="-122"/>
              <a:ea typeface="微软雅黑" pitchFamily="34" charset="-122"/>
            </a:endParaRPr>
          </a:p>
        </p:txBody>
      </p:sp>
      <p:sp>
        <p:nvSpPr>
          <p:cNvPr id="3" name="TextBox 2"/>
          <p:cNvSpPr txBox="1"/>
          <p:nvPr/>
        </p:nvSpPr>
        <p:spPr>
          <a:xfrm>
            <a:off x="7682019" y="195037"/>
            <a:ext cx="1138453" cy="461665"/>
          </a:xfrm>
          <a:prstGeom prst="rect">
            <a:avLst/>
          </a:prstGeom>
          <a:noFill/>
        </p:spPr>
        <p:txBody>
          <a:bodyPr wrap="none" rtlCol="0">
            <a:spAutoFit/>
          </a:bodyPr>
          <a:lstStyle/>
          <a:p>
            <a:r>
              <a:rPr lang="en-US" altLang="zh-CN" sz="2400" dirty="0" smtClean="0">
                <a:solidFill>
                  <a:schemeClr val="accent2"/>
                </a:solidFill>
                <a:latin typeface="Eras Bold ITC" panose="020B0907030504020204" pitchFamily="34" charset="0"/>
                <a:ea typeface="微软雅黑" panose="020B0503020204020204" pitchFamily="34" charset="-122"/>
              </a:rPr>
              <a:t>LOGO</a:t>
            </a:r>
            <a:endParaRPr lang="zh-CN" altLang="en-US" sz="2400" dirty="0">
              <a:solidFill>
                <a:schemeClr val="accent2"/>
              </a:solidFill>
              <a:latin typeface="Eras Bold ITC" panose="020B0907030504020204" pitchFamily="34" charset="0"/>
              <a:ea typeface="微软雅黑" panose="020B0503020204020204" pitchFamily="34" charset="-122"/>
            </a:endParaRPr>
          </a:p>
        </p:txBody>
      </p:sp>
      <p:cxnSp>
        <p:nvCxnSpPr>
          <p:cNvPr id="18" name="直接连接符 17"/>
          <p:cNvCxnSpPr/>
          <p:nvPr/>
        </p:nvCxnSpPr>
        <p:spPr>
          <a:xfrm rot="5400000">
            <a:off x="1807867" y="2817040"/>
            <a:ext cx="2677772" cy="0"/>
          </a:xfrm>
          <a:prstGeom prst="line">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rot="5400000">
            <a:off x="4313234" y="2817040"/>
            <a:ext cx="2677772" cy="0"/>
          </a:xfrm>
          <a:prstGeom prst="line">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0" name="11 Rectángulo"/>
          <p:cNvSpPr/>
          <p:nvPr/>
        </p:nvSpPr>
        <p:spPr>
          <a:xfrm>
            <a:off x="868233" y="1478155"/>
            <a:ext cx="1976209" cy="787840"/>
          </a:xfrm>
          <a:prstGeom prst="rect">
            <a:avLst/>
          </a:prstGeom>
          <a:solidFill>
            <a:schemeClr val="accent1"/>
          </a:solidFill>
          <a:ln>
            <a:noFill/>
          </a:ln>
          <a:effectLst/>
        </p:spPr>
        <p:style>
          <a:lnRef idx="3">
            <a:schemeClr val="lt1"/>
          </a:lnRef>
          <a:fillRef idx="1">
            <a:schemeClr val="accent4"/>
          </a:fillRef>
          <a:effectRef idx="1">
            <a:schemeClr val="accent4"/>
          </a:effectRef>
          <a:fontRef idx="minor">
            <a:schemeClr val="lt1"/>
          </a:fontRef>
        </p:style>
        <p:txBody>
          <a:bodyPr lIns="68571" tIns="34285" rIns="68571" bIns="34285"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lvl="0" algn="ctr" fontAlgn="base">
              <a:spcBef>
                <a:spcPct val="0"/>
              </a:spcBef>
              <a:spcAft>
                <a:spcPct val="0"/>
              </a:spcAft>
              <a:defRPr/>
            </a:pPr>
            <a:r>
              <a:rPr lang="zh-CN" altLang="en-US" b="1" kern="0" dirty="0">
                <a:solidFill>
                  <a:schemeClr val="bg1"/>
                </a:solidFill>
                <a:latin typeface="微软雅黑" panose="020B0503020204020204" pitchFamily="34" charset="-122"/>
                <a:ea typeface="微软雅黑" panose="020B0503020204020204" pitchFamily="34" charset="-122"/>
              </a:rPr>
              <a:t>添加标题</a:t>
            </a:r>
            <a:endParaRPr lang="en-US" altLang="zh-CN" b="1" kern="0" dirty="0">
              <a:solidFill>
                <a:schemeClr val="bg1"/>
              </a:solidFill>
              <a:latin typeface="微软雅黑" panose="020B0503020204020204" pitchFamily="34" charset="-122"/>
              <a:ea typeface="微软雅黑" panose="020B0503020204020204" pitchFamily="34" charset="-122"/>
            </a:endParaRPr>
          </a:p>
          <a:p>
            <a:pPr algn="ctr" fontAlgn="base">
              <a:spcBef>
                <a:spcPct val="0"/>
              </a:spcBef>
              <a:spcAft>
                <a:spcPct val="0"/>
              </a:spcAft>
              <a:defRPr/>
            </a:pPr>
            <a:r>
              <a:rPr lang="zh-CN" altLang="en-US" sz="1100"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点击此处添加文字内容</a:t>
            </a:r>
            <a:endParaRPr lang="en-US" altLang="zh-CN" sz="1100"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21" name="组合 20"/>
          <p:cNvGrpSpPr/>
          <p:nvPr/>
        </p:nvGrpSpPr>
        <p:grpSpPr>
          <a:xfrm>
            <a:off x="868236" y="2732491"/>
            <a:ext cx="1833514" cy="1126864"/>
            <a:chOff x="503238" y="2548492"/>
            <a:chExt cx="2191599" cy="1126865"/>
          </a:xfrm>
        </p:grpSpPr>
        <p:sp>
          <p:nvSpPr>
            <p:cNvPr id="22" name="矩形 21"/>
            <p:cNvSpPr/>
            <p:nvPr/>
          </p:nvSpPr>
          <p:spPr>
            <a:xfrm>
              <a:off x="503238" y="2548492"/>
              <a:ext cx="1005403" cy="338554"/>
            </a:xfrm>
            <a:prstGeom prst="rect">
              <a:avLst/>
            </a:prstGeom>
          </p:spPr>
          <p:txBody>
            <a:bodyPr wrap="none">
              <a:spAutoFit/>
            </a:bodyPr>
            <a:lstStyle/>
            <a:p>
              <a:pPr lvl="0" eaLnBrk="0" fontAlgn="base" hangingPunct="0">
                <a:spcBef>
                  <a:spcPct val="0"/>
                </a:spcBef>
                <a:spcAft>
                  <a:spcPct val="0"/>
                </a:spcAft>
                <a:defRPr/>
              </a:pPr>
              <a:r>
                <a:rPr lang="zh-CN" altLang="en-US" sz="1600" kern="0" dirty="0">
                  <a:solidFill>
                    <a:schemeClr val="tx1">
                      <a:lumMod val="75000"/>
                      <a:lumOff val="25000"/>
                    </a:schemeClr>
                  </a:solidFill>
                  <a:latin typeface="微软雅黑" panose="020B0503020204020204" pitchFamily="34" charset="-122"/>
                  <a:ea typeface="微软雅黑" panose="020B0503020204020204" pitchFamily="34" charset="-122"/>
                </a:rPr>
                <a:t>添加标题</a:t>
              </a:r>
              <a:endParaRPr lang="en-US" altLang="zh-CN" sz="1600" kern="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3" name="矩形 22"/>
            <p:cNvSpPr/>
            <p:nvPr/>
          </p:nvSpPr>
          <p:spPr>
            <a:xfrm>
              <a:off x="503238" y="2905916"/>
              <a:ext cx="2191599" cy="769441"/>
            </a:xfrm>
            <a:prstGeom prst="rect">
              <a:avLst/>
            </a:prstGeom>
          </p:spPr>
          <p:txBody>
            <a:bodyPr wrap="square">
              <a:spAutoFit/>
            </a:bodyPr>
            <a:lstStyle/>
            <a:p>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点击此处添加文字说明内容，可以通过复制您的文本内容，在此文本框粘贴并选择只保留文字</a:t>
              </a:r>
              <a:r>
                <a:rPr lang="zh-CN" altLang="en-US" sz="1100" dirty="0" smtClean="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24" name="42 Rectángulo"/>
          <p:cNvSpPr/>
          <p:nvPr/>
        </p:nvSpPr>
        <p:spPr>
          <a:xfrm>
            <a:off x="3393147" y="1478156"/>
            <a:ext cx="1976210" cy="787840"/>
          </a:xfrm>
          <a:prstGeom prst="rect">
            <a:avLst/>
          </a:prstGeom>
          <a:solidFill>
            <a:schemeClr val="accent2"/>
          </a:solidFill>
          <a:ln>
            <a:noFill/>
          </a:ln>
          <a:effectLst/>
        </p:spPr>
        <p:style>
          <a:lnRef idx="3">
            <a:schemeClr val="lt1"/>
          </a:lnRef>
          <a:fillRef idx="1">
            <a:schemeClr val="accent4"/>
          </a:fillRef>
          <a:effectRef idx="1">
            <a:schemeClr val="accent4"/>
          </a:effectRef>
          <a:fontRef idx="minor">
            <a:schemeClr val="lt1"/>
          </a:fontRef>
        </p:style>
        <p:txBody>
          <a:bodyPr lIns="68571" tIns="34285" rIns="68571" bIns="34285" anchor="ctr"/>
          <a:lstStyle/>
          <a:p>
            <a:pPr lvl="0" algn="ctr" eaLnBrk="0" fontAlgn="base" hangingPunct="0">
              <a:spcBef>
                <a:spcPct val="0"/>
              </a:spcBef>
              <a:spcAft>
                <a:spcPct val="0"/>
              </a:spcAft>
              <a:defRPr/>
            </a:pPr>
            <a:r>
              <a:rPr lang="zh-CN" altLang="en-US" b="1" kern="0" dirty="0">
                <a:solidFill>
                  <a:schemeClr val="bg1"/>
                </a:solidFill>
                <a:latin typeface="微软雅黑" panose="020B0503020204020204" pitchFamily="34" charset="-122"/>
                <a:ea typeface="微软雅黑" panose="020B0503020204020204" pitchFamily="34" charset="-122"/>
              </a:rPr>
              <a:t>添加标题</a:t>
            </a:r>
            <a:endParaRPr lang="en-US" altLang="zh-CN" b="1" kern="0" dirty="0">
              <a:solidFill>
                <a:schemeClr val="bg1"/>
              </a:solidFill>
              <a:latin typeface="微软雅黑" panose="020B0503020204020204" pitchFamily="34" charset="-122"/>
              <a:ea typeface="微软雅黑" panose="020B0503020204020204" pitchFamily="34" charset="-122"/>
            </a:endParaRPr>
          </a:p>
          <a:p>
            <a:pPr algn="ctr" fontAlgn="base">
              <a:spcBef>
                <a:spcPct val="0"/>
              </a:spcBef>
              <a:spcAft>
                <a:spcPct val="0"/>
              </a:spcAft>
              <a:defRPr/>
            </a:pPr>
            <a:r>
              <a:rPr lang="zh-CN" altLang="en-US" sz="1100"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点击此处添加文字内容</a:t>
            </a:r>
            <a:endParaRPr lang="en-US" altLang="zh-CN" sz="1100"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25" name="组合 24"/>
          <p:cNvGrpSpPr/>
          <p:nvPr/>
        </p:nvGrpSpPr>
        <p:grpSpPr>
          <a:xfrm>
            <a:off x="3393149" y="2732491"/>
            <a:ext cx="1833514" cy="1126865"/>
            <a:chOff x="471218" y="2548491"/>
            <a:chExt cx="2191599" cy="1126866"/>
          </a:xfrm>
        </p:grpSpPr>
        <p:sp>
          <p:nvSpPr>
            <p:cNvPr id="26" name="矩形 25"/>
            <p:cNvSpPr/>
            <p:nvPr/>
          </p:nvSpPr>
          <p:spPr>
            <a:xfrm>
              <a:off x="471218" y="2548491"/>
              <a:ext cx="1005403" cy="338554"/>
            </a:xfrm>
            <a:prstGeom prst="rect">
              <a:avLst/>
            </a:prstGeom>
          </p:spPr>
          <p:txBody>
            <a:bodyPr wrap="none">
              <a:spAutoFit/>
            </a:bodyPr>
            <a:lstStyle/>
            <a:p>
              <a:pPr lvl="0" eaLnBrk="0" fontAlgn="base" hangingPunct="0">
                <a:spcBef>
                  <a:spcPct val="0"/>
                </a:spcBef>
                <a:spcAft>
                  <a:spcPct val="0"/>
                </a:spcAft>
                <a:defRPr/>
              </a:pPr>
              <a:r>
                <a:rPr lang="zh-CN" altLang="en-US" sz="1600" kern="0" dirty="0">
                  <a:solidFill>
                    <a:schemeClr val="tx1">
                      <a:lumMod val="75000"/>
                      <a:lumOff val="25000"/>
                    </a:schemeClr>
                  </a:solidFill>
                  <a:latin typeface="微软雅黑" panose="020B0503020204020204" pitchFamily="34" charset="-122"/>
                  <a:ea typeface="微软雅黑" panose="020B0503020204020204" pitchFamily="34" charset="-122"/>
                </a:rPr>
                <a:t>添加标题</a:t>
              </a:r>
              <a:endParaRPr lang="en-US" altLang="zh-CN" sz="1600" kern="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7" name="矩形 26"/>
            <p:cNvSpPr/>
            <p:nvPr/>
          </p:nvSpPr>
          <p:spPr>
            <a:xfrm>
              <a:off x="471218" y="2905916"/>
              <a:ext cx="2191599" cy="769441"/>
            </a:xfrm>
            <a:prstGeom prst="rect">
              <a:avLst/>
            </a:prstGeom>
          </p:spPr>
          <p:txBody>
            <a:bodyPr wrap="square">
              <a:spAutoFit/>
            </a:bodyPr>
            <a:lstStyle/>
            <a:p>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点击此处添加文字说明内容，可以通过复制您的文本内容，在此文本框粘贴并选择只保留文字</a:t>
              </a:r>
              <a:r>
                <a:rPr lang="zh-CN" altLang="en-US" sz="1100" dirty="0" smtClean="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28" name="51 Rectángulo"/>
          <p:cNvSpPr/>
          <p:nvPr/>
        </p:nvSpPr>
        <p:spPr>
          <a:xfrm>
            <a:off x="5906837" y="1478156"/>
            <a:ext cx="1977532" cy="787839"/>
          </a:xfrm>
          <a:prstGeom prst="rect">
            <a:avLst/>
          </a:prstGeom>
          <a:solidFill>
            <a:schemeClr val="accent1"/>
          </a:solidFill>
          <a:ln>
            <a:noFill/>
          </a:ln>
          <a:effectLst/>
        </p:spPr>
        <p:style>
          <a:lnRef idx="3">
            <a:schemeClr val="lt1"/>
          </a:lnRef>
          <a:fillRef idx="1">
            <a:schemeClr val="accent4"/>
          </a:fillRef>
          <a:effectRef idx="1">
            <a:schemeClr val="accent4"/>
          </a:effectRef>
          <a:fontRef idx="minor">
            <a:schemeClr val="lt1"/>
          </a:fontRef>
        </p:style>
        <p:txBody>
          <a:bodyPr lIns="68571" tIns="34285" rIns="68571" bIns="34285" anchor="ctr"/>
          <a:lstStyle/>
          <a:p>
            <a:pPr lvl="0" algn="ctr" eaLnBrk="0" fontAlgn="base" hangingPunct="0">
              <a:spcBef>
                <a:spcPct val="0"/>
              </a:spcBef>
              <a:spcAft>
                <a:spcPct val="0"/>
              </a:spcAft>
              <a:defRPr/>
            </a:pPr>
            <a:r>
              <a:rPr lang="zh-CN" altLang="en-US" b="1" kern="0" dirty="0">
                <a:solidFill>
                  <a:schemeClr val="bg1"/>
                </a:solidFill>
                <a:latin typeface="微软雅黑" panose="020B0503020204020204" pitchFamily="34" charset="-122"/>
                <a:ea typeface="微软雅黑" panose="020B0503020204020204" pitchFamily="34" charset="-122"/>
              </a:rPr>
              <a:t>添加标题</a:t>
            </a:r>
            <a:endParaRPr lang="en-US" altLang="zh-CN" b="1" kern="0" dirty="0">
              <a:solidFill>
                <a:schemeClr val="bg1"/>
              </a:solidFill>
              <a:latin typeface="微软雅黑" panose="020B0503020204020204" pitchFamily="34" charset="-122"/>
              <a:ea typeface="微软雅黑" panose="020B0503020204020204" pitchFamily="34" charset="-122"/>
            </a:endParaRPr>
          </a:p>
          <a:p>
            <a:pPr algn="ctr" fontAlgn="base">
              <a:spcBef>
                <a:spcPct val="0"/>
              </a:spcBef>
              <a:spcAft>
                <a:spcPct val="0"/>
              </a:spcAft>
              <a:defRPr/>
            </a:pPr>
            <a:r>
              <a:rPr lang="zh-CN" altLang="en-US" sz="1100"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点击此处添加文字内容</a:t>
            </a:r>
            <a:endParaRPr lang="en-US" altLang="zh-CN" sz="1100"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29" name="组合 28"/>
          <p:cNvGrpSpPr/>
          <p:nvPr/>
        </p:nvGrpSpPr>
        <p:grpSpPr>
          <a:xfrm>
            <a:off x="5906839" y="2732491"/>
            <a:ext cx="1833514" cy="1126865"/>
            <a:chOff x="467746" y="2548491"/>
            <a:chExt cx="2191599" cy="1126866"/>
          </a:xfrm>
        </p:grpSpPr>
        <p:sp>
          <p:nvSpPr>
            <p:cNvPr id="30" name="矩形 29"/>
            <p:cNvSpPr/>
            <p:nvPr/>
          </p:nvSpPr>
          <p:spPr>
            <a:xfrm>
              <a:off x="467746" y="2548491"/>
              <a:ext cx="1005403" cy="338554"/>
            </a:xfrm>
            <a:prstGeom prst="rect">
              <a:avLst/>
            </a:prstGeom>
          </p:spPr>
          <p:txBody>
            <a:bodyPr wrap="none">
              <a:spAutoFit/>
            </a:bodyPr>
            <a:lstStyle/>
            <a:p>
              <a:pPr lvl="0" eaLnBrk="0" fontAlgn="base" hangingPunct="0">
                <a:spcBef>
                  <a:spcPct val="0"/>
                </a:spcBef>
                <a:spcAft>
                  <a:spcPct val="0"/>
                </a:spcAft>
                <a:defRPr/>
              </a:pPr>
              <a:r>
                <a:rPr lang="zh-CN" altLang="en-US" sz="1600" kern="0" dirty="0">
                  <a:solidFill>
                    <a:schemeClr val="tx1">
                      <a:lumMod val="75000"/>
                      <a:lumOff val="25000"/>
                    </a:schemeClr>
                  </a:solidFill>
                  <a:latin typeface="微软雅黑" panose="020B0503020204020204" pitchFamily="34" charset="-122"/>
                  <a:ea typeface="微软雅黑" panose="020B0503020204020204" pitchFamily="34" charset="-122"/>
                </a:rPr>
                <a:t>添加标题</a:t>
              </a:r>
              <a:endParaRPr lang="en-US" altLang="zh-CN" sz="1600" kern="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1" name="矩形 30"/>
            <p:cNvSpPr/>
            <p:nvPr/>
          </p:nvSpPr>
          <p:spPr>
            <a:xfrm>
              <a:off x="467746" y="2905916"/>
              <a:ext cx="2191599" cy="769441"/>
            </a:xfrm>
            <a:prstGeom prst="rect">
              <a:avLst/>
            </a:prstGeom>
          </p:spPr>
          <p:txBody>
            <a:bodyPr wrap="square">
              <a:spAutoFit/>
            </a:bodyPr>
            <a:lstStyle/>
            <a:p>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点击此处添加文字说明内容，可以通过复制您的文本内容，在此文本框粘贴并选择只保留文字</a:t>
              </a:r>
              <a:r>
                <a:rPr lang="zh-CN" altLang="en-US" sz="1100" dirty="0" smtClean="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4204859454"/>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randombar(horizontal)">
                                      <p:cBhvr>
                                        <p:cTn id="7" dur="500"/>
                                        <p:tgtEl>
                                          <p:spTgt spid="20"/>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ppt_x"/>
                                          </p:val>
                                        </p:tav>
                                        <p:tav tm="100000">
                                          <p:val>
                                            <p:strVal val="#ppt_x"/>
                                          </p:val>
                                        </p:tav>
                                      </p:tavLst>
                                    </p:anim>
                                    <p:anim calcmode="lin" valueType="num">
                                      <p:cBhvr additive="base">
                                        <p:cTn id="12" dur="500" fill="hold"/>
                                        <p:tgtEl>
                                          <p:spTgt spid="21"/>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2" presetClass="entr" presetSubtype="1" fill="hold" nodeType="after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up)">
                                      <p:cBhvr>
                                        <p:cTn id="16" dur="500"/>
                                        <p:tgtEl>
                                          <p:spTgt spid="18"/>
                                        </p:tgtEl>
                                      </p:cBhvr>
                                    </p:animEffect>
                                  </p:childTnLst>
                                </p:cTn>
                              </p:par>
                            </p:childTnLst>
                          </p:cTn>
                        </p:par>
                        <p:par>
                          <p:cTn id="17" fill="hold">
                            <p:stCondLst>
                              <p:cond delay="1500"/>
                            </p:stCondLst>
                            <p:childTnLst>
                              <p:par>
                                <p:cTn id="18" presetID="14" presetClass="entr" presetSubtype="10" fill="hold" grpId="0" nodeType="after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randombar(horizontal)">
                                      <p:cBhvr>
                                        <p:cTn id="20" dur="500"/>
                                        <p:tgtEl>
                                          <p:spTgt spid="24"/>
                                        </p:tgtEl>
                                      </p:cBhvr>
                                    </p:animEffect>
                                  </p:childTnLst>
                                </p:cTn>
                              </p:par>
                            </p:childTnLst>
                          </p:cTn>
                        </p:par>
                        <p:par>
                          <p:cTn id="21" fill="hold">
                            <p:stCondLst>
                              <p:cond delay="2000"/>
                            </p:stCondLst>
                            <p:childTnLst>
                              <p:par>
                                <p:cTn id="22" presetID="2" presetClass="entr" presetSubtype="4" fill="hold" nodeType="afterEffect">
                                  <p:stCondLst>
                                    <p:cond delay="0"/>
                                  </p:stCondLst>
                                  <p:childTnLst>
                                    <p:set>
                                      <p:cBhvr>
                                        <p:cTn id="23" dur="1" fill="hold">
                                          <p:stCondLst>
                                            <p:cond delay="0"/>
                                          </p:stCondLst>
                                        </p:cTn>
                                        <p:tgtEl>
                                          <p:spTgt spid="25"/>
                                        </p:tgtEl>
                                        <p:attrNameLst>
                                          <p:attrName>style.visibility</p:attrName>
                                        </p:attrNameLst>
                                      </p:cBhvr>
                                      <p:to>
                                        <p:strVal val="visible"/>
                                      </p:to>
                                    </p:set>
                                    <p:anim calcmode="lin" valueType="num">
                                      <p:cBhvr additive="base">
                                        <p:cTn id="24" dur="500" fill="hold"/>
                                        <p:tgtEl>
                                          <p:spTgt spid="25"/>
                                        </p:tgtEl>
                                        <p:attrNameLst>
                                          <p:attrName>ppt_x</p:attrName>
                                        </p:attrNameLst>
                                      </p:cBhvr>
                                      <p:tavLst>
                                        <p:tav tm="0">
                                          <p:val>
                                            <p:strVal val="#ppt_x"/>
                                          </p:val>
                                        </p:tav>
                                        <p:tav tm="100000">
                                          <p:val>
                                            <p:strVal val="#ppt_x"/>
                                          </p:val>
                                        </p:tav>
                                      </p:tavLst>
                                    </p:anim>
                                    <p:anim calcmode="lin" valueType="num">
                                      <p:cBhvr additive="base">
                                        <p:cTn id="25" dur="500" fill="hold"/>
                                        <p:tgtEl>
                                          <p:spTgt spid="25"/>
                                        </p:tgtEl>
                                        <p:attrNameLst>
                                          <p:attrName>ppt_y</p:attrName>
                                        </p:attrNameLst>
                                      </p:cBhvr>
                                      <p:tavLst>
                                        <p:tav tm="0">
                                          <p:val>
                                            <p:strVal val="1+#ppt_h/2"/>
                                          </p:val>
                                        </p:tav>
                                        <p:tav tm="100000">
                                          <p:val>
                                            <p:strVal val="#ppt_y"/>
                                          </p:val>
                                        </p:tav>
                                      </p:tavLst>
                                    </p:anim>
                                  </p:childTnLst>
                                </p:cTn>
                              </p:par>
                            </p:childTnLst>
                          </p:cTn>
                        </p:par>
                        <p:par>
                          <p:cTn id="26" fill="hold">
                            <p:stCondLst>
                              <p:cond delay="2500"/>
                            </p:stCondLst>
                            <p:childTnLst>
                              <p:par>
                                <p:cTn id="27" presetID="22" presetClass="entr" presetSubtype="1" fill="hold" nodeType="after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wipe(up)">
                                      <p:cBhvr>
                                        <p:cTn id="29" dur="500"/>
                                        <p:tgtEl>
                                          <p:spTgt spid="19"/>
                                        </p:tgtEl>
                                      </p:cBhvr>
                                    </p:animEffect>
                                  </p:childTnLst>
                                </p:cTn>
                              </p:par>
                            </p:childTnLst>
                          </p:cTn>
                        </p:par>
                        <p:par>
                          <p:cTn id="30" fill="hold">
                            <p:stCondLst>
                              <p:cond delay="3000"/>
                            </p:stCondLst>
                            <p:childTnLst>
                              <p:par>
                                <p:cTn id="31" presetID="14" presetClass="entr" presetSubtype="10" fill="hold" grpId="0" nodeType="after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randombar(horizontal)">
                                      <p:cBhvr>
                                        <p:cTn id="33" dur="500"/>
                                        <p:tgtEl>
                                          <p:spTgt spid="28"/>
                                        </p:tgtEl>
                                      </p:cBhvr>
                                    </p:animEffect>
                                  </p:childTnLst>
                                </p:cTn>
                              </p:par>
                            </p:childTnLst>
                          </p:cTn>
                        </p:par>
                        <p:par>
                          <p:cTn id="34" fill="hold">
                            <p:stCondLst>
                              <p:cond delay="3500"/>
                            </p:stCondLst>
                            <p:childTnLst>
                              <p:par>
                                <p:cTn id="35" presetID="2" presetClass="entr" presetSubtype="4" fill="hold" nodeType="afterEffect">
                                  <p:stCondLst>
                                    <p:cond delay="0"/>
                                  </p:stCondLst>
                                  <p:childTnLst>
                                    <p:set>
                                      <p:cBhvr>
                                        <p:cTn id="36" dur="1" fill="hold">
                                          <p:stCondLst>
                                            <p:cond delay="0"/>
                                          </p:stCondLst>
                                        </p:cTn>
                                        <p:tgtEl>
                                          <p:spTgt spid="29"/>
                                        </p:tgtEl>
                                        <p:attrNameLst>
                                          <p:attrName>style.visibility</p:attrName>
                                        </p:attrNameLst>
                                      </p:cBhvr>
                                      <p:to>
                                        <p:strVal val="visible"/>
                                      </p:to>
                                    </p:set>
                                    <p:anim calcmode="lin" valueType="num">
                                      <p:cBhvr additive="base">
                                        <p:cTn id="37" dur="500" fill="hold"/>
                                        <p:tgtEl>
                                          <p:spTgt spid="29"/>
                                        </p:tgtEl>
                                        <p:attrNameLst>
                                          <p:attrName>ppt_x</p:attrName>
                                        </p:attrNameLst>
                                      </p:cBhvr>
                                      <p:tavLst>
                                        <p:tav tm="0">
                                          <p:val>
                                            <p:strVal val="#ppt_x"/>
                                          </p:val>
                                        </p:tav>
                                        <p:tav tm="100000">
                                          <p:val>
                                            <p:strVal val="#ppt_x"/>
                                          </p:val>
                                        </p:tav>
                                      </p:tavLst>
                                    </p:anim>
                                    <p:anim calcmode="lin" valueType="num">
                                      <p:cBhvr additive="base">
                                        <p:cTn id="3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4" grpId="0" animBg="1"/>
      <p:bldP spid="2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020618" y="1526273"/>
            <a:ext cx="1675446" cy="2629653"/>
            <a:chOff x="778084" y="1038958"/>
            <a:chExt cx="1850186" cy="2900945"/>
          </a:xfrm>
        </p:grpSpPr>
        <p:sp>
          <p:nvSpPr>
            <p:cNvPr id="33" name="圆角矩形 32"/>
            <p:cNvSpPr/>
            <p:nvPr/>
          </p:nvSpPr>
          <p:spPr>
            <a:xfrm>
              <a:off x="887052" y="1038958"/>
              <a:ext cx="1632254" cy="1502651"/>
            </a:xfrm>
            <a:prstGeom prst="roundRect">
              <a:avLst>
                <a:gd name="adj" fmla="val 935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HK" altLang="en-US"/>
            </a:p>
          </p:txBody>
        </p:sp>
        <p:sp>
          <p:nvSpPr>
            <p:cNvPr id="34" name="任意多边形 33"/>
            <p:cNvSpPr/>
            <p:nvPr/>
          </p:nvSpPr>
          <p:spPr>
            <a:xfrm>
              <a:off x="778084" y="1947913"/>
              <a:ext cx="1850186" cy="1991990"/>
            </a:xfrm>
            <a:custGeom>
              <a:avLst/>
              <a:gdLst>
                <a:gd name="connsiteX0" fmla="*/ 1 w 2466914"/>
                <a:gd name="connsiteY0" fmla="*/ 0 h 3944375"/>
                <a:gd name="connsiteX1" fmla="*/ 2466914 w 2466914"/>
                <a:gd name="connsiteY1" fmla="*/ 0 h 3944375"/>
                <a:gd name="connsiteX2" fmla="*/ 2466914 w 2466914"/>
                <a:gd name="connsiteY2" fmla="*/ 3515745 h 3944375"/>
                <a:gd name="connsiteX3" fmla="*/ 2466913 w 2466914"/>
                <a:gd name="connsiteY3" fmla="*/ 3515745 h 3944375"/>
                <a:gd name="connsiteX4" fmla="*/ 2466913 w 2466914"/>
                <a:gd name="connsiteY4" fmla="*/ 3757044 h 3944375"/>
                <a:gd name="connsiteX5" fmla="*/ 2279582 w 2466914"/>
                <a:gd name="connsiteY5" fmla="*/ 3944375 h 3944375"/>
                <a:gd name="connsiteX6" fmla="*/ 187331 w 2466914"/>
                <a:gd name="connsiteY6" fmla="*/ 3944375 h 3944375"/>
                <a:gd name="connsiteX7" fmla="*/ 0 w 2466914"/>
                <a:gd name="connsiteY7" fmla="*/ 3757044 h 3944375"/>
                <a:gd name="connsiteX8" fmla="*/ 0 w 2466914"/>
                <a:gd name="connsiteY8" fmla="*/ 2128171 h 3944375"/>
                <a:gd name="connsiteX9" fmla="*/ 1 w 2466914"/>
                <a:gd name="connsiteY9" fmla="*/ 2128161 h 394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66914" h="3944375">
                  <a:moveTo>
                    <a:pt x="1" y="0"/>
                  </a:moveTo>
                  <a:lnTo>
                    <a:pt x="2466914" y="0"/>
                  </a:lnTo>
                  <a:lnTo>
                    <a:pt x="2466914" y="3515745"/>
                  </a:lnTo>
                  <a:lnTo>
                    <a:pt x="2466913" y="3515745"/>
                  </a:lnTo>
                  <a:lnTo>
                    <a:pt x="2466913" y="3757044"/>
                  </a:lnTo>
                  <a:cubicBezTo>
                    <a:pt x="2466913" y="3860504"/>
                    <a:pt x="2383042" y="3944375"/>
                    <a:pt x="2279582" y="3944375"/>
                  </a:cubicBezTo>
                  <a:lnTo>
                    <a:pt x="187331" y="3944375"/>
                  </a:lnTo>
                  <a:cubicBezTo>
                    <a:pt x="83871" y="3944375"/>
                    <a:pt x="0" y="3860504"/>
                    <a:pt x="0" y="3757044"/>
                  </a:cubicBezTo>
                  <a:lnTo>
                    <a:pt x="0" y="2128171"/>
                  </a:lnTo>
                  <a:lnTo>
                    <a:pt x="1" y="2128161"/>
                  </a:lnTo>
                  <a:close/>
                </a:path>
              </a:pathLst>
            </a:custGeom>
            <a:solidFill>
              <a:schemeClr val="bg1">
                <a:lumMod val="95000"/>
              </a:schemeClr>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HK" altLang="en-US">
                <a:solidFill>
                  <a:schemeClr val="bg1"/>
                </a:solidFill>
              </a:endParaRPr>
            </a:p>
          </p:txBody>
        </p:sp>
        <p:sp>
          <p:nvSpPr>
            <p:cNvPr id="35" name="椭圆 34"/>
            <p:cNvSpPr/>
            <p:nvPr/>
          </p:nvSpPr>
          <p:spPr>
            <a:xfrm>
              <a:off x="1403141" y="1647875"/>
              <a:ext cx="600075" cy="6000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HK" altLang="en-US">
                <a:latin typeface="Impact" pitchFamily="34" charset="0"/>
              </a:endParaRPr>
            </a:p>
          </p:txBody>
        </p:sp>
        <p:sp>
          <p:nvSpPr>
            <p:cNvPr id="36" name="文本框 11"/>
            <p:cNvSpPr txBox="1"/>
            <p:nvPr/>
          </p:nvSpPr>
          <p:spPr>
            <a:xfrm>
              <a:off x="1304926" y="1222952"/>
              <a:ext cx="839367" cy="641613"/>
            </a:xfrm>
            <a:prstGeom prst="rect">
              <a:avLst/>
            </a:prstGeom>
            <a:noFill/>
          </p:spPr>
          <p:txBody>
            <a:bodyPr wrap="square" lIns="68580" tIns="34290" rIns="68580" bIns="34290" rtlCol="0">
              <a:spAutoFit/>
            </a:bodyPr>
            <a:lstStyle/>
            <a:p>
              <a:pPr algn="ctr"/>
              <a:r>
                <a:rPr lang="en-US" altLang="zh-HK" sz="3300" dirty="0">
                  <a:solidFill>
                    <a:schemeClr val="bg1"/>
                  </a:solidFill>
                  <a:latin typeface="Impact" pitchFamily="34" charset="0"/>
                  <a:ea typeface="张海山锐谐体2.0-授权联系：Samtype@QQ.com" panose="02000000000000000000" pitchFamily="2" charset="-122"/>
                </a:rPr>
                <a:t>01</a:t>
              </a:r>
              <a:endParaRPr lang="zh-HK" altLang="en-US" sz="3300" dirty="0">
                <a:solidFill>
                  <a:schemeClr val="bg1"/>
                </a:solidFill>
                <a:latin typeface="Impact" pitchFamily="34" charset="0"/>
                <a:ea typeface="张海山锐谐体2.0-授权联系：Samtype@QQ.com" panose="02000000000000000000" pitchFamily="2" charset="-122"/>
              </a:endParaRPr>
            </a:p>
          </p:txBody>
        </p:sp>
        <p:sp>
          <p:nvSpPr>
            <p:cNvPr id="37" name="文本框 64"/>
            <p:cNvSpPr txBox="1"/>
            <p:nvPr/>
          </p:nvSpPr>
          <p:spPr>
            <a:xfrm>
              <a:off x="1148007" y="2434566"/>
              <a:ext cx="1110344" cy="346249"/>
            </a:xfrm>
            <a:prstGeom prst="rect">
              <a:avLst/>
            </a:prstGeom>
            <a:noFill/>
          </p:spPr>
          <p:txBody>
            <a:bodyPr wrap="square" lIns="68580" tIns="34290" rIns="68580" bIns="34290" rtlCol="0">
              <a:spAutoFit/>
            </a:bodyPr>
            <a:lstStyle/>
            <a:p>
              <a:pPr algn="ctr"/>
              <a:r>
                <a:rPr lang="zh-CN" altLang="en-US" sz="1600" b="1" dirty="0" smtClean="0">
                  <a:solidFill>
                    <a:schemeClr val="tx1">
                      <a:lumMod val="75000"/>
                      <a:lumOff val="25000"/>
                    </a:schemeClr>
                  </a:solidFill>
                  <a:latin typeface="微软雅黑" pitchFamily="34" charset="-122"/>
                  <a:ea typeface="微软雅黑" pitchFamily="34" charset="-122"/>
                </a:rPr>
                <a:t>添加标题</a:t>
              </a:r>
              <a:endParaRPr lang="zh-HK" altLang="en-US" sz="1600" b="1" dirty="0">
                <a:solidFill>
                  <a:schemeClr val="tx1">
                    <a:lumMod val="75000"/>
                    <a:lumOff val="25000"/>
                  </a:schemeClr>
                </a:solidFill>
                <a:latin typeface="微软雅黑" pitchFamily="34" charset="-122"/>
                <a:ea typeface="微软雅黑" pitchFamily="34" charset="-122"/>
              </a:endParaRPr>
            </a:p>
          </p:txBody>
        </p:sp>
        <p:sp>
          <p:nvSpPr>
            <p:cNvPr id="38" name="文本框 65"/>
            <p:cNvSpPr txBox="1"/>
            <p:nvPr/>
          </p:nvSpPr>
          <p:spPr>
            <a:xfrm>
              <a:off x="1139623" y="2788385"/>
              <a:ext cx="1127111" cy="827587"/>
            </a:xfrm>
            <a:prstGeom prst="rect">
              <a:avLst/>
            </a:prstGeom>
            <a:noFill/>
          </p:spPr>
          <p:txBody>
            <a:bodyPr wrap="square" lIns="68580" tIns="34290" rIns="68580" bIns="34290" rtlCol="0">
              <a:spAutoFit/>
            </a:bodyPr>
            <a:lstStyle/>
            <a:p>
              <a:pPr algn="ctr"/>
              <a:r>
                <a:rPr lang="zh-CN" altLang="en-US" sz="1100" dirty="0">
                  <a:solidFill>
                    <a:schemeClr val="tx1">
                      <a:lumMod val="85000"/>
                      <a:lumOff val="15000"/>
                    </a:schemeClr>
                  </a:solidFill>
                  <a:latin typeface="微软雅黑" pitchFamily="34" charset="-122"/>
                  <a:ea typeface="微软雅黑" pitchFamily="34" charset="-122"/>
                </a:rPr>
                <a:t>完成模高和</a:t>
              </a:r>
              <a:endParaRPr lang="en-US" altLang="zh-CN" sz="1100" dirty="0">
                <a:solidFill>
                  <a:schemeClr val="tx1">
                    <a:lumMod val="85000"/>
                    <a:lumOff val="15000"/>
                  </a:schemeClr>
                </a:solidFill>
                <a:latin typeface="微软雅黑" pitchFamily="34" charset="-122"/>
                <a:ea typeface="微软雅黑" pitchFamily="34" charset="-122"/>
              </a:endParaRPr>
            </a:p>
            <a:p>
              <a:pPr algn="ctr"/>
              <a:r>
                <a:rPr lang="zh-CN" altLang="en-US" sz="1100" dirty="0">
                  <a:solidFill>
                    <a:schemeClr val="tx1">
                      <a:lumMod val="85000"/>
                      <a:lumOff val="15000"/>
                    </a:schemeClr>
                  </a:solidFill>
                  <a:latin typeface="微软雅黑" pitchFamily="34" charset="-122"/>
                  <a:ea typeface="微软雅黑" pitchFamily="34" charset="-122"/>
                </a:rPr>
                <a:t>图高的作业</a:t>
              </a:r>
              <a:endParaRPr lang="en-US" altLang="zh-CN" sz="1100" dirty="0">
                <a:solidFill>
                  <a:schemeClr val="tx1">
                    <a:lumMod val="85000"/>
                    <a:lumOff val="15000"/>
                  </a:schemeClr>
                </a:solidFill>
                <a:latin typeface="微软雅黑" pitchFamily="34" charset="-122"/>
                <a:ea typeface="微软雅黑" pitchFamily="34" charset="-122"/>
              </a:endParaRPr>
            </a:p>
            <a:p>
              <a:pPr algn="ctr"/>
              <a:r>
                <a:rPr lang="zh-CN" altLang="en-US" sz="1100" dirty="0">
                  <a:solidFill>
                    <a:schemeClr val="tx1">
                      <a:lumMod val="85000"/>
                      <a:lumOff val="15000"/>
                    </a:schemeClr>
                  </a:solidFill>
                  <a:latin typeface="微软雅黑" pitchFamily="34" charset="-122"/>
                  <a:ea typeface="微软雅黑" pitchFamily="34" charset="-122"/>
                </a:rPr>
                <a:t>争取尽快做</a:t>
              </a:r>
              <a:endParaRPr lang="en-US" altLang="zh-CN" sz="1100" dirty="0">
                <a:solidFill>
                  <a:schemeClr val="tx1">
                    <a:lumMod val="85000"/>
                    <a:lumOff val="15000"/>
                  </a:schemeClr>
                </a:solidFill>
                <a:latin typeface="微软雅黑" pitchFamily="34" charset="-122"/>
                <a:ea typeface="微软雅黑" pitchFamily="34" charset="-122"/>
              </a:endParaRPr>
            </a:p>
            <a:p>
              <a:pPr algn="ctr"/>
              <a:r>
                <a:rPr lang="zh-CN" altLang="en-US" sz="1100" dirty="0">
                  <a:solidFill>
                    <a:schemeClr val="tx1">
                      <a:lumMod val="85000"/>
                      <a:lumOff val="15000"/>
                    </a:schemeClr>
                  </a:solidFill>
                  <a:latin typeface="微软雅黑" pitchFamily="34" charset="-122"/>
                  <a:ea typeface="微软雅黑" pitchFamily="34" charset="-122"/>
                </a:rPr>
                <a:t>好不能再拖</a:t>
              </a:r>
              <a:endParaRPr lang="zh-HK" altLang="en-US" sz="1100" dirty="0">
                <a:solidFill>
                  <a:schemeClr val="tx1">
                    <a:lumMod val="85000"/>
                    <a:lumOff val="15000"/>
                  </a:schemeClr>
                </a:solidFill>
                <a:latin typeface="微软雅黑" pitchFamily="34" charset="-122"/>
                <a:ea typeface="微软雅黑" pitchFamily="34" charset="-122"/>
              </a:endParaRPr>
            </a:p>
          </p:txBody>
        </p:sp>
      </p:grpSp>
      <p:grpSp>
        <p:nvGrpSpPr>
          <p:cNvPr id="39" name="组合 38"/>
          <p:cNvGrpSpPr/>
          <p:nvPr/>
        </p:nvGrpSpPr>
        <p:grpSpPr>
          <a:xfrm>
            <a:off x="2824547" y="1526273"/>
            <a:ext cx="1675446" cy="2629653"/>
            <a:chOff x="2690633" y="1038958"/>
            <a:chExt cx="1850186" cy="2900945"/>
          </a:xfrm>
        </p:grpSpPr>
        <p:sp>
          <p:nvSpPr>
            <p:cNvPr id="40" name="圆角矩形 39"/>
            <p:cNvSpPr/>
            <p:nvPr/>
          </p:nvSpPr>
          <p:spPr>
            <a:xfrm>
              <a:off x="2799601" y="1038958"/>
              <a:ext cx="1632254" cy="1502651"/>
            </a:xfrm>
            <a:prstGeom prst="roundRect">
              <a:avLst>
                <a:gd name="adj" fmla="val 935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HK" altLang="en-US"/>
            </a:p>
          </p:txBody>
        </p:sp>
        <p:sp>
          <p:nvSpPr>
            <p:cNvPr id="41" name="任意多边形 40"/>
            <p:cNvSpPr/>
            <p:nvPr/>
          </p:nvSpPr>
          <p:spPr>
            <a:xfrm>
              <a:off x="2690633" y="1947912"/>
              <a:ext cx="1850186" cy="1991991"/>
            </a:xfrm>
            <a:custGeom>
              <a:avLst/>
              <a:gdLst>
                <a:gd name="connsiteX0" fmla="*/ 1 w 2466914"/>
                <a:gd name="connsiteY0" fmla="*/ 0 h 3944375"/>
                <a:gd name="connsiteX1" fmla="*/ 2466914 w 2466914"/>
                <a:gd name="connsiteY1" fmla="*/ 0 h 3944375"/>
                <a:gd name="connsiteX2" fmla="*/ 2466914 w 2466914"/>
                <a:gd name="connsiteY2" fmla="*/ 3515745 h 3944375"/>
                <a:gd name="connsiteX3" fmla="*/ 2466913 w 2466914"/>
                <a:gd name="connsiteY3" fmla="*/ 3515745 h 3944375"/>
                <a:gd name="connsiteX4" fmla="*/ 2466913 w 2466914"/>
                <a:gd name="connsiteY4" fmla="*/ 3757044 h 3944375"/>
                <a:gd name="connsiteX5" fmla="*/ 2279582 w 2466914"/>
                <a:gd name="connsiteY5" fmla="*/ 3944375 h 3944375"/>
                <a:gd name="connsiteX6" fmla="*/ 187331 w 2466914"/>
                <a:gd name="connsiteY6" fmla="*/ 3944375 h 3944375"/>
                <a:gd name="connsiteX7" fmla="*/ 0 w 2466914"/>
                <a:gd name="connsiteY7" fmla="*/ 3757044 h 3944375"/>
                <a:gd name="connsiteX8" fmla="*/ 0 w 2466914"/>
                <a:gd name="connsiteY8" fmla="*/ 2128171 h 3944375"/>
                <a:gd name="connsiteX9" fmla="*/ 1 w 2466914"/>
                <a:gd name="connsiteY9" fmla="*/ 2128161 h 394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66914" h="3944375">
                  <a:moveTo>
                    <a:pt x="1" y="0"/>
                  </a:moveTo>
                  <a:lnTo>
                    <a:pt x="2466914" y="0"/>
                  </a:lnTo>
                  <a:lnTo>
                    <a:pt x="2466914" y="3515745"/>
                  </a:lnTo>
                  <a:lnTo>
                    <a:pt x="2466913" y="3515745"/>
                  </a:lnTo>
                  <a:lnTo>
                    <a:pt x="2466913" y="3757044"/>
                  </a:lnTo>
                  <a:cubicBezTo>
                    <a:pt x="2466913" y="3860504"/>
                    <a:pt x="2383042" y="3944375"/>
                    <a:pt x="2279582" y="3944375"/>
                  </a:cubicBezTo>
                  <a:lnTo>
                    <a:pt x="187331" y="3944375"/>
                  </a:lnTo>
                  <a:cubicBezTo>
                    <a:pt x="83871" y="3944375"/>
                    <a:pt x="0" y="3860504"/>
                    <a:pt x="0" y="3757044"/>
                  </a:cubicBezTo>
                  <a:lnTo>
                    <a:pt x="0" y="2128171"/>
                  </a:lnTo>
                  <a:lnTo>
                    <a:pt x="1" y="2128161"/>
                  </a:lnTo>
                  <a:close/>
                </a:path>
              </a:pathLst>
            </a:custGeom>
            <a:solidFill>
              <a:schemeClr val="bg1">
                <a:lumMod val="95000"/>
              </a:schemeClr>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HK" altLang="en-US">
                <a:solidFill>
                  <a:schemeClr val="bg1"/>
                </a:solidFill>
              </a:endParaRPr>
            </a:p>
          </p:txBody>
        </p:sp>
        <p:sp>
          <p:nvSpPr>
            <p:cNvPr id="42" name="椭圆 41"/>
            <p:cNvSpPr/>
            <p:nvPr/>
          </p:nvSpPr>
          <p:spPr>
            <a:xfrm>
              <a:off x="3315689" y="1647875"/>
              <a:ext cx="600075" cy="6000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HK" altLang="en-US">
                <a:latin typeface="Impact" pitchFamily="34" charset="0"/>
              </a:endParaRPr>
            </a:p>
          </p:txBody>
        </p:sp>
        <p:sp>
          <p:nvSpPr>
            <p:cNvPr id="43" name="文本框 48"/>
            <p:cNvSpPr txBox="1"/>
            <p:nvPr/>
          </p:nvSpPr>
          <p:spPr>
            <a:xfrm>
              <a:off x="3185327" y="1222952"/>
              <a:ext cx="894944" cy="641613"/>
            </a:xfrm>
            <a:prstGeom prst="rect">
              <a:avLst/>
            </a:prstGeom>
            <a:noFill/>
          </p:spPr>
          <p:txBody>
            <a:bodyPr wrap="square" lIns="68580" tIns="34290" rIns="68580" bIns="34290" rtlCol="0">
              <a:spAutoFit/>
            </a:bodyPr>
            <a:lstStyle/>
            <a:p>
              <a:pPr algn="ctr"/>
              <a:r>
                <a:rPr lang="en-US" altLang="zh-HK" sz="3300" dirty="0">
                  <a:solidFill>
                    <a:schemeClr val="bg1"/>
                  </a:solidFill>
                  <a:latin typeface="Impact" pitchFamily="34" charset="0"/>
                  <a:ea typeface="张海山锐谐体2.0-授权联系：Samtype@QQ.com" panose="02000000000000000000" pitchFamily="2" charset="-122"/>
                </a:rPr>
                <a:t>02</a:t>
              </a:r>
              <a:endParaRPr lang="zh-HK" altLang="en-US" sz="3300" dirty="0">
                <a:solidFill>
                  <a:schemeClr val="bg1"/>
                </a:solidFill>
                <a:latin typeface="Impact" pitchFamily="34" charset="0"/>
                <a:ea typeface="张海山锐谐体2.0-授权联系：Samtype@QQ.com" panose="02000000000000000000" pitchFamily="2" charset="-122"/>
              </a:endParaRPr>
            </a:p>
          </p:txBody>
        </p:sp>
        <p:sp>
          <p:nvSpPr>
            <p:cNvPr id="44" name="文本框 66"/>
            <p:cNvSpPr txBox="1"/>
            <p:nvPr/>
          </p:nvSpPr>
          <p:spPr>
            <a:xfrm>
              <a:off x="3060555" y="2434566"/>
              <a:ext cx="1110344" cy="346249"/>
            </a:xfrm>
            <a:prstGeom prst="rect">
              <a:avLst/>
            </a:prstGeom>
            <a:noFill/>
          </p:spPr>
          <p:txBody>
            <a:bodyPr wrap="square" lIns="68580" tIns="34290" rIns="68580" bIns="34290" rtlCol="0">
              <a:spAutoFit/>
            </a:bodyPr>
            <a:lstStyle/>
            <a:p>
              <a:pPr algn="ctr"/>
              <a:r>
                <a:rPr lang="zh-CN" altLang="en-US" sz="1600" b="1" dirty="0" smtClean="0">
                  <a:solidFill>
                    <a:schemeClr val="accent1"/>
                  </a:solidFill>
                  <a:latin typeface="微软雅黑" pitchFamily="34" charset="-122"/>
                  <a:ea typeface="微软雅黑" pitchFamily="34" charset="-122"/>
                </a:rPr>
                <a:t>添加标题</a:t>
              </a:r>
              <a:endParaRPr lang="zh-HK" altLang="en-US" sz="1600" b="1" dirty="0">
                <a:solidFill>
                  <a:schemeClr val="accent1"/>
                </a:solidFill>
                <a:latin typeface="微软雅黑" pitchFamily="34" charset="-122"/>
                <a:ea typeface="微软雅黑" pitchFamily="34" charset="-122"/>
              </a:endParaRPr>
            </a:p>
          </p:txBody>
        </p:sp>
        <p:sp>
          <p:nvSpPr>
            <p:cNvPr id="45" name="文本框 67"/>
            <p:cNvSpPr txBox="1"/>
            <p:nvPr/>
          </p:nvSpPr>
          <p:spPr>
            <a:xfrm>
              <a:off x="2955048" y="2788385"/>
              <a:ext cx="1321356" cy="827587"/>
            </a:xfrm>
            <a:prstGeom prst="rect">
              <a:avLst/>
            </a:prstGeom>
            <a:noFill/>
          </p:spPr>
          <p:txBody>
            <a:bodyPr wrap="square" lIns="68580" tIns="34290" rIns="68580" bIns="34290" rtlCol="0">
              <a:spAutoFit/>
            </a:bodyPr>
            <a:lstStyle/>
            <a:p>
              <a:pPr algn="ctr"/>
              <a:r>
                <a:rPr lang="zh-CN" altLang="en-US" sz="1100" dirty="0">
                  <a:solidFill>
                    <a:schemeClr val="tx1">
                      <a:lumMod val="85000"/>
                      <a:lumOff val="15000"/>
                    </a:schemeClr>
                  </a:solidFill>
                  <a:latin typeface="微软雅黑" pitchFamily="34" charset="-122"/>
                  <a:ea typeface="微软雅黑" pitchFamily="34" charset="-122"/>
                </a:rPr>
                <a:t>辅助软件可以</a:t>
              </a:r>
              <a:endParaRPr lang="en-US" altLang="zh-CN" sz="1100" dirty="0">
                <a:solidFill>
                  <a:schemeClr val="tx1">
                    <a:lumMod val="85000"/>
                    <a:lumOff val="15000"/>
                  </a:schemeClr>
                </a:solidFill>
                <a:latin typeface="微软雅黑" pitchFamily="34" charset="-122"/>
                <a:ea typeface="微软雅黑" pitchFamily="34" charset="-122"/>
              </a:endParaRPr>
            </a:p>
            <a:p>
              <a:pPr algn="ctr"/>
              <a:r>
                <a:rPr lang="zh-CN" altLang="en-US" sz="1100" dirty="0">
                  <a:solidFill>
                    <a:schemeClr val="tx1">
                      <a:lumMod val="85000"/>
                      <a:lumOff val="15000"/>
                    </a:schemeClr>
                  </a:solidFill>
                  <a:latin typeface="微软雅黑" pitchFamily="34" charset="-122"/>
                  <a:ea typeface="微软雅黑" pitchFamily="34" charset="-122"/>
                </a:rPr>
                <a:t>为幻灯片提供</a:t>
              </a:r>
              <a:endParaRPr lang="en-US" altLang="zh-CN" sz="1100" dirty="0">
                <a:solidFill>
                  <a:schemeClr val="tx1">
                    <a:lumMod val="85000"/>
                    <a:lumOff val="15000"/>
                  </a:schemeClr>
                </a:solidFill>
                <a:latin typeface="微软雅黑" pitchFamily="34" charset="-122"/>
                <a:ea typeface="微软雅黑" pitchFamily="34" charset="-122"/>
              </a:endParaRPr>
            </a:p>
            <a:p>
              <a:pPr algn="ctr"/>
              <a:r>
                <a:rPr lang="zh-CN" altLang="en-US" sz="1100" dirty="0">
                  <a:solidFill>
                    <a:schemeClr val="tx1">
                      <a:lumMod val="85000"/>
                      <a:lumOff val="15000"/>
                    </a:schemeClr>
                  </a:solidFill>
                  <a:latin typeface="微软雅黑" pitchFamily="34" charset="-122"/>
                  <a:ea typeface="微软雅黑" pitchFamily="34" charset="-122"/>
                </a:rPr>
                <a:t>很好的辅助等</a:t>
              </a:r>
              <a:endParaRPr lang="en-US" altLang="zh-CN" sz="1100" dirty="0">
                <a:solidFill>
                  <a:schemeClr val="tx1">
                    <a:lumMod val="85000"/>
                    <a:lumOff val="15000"/>
                  </a:schemeClr>
                </a:solidFill>
                <a:latin typeface="微软雅黑" pitchFamily="34" charset="-122"/>
                <a:ea typeface="微软雅黑" pitchFamily="34" charset="-122"/>
              </a:endParaRPr>
            </a:p>
            <a:p>
              <a:pPr algn="ctr"/>
              <a:r>
                <a:rPr lang="zh-CN" altLang="en-US" sz="1100" dirty="0">
                  <a:solidFill>
                    <a:schemeClr val="tx1">
                      <a:lumMod val="85000"/>
                      <a:lumOff val="15000"/>
                    </a:schemeClr>
                  </a:solidFill>
                  <a:latin typeface="微软雅黑" pitchFamily="34" charset="-122"/>
                  <a:ea typeface="微软雅黑" pitchFamily="34" charset="-122"/>
                </a:rPr>
                <a:t>有必要去学习</a:t>
              </a:r>
              <a:endParaRPr lang="en-US" altLang="zh-CN" sz="1100" dirty="0">
                <a:solidFill>
                  <a:schemeClr val="tx1">
                    <a:lumMod val="85000"/>
                    <a:lumOff val="15000"/>
                  </a:schemeClr>
                </a:solidFill>
                <a:latin typeface="微软雅黑" pitchFamily="34" charset="-122"/>
                <a:ea typeface="微软雅黑" pitchFamily="34" charset="-122"/>
              </a:endParaRPr>
            </a:p>
          </p:txBody>
        </p:sp>
      </p:grpSp>
      <p:grpSp>
        <p:nvGrpSpPr>
          <p:cNvPr id="46" name="组合 45"/>
          <p:cNvGrpSpPr/>
          <p:nvPr/>
        </p:nvGrpSpPr>
        <p:grpSpPr>
          <a:xfrm>
            <a:off x="4621018" y="1526273"/>
            <a:ext cx="1675446" cy="2629653"/>
            <a:chOff x="4603182" y="1038958"/>
            <a:chExt cx="1850186" cy="2900945"/>
          </a:xfrm>
        </p:grpSpPr>
        <p:sp>
          <p:nvSpPr>
            <p:cNvPr id="47" name="圆角矩形 46"/>
            <p:cNvSpPr/>
            <p:nvPr/>
          </p:nvSpPr>
          <p:spPr>
            <a:xfrm>
              <a:off x="4712149" y="1038958"/>
              <a:ext cx="1632254" cy="1502651"/>
            </a:xfrm>
            <a:prstGeom prst="roundRect">
              <a:avLst>
                <a:gd name="adj" fmla="val 935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HK" altLang="en-US"/>
            </a:p>
          </p:txBody>
        </p:sp>
        <p:sp>
          <p:nvSpPr>
            <p:cNvPr id="48" name="任意多边形 47"/>
            <p:cNvSpPr/>
            <p:nvPr/>
          </p:nvSpPr>
          <p:spPr>
            <a:xfrm>
              <a:off x="4603182" y="1947912"/>
              <a:ext cx="1850186" cy="1991991"/>
            </a:xfrm>
            <a:custGeom>
              <a:avLst/>
              <a:gdLst>
                <a:gd name="connsiteX0" fmla="*/ 1 w 2466914"/>
                <a:gd name="connsiteY0" fmla="*/ 0 h 3944375"/>
                <a:gd name="connsiteX1" fmla="*/ 2466914 w 2466914"/>
                <a:gd name="connsiteY1" fmla="*/ 0 h 3944375"/>
                <a:gd name="connsiteX2" fmla="*/ 2466914 w 2466914"/>
                <a:gd name="connsiteY2" fmla="*/ 3515745 h 3944375"/>
                <a:gd name="connsiteX3" fmla="*/ 2466913 w 2466914"/>
                <a:gd name="connsiteY3" fmla="*/ 3515745 h 3944375"/>
                <a:gd name="connsiteX4" fmla="*/ 2466913 w 2466914"/>
                <a:gd name="connsiteY4" fmla="*/ 3757044 h 3944375"/>
                <a:gd name="connsiteX5" fmla="*/ 2279582 w 2466914"/>
                <a:gd name="connsiteY5" fmla="*/ 3944375 h 3944375"/>
                <a:gd name="connsiteX6" fmla="*/ 187331 w 2466914"/>
                <a:gd name="connsiteY6" fmla="*/ 3944375 h 3944375"/>
                <a:gd name="connsiteX7" fmla="*/ 0 w 2466914"/>
                <a:gd name="connsiteY7" fmla="*/ 3757044 h 3944375"/>
                <a:gd name="connsiteX8" fmla="*/ 0 w 2466914"/>
                <a:gd name="connsiteY8" fmla="*/ 2128171 h 3944375"/>
                <a:gd name="connsiteX9" fmla="*/ 1 w 2466914"/>
                <a:gd name="connsiteY9" fmla="*/ 2128161 h 394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66914" h="3944375">
                  <a:moveTo>
                    <a:pt x="1" y="0"/>
                  </a:moveTo>
                  <a:lnTo>
                    <a:pt x="2466914" y="0"/>
                  </a:lnTo>
                  <a:lnTo>
                    <a:pt x="2466914" y="3515745"/>
                  </a:lnTo>
                  <a:lnTo>
                    <a:pt x="2466913" y="3515745"/>
                  </a:lnTo>
                  <a:lnTo>
                    <a:pt x="2466913" y="3757044"/>
                  </a:lnTo>
                  <a:cubicBezTo>
                    <a:pt x="2466913" y="3860504"/>
                    <a:pt x="2383042" y="3944375"/>
                    <a:pt x="2279582" y="3944375"/>
                  </a:cubicBezTo>
                  <a:lnTo>
                    <a:pt x="187331" y="3944375"/>
                  </a:lnTo>
                  <a:cubicBezTo>
                    <a:pt x="83871" y="3944375"/>
                    <a:pt x="0" y="3860504"/>
                    <a:pt x="0" y="3757044"/>
                  </a:cubicBezTo>
                  <a:lnTo>
                    <a:pt x="0" y="2128171"/>
                  </a:lnTo>
                  <a:lnTo>
                    <a:pt x="1" y="2128161"/>
                  </a:lnTo>
                  <a:close/>
                </a:path>
              </a:pathLst>
            </a:custGeom>
            <a:solidFill>
              <a:schemeClr val="bg1">
                <a:lumMod val="95000"/>
              </a:schemeClr>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HK" altLang="en-US">
                <a:solidFill>
                  <a:schemeClr val="bg1"/>
                </a:solidFill>
              </a:endParaRPr>
            </a:p>
          </p:txBody>
        </p:sp>
        <p:sp>
          <p:nvSpPr>
            <p:cNvPr id="49" name="椭圆 48"/>
            <p:cNvSpPr/>
            <p:nvPr/>
          </p:nvSpPr>
          <p:spPr>
            <a:xfrm>
              <a:off x="5228238" y="1647875"/>
              <a:ext cx="600075" cy="6000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HK" altLang="en-US">
                <a:latin typeface="Impact" pitchFamily="34" charset="0"/>
              </a:endParaRPr>
            </a:p>
          </p:txBody>
        </p:sp>
        <p:sp>
          <p:nvSpPr>
            <p:cNvPr id="50" name="文本框 54"/>
            <p:cNvSpPr txBox="1"/>
            <p:nvPr/>
          </p:nvSpPr>
          <p:spPr>
            <a:xfrm>
              <a:off x="5044295" y="1222952"/>
              <a:ext cx="978584" cy="641613"/>
            </a:xfrm>
            <a:prstGeom prst="rect">
              <a:avLst/>
            </a:prstGeom>
            <a:noFill/>
          </p:spPr>
          <p:txBody>
            <a:bodyPr wrap="square" lIns="68580" tIns="34290" rIns="68580" bIns="34290" rtlCol="0">
              <a:spAutoFit/>
            </a:bodyPr>
            <a:lstStyle/>
            <a:p>
              <a:pPr algn="ctr"/>
              <a:r>
                <a:rPr lang="en-US" altLang="zh-HK" sz="3300" dirty="0">
                  <a:solidFill>
                    <a:schemeClr val="bg1"/>
                  </a:solidFill>
                  <a:latin typeface="Impact" pitchFamily="34" charset="0"/>
                  <a:ea typeface="张海山锐谐体2.0-授权联系：Samtype@QQ.com" panose="02000000000000000000" pitchFamily="2" charset="-122"/>
                </a:rPr>
                <a:t>03</a:t>
              </a:r>
              <a:endParaRPr lang="zh-HK" altLang="en-US" sz="3300" dirty="0">
                <a:solidFill>
                  <a:schemeClr val="bg1"/>
                </a:solidFill>
                <a:latin typeface="Impact" pitchFamily="34" charset="0"/>
                <a:ea typeface="张海山锐谐体2.0-授权联系：Samtype@QQ.com" panose="02000000000000000000" pitchFamily="2" charset="-122"/>
              </a:endParaRPr>
            </a:p>
          </p:txBody>
        </p:sp>
        <p:sp>
          <p:nvSpPr>
            <p:cNvPr id="51" name="文本框 68"/>
            <p:cNvSpPr txBox="1"/>
            <p:nvPr/>
          </p:nvSpPr>
          <p:spPr>
            <a:xfrm>
              <a:off x="4973104" y="2434566"/>
              <a:ext cx="1110344" cy="346249"/>
            </a:xfrm>
            <a:prstGeom prst="rect">
              <a:avLst/>
            </a:prstGeom>
            <a:noFill/>
          </p:spPr>
          <p:txBody>
            <a:bodyPr wrap="square" lIns="68580" tIns="34290" rIns="68580" bIns="34290" rtlCol="0">
              <a:spAutoFit/>
            </a:bodyPr>
            <a:lstStyle/>
            <a:p>
              <a:pPr algn="ctr"/>
              <a:r>
                <a:rPr lang="zh-CN" altLang="en-US" sz="1600" b="1" dirty="0">
                  <a:solidFill>
                    <a:schemeClr val="tx1">
                      <a:lumMod val="75000"/>
                      <a:lumOff val="25000"/>
                    </a:schemeClr>
                  </a:solidFill>
                  <a:latin typeface="微软雅黑" pitchFamily="34" charset="-122"/>
                  <a:ea typeface="微软雅黑" pitchFamily="34" charset="-122"/>
                </a:rPr>
                <a:t>添加标题</a:t>
              </a:r>
              <a:endParaRPr lang="zh-HK" altLang="en-US" sz="1600" b="1" dirty="0">
                <a:solidFill>
                  <a:schemeClr val="tx1">
                    <a:lumMod val="75000"/>
                    <a:lumOff val="25000"/>
                  </a:schemeClr>
                </a:solidFill>
                <a:latin typeface="微软雅黑" pitchFamily="34" charset="-122"/>
                <a:ea typeface="微软雅黑" pitchFamily="34" charset="-122"/>
              </a:endParaRPr>
            </a:p>
          </p:txBody>
        </p:sp>
        <p:sp>
          <p:nvSpPr>
            <p:cNvPr id="52" name="文本框 69"/>
            <p:cNvSpPr txBox="1"/>
            <p:nvPr/>
          </p:nvSpPr>
          <p:spPr>
            <a:xfrm>
              <a:off x="4833160" y="2788385"/>
              <a:ext cx="1390229" cy="641613"/>
            </a:xfrm>
            <a:prstGeom prst="rect">
              <a:avLst/>
            </a:prstGeom>
            <a:noFill/>
          </p:spPr>
          <p:txBody>
            <a:bodyPr wrap="square" lIns="68580" tIns="34290" rIns="68580" bIns="34290" rtlCol="0">
              <a:spAutoFit/>
            </a:bodyPr>
            <a:lstStyle/>
            <a:p>
              <a:pPr algn="ctr"/>
              <a:r>
                <a:rPr lang="zh-CN" altLang="en-US" sz="1100" dirty="0">
                  <a:solidFill>
                    <a:schemeClr val="tx1">
                      <a:lumMod val="85000"/>
                      <a:lumOff val="15000"/>
                    </a:schemeClr>
                  </a:solidFill>
                  <a:latin typeface="微软雅黑" pitchFamily="34" charset="-122"/>
                  <a:ea typeface="微软雅黑" pitchFamily="34" charset="-122"/>
                </a:rPr>
                <a:t>形成思路风格</a:t>
              </a:r>
              <a:endParaRPr lang="en-US" altLang="zh-CN" sz="1100" dirty="0">
                <a:solidFill>
                  <a:schemeClr val="tx1">
                    <a:lumMod val="85000"/>
                    <a:lumOff val="15000"/>
                  </a:schemeClr>
                </a:solidFill>
                <a:latin typeface="微软雅黑" pitchFamily="34" charset="-122"/>
                <a:ea typeface="微软雅黑" pitchFamily="34" charset="-122"/>
              </a:endParaRPr>
            </a:p>
            <a:p>
              <a:pPr algn="ctr"/>
              <a:r>
                <a:rPr lang="zh-CN" altLang="en-US" sz="1100" dirty="0">
                  <a:solidFill>
                    <a:schemeClr val="tx1">
                      <a:lumMod val="85000"/>
                      <a:lumOff val="15000"/>
                    </a:schemeClr>
                  </a:solidFill>
                  <a:latin typeface="微软雅黑" pitchFamily="34" charset="-122"/>
                  <a:ea typeface="微软雅黑" pitchFamily="34" charset="-122"/>
                </a:rPr>
                <a:t>仔细考量细节 </a:t>
              </a:r>
              <a:endParaRPr lang="en-US" altLang="zh-CN" sz="1100" dirty="0">
                <a:solidFill>
                  <a:schemeClr val="tx1">
                    <a:lumMod val="85000"/>
                    <a:lumOff val="15000"/>
                  </a:schemeClr>
                </a:solidFill>
                <a:latin typeface="微软雅黑" pitchFamily="34" charset="-122"/>
                <a:ea typeface="微软雅黑" pitchFamily="34" charset="-122"/>
              </a:endParaRPr>
            </a:p>
            <a:p>
              <a:pPr algn="ctr"/>
              <a:r>
                <a:rPr lang="zh-CN" altLang="en-US" sz="1100" dirty="0">
                  <a:solidFill>
                    <a:schemeClr val="tx1">
                      <a:lumMod val="85000"/>
                      <a:lumOff val="15000"/>
                    </a:schemeClr>
                  </a:solidFill>
                  <a:latin typeface="微软雅黑" pitchFamily="34" charset="-122"/>
                  <a:ea typeface="微软雅黑" pitchFamily="34" charset="-122"/>
                </a:rPr>
                <a:t>把每一步做好</a:t>
              </a:r>
              <a:endParaRPr lang="en-US" altLang="zh-CN" sz="1100" dirty="0">
                <a:solidFill>
                  <a:schemeClr val="tx1">
                    <a:lumMod val="85000"/>
                    <a:lumOff val="15000"/>
                  </a:schemeClr>
                </a:solidFill>
                <a:latin typeface="微软雅黑" pitchFamily="34" charset="-122"/>
                <a:ea typeface="微软雅黑" pitchFamily="34" charset="-122"/>
              </a:endParaRPr>
            </a:p>
          </p:txBody>
        </p:sp>
      </p:grpSp>
      <p:grpSp>
        <p:nvGrpSpPr>
          <p:cNvPr id="53" name="组合 52"/>
          <p:cNvGrpSpPr/>
          <p:nvPr/>
        </p:nvGrpSpPr>
        <p:grpSpPr>
          <a:xfrm>
            <a:off x="6424946" y="1526273"/>
            <a:ext cx="1675446" cy="2629653"/>
            <a:chOff x="6515731" y="1038958"/>
            <a:chExt cx="1850186" cy="2900945"/>
          </a:xfrm>
        </p:grpSpPr>
        <p:sp>
          <p:nvSpPr>
            <p:cNvPr id="54" name="圆角矩形 53"/>
            <p:cNvSpPr/>
            <p:nvPr/>
          </p:nvSpPr>
          <p:spPr>
            <a:xfrm>
              <a:off x="6624698" y="1038958"/>
              <a:ext cx="1632254" cy="1502651"/>
            </a:xfrm>
            <a:prstGeom prst="roundRect">
              <a:avLst>
                <a:gd name="adj" fmla="val 935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HK" altLang="en-US"/>
            </a:p>
          </p:txBody>
        </p:sp>
        <p:sp>
          <p:nvSpPr>
            <p:cNvPr id="55" name="任意多边形 54"/>
            <p:cNvSpPr/>
            <p:nvPr/>
          </p:nvSpPr>
          <p:spPr>
            <a:xfrm>
              <a:off x="6515731" y="1947912"/>
              <a:ext cx="1850186" cy="1991991"/>
            </a:xfrm>
            <a:custGeom>
              <a:avLst/>
              <a:gdLst>
                <a:gd name="connsiteX0" fmla="*/ 1 w 2466914"/>
                <a:gd name="connsiteY0" fmla="*/ 0 h 3944375"/>
                <a:gd name="connsiteX1" fmla="*/ 2466914 w 2466914"/>
                <a:gd name="connsiteY1" fmla="*/ 0 h 3944375"/>
                <a:gd name="connsiteX2" fmla="*/ 2466914 w 2466914"/>
                <a:gd name="connsiteY2" fmla="*/ 3515745 h 3944375"/>
                <a:gd name="connsiteX3" fmla="*/ 2466913 w 2466914"/>
                <a:gd name="connsiteY3" fmla="*/ 3515745 h 3944375"/>
                <a:gd name="connsiteX4" fmla="*/ 2466913 w 2466914"/>
                <a:gd name="connsiteY4" fmla="*/ 3757044 h 3944375"/>
                <a:gd name="connsiteX5" fmla="*/ 2279582 w 2466914"/>
                <a:gd name="connsiteY5" fmla="*/ 3944375 h 3944375"/>
                <a:gd name="connsiteX6" fmla="*/ 187331 w 2466914"/>
                <a:gd name="connsiteY6" fmla="*/ 3944375 h 3944375"/>
                <a:gd name="connsiteX7" fmla="*/ 0 w 2466914"/>
                <a:gd name="connsiteY7" fmla="*/ 3757044 h 3944375"/>
                <a:gd name="connsiteX8" fmla="*/ 0 w 2466914"/>
                <a:gd name="connsiteY8" fmla="*/ 2128171 h 3944375"/>
                <a:gd name="connsiteX9" fmla="*/ 1 w 2466914"/>
                <a:gd name="connsiteY9" fmla="*/ 2128161 h 394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66914" h="3944375">
                  <a:moveTo>
                    <a:pt x="1" y="0"/>
                  </a:moveTo>
                  <a:lnTo>
                    <a:pt x="2466914" y="0"/>
                  </a:lnTo>
                  <a:lnTo>
                    <a:pt x="2466914" y="3515745"/>
                  </a:lnTo>
                  <a:lnTo>
                    <a:pt x="2466913" y="3515745"/>
                  </a:lnTo>
                  <a:lnTo>
                    <a:pt x="2466913" y="3757044"/>
                  </a:lnTo>
                  <a:cubicBezTo>
                    <a:pt x="2466913" y="3860504"/>
                    <a:pt x="2383042" y="3944375"/>
                    <a:pt x="2279582" y="3944375"/>
                  </a:cubicBezTo>
                  <a:lnTo>
                    <a:pt x="187331" y="3944375"/>
                  </a:lnTo>
                  <a:cubicBezTo>
                    <a:pt x="83871" y="3944375"/>
                    <a:pt x="0" y="3860504"/>
                    <a:pt x="0" y="3757044"/>
                  </a:cubicBezTo>
                  <a:lnTo>
                    <a:pt x="0" y="2128171"/>
                  </a:lnTo>
                  <a:lnTo>
                    <a:pt x="1" y="2128161"/>
                  </a:lnTo>
                  <a:close/>
                </a:path>
              </a:pathLst>
            </a:custGeom>
            <a:solidFill>
              <a:schemeClr val="bg1">
                <a:lumMod val="95000"/>
              </a:schemeClr>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HK" altLang="en-US">
                <a:solidFill>
                  <a:schemeClr val="bg1"/>
                </a:solidFill>
              </a:endParaRPr>
            </a:p>
          </p:txBody>
        </p:sp>
        <p:sp>
          <p:nvSpPr>
            <p:cNvPr id="56" name="椭圆 55"/>
            <p:cNvSpPr/>
            <p:nvPr/>
          </p:nvSpPr>
          <p:spPr>
            <a:xfrm>
              <a:off x="7140787" y="1647875"/>
              <a:ext cx="600075" cy="6000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HK" altLang="en-US">
                <a:latin typeface="Impact" pitchFamily="34" charset="0"/>
              </a:endParaRPr>
            </a:p>
          </p:txBody>
        </p:sp>
        <p:sp>
          <p:nvSpPr>
            <p:cNvPr id="57" name="文本框 60"/>
            <p:cNvSpPr txBox="1"/>
            <p:nvPr/>
          </p:nvSpPr>
          <p:spPr>
            <a:xfrm>
              <a:off x="6988992" y="1222952"/>
              <a:ext cx="876274" cy="641613"/>
            </a:xfrm>
            <a:prstGeom prst="rect">
              <a:avLst/>
            </a:prstGeom>
            <a:noFill/>
          </p:spPr>
          <p:txBody>
            <a:bodyPr wrap="square" lIns="68580" tIns="34290" rIns="68580" bIns="34290" rtlCol="0">
              <a:spAutoFit/>
            </a:bodyPr>
            <a:lstStyle/>
            <a:p>
              <a:pPr algn="ctr"/>
              <a:r>
                <a:rPr lang="en-US" altLang="zh-HK" sz="3300" dirty="0">
                  <a:solidFill>
                    <a:schemeClr val="bg1"/>
                  </a:solidFill>
                  <a:latin typeface="Impact" pitchFamily="34" charset="0"/>
                  <a:ea typeface="张海山锐谐体2.0-授权联系：Samtype@QQ.com" panose="02000000000000000000" pitchFamily="2" charset="-122"/>
                </a:rPr>
                <a:t>04</a:t>
              </a:r>
              <a:endParaRPr lang="zh-HK" altLang="en-US" sz="3300" dirty="0">
                <a:solidFill>
                  <a:schemeClr val="bg1"/>
                </a:solidFill>
                <a:latin typeface="Impact" pitchFamily="34" charset="0"/>
                <a:ea typeface="张海山锐谐体2.0-授权联系：Samtype@QQ.com" panose="02000000000000000000" pitchFamily="2" charset="-122"/>
              </a:endParaRPr>
            </a:p>
          </p:txBody>
        </p:sp>
        <p:sp>
          <p:nvSpPr>
            <p:cNvPr id="58" name="文本框 70"/>
            <p:cNvSpPr txBox="1"/>
            <p:nvPr/>
          </p:nvSpPr>
          <p:spPr>
            <a:xfrm>
              <a:off x="6885653" y="2434566"/>
              <a:ext cx="1110344" cy="346249"/>
            </a:xfrm>
            <a:prstGeom prst="rect">
              <a:avLst/>
            </a:prstGeom>
            <a:noFill/>
          </p:spPr>
          <p:txBody>
            <a:bodyPr wrap="square" lIns="68580" tIns="34290" rIns="68580" bIns="34290" rtlCol="0">
              <a:spAutoFit/>
            </a:bodyPr>
            <a:lstStyle/>
            <a:p>
              <a:pPr algn="ctr"/>
              <a:r>
                <a:rPr lang="zh-CN" altLang="en-US" sz="1600" b="1" dirty="0" smtClean="0">
                  <a:solidFill>
                    <a:schemeClr val="accent1"/>
                  </a:solidFill>
                  <a:latin typeface="微软雅黑" pitchFamily="34" charset="-122"/>
                  <a:ea typeface="微软雅黑" pitchFamily="34" charset="-122"/>
                </a:rPr>
                <a:t>添加标题</a:t>
              </a:r>
              <a:endParaRPr lang="zh-HK" altLang="en-US" sz="1600" b="1" dirty="0">
                <a:solidFill>
                  <a:schemeClr val="accent1"/>
                </a:solidFill>
                <a:latin typeface="微软雅黑" pitchFamily="34" charset="-122"/>
                <a:ea typeface="微软雅黑" pitchFamily="34" charset="-122"/>
              </a:endParaRPr>
            </a:p>
          </p:txBody>
        </p:sp>
        <p:sp>
          <p:nvSpPr>
            <p:cNvPr id="59" name="文本框 71"/>
            <p:cNvSpPr txBox="1"/>
            <p:nvPr/>
          </p:nvSpPr>
          <p:spPr>
            <a:xfrm>
              <a:off x="6770752" y="2788385"/>
              <a:ext cx="1340145" cy="827587"/>
            </a:xfrm>
            <a:prstGeom prst="rect">
              <a:avLst/>
            </a:prstGeom>
            <a:noFill/>
          </p:spPr>
          <p:txBody>
            <a:bodyPr wrap="square" lIns="68580" tIns="34290" rIns="68580" bIns="34290" rtlCol="0">
              <a:spAutoFit/>
            </a:bodyPr>
            <a:lstStyle/>
            <a:p>
              <a:pPr algn="ctr"/>
              <a:r>
                <a:rPr lang="zh-CN" altLang="en-US" sz="1100" dirty="0">
                  <a:solidFill>
                    <a:schemeClr val="tx1">
                      <a:lumMod val="85000"/>
                      <a:lumOff val="15000"/>
                    </a:schemeClr>
                  </a:solidFill>
                  <a:latin typeface="微软雅黑" pitchFamily="34" charset="-122"/>
                  <a:ea typeface="微软雅黑" pitchFamily="34" charset="-122"/>
                </a:rPr>
                <a:t>这是并列关系</a:t>
              </a:r>
              <a:endParaRPr lang="en-US" altLang="zh-CN" sz="1100" dirty="0">
                <a:solidFill>
                  <a:schemeClr val="tx1">
                    <a:lumMod val="85000"/>
                    <a:lumOff val="15000"/>
                  </a:schemeClr>
                </a:solidFill>
                <a:latin typeface="微软雅黑" pitchFamily="34" charset="-122"/>
                <a:ea typeface="微软雅黑" pitchFamily="34" charset="-122"/>
              </a:endParaRPr>
            </a:p>
            <a:p>
              <a:pPr algn="ctr"/>
              <a:r>
                <a:rPr lang="zh-CN" altLang="en-US" sz="1100" dirty="0">
                  <a:solidFill>
                    <a:schemeClr val="tx1">
                      <a:lumMod val="85000"/>
                      <a:lumOff val="15000"/>
                    </a:schemeClr>
                  </a:solidFill>
                  <a:latin typeface="微软雅黑" pitchFamily="34" charset="-122"/>
                  <a:ea typeface="微软雅黑" pitchFamily="34" charset="-122"/>
                </a:rPr>
                <a:t>的表达方式之</a:t>
              </a:r>
              <a:endParaRPr lang="en-US" altLang="zh-CN" sz="1100" dirty="0">
                <a:solidFill>
                  <a:schemeClr val="tx1">
                    <a:lumMod val="85000"/>
                    <a:lumOff val="15000"/>
                  </a:schemeClr>
                </a:solidFill>
                <a:latin typeface="微软雅黑" pitchFamily="34" charset="-122"/>
                <a:ea typeface="微软雅黑" pitchFamily="34" charset="-122"/>
              </a:endParaRPr>
            </a:p>
            <a:p>
              <a:pPr algn="ctr"/>
              <a:r>
                <a:rPr lang="zh-CN" altLang="en-US" sz="1100" dirty="0">
                  <a:solidFill>
                    <a:schemeClr val="tx1">
                      <a:lumMod val="85000"/>
                      <a:lumOff val="15000"/>
                    </a:schemeClr>
                  </a:solidFill>
                  <a:latin typeface="微软雅黑" pitchFamily="34" charset="-122"/>
                  <a:ea typeface="微软雅黑" pitchFamily="34" charset="-122"/>
                </a:rPr>
                <a:t>你可以输入其</a:t>
              </a:r>
              <a:endParaRPr lang="en-US" altLang="zh-CN" sz="1100" dirty="0">
                <a:solidFill>
                  <a:schemeClr val="tx1">
                    <a:lumMod val="85000"/>
                    <a:lumOff val="15000"/>
                  </a:schemeClr>
                </a:solidFill>
                <a:latin typeface="微软雅黑" pitchFamily="34" charset="-122"/>
                <a:ea typeface="微软雅黑" pitchFamily="34" charset="-122"/>
              </a:endParaRPr>
            </a:p>
            <a:p>
              <a:pPr algn="ctr"/>
              <a:r>
                <a:rPr lang="zh-CN" altLang="en-US" sz="1100" dirty="0">
                  <a:solidFill>
                    <a:schemeClr val="tx1">
                      <a:lumMod val="85000"/>
                      <a:lumOff val="15000"/>
                    </a:schemeClr>
                  </a:solidFill>
                  <a:latin typeface="微软雅黑" pitchFamily="34" charset="-122"/>
                  <a:ea typeface="微软雅黑" pitchFamily="34" charset="-122"/>
                </a:rPr>
                <a:t>他的内容代替</a:t>
              </a:r>
              <a:endParaRPr lang="zh-HK" altLang="en-US" sz="1100" dirty="0">
                <a:solidFill>
                  <a:schemeClr val="tx1">
                    <a:lumMod val="85000"/>
                    <a:lumOff val="15000"/>
                  </a:schemeClr>
                </a:solidFill>
                <a:latin typeface="微软雅黑" pitchFamily="34" charset="-122"/>
                <a:ea typeface="微软雅黑" pitchFamily="34" charset="-122"/>
              </a:endParaRPr>
            </a:p>
          </p:txBody>
        </p:sp>
      </p:grpSp>
      <p:sp>
        <p:nvSpPr>
          <p:cNvPr id="30" name="TextBox 29"/>
          <p:cNvSpPr txBox="1"/>
          <p:nvPr/>
        </p:nvSpPr>
        <p:spPr>
          <a:xfrm>
            <a:off x="355782" y="205624"/>
            <a:ext cx="2236510" cy="400110"/>
          </a:xfrm>
          <a:prstGeom prst="rect">
            <a:avLst/>
          </a:prstGeom>
          <a:noFill/>
        </p:spPr>
        <p:txBody>
          <a:bodyPr wrap="none" rtlCol="0">
            <a:spAutoFit/>
          </a:bodyPr>
          <a:lstStyle/>
          <a:p>
            <a:r>
              <a:rPr lang="zh-CN" altLang="en-US" sz="2000" b="1" dirty="0" smtClean="0">
                <a:solidFill>
                  <a:schemeClr val="accent1"/>
                </a:solidFill>
                <a:latin typeface="微软雅黑" pitchFamily="34" charset="-122"/>
                <a:ea typeface="微软雅黑" pitchFamily="34" charset="-122"/>
              </a:rPr>
              <a:t>点击添加标题文本</a:t>
            </a:r>
            <a:endParaRPr lang="zh-CN" altLang="en-US" sz="2000" b="1" dirty="0">
              <a:solidFill>
                <a:schemeClr val="accent1"/>
              </a:solidFill>
              <a:latin typeface="微软雅黑" pitchFamily="34" charset="-122"/>
              <a:ea typeface="微软雅黑" pitchFamily="34" charset="-122"/>
            </a:endParaRPr>
          </a:p>
        </p:txBody>
      </p:sp>
      <p:sp>
        <p:nvSpPr>
          <p:cNvPr id="31" name="TextBox 30"/>
          <p:cNvSpPr txBox="1"/>
          <p:nvPr/>
        </p:nvSpPr>
        <p:spPr>
          <a:xfrm>
            <a:off x="7682019" y="195037"/>
            <a:ext cx="1138453" cy="461665"/>
          </a:xfrm>
          <a:prstGeom prst="rect">
            <a:avLst/>
          </a:prstGeom>
          <a:noFill/>
        </p:spPr>
        <p:txBody>
          <a:bodyPr wrap="none" rtlCol="0">
            <a:spAutoFit/>
          </a:bodyPr>
          <a:lstStyle/>
          <a:p>
            <a:r>
              <a:rPr lang="en-US" altLang="zh-CN" sz="2400" dirty="0" smtClean="0">
                <a:solidFill>
                  <a:schemeClr val="accent2"/>
                </a:solidFill>
                <a:latin typeface="Eras Bold ITC" panose="020B0907030504020204" pitchFamily="34" charset="0"/>
                <a:ea typeface="微软雅黑" panose="020B0503020204020204" pitchFamily="34" charset="-122"/>
              </a:rPr>
              <a:t>LOGO</a:t>
            </a:r>
            <a:endParaRPr lang="zh-CN" altLang="en-US" sz="2400" dirty="0">
              <a:solidFill>
                <a:schemeClr val="accent2"/>
              </a:solidFill>
              <a:latin typeface="Eras Bold ITC" panose="020B0907030504020204" pitchFamily="34" charset="0"/>
              <a:ea typeface="微软雅黑" panose="020B0503020204020204" pitchFamily="34" charset="-122"/>
            </a:endParaRPr>
          </a:p>
        </p:txBody>
      </p:sp>
    </p:spTree>
    <p:extLst>
      <p:ext uri="{BB962C8B-B14F-4D97-AF65-F5344CB8AC3E}">
        <p14:creationId xmlns:p14="http://schemas.microsoft.com/office/powerpoint/2010/main" val="2902358741"/>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ppt_x"/>
                                          </p:val>
                                        </p:tav>
                                        <p:tav tm="100000">
                                          <p:val>
                                            <p:strVal val="#ppt_x"/>
                                          </p:val>
                                        </p:tav>
                                      </p:tavLst>
                                    </p:anim>
                                    <p:anim calcmode="lin" valueType="num">
                                      <p:cBhvr additive="base">
                                        <p:cTn id="8" dur="500" fill="hold"/>
                                        <p:tgtEl>
                                          <p:spTgt spid="3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9"/>
                                        </p:tgtEl>
                                        <p:attrNameLst>
                                          <p:attrName>style.visibility</p:attrName>
                                        </p:attrNameLst>
                                      </p:cBhvr>
                                      <p:to>
                                        <p:strVal val="visible"/>
                                      </p:to>
                                    </p:set>
                                    <p:anim calcmode="lin" valueType="num">
                                      <p:cBhvr additive="base">
                                        <p:cTn id="12" dur="500" fill="hold"/>
                                        <p:tgtEl>
                                          <p:spTgt spid="39"/>
                                        </p:tgtEl>
                                        <p:attrNameLst>
                                          <p:attrName>ppt_x</p:attrName>
                                        </p:attrNameLst>
                                      </p:cBhvr>
                                      <p:tavLst>
                                        <p:tav tm="0">
                                          <p:val>
                                            <p:strVal val="#ppt_x"/>
                                          </p:val>
                                        </p:tav>
                                        <p:tav tm="100000">
                                          <p:val>
                                            <p:strVal val="#ppt_x"/>
                                          </p:val>
                                        </p:tav>
                                      </p:tavLst>
                                    </p:anim>
                                    <p:anim calcmode="lin" valueType="num">
                                      <p:cBhvr additive="base">
                                        <p:cTn id="13" dur="500" fill="hold"/>
                                        <p:tgtEl>
                                          <p:spTgt spid="39"/>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46"/>
                                        </p:tgtEl>
                                        <p:attrNameLst>
                                          <p:attrName>style.visibility</p:attrName>
                                        </p:attrNameLst>
                                      </p:cBhvr>
                                      <p:to>
                                        <p:strVal val="visible"/>
                                      </p:to>
                                    </p:set>
                                    <p:anim calcmode="lin" valueType="num">
                                      <p:cBhvr additive="base">
                                        <p:cTn id="17" dur="500" fill="hold"/>
                                        <p:tgtEl>
                                          <p:spTgt spid="46"/>
                                        </p:tgtEl>
                                        <p:attrNameLst>
                                          <p:attrName>ppt_x</p:attrName>
                                        </p:attrNameLst>
                                      </p:cBhvr>
                                      <p:tavLst>
                                        <p:tav tm="0">
                                          <p:val>
                                            <p:strVal val="#ppt_x"/>
                                          </p:val>
                                        </p:tav>
                                        <p:tav tm="100000">
                                          <p:val>
                                            <p:strVal val="#ppt_x"/>
                                          </p:val>
                                        </p:tav>
                                      </p:tavLst>
                                    </p:anim>
                                    <p:anim calcmode="lin" valueType="num">
                                      <p:cBhvr additive="base">
                                        <p:cTn id="18" dur="500" fill="hold"/>
                                        <p:tgtEl>
                                          <p:spTgt spid="46"/>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53"/>
                                        </p:tgtEl>
                                        <p:attrNameLst>
                                          <p:attrName>style.visibility</p:attrName>
                                        </p:attrNameLst>
                                      </p:cBhvr>
                                      <p:to>
                                        <p:strVal val="visible"/>
                                      </p:to>
                                    </p:set>
                                    <p:anim calcmode="lin" valueType="num">
                                      <p:cBhvr additive="base">
                                        <p:cTn id="22" dur="500" fill="hold"/>
                                        <p:tgtEl>
                                          <p:spTgt spid="53"/>
                                        </p:tgtEl>
                                        <p:attrNameLst>
                                          <p:attrName>ppt_x</p:attrName>
                                        </p:attrNameLst>
                                      </p:cBhvr>
                                      <p:tavLst>
                                        <p:tav tm="0">
                                          <p:val>
                                            <p:strVal val="#ppt_x"/>
                                          </p:val>
                                        </p:tav>
                                        <p:tav tm="100000">
                                          <p:val>
                                            <p:strVal val="#ppt_x"/>
                                          </p:val>
                                        </p:tav>
                                      </p:tavLst>
                                    </p:anim>
                                    <p:anim calcmode="lin" valueType="num">
                                      <p:cBhvr additive="base">
                                        <p:cTn id="23"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a:off x="2339753" y="1643229"/>
            <a:ext cx="6804248" cy="1648601"/>
          </a:xfrm>
          <a:prstGeom prst="rect">
            <a:avLst/>
          </a:prstGeom>
          <a:solidFill>
            <a:schemeClr val="accent1"/>
          </a:solidFill>
          <a:ln w="9525">
            <a:noFill/>
            <a:miter lim="800000"/>
            <a:headEnd/>
            <a:tailEnd/>
          </a:ln>
        </p:spPr>
        <p:txBody>
          <a:bodyPr wrap="none" anchor="ctr"/>
          <a:lstStyle/>
          <a:p>
            <a:endParaRPr lang="zh-CN" altLang="en-US" sz="1600">
              <a:latin typeface="Calibri" pitchFamily="34" charset="0"/>
            </a:endParaRPr>
          </a:p>
        </p:txBody>
      </p:sp>
      <p:sp>
        <p:nvSpPr>
          <p:cNvPr id="23" name="矩形 22"/>
          <p:cNvSpPr/>
          <p:nvPr/>
        </p:nvSpPr>
        <p:spPr>
          <a:xfrm>
            <a:off x="1" y="1643229"/>
            <a:ext cx="2339751" cy="16486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105235" fontAlgn="auto">
              <a:spcBef>
                <a:spcPts val="0"/>
              </a:spcBef>
              <a:spcAft>
                <a:spcPts val="0"/>
              </a:spcAft>
              <a:defRPr/>
            </a:pPr>
            <a:endParaRPr lang="zh-CN" altLang="en-US" sz="1600"/>
          </a:p>
        </p:txBody>
      </p:sp>
      <p:sp>
        <p:nvSpPr>
          <p:cNvPr id="24" name="Text Box 2"/>
          <p:cNvSpPr txBox="1">
            <a:spLocks noChangeArrowheads="1"/>
          </p:cNvSpPr>
          <p:nvPr/>
        </p:nvSpPr>
        <p:spPr bwMode="auto">
          <a:xfrm>
            <a:off x="2699792" y="1923678"/>
            <a:ext cx="4858820" cy="646331"/>
          </a:xfrm>
          <a:prstGeom prst="rect">
            <a:avLst/>
          </a:prstGeom>
          <a:noFill/>
          <a:ln w="9525">
            <a:noFill/>
            <a:miter lim="800000"/>
            <a:headEnd/>
            <a:tailEnd/>
          </a:ln>
        </p:spPr>
        <p:txBody>
          <a:bodyPr wrap="square">
            <a:spAutoFit/>
          </a:bodyPr>
          <a:lstStyle/>
          <a:p>
            <a:pPr lvl="0">
              <a:defRPr/>
            </a:pPr>
            <a:r>
              <a:rPr lang="zh-CN" altLang="en-US" sz="3600" b="1" kern="0" dirty="0" smtClean="0">
                <a:solidFill>
                  <a:schemeClr val="bg1"/>
                </a:solidFill>
                <a:latin typeface="微软雅黑" pitchFamily="34" charset="-122"/>
                <a:ea typeface="微软雅黑" pitchFamily="34" charset="-122"/>
              </a:rPr>
              <a:t>在此输入过渡页标题</a:t>
            </a:r>
            <a:endParaRPr lang="zh-CN" altLang="en-US" sz="3600" b="1" kern="0" dirty="0">
              <a:solidFill>
                <a:schemeClr val="bg1"/>
              </a:solidFill>
              <a:latin typeface="微软雅黑" pitchFamily="34" charset="-122"/>
              <a:ea typeface="微软雅黑" pitchFamily="34" charset="-122"/>
            </a:endParaRPr>
          </a:p>
        </p:txBody>
      </p:sp>
      <p:sp>
        <p:nvSpPr>
          <p:cNvPr id="25" name="Text Box 2"/>
          <p:cNvSpPr txBox="1">
            <a:spLocks noChangeArrowheads="1"/>
          </p:cNvSpPr>
          <p:nvPr/>
        </p:nvSpPr>
        <p:spPr bwMode="auto">
          <a:xfrm>
            <a:off x="2749180" y="2643758"/>
            <a:ext cx="4809432" cy="307777"/>
          </a:xfrm>
          <a:prstGeom prst="rect">
            <a:avLst/>
          </a:prstGeom>
          <a:noFill/>
          <a:ln w="9525">
            <a:noFill/>
            <a:miter lim="800000"/>
            <a:headEnd/>
            <a:tailEnd/>
          </a:ln>
        </p:spPr>
        <p:txBody>
          <a:bodyPr wrap="square">
            <a:spAutoFit/>
          </a:bodyPr>
          <a:lstStyle/>
          <a:p>
            <a:pPr lvl="0">
              <a:defRPr/>
            </a:pPr>
            <a:r>
              <a:rPr lang="zh-CN" altLang="en-US" sz="1400" kern="0" dirty="0">
                <a:solidFill>
                  <a:schemeClr val="bg1"/>
                </a:solidFill>
                <a:latin typeface="微软雅黑" pitchFamily="34" charset="-122"/>
                <a:ea typeface="微软雅黑" pitchFamily="34" charset="-122"/>
              </a:rPr>
              <a:t>点击</a:t>
            </a:r>
            <a:r>
              <a:rPr lang="zh-CN" altLang="en-US" sz="1400" kern="0" dirty="0" smtClean="0">
                <a:solidFill>
                  <a:schemeClr val="bg1"/>
                </a:solidFill>
                <a:latin typeface="微软雅黑" pitchFamily="34" charset="-122"/>
                <a:ea typeface="微软雅黑" pitchFamily="34" charset="-122"/>
              </a:rPr>
              <a:t>录入</a:t>
            </a:r>
            <a:r>
              <a:rPr lang="zh-CN" altLang="en-US" sz="1400" kern="0" dirty="0">
                <a:solidFill>
                  <a:schemeClr val="bg1"/>
                </a:solidFill>
                <a:latin typeface="微软雅黑" pitchFamily="34" charset="-122"/>
                <a:ea typeface="微软雅黑" pitchFamily="34" charset="-122"/>
              </a:rPr>
              <a:t>此部分的内容及说明，</a:t>
            </a:r>
            <a:r>
              <a:rPr lang="zh-CN" altLang="en-US" sz="1400" kern="0" dirty="0" smtClean="0">
                <a:solidFill>
                  <a:schemeClr val="bg1"/>
                </a:solidFill>
                <a:latin typeface="微软雅黑" pitchFamily="34" charset="-122"/>
                <a:ea typeface="微软雅黑" pitchFamily="34" charset="-122"/>
              </a:rPr>
              <a:t>简单扼要。</a:t>
            </a:r>
            <a:endParaRPr lang="zh-CN" altLang="en-US" sz="1400" kern="0" dirty="0">
              <a:solidFill>
                <a:schemeClr val="bg1"/>
              </a:solidFill>
              <a:latin typeface="微软雅黑" pitchFamily="34" charset="-122"/>
              <a:ea typeface="微软雅黑" pitchFamily="34" charset="-122"/>
            </a:endParaRPr>
          </a:p>
        </p:txBody>
      </p:sp>
      <p:sp>
        <p:nvSpPr>
          <p:cNvPr id="7" name="TextBox 6"/>
          <p:cNvSpPr txBox="1"/>
          <p:nvPr/>
        </p:nvSpPr>
        <p:spPr>
          <a:xfrm>
            <a:off x="482695" y="1773272"/>
            <a:ext cx="1386918" cy="1446550"/>
          </a:xfrm>
          <a:prstGeom prst="rect">
            <a:avLst/>
          </a:prstGeom>
          <a:noFill/>
        </p:spPr>
        <p:txBody>
          <a:bodyPr wrap="none" rtlCol="0">
            <a:spAutoFit/>
          </a:bodyPr>
          <a:lstStyle/>
          <a:p>
            <a:pPr algn="ctr"/>
            <a:r>
              <a:rPr lang="en-US" altLang="zh-CN" sz="8800" dirty="0" smtClean="0">
                <a:solidFill>
                  <a:schemeClr val="bg1"/>
                </a:solidFill>
                <a:latin typeface="Impact" panose="020B0806030902050204" pitchFamily="34" charset="0"/>
                <a:ea typeface="微软雅黑" panose="020B0503020204020204" pitchFamily="34" charset="-122"/>
              </a:rPr>
              <a:t>03</a:t>
            </a:r>
            <a:endParaRPr lang="zh-CN" altLang="en-US" sz="8800" dirty="0">
              <a:solidFill>
                <a:schemeClr val="bg1"/>
              </a:solidFill>
              <a:latin typeface="Impact" panose="020B0806030902050204" pitchFamily="34" charset="0"/>
              <a:ea typeface="微软雅黑" panose="020B0503020204020204" pitchFamily="34" charset="-122"/>
            </a:endParaRPr>
          </a:p>
        </p:txBody>
      </p:sp>
    </p:spTree>
    <p:extLst>
      <p:ext uri="{BB962C8B-B14F-4D97-AF65-F5344CB8AC3E}">
        <p14:creationId xmlns:p14="http://schemas.microsoft.com/office/powerpoint/2010/main" val="2975835243"/>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1+#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49" presetClass="entr" presetSubtype="0" decel="10000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p:cTn id="16" dur="500" fill="hold"/>
                                        <p:tgtEl>
                                          <p:spTgt spid="7"/>
                                        </p:tgtEl>
                                        <p:attrNameLst>
                                          <p:attrName>ppt_w</p:attrName>
                                        </p:attrNameLst>
                                      </p:cBhvr>
                                      <p:tavLst>
                                        <p:tav tm="0">
                                          <p:val>
                                            <p:fltVal val="0"/>
                                          </p:val>
                                        </p:tav>
                                        <p:tav tm="100000">
                                          <p:val>
                                            <p:strVal val="#ppt_w"/>
                                          </p:val>
                                        </p:tav>
                                      </p:tavLst>
                                    </p:anim>
                                    <p:anim calcmode="lin" valueType="num">
                                      <p:cBhvr>
                                        <p:cTn id="17" dur="500" fill="hold"/>
                                        <p:tgtEl>
                                          <p:spTgt spid="7"/>
                                        </p:tgtEl>
                                        <p:attrNameLst>
                                          <p:attrName>ppt_h</p:attrName>
                                        </p:attrNameLst>
                                      </p:cBhvr>
                                      <p:tavLst>
                                        <p:tav tm="0">
                                          <p:val>
                                            <p:fltVal val="0"/>
                                          </p:val>
                                        </p:tav>
                                        <p:tav tm="100000">
                                          <p:val>
                                            <p:strVal val="#ppt_h"/>
                                          </p:val>
                                        </p:tav>
                                      </p:tavLst>
                                    </p:anim>
                                    <p:anim calcmode="lin" valueType="num">
                                      <p:cBhvr>
                                        <p:cTn id="18" dur="500" fill="hold"/>
                                        <p:tgtEl>
                                          <p:spTgt spid="7"/>
                                        </p:tgtEl>
                                        <p:attrNameLst>
                                          <p:attrName>style.rotation</p:attrName>
                                        </p:attrNameLst>
                                      </p:cBhvr>
                                      <p:tavLst>
                                        <p:tav tm="0">
                                          <p:val>
                                            <p:fltVal val="360"/>
                                          </p:val>
                                        </p:tav>
                                        <p:tav tm="100000">
                                          <p:val>
                                            <p:fltVal val="0"/>
                                          </p:val>
                                        </p:tav>
                                      </p:tavLst>
                                    </p:anim>
                                    <p:animEffect transition="in" filter="fade">
                                      <p:cBhvr>
                                        <p:cTn id="19" dur="500"/>
                                        <p:tgtEl>
                                          <p:spTgt spid="7"/>
                                        </p:tgtEl>
                                      </p:cBhvr>
                                    </p:animEffect>
                                  </p:childTnLst>
                                </p:cTn>
                              </p:par>
                            </p:childTnLst>
                          </p:cTn>
                        </p:par>
                        <p:par>
                          <p:cTn id="20" fill="hold">
                            <p:stCondLst>
                              <p:cond delay="1000"/>
                            </p:stCondLst>
                            <p:childTnLst>
                              <p:par>
                                <p:cTn id="21" presetID="41" presetClass="entr" presetSubtype="0" fill="hold" grpId="0" nodeType="afterEffect">
                                  <p:stCondLst>
                                    <p:cond delay="0"/>
                                  </p:stCondLst>
                                  <p:iterate type="lt">
                                    <p:tmPct val="10000"/>
                                  </p:iterate>
                                  <p:childTnLst>
                                    <p:set>
                                      <p:cBhvr>
                                        <p:cTn id="22" dur="1" fill="hold">
                                          <p:stCondLst>
                                            <p:cond delay="0"/>
                                          </p:stCondLst>
                                        </p:cTn>
                                        <p:tgtEl>
                                          <p:spTgt spid="24"/>
                                        </p:tgtEl>
                                        <p:attrNameLst>
                                          <p:attrName>style.visibility</p:attrName>
                                        </p:attrNameLst>
                                      </p:cBhvr>
                                      <p:to>
                                        <p:strVal val="visible"/>
                                      </p:to>
                                    </p:set>
                                    <p:anim calcmode="lin" valueType="num">
                                      <p:cBhvr>
                                        <p:cTn id="23" dur="800" fill="hold"/>
                                        <p:tgtEl>
                                          <p:spTgt spid="24"/>
                                        </p:tgtEl>
                                        <p:attrNameLst>
                                          <p:attrName>ppt_x</p:attrName>
                                        </p:attrNameLst>
                                      </p:cBhvr>
                                      <p:tavLst>
                                        <p:tav tm="0">
                                          <p:val>
                                            <p:strVal val="#ppt_x"/>
                                          </p:val>
                                        </p:tav>
                                        <p:tav tm="50000">
                                          <p:val>
                                            <p:strVal val="#ppt_x+.1"/>
                                          </p:val>
                                        </p:tav>
                                        <p:tav tm="100000">
                                          <p:val>
                                            <p:strVal val="#ppt_x"/>
                                          </p:val>
                                        </p:tav>
                                      </p:tavLst>
                                    </p:anim>
                                    <p:anim calcmode="lin" valueType="num">
                                      <p:cBhvr>
                                        <p:cTn id="24" dur="800" fill="hold"/>
                                        <p:tgtEl>
                                          <p:spTgt spid="24"/>
                                        </p:tgtEl>
                                        <p:attrNameLst>
                                          <p:attrName>ppt_y</p:attrName>
                                        </p:attrNameLst>
                                      </p:cBhvr>
                                      <p:tavLst>
                                        <p:tav tm="0">
                                          <p:val>
                                            <p:strVal val="#ppt_y"/>
                                          </p:val>
                                        </p:tav>
                                        <p:tav tm="100000">
                                          <p:val>
                                            <p:strVal val="#ppt_y"/>
                                          </p:val>
                                        </p:tav>
                                      </p:tavLst>
                                    </p:anim>
                                    <p:anim calcmode="lin" valueType="num">
                                      <p:cBhvr>
                                        <p:cTn id="25" dur="800" fill="hold"/>
                                        <p:tgtEl>
                                          <p:spTgt spid="24"/>
                                        </p:tgtEl>
                                        <p:attrNameLst>
                                          <p:attrName>ppt_h</p:attrName>
                                        </p:attrNameLst>
                                      </p:cBhvr>
                                      <p:tavLst>
                                        <p:tav tm="0">
                                          <p:val>
                                            <p:strVal val="#ppt_h/10"/>
                                          </p:val>
                                        </p:tav>
                                        <p:tav tm="50000">
                                          <p:val>
                                            <p:strVal val="#ppt_h+.01"/>
                                          </p:val>
                                        </p:tav>
                                        <p:tav tm="100000">
                                          <p:val>
                                            <p:strVal val="#ppt_h"/>
                                          </p:val>
                                        </p:tav>
                                      </p:tavLst>
                                    </p:anim>
                                    <p:anim calcmode="lin" valueType="num">
                                      <p:cBhvr>
                                        <p:cTn id="26" dur="800" fill="hold"/>
                                        <p:tgtEl>
                                          <p:spTgt spid="24"/>
                                        </p:tgtEl>
                                        <p:attrNameLst>
                                          <p:attrName>ppt_w</p:attrName>
                                        </p:attrNameLst>
                                      </p:cBhvr>
                                      <p:tavLst>
                                        <p:tav tm="0">
                                          <p:val>
                                            <p:strVal val="#ppt_w/10"/>
                                          </p:val>
                                        </p:tav>
                                        <p:tav tm="50000">
                                          <p:val>
                                            <p:strVal val="#ppt_w+.01"/>
                                          </p:val>
                                        </p:tav>
                                        <p:tav tm="100000">
                                          <p:val>
                                            <p:strVal val="#ppt_w"/>
                                          </p:val>
                                        </p:tav>
                                      </p:tavLst>
                                    </p:anim>
                                    <p:animEffect transition="in" filter="fade">
                                      <p:cBhvr>
                                        <p:cTn id="27" dur="800" tmFilter="0,0; .5, 1; 1, 1"/>
                                        <p:tgtEl>
                                          <p:spTgt spid="24"/>
                                        </p:tgtEl>
                                      </p:cBhvr>
                                    </p:animEffect>
                                  </p:childTnLst>
                                </p:cTn>
                              </p:par>
                            </p:childTnLst>
                          </p:cTn>
                        </p:par>
                        <p:par>
                          <p:cTn id="28" fill="hold">
                            <p:stCondLst>
                              <p:cond delay="2440"/>
                            </p:stCondLst>
                            <p:childTnLst>
                              <p:par>
                                <p:cTn id="29" presetID="22" presetClass="entr" presetSubtype="4"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wipe(down)">
                                      <p:cBhvr>
                                        <p:cTn id="3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p:bldP spid="25"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AutoShape 10"/>
          <p:cNvSpPr>
            <a:spLocks noChangeArrowheads="1"/>
          </p:cNvSpPr>
          <p:nvPr/>
        </p:nvSpPr>
        <p:spPr bwMode="auto">
          <a:xfrm rot="16200000">
            <a:off x="4045857" y="-1392948"/>
            <a:ext cx="1268310" cy="8424936"/>
          </a:xfrm>
          <a:prstGeom prst="downArrow">
            <a:avLst>
              <a:gd name="adj1" fmla="val 49065"/>
              <a:gd name="adj2" fmla="val 44827"/>
            </a:avLst>
          </a:prstGeom>
          <a:solidFill>
            <a:schemeClr val="bg1">
              <a:lumMod val="75000"/>
            </a:schemeClr>
          </a:solidFill>
          <a:ln>
            <a:noFill/>
          </a:ln>
        </p:spPr>
        <p:txBody>
          <a:bodyPr vert="eaVert" lIns="82810" tIns="41405" rIns="82810" bIns="41405"/>
          <a:lstStyle/>
          <a:p>
            <a:endParaRPr lang="zh-CN" altLang="en-US" sz="1900">
              <a:solidFill>
                <a:schemeClr val="bg1"/>
              </a:solidFill>
              <a:latin typeface="微软雅黑" pitchFamily="34" charset="-122"/>
              <a:ea typeface="微软雅黑" pitchFamily="34" charset="-122"/>
            </a:endParaRPr>
          </a:p>
        </p:txBody>
      </p:sp>
      <p:grpSp>
        <p:nvGrpSpPr>
          <p:cNvPr id="32" name="组合 31"/>
          <p:cNvGrpSpPr>
            <a:grpSpLocks/>
          </p:cNvGrpSpPr>
          <p:nvPr/>
        </p:nvGrpSpPr>
        <p:grpSpPr bwMode="auto">
          <a:xfrm>
            <a:off x="2843808" y="2153786"/>
            <a:ext cx="1540705" cy="1396021"/>
            <a:chOff x="1214414" y="2786058"/>
            <a:chExt cx="1935848" cy="1751017"/>
          </a:xfrm>
        </p:grpSpPr>
        <p:grpSp>
          <p:nvGrpSpPr>
            <p:cNvPr id="33" name="Group 6"/>
            <p:cNvGrpSpPr>
              <a:grpSpLocks/>
            </p:cNvGrpSpPr>
            <p:nvPr/>
          </p:nvGrpSpPr>
          <p:grpSpPr bwMode="auto">
            <a:xfrm>
              <a:off x="1295400" y="2786058"/>
              <a:ext cx="1753450" cy="1751017"/>
              <a:chOff x="1823" y="2371"/>
              <a:chExt cx="1801" cy="1801"/>
            </a:xfrm>
          </p:grpSpPr>
          <p:sp>
            <p:nvSpPr>
              <p:cNvPr id="35" name="Oval 7"/>
              <p:cNvSpPr>
                <a:spLocks noChangeArrowheads="1"/>
              </p:cNvSpPr>
              <p:nvPr/>
            </p:nvSpPr>
            <p:spPr bwMode="auto">
              <a:xfrm>
                <a:off x="1823" y="2371"/>
                <a:ext cx="1801" cy="1801"/>
              </a:xfrm>
              <a:prstGeom prst="ellipse">
                <a:avLst/>
              </a:prstGeom>
              <a:solidFill>
                <a:srgbClr val="D8D8D8">
                  <a:alpha val="48000"/>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solidFill>
                    <a:schemeClr val="bg1"/>
                  </a:solidFill>
                  <a:latin typeface="微软雅黑" pitchFamily="34" charset="-122"/>
                  <a:ea typeface="微软雅黑" pitchFamily="34" charset="-122"/>
                </a:endParaRPr>
              </a:p>
            </p:txBody>
          </p:sp>
          <p:sp>
            <p:nvSpPr>
              <p:cNvPr id="36" name="Oval 8"/>
              <p:cNvSpPr>
                <a:spLocks noChangeArrowheads="1"/>
              </p:cNvSpPr>
              <p:nvPr/>
            </p:nvSpPr>
            <p:spPr bwMode="auto">
              <a:xfrm>
                <a:off x="1945" y="2493"/>
                <a:ext cx="1556" cy="1556"/>
              </a:xfrm>
              <a:prstGeom prst="ellipse">
                <a:avLst/>
              </a:prstGeom>
              <a:solidFill>
                <a:schemeClr val="accent2"/>
              </a:solidFill>
              <a:ln w="38100">
                <a:solidFill>
                  <a:srgbClr val="FFFFFF"/>
                </a:solidFill>
                <a:round/>
                <a:headEnd/>
                <a:tailEnd/>
              </a:ln>
            </p:spPr>
            <p:txBody>
              <a:bodyPr/>
              <a:lstStyle/>
              <a:p>
                <a:pPr>
                  <a:defRPr/>
                </a:pPr>
                <a:endParaRPr lang="zh-CN" altLang="en-US" sz="1400">
                  <a:solidFill>
                    <a:schemeClr val="bg1"/>
                  </a:solidFill>
                  <a:latin typeface="微软雅黑" pitchFamily="34" charset="-122"/>
                  <a:ea typeface="微软雅黑" pitchFamily="34" charset="-122"/>
                </a:endParaRPr>
              </a:p>
            </p:txBody>
          </p:sp>
        </p:grpSp>
        <p:sp>
          <p:nvSpPr>
            <p:cNvPr id="34" name="Text Box 9"/>
            <p:cNvSpPr txBox="1">
              <a:spLocks noChangeArrowheads="1"/>
            </p:cNvSpPr>
            <p:nvPr/>
          </p:nvSpPr>
          <p:spPr bwMode="auto">
            <a:xfrm>
              <a:off x="1214414" y="3533074"/>
              <a:ext cx="1935848" cy="620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1400" b="1" dirty="0">
                  <a:solidFill>
                    <a:schemeClr val="bg1"/>
                  </a:solidFill>
                  <a:latin typeface="微软雅黑" pitchFamily="34" charset="-122"/>
                  <a:ea typeface="微软雅黑" pitchFamily="34" charset="-122"/>
                </a:rPr>
                <a:t>写入文本</a:t>
              </a:r>
            </a:p>
          </p:txBody>
        </p:sp>
      </p:grpSp>
      <p:grpSp>
        <p:nvGrpSpPr>
          <p:cNvPr id="37" name="组合 36"/>
          <p:cNvGrpSpPr>
            <a:grpSpLocks/>
          </p:cNvGrpSpPr>
          <p:nvPr/>
        </p:nvGrpSpPr>
        <p:grpSpPr bwMode="auto">
          <a:xfrm>
            <a:off x="4637716" y="2153786"/>
            <a:ext cx="1540704" cy="1396021"/>
            <a:chOff x="1214414" y="2786058"/>
            <a:chExt cx="1935848" cy="1751017"/>
          </a:xfrm>
        </p:grpSpPr>
        <p:grpSp>
          <p:nvGrpSpPr>
            <p:cNvPr id="38" name="Group 6"/>
            <p:cNvGrpSpPr>
              <a:grpSpLocks/>
            </p:cNvGrpSpPr>
            <p:nvPr/>
          </p:nvGrpSpPr>
          <p:grpSpPr bwMode="auto">
            <a:xfrm>
              <a:off x="1295400" y="2786058"/>
              <a:ext cx="1753450" cy="1751017"/>
              <a:chOff x="1823" y="2371"/>
              <a:chExt cx="1801" cy="1801"/>
            </a:xfrm>
          </p:grpSpPr>
          <p:sp>
            <p:nvSpPr>
              <p:cNvPr id="40" name="Oval 7"/>
              <p:cNvSpPr>
                <a:spLocks noChangeArrowheads="1"/>
              </p:cNvSpPr>
              <p:nvPr/>
            </p:nvSpPr>
            <p:spPr bwMode="auto">
              <a:xfrm>
                <a:off x="1823" y="2371"/>
                <a:ext cx="1801" cy="1801"/>
              </a:xfrm>
              <a:prstGeom prst="ellipse">
                <a:avLst/>
              </a:prstGeom>
              <a:solidFill>
                <a:srgbClr val="D8D8D8">
                  <a:alpha val="48000"/>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solidFill>
                    <a:schemeClr val="bg1"/>
                  </a:solidFill>
                  <a:latin typeface="微软雅黑" pitchFamily="34" charset="-122"/>
                  <a:ea typeface="微软雅黑" pitchFamily="34" charset="-122"/>
                </a:endParaRPr>
              </a:p>
            </p:txBody>
          </p:sp>
          <p:sp>
            <p:nvSpPr>
              <p:cNvPr id="41" name="Oval 8"/>
              <p:cNvSpPr>
                <a:spLocks noChangeArrowheads="1"/>
              </p:cNvSpPr>
              <p:nvPr/>
            </p:nvSpPr>
            <p:spPr bwMode="auto">
              <a:xfrm>
                <a:off x="1945" y="2493"/>
                <a:ext cx="1556" cy="1556"/>
              </a:xfrm>
              <a:prstGeom prst="ellipse">
                <a:avLst/>
              </a:prstGeom>
              <a:solidFill>
                <a:schemeClr val="accent1"/>
              </a:solidFill>
              <a:ln w="38100">
                <a:solidFill>
                  <a:srgbClr val="FFFFFF"/>
                </a:solidFill>
                <a:round/>
                <a:headEnd/>
                <a:tailEnd/>
              </a:ln>
            </p:spPr>
            <p:txBody>
              <a:bodyPr/>
              <a:lstStyle/>
              <a:p>
                <a:pPr>
                  <a:defRPr/>
                </a:pPr>
                <a:endParaRPr lang="zh-CN" altLang="en-US" sz="1400">
                  <a:solidFill>
                    <a:schemeClr val="bg1"/>
                  </a:solidFill>
                  <a:latin typeface="微软雅黑" pitchFamily="34" charset="-122"/>
                  <a:ea typeface="微软雅黑" pitchFamily="34" charset="-122"/>
                </a:endParaRPr>
              </a:p>
            </p:txBody>
          </p:sp>
        </p:grpSp>
        <p:sp>
          <p:nvSpPr>
            <p:cNvPr id="39" name="Text Box 9"/>
            <p:cNvSpPr txBox="1">
              <a:spLocks noChangeArrowheads="1"/>
            </p:cNvSpPr>
            <p:nvPr/>
          </p:nvSpPr>
          <p:spPr bwMode="auto">
            <a:xfrm>
              <a:off x="1214414" y="3514026"/>
              <a:ext cx="1935848" cy="620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1400" b="1" dirty="0">
                  <a:solidFill>
                    <a:schemeClr val="bg1"/>
                  </a:solidFill>
                  <a:latin typeface="微软雅黑" pitchFamily="34" charset="-122"/>
                  <a:ea typeface="微软雅黑" pitchFamily="34" charset="-122"/>
                </a:rPr>
                <a:t>写入文本</a:t>
              </a:r>
            </a:p>
          </p:txBody>
        </p:sp>
      </p:grpSp>
      <p:grpSp>
        <p:nvGrpSpPr>
          <p:cNvPr id="42" name="组合 41"/>
          <p:cNvGrpSpPr>
            <a:grpSpLocks/>
          </p:cNvGrpSpPr>
          <p:nvPr/>
        </p:nvGrpSpPr>
        <p:grpSpPr bwMode="auto">
          <a:xfrm>
            <a:off x="6429017" y="2153786"/>
            <a:ext cx="1540705" cy="1396021"/>
            <a:chOff x="1214414" y="2786058"/>
            <a:chExt cx="1935848" cy="1751017"/>
          </a:xfrm>
        </p:grpSpPr>
        <p:grpSp>
          <p:nvGrpSpPr>
            <p:cNvPr id="43" name="Group 6"/>
            <p:cNvGrpSpPr>
              <a:grpSpLocks/>
            </p:cNvGrpSpPr>
            <p:nvPr/>
          </p:nvGrpSpPr>
          <p:grpSpPr bwMode="auto">
            <a:xfrm>
              <a:off x="1295400" y="2786058"/>
              <a:ext cx="1753450" cy="1751017"/>
              <a:chOff x="1823" y="2371"/>
              <a:chExt cx="1801" cy="1801"/>
            </a:xfrm>
          </p:grpSpPr>
          <p:sp>
            <p:nvSpPr>
              <p:cNvPr id="45" name="Oval 7"/>
              <p:cNvSpPr>
                <a:spLocks noChangeArrowheads="1"/>
              </p:cNvSpPr>
              <p:nvPr/>
            </p:nvSpPr>
            <p:spPr bwMode="auto">
              <a:xfrm>
                <a:off x="1823" y="2371"/>
                <a:ext cx="1801" cy="1801"/>
              </a:xfrm>
              <a:prstGeom prst="ellipse">
                <a:avLst/>
              </a:prstGeom>
              <a:solidFill>
                <a:srgbClr val="D8D8D8">
                  <a:alpha val="48000"/>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solidFill>
                    <a:schemeClr val="bg1"/>
                  </a:solidFill>
                  <a:latin typeface="微软雅黑" pitchFamily="34" charset="-122"/>
                  <a:ea typeface="微软雅黑" pitchFamily="34" charset="-122"/>
                </a:endParaRPr>
              </a:p>
            </p:txBody>
          </p:sp>
          <p:sp>
            <p:nvSpPr>
              <p:cNvPr id="46" name="Oval 8"/>
              <p:cNvSpPr>
                <a:spLocks noChangeArrowheads="1"/>
              </p:cNvSpPr>
              <p:nvPr/>
            </p:nvSpPr>
            <p:spPr bwMode="auto">
              <a:xfrm>
                <a:off x="1945" y="2493"/>
                <a:ext cx="1556" cy="1556"/>
              </a:xfrm>
              <a:prstGeom prst="ellipse">
                <a:avLst/>
              </a:prstGeom>
              <a:solidFill>
                <a:schemeClr val="accent2"/>
              </a:solidFill>
              <a:ln w="38100">
                <a:solidFill>
                  <a:srgbClr val="FFFFFF"/>
                </a:solidFill>
                <a:round/>
                <a:headEnd/>
                <a:tailEnd/>
              </a:ln>
            </p:spPr>
            <p:txBody>
              <a:bodyPr/>
              <a:lstStyle/>
              <a:p>
                <a:pPr>
                  <a:defRPr/>
                </a:pPr>
                <a:endParaRPr lang="zh-CN" altLang="en-US" sz="1400">
                  <a:solidFill>
                    <a:schemeClr val="bg1"/>
                  </a:solidFill>
                  <a:latin typeface="微软雅黑" pitchFamily="34" charset="-122"/>
                  <a:ea typeface="微软雅黑" pitchFamily="34" charset="-122"/>
                </a:endParaRPr>
              </a:p>
            </p:txBody>
          </p:sp>
        </p:grpSp>
        <p:sp>
          <p:nvSpPr>
            <p:cNvPr id="44" name="Text Box 9"/>
            <p:cNvSpPr txBox="1">
              <a:spLocks noChangeArrowheads="1"/>
            </p:cNvSpPr>
            <p:nvPr/>
          </p:nvSpPr>
          <p:spPr bwMode="auto">
            <a:xfrm>
              <a:off x="1214414" y="3496890"/>
              <a:ext cx="1935848" cy="620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1400" b="1" dirty="0">
                  <a:solidFill>
                    <a:schemeClr val="bg1"/>
                  </a:solidFill>
                  <a:latin typeface="微软雅黑" pitchFamily="34" charset="-122"/>
                  <a:ea typeface="微软雅黑" pitchFamily="34" charset="-122"/>
                </a:rPr>
                <a:t>写入文本</a:t>
              </a:r>
            </a:p>
          </p:txBody>
        </p:sp>
      </p:grpSp>
      <p:grpSp>
        <p:nvGrpSpPr>
          <p:cNvPr id="47" name="组合 40"/>
          <p:cNvGrpSpPr>
            <a:grpSpLocks/>
          </p:cNvGrpSpPr>
          <p:nvPr/>
        </p:nvGrpSpPr>
        <p:grpSpPr bwMode="auto">
          <a:xfrm>
            <a:off x="1043608" y="2153786"/>
            <a:ext cx="1540705" cy="1396021"/>
            <a:chOff x="1214414" y="2786058"/>
            <a:chExt cx="1935848" cy="1751017"/>
          </a:xfrm>
        </p:grpSpPr>
        <p:grpSp>
          <p:nvGrpSpPr>
            <p:cNvPr id="48" name="Group 6"/>
            <p:cNvGrpSpPr>
              <a:grpSpLocks/>
            </p:cNvGrpSpPr>
            <p:nvPr/>
          </p:nvGrpSpPr>
          <p:grpSpPr bwMode="auto">
            <a:xfrm>
              <a:off x="1295400" y="2786058"/>
              <a:ext cx="1753450" cy="1751017"/>
              <a:chOff x="1823" y="2371"/>
              <a:chExt cx="1801" cy="1801"/>
            </a:xfrm>
          </p:grpSpPr>
          <p:sp>
            <p:nvSpPr>
              <p:cNvPr id="50" name="Oval 7"/>
              <p:cNvSpPr>
                <a:spLocks noChangeArrowheads="1"/>
              </p:cNvSpPr>
              <p:nvPr/>
            </p:nvSpPr>
            <p:spPr bwMode="auto">
              <a:xfrm>
                <a:off x="1823" y="2371"/>
                <a:ext cx="1801" cy="1801"/>
              </a:xfrm>
              <a:prstGeom prst="ellipse">
                <a:avLst/>
              </a:prstGeom>
              <a:solidFill>
                <a:srgbClr val="D8D8D8">
                  <a:alpha val="48000"/>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a:solidFill>
                    <a:schemeClr val="bg1"/>
                  </a:solidFill>
                  <a:latin typeface="微软雅黑" pitchFamily="34" charset="-122"/>
                  <a:ea typeface="微软雅黑" pitchFamily="34" charset="-122"/>
                </a:endParaRPr>
              </a:p>
            </p:txBody>
          </p:sp>
          <p:sp>
            <p:nvSpPr>
              <p:cNvPr id="51" name="Oval 8"/>
              <p:cNvSpPr>
                <a:spLocks noChangeArrowheads="1"/>
              </p:cNvSpPr>
              <p:nvPr/>
            </p:nvSpPr>
            <p:spPr bwMode="auto">
              <a:xfrm>
                <a:off x="1946" y="2493"/>
                <a:ext cx="1556" cy="1556"/>
              </a:xfrm>
              <a:prstGeom prst="ellipse">
                <a:avLst/>
              </a:prstGeom>
              <a:solidFill>
                <a:schemeClr val="accent1"/>
              </a:solidFill>
              <a:ln w="38100">
                <a:solidFill>
                  <a:srgbClr val="FFFFFF"/>
                </a:solidFill>
                <a:round/>
                <a:headEnd/>
                <a:tailEnd/>
              </a:ln>
            </p:spPr>
            <p:txBody>
              <a:bodyPr/>
              <a:lstStyle/>
              <a:p>
                <a:endParaRPr lang="zh-CN" altLang="en-US" sz="1400">
                  <a:solidFill>
                    <a:schemeClr val="bg1"/>
                  </a:solidFill>
                  <a:latin typeface="微软雅黑" pitchFamily="34" charset="-122"/>
                  <a:ea typeface="微软雅黑" pitchFamily="34" charset="-122"/>
                </a:endParaRPr>
              </a:p>
            </p:txBody>
          </p:sp>
        </p:grpSp>
        <p:sp>
          <p:nvSpPr>
            <p:cNvPr id="49" name="Text Box 9"/>
            <p:cNvSpPr txBox="1">
              <a:spLocks noChangeArrowheads="1"/>
            </p:cNvSpPr>
            <p:nvPr/>
          </p:nvSpPr>
          <p:spPr bwMode="auto">
            <a:xfrm>
              <a:off x="1214414" y="3496890"/>
              <a:ext cx="1935848" cy="620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en-US" sz="1400" b="1" dirty="0">
                  <a:solidFill>
                    <a:schemeClr val="bg1"/>
                  </a:solidFill>
                  <a:latin typeface="微软雅黑" pitchFamily="34" charset="-122"/>
                  <a:ea typeface="微软雅黑" pitchFamily="34" charset="-122"/>
                </a:rPr>
                <a:t>写入文本</a:t>
              </a:r>
            </a:p>
          </p:txBody>
        </p:sp>
      </p:grpSp>
      <p:sp>
        <p:nvSpPr>
          <p:cNvPr id="52" name="矩形标注 51"/>
          <p:cNvSpPr/>
          <p:nvPr/>
        </p:nvSpPr>
        <p:spPr>
          <a:xfrm>
            <a:off x="3144112" y="3801954"/>
            <a:ext cx="1338108" cy="41453"/>
          </a:xfrm>
          <a:prstGeom prst="wedgeRectCallout">
            <a:avLst>
              <a:gd name="adj1" fmla="val -17526"/>
              <a:gd name="adj2" fmla="val -509465"/>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82810" tIns="41405" rIns="82810" bIns="41405" rtlCol="0" anchor="ctr"/>
          <a:lstStyle/>
          <a:p>
            <a:pPr algn="ctr"/>
            <a:endParaRPr lang="zh-CN" altLang="en-US">
              <a:solidFill>
                <a:schemeClr val="tx1">
                  <a:lumMod val="85000"/>
                  <a:lumOff val="15000"/>
                </a:schemeClr>
              </a:solidFill>
            </a:endParaRPr>
          </a:p>
        </p:txBody>
      </p:sp>
      <p:sp>
        <p:nvSpPr>
          <p:cNvPr id="53" name="矩形标注 52"/>
          <p:cNvSpPr/>
          <p:nvPr/>
        </p:nvSpPr>
        <p:spPr>
          <a:xfrm>
            <a:off x="1319172" y="1839508"/>
            <a:ext cx="1434974" cy="58155"/>
          </a:xfrm>
          <a:prstGeom prst="wedgeRectCallout">
            <a:avLst>
              <a:gd name="adj1" fmla="val -23398"/>
              <a:gd name="adj2" fmla="val 403291"/>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2810" tIns="41405" rIns="82810" bIns="41405" rtlCol="0" anchor="ctr"/>
          <a:lstStyle/>
          <a:p>
            <a:pPr algn="ctr"/>
            <a:endParaRPr lang="zh-CN" altLang="en-US">
              <a:solidFill>
                <a:schemeClr val="tx1">
                  <a:lumMod val="85000"/>
                  <a:lumOff val="15000"/>
                </a:schemeClr>
              </a:solidFill>
            </a:endParaRPr>
          </a:p>
        </p:txBody>
      </p:sp>
      <p:sp>
        <p:nvSpPr>
          <p:cNvPr id="54" name="Rectangle 28"/>
          <p:cNvSpPr>
            <a:spLocks noChangeArrowheads="1"/>
          </p:cNvSpPr>
          <p:nvPr/>
        </p:nvSpPr>
        <p:spPr bwMode="auto">
          <a:xfrm>
            <a:off x="3125689" y="3836502"/>
            <a:ext cx="1335665" cy="498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810" tIns="41405" rIns="82810" bIns="41405">
            <a:spAutoFit/>
          </a:bodyPr>
          <a:lstStyle/>
          <a:p>
            <a:pPr>
              <a:lnSpc>
                <a:spcPct val="120000"/>
              </a:lnSpc>
            </a:pPr>
            <a:r>
              <a:rPr lang="zh-CN" altLang="en-US" sz="1100" dirty="0">
                <a:solidFill>
                  <a:schemeClr val="tx1">
                    <a:lumMod val="85000"/>
                    <a:lumOff val="15000"/>
                  </a:schemeClr>
                </a:solidFill>
                <a:latin typeface="微软雅黑" pitchFamily="34" charset="-122"/>
                <a:ea typeface="微软雅黑" pitchFamily="34" charset="-122"/>
              </a:rPr>
              <a:t>单击此处添加文字</a:t>
            </a:r>
          </a:p>
          <a:p>
            <a:pPr>
              <a:lnSpc>
                <a:spcPct val="120000"/>
              </a:lnSpc>
            </a:pPr>
            <a:r>
              <a:rPr lang="zh-CN" altLang="en-US" sz="1100" dirty="0">
                <a:solidFill>
                  <a:schemeClr val="tx1">
                    <a:lumMod val="85000"/>
                    <a:lumOff val="15000"/>
                  </a:schemeClr>
                </a:solidFill>
                <a:latin typeface="微软雅黑" pitchFamily="34" charset="-122"/>
                <a:ea typeface="微软雅黑" pitchFamily="34" charset="-122"/>
              </a:rPr>
              <a:t>单击此处添加文字</a:t>
            </a:r>
          </a:p>
        </p:txBody>
      </p:sp>
      <p:sp>
        <p:nvSpPr>
          <p:cNvPr id="55" name="Rectangle 28"/>
          <p:cNvSpPr>
            <a:spLocks noChangeArrowheads="1"/>
          </p:cNvSpPr>
          <p:nvPr/>
        </p:nvSpPr>
        <p:spPr bwMode="auto">
          <a:xfrm>
            <a:off x="1379903" y="1347614"/>
            <a:ext cx="1335665" cy="498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810" tIns="41405" rIns="82810" bIns="41405">
            <a:spAutoFit/>
          </a:bodyPr>
          <a:lstStyle/>
          <a:p>
            <a:pPr>
              <a:lnSpc>
                <a:spcPct val="120000"/>
              </a:lnSpc>
            </a:pPr>
            <a:r>
              <a:rPr lang="zh-CN" altLang="en-US" sz="1100" dirty="0">
                <a:solidFill>
                  <a:schemeClr val="tx1">
                    <a:lumMod val="85000"/>
                    <a:lumOff val="15000"/>
                  </a:schemeClr>
                </a:solidFill>
                <a:latin typeface="微软雅黑" pitchFamily="34" charset="-122"/>
                <a:ea typeface="微软雅黑" pitchFamily="34" charset="-122"/>
              </a:rPr>
              <a:t>单击此处添加文字</a:t>
            </a:r>
          </a:p>
          <a:p>
            <a:pPr>
              <a:lnSpc>
                <a:spcPct val="120000"/>
              </a:lnSpc>
            </a:pPr>
            <a:r>
              <a:rPr lang="zh-CN" altLang="en-US" sz="1100" dirty="0">
                <a:solidFill>
                  <a:schemeClr val="tx1">
                    <a:lumMod val="85000"/>
                    <a:lumOff val="15000"/>
                  </a:schemeClr>
                </a:solidFill>
                <a:latin typeface="微软雅黑" pitchFamily="34" charset="-122"/>
                <a:ea typeface="微软雅黑" pitchFamily="34" charset="-122"/>
              </a:rPr>
              <a:t>单击此处添加文字</a:t>
            </a:r>
          </a:p>
        </p:txBody>
      </p:sp>
      <p:sp>
        <p:nvSpPr>
          <p:cNvPr id="56" name="矩形标注 55"/>
          <p:cNvSpPr/>
          <p:nvPr/>
        </p:nvSpPr>
        <p:spPr>
          <a:xfrm>
            <a:off x="4865218" y="1839508"/>
            <a:ext cx="1434974" cy="58155"/>
          </a:xfrm>
          <a:prstGeom prst="wedgeRectCallout">
            <a:avLst>
              <a:gd name="adj1" fmla="val -23398"/>
              <a:gd name="adj2" fmla="val 403291"/>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82810" tIns="41405" rIns="82810" bIns="41405" rtlCol="0" anchor="ctr"/>
          <a:lstStyle/>
          <a:p>
            <a:pPr algn="ctr"/>
            <a:endParaRPr lang="zh-CN" altLang="en-US">
              <a:solidFill>
                <a:schemeClr val="tx1">
                  <a:lumMod val="85000"/>
                  <a:lumOff val="15000"/>
                </a:schemeClr>
              </a:solidFill>
            </a:endParaRPr>
          </a:p>
        </p:txBody>
      </p:sp>
      <p:sp>
        <p:nvSpPr>
          <p:cNvPr id="57" name="Rectangle 28"/>
          <p:cNvSpPr>
            <a:spLocks noChangeArrowheads="1"/>
          </p:cNvSpPr>
          <p:nvPr/>
        </p:nvSpPr>
        <p:spPr bwMode="auto">
          <a:xfrm>
            <a:off x="4925950" y="1347614"/>
            <a:ext cx="1335665" cy="498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810" tIns="41405" rIns="82810" bIns="41405">
            <a:spAutoFit/>
          </a:bodyPr>
          <a:lstStyle/>
          <a:p>
            <a:pPr>
              <a:lnSpc>
                <a:spcPct val="120000"/>
              </a:lnSpc>
            </a:pPr>
            <a:r>
              <a:rPr lang="zh-CN" altLang="en-US" sz="1100" dirty="0">
                <a:solidFill>
                  <a:schemeClr val="tx1">
                    <a:lumMod val="85000"/>
                    <a:lumOff val="15000"/>
                  </a:schemeClr>
                </a:solidFill>
                <a:latin typeface="微软雅黑" pitchFamily="34" charset="-122"/>
                <a:ea typeface="微软雅黑" pitchFamily="34" charset="-122"/>
              </a:rPr>
              <a:t>单击此处添加文字</a:t>
            </a:r>
          </a:p>
          <a:p>
            <a:pPr>
              <a:lnSpc>
                <a:spcPct val="120000"/>
              </a:lnSpc>
            </a:pPr>
            <a:r>
              <a:rPr lang="zh-CN" altLang="en-US" sz="1100" dirty="0">
                <a:solidFill>
                  <a:schemeClr val="tx1">
                    <a:lumMod val="85000"/>
                    <a:lumOff val="15000"/>
                  </a:schemeClr>
                </a:solidFill>
                <a:latin typeface="微软雅黑" pitchFamily="34" charset="-122"/>
                <a:ea typeface="微软雅黑" pitchFamily="34" charset="-122"/>
              </a:rPr>
              <a:t>单击此处添加文字</a:t>
            </a:r>
          </a:p>
        </p:txBody>
      </p:sp>
      <p:sp>
        <p:nvSpPr>
          <p:cNvPr id="58" name="矩形标注 57"/>
          <p:cNvSpPr/>
          <p:nvPr/>
        </p:nvSpPr>
        <p:spPr>
          <a:xfrm>
            <a:off x="6762284" y="3801954"/>
            <a:ext cx="1338108" cy="41453"/>
          </a:xfrm>
          <a:prstGeom prst="wedgeRectCallout">
            <a:avLst>
              <a:gd name="adj1" fmla="val -17526"/>
              <a:gd name="adj2" fmla="val -509465"/>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82810" tIns="41405" rIns="82810" bIns="41405" rtlCol="0" anchor="ctr"/>
          <a:lstStyle/>
          <a:p>
            <a:pPr algn="ctr"/>
            <a:endParaRPr lang="zh-CN" altLang="en-US">
              <a:solidFill>
                <a:schemeClr val="tx1">
                  <a:lumMod val="85000"/>
                  <a:lumOff val="15000"/>
                </a:schemeClr>
              </a:solidFill>
            </a:endParaRPr>
          </a:p>
        </p:txBody>
      </p:sp>
      <p:sp>
        <p:nvSpPr>
          <p:cNvPr id="59" name="Rectangle 28"/>
          <p:cNvSpPr>
            <a:spLocks noChangeArrowheads="1"/>
          </p:cNvSpPr>
          <p:nvPr/>
        </p:nvSpPr>
        <p:spPr bwMode="auto">
          <a:xfrm>
            <a:off x="6743863" y="3836502"/>
            <a:ext cx="1335665" cy="498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810" tIns="41405" rIns="82810" bIns="41405">
            <a:spAutoFit/>
          </a:bodyPr>
          <a:lstStyle/>
          <a:p>
            <a:pPr>
              <a:lnSpc>
                <a:spcPct val="120000"/>
              </a:lnSpc>
            </a:pPr>
            <a:r>
              <a:rPr lang="zh-CN" altLang="en-US" sz="1100" dirty="0">
                <a:solidFill>
                  <a:schemeClr val="tx1">
                    <a:lumMod val="85000"/>
                    <a:lumOff val="15000"/>
                  </a:schemeClr>
                </a:solidFill>
                <a:latin typeface="微软雅黑" pitchFamily="34" charset="-122"/>
                <a:ea typeface="微软雅黑" pitchFamily="34" charset="-122"/>
              </a:rPr>
              <a:t>单击此处添加文字</a:t>
            </a:r>
          </a:p>
          <a:p>
            <a:pPr>
              <a:lnSpc>
                <a:spcPct val="120000"/>
              </a:lnSpc>
            </a:pPr>
            <a:r>
              <a:rPr lang="zh-CN" altLang="en-US" sz="1100" dirty="0">
                <a:solidFill>
                  <a:schemeClr val="tx1">
                    <a:lumMod val="85000"/>
                    <a:lumOff val="15000"/>
                  </a:schemeClr>
                </a:solidFill>
                <a:latin typeface="微软雅黑" pitchFamily="34" charset="-122"/>
                <a:ea typeface="微软雅黑" pitchFamily="34" charset="-122"/>
              </a:rPr>
              <a:t>单击此处添加文字</a:t>
            </a:r>
          </a:p>
        </p:txBody>
      </p:sp>
      <p:sp>
        <p:nvSpPr>
          <p:cNvPr id="60" name="TextBox 59"/>
          <p:cNvSpPr txBox="1"/>
          <p:nvPr/>
        </p:nvSpPr>
        <p:spPr>
          <a:xfrm>
            <a:off x="355782" y="205624"/>
            <a:ext cx="2236510" cy="400110"/>
          </a:xfrm>
          <a:prstGeom prst="rect">
            <a:avLst/>
          </a:prstGeom>
          <a:noFill/>
        </p:spPr>
        <p:txBody>
          <a:bodyPr wrap="none" rtlCol="0">
            <a:spAutoFit/>
          </a:bodyPr>
          <a:lstStyle/>
          <a:p>
            <a:r>
              <a:rPr lang="zh-CN" altLang="en-US" sz="2000" b="1" dirty="0" smtClean="0">
                <a:solidFill>
                  <a:schemeClr val="accent1"/>
                </a:solidFill>
                <a:latin typeface="微软雅黑" pitchFamily="34" charset="-122"/>
                <a:ea typeface="微软雅黑" pitchFamily="34" charset="-122"/>
              </a:rPr>
              <a:t>点击添加标题文本</a:t>
            </a:r>
            <a:endParaRPr lang="zh-CN" altLang="en-US" sz="2000" b="1" dirty="0">
              <a:solidFill>
                <a:schemeClr val="accent1"/>
              </a:solidFill>
              <a:latin typeface="微软雅黑" pitchFamily="34" charset="-122"/>
              <a:ea typeface="微软雅黑" pitchFamily="34" charset="-122"/>
            </a:endParaRPr>
          </a:p>
        </p:txBody>
      </p:sp>
      <p:sp>
        <p:nvSpPr>
          <p:cNvPr id="61" name="TextBox 60"/>
          <p:cNvSpPr txBox="1"/>
          <p:nvPr/>
        </p:nvSpPr>
        <p:spPr>
          <a:xfrm>
            <a:off x="7682019" y="195037"/>
            <a:ext cx="1138453" cy="461665"/>
          </a:xfrm>
          <a:prstGeom prst="rect">
            <a:avLst/>
          </a:prstGeom>
          <a:noFill/>
        </p:spPr>
        <p:txBody>
          <a:bodyPr wrap="none" rtlCol="0">
            <a:spAutoFit/>
          </a:bodyPr>
          <a:lstStyle/>
          <a:p>
            <a:r>
              <a:rPr lang="en-US" altLang="zh-CN" sz="2400" dirty="0" smtClean="0">
                <a:solidFill>
                  <a:schemeClr val="accent2"/>
                </a:solidFill>
                <a:latin typeface="Eras Bold ITC" panose="020B0907030504020204" pitchFamily="34" charset="0"/>
                <a:ea typeface="微软雅黑" panose="020B0503020204020204" pitchFamily="34" charset="-122"/>
              </a:rPr>
              <a:t>LOGO</a:t>
            </a:r>
            <a:endParaRPr lang="zh-CN" altLang="en-US" sz="2400" dirty="0">
              <a:solidFill>
                <a:schemeClr val="accent2"/>
              </a:solidFill>
              <a:latin typeface="Eras Bold ITC" panose="020B0907030504020204" pitchFamily="34" charset="0"/>
              <a:ea typeface="微软雅黑" panose="020B0503020204020204" pitchFamily="34" charset="-122"/>
            </a:endParaRPr>
          </a:p>
        </p:txBody>
      </p:sp>
    </p:spTree>
    <p:extLst>
      <p:ext uri="{BB962C8B-B14F-4D97-AF65-F5344CB8AC3E}">
        <p14:creationId xmlns:p14="http://schemas.microsoft.com/office/powerpoint/2010/main" val="3127087383"/>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childTnLst>
                          </p:cTn>
                        </p:par>
                        <p:par>
                          <p:cTn id="8" fill="hold">
                            <p:stCondLst>
                              <p:cond delay="500"/>
                            </p:stCondLst>
                            <p:childTnLst>
                              <p:par>
                                <p:cTn id="9" presetID="15" presetClass="entr" presetSubtype="0" fill="hold" nodeType="afterEffect">
                                  <p:stCondLst>
                                    <p:cond delay="0"/>
                                  </p:stCondLst>
                                  <p:childTnLst>
                                    <p:set>
                                      <p:cBhvr>
                                        <p:cTn id="10" dur="1" fill="hold">
                                          <p:stCondLst>
                                            <p:cond delay="0"/>
                                          </p:stCondLst>
                                        </p:cTn>
                                        <p:tgtEl>
                                          <p:spTgt spid="47"/>
                                        </p:tgtEl>
                                        <p:attrNameLst>
                                          <p:attrName>style.visibility</p:attrName>
                                        </p:attrNameLst>
                                      </p:cBhvr>
                                      <p:to>
                                        <p:strVal val="visible"/>
                                      </p:to>
                                    </p:set>
                                    <p:anim calcmode="lin" valueType="num">
                                      <p:cBhvr>
                                        <p:cTn id="11" dur="1000" fill="hold"/>
                                        <p:tgtEl>
                                          <p:spTgt spid="47"/>
                                        </p:tgtEl>
                                        <p:attrNameLst>
                                          <p:attrName>ppt_w</p:attrName>
                                        </p:attrNameLst>
                                      </p:cBhvr>
                                      <p:tavLst>
                                        <p:tav tm="0">
                                          <p:val>
                                            <p:fltVal val="0"/>
                                          </p:val>
                                        </p:tav>
                                        <p:tav tm="100000">
                                          <p:val>
                                            <p:strVal val="#ppt_w"/>
                                          </p:val>
                                        </p:tav>
                                      </p:tavLst>
                                    </p:anim>
                                    <p:anim calcmode="lin" valueType="num">
                                      <p:cBhvr>
                                        <p:cTn id="12" dur="1000" fill="hold"/>
                                        <p:tgtEl>
                                          <p:spTgt spid="47"/>
                                        </p:tgtEl>
                                        <p:attrNameLst>
                                          <p:attrName>ppt_h</p:attrName>
                                        </p:attrNameLst>
                                      </p:cBhvr>
                                      <p:tavLst>
                                        <p:tav tm="0">
                                          <p:val>
                                            <p:fltVal val="0"/>
                                          </p:val>
                                        </p:tav>
                                        <p:tav tm="100000">
                                          <p:val>
                                            <p:strVal val="#ppt_h"/>
                                          </p:val>
                                        </p:tav>
                                      </p:tavLst>
                                    </p:anim>
                                    <p:anim calcmode="lin" valueType="num">
                                      <p:cBhvr>
                                        <p:cTn id="13" dur="1000" fill="hold"/>
                                        <p:tgtEl>
                                          <p:spTgt spid="47"/>
                                        </p:tgtEl>
                                        <p:attrNameLst>
                                          <p:attrName>ppt_x</p:attrName>
                                        </p:attrNameLst>
                                      </p:cBhvr>
                                      <p:tavLst>
                                        <p:tav tm="0" fmla="#ppt_x+(cos(-2*pi*(1-$))*-#ppt_x-sin(-2*pi*(1-$))*(1-#ppt_y))*(1-$)">
                                          <p:val>
                                            <p:fltVal val="0"/>
                                          </p:val>
                                        </p:tav>
                                        <p:tav tm="100000">
                                          <p:val>
                                            <p:fltVal val="1"/>
                                          </p:val>
                                        </p:tav>
                                      </p:tavLst>
                                    </p:anim>
                                    <p:anim calcmode="lin" valueType="num">
                                      <p:cBhvr>
                                        <p:cTn id="14" dur="1000" fill="hold"/>
                                        <p:tgtEl>
                                          <p:spTgt spid="47"/>
                                        </p:tgtEl>
                                        <p:attrNameLst>
                                          <p:attrName>ppt_y</p:attrName>
                                        </p:attrNameLst>
                                      </p:cBhvr>
                                      <p:tavLst>
                                        <p:tav tm="0" fmla="#ppt_y+(sin(-2*pi*(1-$))*-#ppt_x+cos(-2*pi*(1-$))*(1-#ppt_y))*(1-$)">
                                          <p:val>
                                            <p:fltVal val="0"/>
                                          </p:val>
                                        </p:tav>
                                        <p:tav tm="100000">
                                          <p:val>
                                            <p:fltVal val="1"/>
                                          </p:val>
                                        </p:tav>
                                      </p:tavLst>
                                    </p:anim>
                                  </p:childTnLst>
                                </p:cTn>
                              </p:par>
                              <p:par>
                                <p:cTn id="15" presetID="15" presetClass="entr" presetSubtype="0" fill="hold" nodeType="withEffect">
                                  <p:stCondLst>
                                    <p:cond delay="250"/>
                                  </p:stCondLst>
                                  <p:childTnLst>
                                    <p:set>
                                      <p:cBhvr>
                                        <p:cTn id="16" dur="1" fill="hold">
                                          <p:stCondLst>
                                            <p:cond delay="0"/>
                                          </p:stCondLst>
                                        </p:cTn>
                                        <p:tgtEl>
                                          <p:spTgt spid="32"/>
                                        </p:tgtEl>
                                        <p:attrNameLst>
                                          <p:attrName>style.visibility</p:attrName>
                                        </p:attrNameLst>
                                      </p:cBhvr>
                                      <p:to>
                                        <p:strVal val="visible"/>
                                      </p:to>
                                    </p:set>
                                    <p:anim calcmode="lin" valueType="num">
                                      <p:cBhvr>
                                        <p:cTn id="17" dur="1000" fill="hold"/>
                                        <p:tgtEl>
                                          <p:spTgt spid="32"/>
                                        </p:tgtEl>
                                        <p:attrNameLst>
                                          <p:attrName>ppt_w</p:attrName>
                                        </p:attrNameLst>
                                      </p:cBhvr>
                                      <p:tavLst>
                                        <p:tav tm="0">
                                          <p:val>
                                            <p:fltVal val="0"/>
                                          </p:val>
                                        </p:tav>
                                        <p:tav tm="100000">
                                          <p:val>
                                            <p:strVal val="#ppt_w"/>
                                          </p:val>
                                        </p:tav>
                                      </p:tavLst>
                                    </p:anim>
                                    <p:anim calcmode="lin" valueType="num">
                                      <p:cBhvr>
                                        <p:cTn id="18" dur="1000" fill="hold"/>
                                        <p:tgtEl>
                                          <p:spTgt spid="32"/>
                                        </p:tgtEl>
                                        <p:attrNameLst>
                                          <p:attrName>ppt_h</p:attrName>
                                        </p:attrNameLst>
                                      </p:cBhvr>
                                      <p:tavLst>
                                        <p:tav tm="0">
                                          <p:val>
                                            <p:fltVal val="0"/>
                                          </p:val>
                                        </p:tav>
                                        <p:tav tm="100000">
                                          <p:val>
                                            <p:strVal val="#ppt_h"/>
                                          </p:val>
                                        </p:tav>
                                      </p:tavLst>
                                    </p:anim>
                                    <p:anim calcmode="lin" valueType="num">
                                      <p:cBhvr>
                                        <p:cTn id="19" dur="1000" fill="hold"/>
                                        <p:tgtEl>
                                          <p:spTgt spid="32"/>
                                        </p:tgtEl>
                                        <p:attrNameLst>
                                          <p:attrName>ppt_x</p:attrName>
                                        </p:attrNameLst>
                                      </p:cBhvr>
                                      <p:tavLst>
                                        <p:tav tm="0" fmla="#ppt_x+(cos(-2*pi*(1-$))*-#ppt_x-sin(-2*pi*(1-$))*(1-#ppt_y))*(1-$)">
                                          <p:val>
                                            <p:fltVal val="0"/>
                                          </p:val>
                                        </p:tav>
                                        <p:tav tm="100000">
                                          <p:val>
                                            <p:fltVal val="1"/>
                                          </p:val>
                                        </p:tav>
                                      </p:tavLst>
                                    </p:anim>
                                    <p:anim calcmode="lin" valueType="num">
                                      <p:cBhvr>
                                        <p:cTn id="20" dur="1000" fill="hold"/>
                                        <p:tgtEl>
                                          <p:spTgt spid="32"/>
                                        </p:tgtEl>
                                        <p:attrNameLst>
                                          <p:attrName>ppt_y</p:attrName>
                                        </p:attrNameLst>
                                      </p:cBhvr>
                                      <p:tavLst>
                                        <p:tav tm="0" fmla="#ppt_y+(sin(-2*pi*(1-$))*-#ppt_x+cos(-2*pi*(1-$))*(1-#ppt_y))*(1-$)">
                                          <p:val>
                                            <p:fltVal val="0"/>
                                          </p:val>
                                        </p:tav>
                                        <p:tav tm="100000">
                                          <p:val>
                                            <p:fltVal val="1"/>
                                          </p:val>
                                        </p:tav>
                                      </p:tavLst>
                                    </p:anim>
                                  </p:childTnLst>
                                </p:cTn>
                              </p:par>
                              <p:par>
                                <p:cTn id="21" presetID="15" presetClass="entr" presetSubtype="0" fill="hold" nodeType="withEffect">
                                  <p:stCondLst>
                                    <p:cond delay="500"/>
                                  </p:stCondLst>
                                  <p:childTnLst>
                                    <p:set>
                                      <p:cBhvr>
                                        <p:cTn id="22" dur="1" fill="hold">
                                          <p:stCondLst>
                                            <p:cond delay="0"/>
                                          </p:stCondLst>
                                        </p:cTn>
                                        <p:tgtEl>
                                          <p:spTgt spid="37"/>
                                        </p:tgtEl>
                                        <p:attrNameLst>
                                          <p:attrName>style.visibility</p:attrName>
                                        </p:attrNameLst>
                                      </p:cBhvr>
                                      <p:to>
                                        <p:strVal val="visible"/>
                                      </p:to>
                                    </p:set>
                                    <p:anim calcmode="lin" valueType="num">
                                      <p:cBhvr>
                                        <p:cTn id="23" dur="1000" fill="hold"/>
                                        <p:tgtEl>
                                          <p:spTgt spid="37"/>
                                        </p:tgtEl>
                                        <p:attrNameLst>
                                          <p:attrName>ppt_w</p:attrName>
                                        </p:attrNameLst>
                                      </p:cBhvr>
                                      <p:tavLst>
                                        <p:tav tm="0">
                                          <p:val>
                                            <p:fltVal val="0"/>
                                          </p:val>
                                        </p:tav>
                                        <p:tav tm="100000">
                                          <p:val>
                                            <p:strVal val="#ppt_w"/>
                                          </p:val>
                                        </p:tav>
                                      </p:tavLst>
                                    </p:anim>
                                    <p:anim calcmode="lin" valueType="num">
                                      <p:cBhvr>
                                        <p:cTn id="24" dur="1000" fill="hold"/>
                                        <p:tgtEl>
                                          <p:spTgt spid="37"/>
                                        </p:tgtEl>
                                        <p:attrNameLst>
                                          <p:attrName>ppt_h</p:attrName>
                                        </p:attrNameLst>
                                      </p:cBhvr>
                                      <p:tavLst>
                                        <p:tav tm="0">
                                          <p:val>
                                            <p:fltVal val="0"/>
                                          </p:val>
                                        </p:tav>
                                        <p:tav tm="100000">
                                          <p:val>
                                            <p:strVal val="#ppt_h"/>
                                          </p:val>
                                        </p:tav>
                                      </p:tavLst>
                                    </p:anim>
                                    <p:anim calcmode="lin" valueType="num">
                                      <p:cBhvr>
                                        <p:cTn id="25" dur="1000" fill="hold"/>
                                        <p:tgtEl>
                                          <p:spTgt spid="37"/>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37"/>
                                        </p:tgtEl>
                                        <p:attrNameLst>
                                          <p:attrName>ppt_y</p:attrName>
                                        </p:attrNameLst>
                                      </p:cBhvr>
                                      <p:tavLst>
                                        <p:tav tm="0" fmla="#ppt_y+(sin(-2*pi*(1-$))*-#ppt_x+cos(-2*pi*(1-$))*(1-#ppt_y))*(1-$)">
                                          <p:val>
                                            <p:fltVal val="0"/>
                                          </p:val>
                                        </p:tav>
                                        <p:tav tm="100000">
                                          <p:val>
                                            <p:fltVal val="1"/>
                                          </p:val>
                                        </p:tav>
                                      </p:tavLst>
                                    </p:anim>
                                  </p:childTnLst>
                                </p:cTn>
                              </p:par>
                              <p:par>
                                <p:cTn id="27" presetID="15" presetClass="entr" presetSubtype="0" fill="hold" nodeType="withEffect">
                                  <p:stCondLst>
                                    <p:cond delay="750"/>
                                  </p:stCondLst>
                                  <p:childTnLst>
                                    <p:set>
                                      <p:cBhvr>
                                        <p:cTn id="28" dur="1" fill="hold">
                                          <p:stCondLst>
                                            <p:cond delay="0"/>
                                          </p:stCondLst>
                                        </p:cTn>
                                        <p:tgtEl>
                                          <p:spTgt spid="42"/>
                                        </p:tgtEl>
                                        <p:attrNameLst>
                                          <p:attrName>style.visibility</p:attrName>
                                        </p:attrNameLst>
                                      </p:cBhvr>
                                      <p:to>
                                        <p:strVal val="visible"/>
                                      </p:to>
                                    </p:set>
                                    <p:anim calcmode="lin" valueType="num">
                                      <p:cBhvr>
                                        <p:cTn id="29" dur="1000" fill="hold"/>
                                        <p:tgtEl>
                                          <p:spTgt spid="42"/>
                                        </p:tgtEl>
                                        <p:attrNameLst>
                                          <p:attrName>ppt_w</p:attrName>
                                        </p:attrNameLst>
                                      </p:cBhvr>
                                      <p:tavLst>
                                        <p:tav tm="0">
                                          <p:val>
                                            <p:fltVal val="0"/>
                                          </p:val>
                                        </p:tav>
                                        <p:tav tm="100000">
                                          <p:val>
                                            <p:strVal val="#ppt_w"/>
                                          </p:val>
                                        </p:tav>
                                      </p:tavLst>
                                    </p:anim>
                                    <p:anim calcmode="lin" valueType="num">
                                      <p:cBhvr>
                                        <p:cTn id="30" dur="1000" fill="hold"/>
                                        <p:tgtEl>
                                          <p:spTgt spid="42"/>
                                        </p:tgtEl>
                                        <p:attrNameLst>
                                          <p:attrName>ppt_h</p:attrName>
                                        </p:attrNameLst>
                                      </p:cBhvr>
                                      <p:tavLst>
                                        <p:tav tm="0">
                                          <p:val>
                                            <p:fltVal val="0"/>
                                          </p:val>
                                        </p:tav>
                                        <p:tav tm="100000">
                                          <p:val>
                                            <p:strVal val="#ppt_h"/>
                                          </p:val>
                                        </p:tav>
                                      </p:tavLst>
                                    </p:anim>
                                    <p:anim calcmode="lin" valueType="num">
                                      <p:cBhvr>
                                        <p:cTn id="31" dur="1000" fill="hold"/>
                                        <p:tgtEl>
                                          <p:spTgt spid="42"/>
                                        </p:tgtEl>
                                        <p:attrNameLst>
                                          <p:attrName>ppt_x</p:attrName>
                                        </p:attrNameLst>
                                      </p:cBhvr>
                                      <p:tavLst>
                                        <p:tav tm="0" fmla="#ppt_x+(cos(-2*pi*(1-$))*-#ppt_x-sin(-2*pi*(1-$))*(1-#ppt_y))*(1-$)">
                                          <p:val>
                                            <p:fltVal val="0"/>
                                          </p:val>
                                        </p:tav>
                                        <p:tav tm="100000">
                                          <p:val>
                                            <p:fltVal val="1"/>
                                          </p:val>
                                        </p:tav>
                                      </p:tavLst>
                                    </p:anim>
                                    <p:anim calcmode="lin" valueType="num">
                                      <p:cBhvr>
                                        <p:cTn id="32" dur="1000" fill="hold"/>
                                        <p:tgtEl>
                                          <p:spTgt spid="42"/>
                                        </p:tgtEl>
                                        <p:attrNameLst>
                                          <p:attrName>ppt_y</p:attrName>
                                        </p:attrNameLst>
                                      </p:cBhvr>
                                      <p:tavLst>
                                        <p:tav tm="0" fmla="#ppt_y+(sin(-2*pi*(1-$))*-#ppt_x+cos(-2*pi*(1-$))*(1-#ppt_y))*(1-$)">
                                          <p:val>
                                            <p:fltVal val="0"/>
                                          </p:val>
                                        </p:tav>
                                        <p:tav tm="100000">
                                          <p:val>
                                            <p:fltVal val="1"/>
                                          </p:val>
                                        </p:tav>
                                      </p:tavLst>
                                    </p:anim>
                                  </p:childTnLst>
                                </p:cTn>
                              </p:par>
                            </p:childTnLst>
                          </p:cTn>
                        </p:par>
                        <p:par>
                          <p:cTn id="33" fill="hold">
                            <p:stCondLst>
                              <p:cond delay="2250"/>
                            </p:stCondLst>
                            <p:childTnLst>
                              <p:par>
                                <p:cTn id="34" presetID="2" presetClass="entr" presetSubtype="1" fill="hold" grpId="0" nodeType="afterEffect">
                                  <p:stCondLst>
                                    <p:cond delay="0"/>
                                  </p:stCondLst>
                                  <p:childTnLst>
                                    <p:set>
                                      <p:cBhvr>
                                        <p:cTn id="35" dur="1" fill="hold">
                                          <p:stCondLst>
                                            <p:cond delay="0"/>
                                          </p:stCondLst>
                                        </p:cTn>
                                        <p:tgtEl>
                                          <p:spTgt spid="53"/>
                                        </p:tgtEl>
                                        <p:attrNameLst>
                                          <p:attrName>style.visibility</p:attrName>
                                        </p:attrNameLst>
                                      </p:cBhvr>
                                      <p:to>
                                        <p:strVal val="visible"/>
                                      </p:to>
                                    </p:set>
                                    <p:anim calcmode="lin" valueType="num">
                                      <p:cBhvr additive="base">
                                        <p:cTn id="36" dur="500" fill="hold"/>
                                        <p:tgtEl>
                                          <p:spTgt spid="53"/>
                                        </p:tgtEl>
                                        <p:attrNameLst>
                                          <p:attrName>ppt_x</p:attrName>
                                        </p:attrNameLst>
                                      </p:cBhvr>
                                      <p:tavLst>
                                        <p:tav tm="0">
                                          <p:val>
                                            <p:strVal val="#ppt_x"/>
                                          </p:val>
                                        </p:tav>
                                        <p:tav tm="100000">
                                          <p:val>
                                            <p:strVal val="#ppt_x"/>
                                          </p:val>
                                        </p:tav>
                                      </p:tavLst>
                                    </p:anim>
                                    <p:anim calcmode="lin" valueType="num">
                                      <p:cBhvr additive="base">
                                        <p:cTn id="37" dur="500" fill="hold"/>
                                        <p:tgtEl>
                                          <p:spTgt spid="53"/>
                                        </p:tgtEl>
                                        <p:attrNameLst>
                                          <p:attrName>ppt_y</p:attrName>
                                        </p:attrNameLst>
                                      </p:cBhvr>
                                      <p:tavLst>
                                        <p:tav tm="0">
                                          <p:val>
                                            <p:strVal val="0-#ppt_h/2"/>
                                          </p:val>
                                        </p:tav>
                                        <p:tav tm="100000">
                                          <p:val>
                                            <p:strVal val="#ppt_y"/>
                                          </p:val>
                                        </p:tav>
                                      </p:tavLst>
                                    </p:anim>
                                  </p:childTnLst>
                                </p:cTn>
                              </p:par>
                            </p:childTnLst>
                          </p:cTn>
                        </p:par>
                        <p:par>
                          <p:cTn id="38" fill="hold">
                            <p:stCondLst>
                              <p:cond delay="2750"/>
                            </p:stCondLst>
                            <p:childTnLst>
                              <p:par>
                                <p:cTn id="39" presetID="32" presetClass="emph" presetSubtype="0" fill="hold" grpId="1" nodeType="afterEffect">
                                  <p:stCondLst>
                                    <p:cond delay="0"/>
                                  </p:stCondLst>
                                  <p:childTnLst>
                                    <p:animRot by="120000">
                                      <p:cBhvr>
                                        <p:cTn id="40" dur="50" fill="hold">
                                          <p:stCondLst>
                                            <p:cond delay="0"/>
                                          </p:stCondLst>
                                        </p:cTn>
                                        <p:tgtEl>
                                          <p:spTgt spid="53"/>
                                        </p:tgtEl>
                                        <p:attrNameLst>
                                          <p:attrName>r</p:attrName>
                                        </p:attrNameLst>
                                      </p:cBhvr>
                                    </p:animRot>
                                    <p:animRot by="-240000">
                                      <p:cBhvr>
                                        <p:cTn id="41" dur="100" fill="hold">
                                          <p:stCondLst>
                                            <p:cond delay="100"/>
                                          </p:stCondLst>
                                        </p:cTn>
                                        <p:tgtEl>
                                          <p:spTgt spid="53"/>
                                        </p:tgtEl>
                                        <p:attrNameLst>
                                          <p:attrName>r</p:attrName>
                                        </p:attrNameLst>
                                      </p:cBhvr>
                                    </p:animRot>
                                    <p:animRot by="240000">
                                      <p:cBhvr>
                                        <p:cTn id="42" dur="100" fill="hold">
                                          <p:stCondLst>
                                            <p:cond delay="200"/>
                                          </p:stCondLst>
                                        </p:cTn>
                                        <p:tgtEl>
                                          <p:spTgt spid="53"/>
                                        </p:tgtEl>
                                        <p:attrNameLst>
                                          <p:attrName>r</p:attrName>
                                        </p:attrNameLst>
                                      </p:cBhvr>
                                    </p:animRot>
                                    <p:animRot by="-240000">
                                      <p:cBhvr>
                                        <p:cTn id="43" dur="100" fill="hold">
                                          <p:stCondLst>
                                            <p:cond delay="300"/>
                                          </p:stCondLst>
                                        </p:cTn>
                                        <p:tgtEl>
                                          <p:spTgt spid="53"/>
                                        </p:tgtEl>
                                        <p:attrNameLst>
                                          <p:attrName>r</p:attrName>
                                        </p:attrNameLst>
                                      </p:cBhvr>
                                    </p:animRot>
                                    <p:animRot by="120000">
                                      <p:cBhvr>
                                        <p:cTn id="44" dur="100" fill="hold">
                                          <p:stCondLst>
                                            <p:cond delay="400"/>
                                          </p:stCondLst>
                                        </p:cTn>
                                        <p:tgtEl>
                                          <p:spTgt spid="53"/>
                                        </p:tgtEl>
                                        <p:attrNameLst>
                                          <p:attrName>r</p:attrName>
                                        </p:attrNameLst>
                                      </p:cBhvr>
                                    </p:animRot>
                                  </p:childTnLst>
                                </p:cTn>
                              </p:par>
                            </p:childTnLst>
                          </p:cTn>
                        </p:par>
                        <p:par>
                          <p:cTn id="45" fill="hold">
                            <p:stCondLst>
                              <p:cond delay="3250"/>
                            </p:stCondLst>
                            <p:childTnLst>
                              <p:par>
                                <p:cTn id="46" presetID="18" presetClass="entr" presetSubtype="9" fill="hold" grpId="0" nodeType="afterEffect">
                                  <p:stCondLst>
                                    <p:cond delay="0"/>
                                  </p:stCondLst>
                                  <p:childTnLst>
                                    <p:set>
                                      <p:cBhvr>
                                        <p:cTn id="47" dur="1" fill="hold">
                                          <p:stCondLst>
                                            <p:cond delay="0"/>
                                          </p:stCondLst>
                                        </p:cTn>
                                        <p:tgtEl>
                                          <p:spTgt spid="55"/>
                                        </p:tgtEl>
                                        <p:attrNameLst>
                                          <p:attrName>style.visibility</p:attrName>
                                        </p:attrNameLst>
                                      </p:cBhvr>
                                      <p:to>
                                        <p:strVal val="visible"/>
                                      </p:to>
                                    </p:set>
                                    <p:animEffect transition="in" filter="strips(upLeft)">
                                      <p:cBhvr>
                                        <p:cTn id="48" dur="500"/>
                                        <p:tgtEl>
                                          <p:spTgt spid="55"/>
                                        </p:tgtEl>
                                      </p:cBhvr>
                                    </p:animEffect>
                                  </p:childTnLst>
                                </p:cTn>
                              </p:par>
                            </p:childTnLst>
                          </p:cTn>
                        </p:par>
                        <p:par>
                          <p:cTn id="49" fill="hold">
                            <p:stCondLst>
                              <p:cond delay="3750"/>
                            </p:stCondLst>
                            <p:childTnLst>
                              <p:par>
                                <p:cTn id="50" presetID="2" presetClass="entr" presetSubtype="4" fill="hold" grpId="0" nodeType="afterEffect">
                                  <p:stCondLst>
                                    <p:cond delay="0"/>
                                  </p:stCondLst>
                                  <p:childTnLst>
                                    <p:set>
                                      <p:cBhvr>
                                        <p:cTn id="51" dur="1" fill="hold">
                                          <p:stCondLst>
                                            <p:cond delay="0"/>
                                          </p:stCondLst>
                                        </p:cTn>
                                        <p:tgtEl>
                                          <p:spTgt spid="52"/>
                                        </p:tgtEl>
                                        <p:attrNameLst>
                                          <p:attrName>style.visibility</p:attrName>
                                        </p:attrNameLst>
                                      </p:cBhvr>
                                      <p:to>
                                        <p:strVal val="visible"/>
                                      </p:to>
                                    </p:set>
                                    <p:anim calcmode="lin" valueType="num">
                                      <p:cBhvr additive="base">
                                        <p:cTn id="52" dur="500" fill="hold"/>
                                        <p:tgtEl>
                                          <p:spTgt spid="52"/>
                                        </p:tgtEl>
                                        <p:attrNameLst>
                                          <p:attrName>ppt_x</p:attrName>
                                        </p:attrNameLst>
                                      </p:cBhvr>
                                      <p:tavLst>
                                        <p:tav tm="0">
                                          <p:val>
                                            <p:strVal val="#ppt_x"/>
                                          </p:val>
                                        </p:tav>
                                        <p:tav tm="100000">
                                          <p:val>
                                            <p:strVal val="#ppt_x"/>
                                          </p:val>
                                        </p:tav>
                                      </p:tavLst>
                                    </p:anim>
                                    <p:anim calcmode="lin" valueType="num">
                                      <p:cBhvr additive="base">
                                        <p:cTn id="53" dur="500" fill="hold"/>
                                        <p:tgtEl>
                                          <p:spTgt spid="52"/>
                                        </p:tgtEl>
                                        <p:attrNameLst>
                                          <p:attrName>ppt_y</p:attrName>
                                        </p:attrNameLst>
                                      </p:cBhvr>
                                      <p:tavLst>
                                        <p:tav tm="0">
                                          <p:val>
                                            <p:strVal val="1+#ppt_h/2"/>
                                          </p:val>
                                        </p:tav>
                                        <p:tav tm="100000">
                                          <p:val>
                                            <p:strVal val="#ppt_y"/>
                                          </p:val>
                                        </p:tav>
                                      </p:tavLst>
                                    </p:anim>
                                  </p:childTnLst>
                                </p:cTn>
                              </p:par>
                            </p:childTnLst>
                          </p:cTn>
                        </p:par>
                        <p:par>
                          <p:cTn id="54" fill="hold">
                            <p:stCondLst>
                              <p:cond delay="4250"/>
                            </p:stCondLst>
                            <p:childTnLst>
                              <p:par>
                                <p:cTn id="55" presetID="32" presetClass="emph" presetSubtype="0" fill="hold" grpId="1" nodeType="afterEffect">
                                  <p:stCondLst>
                                    <p:cond delay="0"/>
                                  </p:stCondLst>
                                  <p:childTnLst>
                                    <p:animRot by="120000">
                                      <p:cBhvr>
                                        <p:cTn id="56" dur="50" fill="hold">
                                          <p:stCondLst>
                                            <p:cond delay="0"/>
                                          </p:stCondLst>
                                        </p:cTn>
                                        <p:tgtEl>
                                          <p:spTgt spid="52"/>
                                        </p:tgtEl>
                                        <p:attrNameLst>
                                          <p:attrName>r</p:attrName>
                                        </p:attrNameLst>
                                      </p:cBhvr>
                                    </p:animRot>
                                    <p:animRot by="-240000">
                                      <p:cBhvr>
                                        <p:cTn id="57" dur="100" fill="hold">
                                          <p:stCondLst>
                                            <p:cond delay="100"/>
                                          </p:stCondLst>
                                        </p:cTn>
                                        <p:tgtEl>
                                          <p:spTgt spid="52"/>
                                        </p:tgtEl>
                                        <p:attrNameLst>
                                          <p:attrName>r</p:attrName>
                                        </p:attrNameLst>
                                      </p:cBhvr>
                                    </p:animRot>
                                    <p:animRot by="240000">
                                      <p:cBhvr>
                                        <p:cTn id="58" dur="100" fill="hold">
                                          <p:stCondLst>
                                            <p:cond delay="200"/>
                                          </p:stCondLst>
                                        </p:cTn>
                                        <p:tgtEl>
                                          <p:spTgt spid="52"/>
                                        </p:tgtEl>
                                        <p:attrNameLst>
                                          <p:attrName>r</p:attrName>
                                        </p:attrNameLst>
                                      </p:cBhvr>
                                    </p:animRot>
                                    <p:animRot by="-240000">
                                      <p:cBhvr>
                                        <p:cTn id="59" dur="100" fill="hold">
                                          <p:stCondLst>
                                            <p:cond delay="300"/>
                                          </p:stCondLst>
                                        </p:cTn>
                                        <p:tgtEl>
                                          <p:spTgt spid="52"/>
                                        </p:tgtEl>
                                        <p:attrNameLst>
                                          <p:attrName>r</p:attrName>
                                        </p:attrNameLst>
                                      </p:cBhvr>
                                    </p:animRot>
                                    <p:animRot by="120000">
                                      <p:cBhvr>
                                        <p:cTn id="60" dur="100" fill="hold">
                                          <p:stCondLst>
                                            <p:cond delay="400"/>
                                          </p:stCondLst>
                                        </p:cTn>
                                        <p:tgtEl>
                                          <p:spTgt spid="52"/>
                                        </p:tgtEl>
                                        <p:attrNameLst>
                                          <p:attrName>r</p:attrName>
                                        </p:attrNameLst>
                                      </p:cBhvr>
                                    </p:animRot>
                                  </p:childTnLst>
                                </p:cTn>
                              </p:par>
                            </p:childTnLst>
                          </p:cTn>
                        </p:par>
                        <p:par>
                          <p:cTn id="61" fill="hold">
                            <p:stCondLst>
                              <p:cond delay="4750"/>
                            </p:stCondLst>
                            <p:childTnLst>
                              <p:par>
                                <p:cTn id="62" presetID="18" presetClass="entr" presetSubtype="9" fill="hold" grpId="0" nodeType="afterEffect">
                                  <p:stCondLst>
                                    <p:cond delay="0"/>
                                  </p:stCondLst>
                                  <p:childTnLst>
                                    <p:set>
                                      <p:cBhvr>
                                        <p:cTn id="63" dur="1" fill="hold">
                                          <p:stCondLst>
                                            <p:cond delay="0"/>
                                          </p:stCondLst>
                                        </p:cTn>
                                        <p:tgtEl>
                                          <p:spTgt spid="54"/>
                                        </p:tgtEl>
                                        <p:attrNameLst>
                                          <p:attrName>style.visibility</p:attrName>
                                        </p:attrNameLst>
                                      </p:cBhvr>
                                      <p:to>
                                        <p:strVal val="visible"/>
                                      </p:to>
                                    </p:set>
                                    <p:animEffect transition="in" filter="strips(upLeft)">
                                      <p:cBhvr>
                                        <p:cTn id="64" dur="500"/>
                                        <p:tgtEl>
                                          <p:spTgt spid="54"/>
                                        </p:tgtEl>
                                      </p:cBhvr>
                                    </p:animEffect>
                                  </p:childTnLst>
                                </p:cTn>
                              </p:par>
                            </p:childTnLst>
                          </p:cTn>
                        </p:par>
                        <p:par>
                          <p:cTn id="65" fill="hold">
                            <p:stCondLst>
                              <p:cond delay="5250"/>
                            </p:stCondLst>
                            <p:childTnLst>
                              <p:par>
                                <p:cTn id="66" presetID="2" presetClass="entr" presetSubtype="1" fill="hold" grpId="0" nodeType="afterEffect">
                                  <p:stCondLst>
                                    <p:cond delay="0"/>
                                  </p:stCondLst>
                                  <p:childTnLst>
                                    <p:set>
                                      <p:cBhvr>
                                        <p:cTn id="67" dur="1" fill="hold">
                                          <p:stCondLst>
                                            <p:cond delay="0"/>
                                          </p:stCondLst>
                                        </p:cTn>
                                        <p:tgtEl>
                                          <p:spTgt spid="56"/>
                                        </p:tgtEl>
                                        <p:attrNameLst>
                                          <p:attrName>style.visibility</p:attrName>
                                        </p:attrNameLst>
                                      </p:cBhvr>
                                      <p:to>
                                        <p:strVal val="visible"/>
                                      </p:to>
                                    </p:set>
                                    <p:anim calcmode="lin" valueType="num">
                                      <p:cBhvr additive="base">
                                        <p:cTn id="68" dur="500" fill="hold"/>
                                        <p:tgtEl>
                                          <p:spTgt spid="56"/>
                                        </p:tgtEl>
                                        <p:attrNameLst>
                                          <p:attrName>ppt_x</p:attrName>
                                        </p:attrNameLst>
                                      </p:cBhvr>
                                      <p:tavLst>
                                        <p:tav tm="0">
                                          <p:val>
                                            <p:strVal val="#ppt_x"/>
                                          </p:val>
                                        </p:tav>
                                        <p:tav tm="100000">
                                          <p:val>
                                            <p:strVal val="#ppt_x"/>
                                          </p:val>
                                        </p:tav>
                                      </p:tavLst>
                                    </p:anim>
                                    <p:anim calcmode="lin" valueType="num">
                                      <p:cBhvr additive="base">
                                        <p:cTn id="69" dur="500" fill="hold"/>
                                        <p:tgtEl>
                                          <p:spTgt spid="56"/>
                                        </p:tgtEl>
                                        <p:attrNameLst>
                                          <p:attrName>ppt_y</p:attrName>
                                        </p:attrNameLst>
                                      </p:cBhvr>
                                      <p:tavLst>
                                        <p:tav tm="0">
                                          <p:val>
                                            <p:strVal val="0-#ppt_h/2"/>
                                          </p:val>
                                        </p:tav>
                                        <p:tav tm="100000">
                                          <p:val>
                                            <p:strVal val="#ppt_y"/>
                                          </p:val>
                                        </p:tav>
                                      </p:tavLst>
                                    </p:anim>
                                  </p:childTnLst>
                                </p:cTn>
                              </p:par>
                            </p:childTnLst>
                          </p:cTn>
                        </p:par>
                        <p:par>
                          <p:cTn id="70" fill="hold">
                            <p:stCondLst>
                              <p:cond delay="5750"/>
                            </p:stCondLst>
                            <p:childTnLst>
                              <p:par>
                                <p:cTn id="71" presetID="32" presetClass="emph" presetSubtype="0" fill="hold" grpId="1" nodeType="afterEffect">
                                  <p:stCondLst>
                                    <p:cond delay="0"/>
                                  </p:stCondLst>
                                  <p:childTnLst>
                                    <p:animRot by="120000">
                                      <p:cBhvr>
                                        <p:cTn id="72" dur="50" fill="hold">
                                          <p:stCondLst>
                                            <p:cond delay="0"/>
                                          </p:stCondLst>
                                        </p:cTn>
                                        <p:tgtEl>
                                          <p:spTgt spid="56"/>
                                        </p:tgtEl>
                                        <p:attrNameLst>
                                          <p:attrName>r</p:attrName>
                                        </p:attrNameLst>
                                      </p:cBhvr>
                                    </p:animRot>
                                    <p:animRot by="-240000">
                                      <p:cBhvr>
                                        <p:cTn id="73" dur="100" fill="hold">
                                          <p:stCondLst>
                                            <p:cond delay="100"/>
                                          </p:stCondLst>
                                        </p:cTn>
                                        <p:tgtEl>
                                          <p:spTgt spid="56"/>
                                        </p:tgtEl>
                                        <p:attrNameLst>
                                          <p:attrName>r</p:attrName>
                                        </p:attrNameLst>
                                      </p:cBhvr>
                                    </p:animRot>
                                    <p:animRot by="240000">
                                      <p:cBhvr>
                                        <p:cTn id="74" dur="100" fill="hold">
                                          <p:stCondLst>
                                            <p:cond delay="200"/>
                                          </p:stCondLst>
                                        </p:cTn>
                                        <p:tgtEl>
                                          <p:spTgt spid="56"/>
                                        </p:tgtEl>
                                        <p:attrNameLst>
                                          <p:attrName>r</p:attrName>
                                        </p:attrNameLst>
                                      </p:cBhvr>
                                    </p:animRot>
                                    <p:animRot by="-240000">
                                      <p:cBhvr>
                                        <p:cTn id="75" dur="100" fill="hold">
                                          <p:stCondLst>
                                            <p:cond delay="300"/>
                                          </p:stCondLst>
                                        </p:cTn>
                                        <p:tgtEl>
                                          <p:spTgt spid="56"/>
                                        </p:tgtEl>
                                        <p:attrNameLst>
                                          <p:attrName>r</p:attrName>
                                        </p:attrNameLst>
                                      </p:cBhvr>
                                    </p:animRot>
                                    <p:animRot by="120000">
                                      <p:cBhvr>
                                        <p:cTn id="76" dur="100" fill="hold">
                                          <p:stCondLst>
                                            <p:cond delay="400"/>
                                          </p:stCondLst>
                                        </p:cTn>
                                        <p:tgtEl>
                                          <p:spTgt spid="56"/>
                                        </p:tgtEl>
                                        <p:attrNameLst>
                                          <p:attrName>r</p:attrName>
                                        </p:attrNameLst>
                                      </p:cBhvr>
                                    </p:animRot>
                                  </p:childTnLst>
                                </p:cTn>
                              </p:par>
                            </p:childTnLst>
                          </p:cTn>
                        </p:par>
                        <p:par>
                          <p:cTn id="77" fill="hold">
                            <p:stCondLst>
                              <p:cond delay="6250"/>
                            </p:stCondLst>
                            <p:childTnLst>
                              <p:par>
                                <p:cTn id="78" presetID="18" presetClass="entr" presetSubtype="9" fill="hold" grpId="0" nodeType="afterEffect">
                                  <p:stCondLst>
                                    <p:cond delay="0"/>
                                  </p:stCondLst>
                                  <p:childTnLst>
                                    <p:set>
                                      <p:cBhvr>
                                        <p:cTn id="79" dur="1" fill="hold">
                                          <p:stCondLst>
                                            <p:cond delay="0"/>
                                          </p:stCondLst>
                                        </p:cTn>
                                        <p:tgtEl>
                                          <p:spTgt spid="57"/>
                                        </p:tgtEl>
                                        <p:attrNameLst>
                                          <p:attrName>style.visibility</p:attrName>
                                        </p:attrNameLst>
                                      </p:cBhvr>
                                      <p:to>
                                        <p:strVal val="visible"/>
                                      </p:to>
                                    </p:set>
                                    <p:animEffect transition="in" filter="strips(upLeft)">
                                      <p:cBhvr>
                                        <p:cTn id="80" dur="500"/>
                                        <p:tgtEl>
                                          <p:spTgt spid="57"/>
                                        </p:tgtEl>
                                      </p:cBhvr>
                                    </p:animEffect>
                                  </p:childTnLst>
                                </p:cTn>
                              </p:par>
                            </p:childTnLst>
                          </p:cTn>
                        </p:par>
                        <p:par>
                          <p:cTn id="81" fill="hold">
                            <p:stCondLst>
                              <p:cond delay="6750"/>
                            </p:stCondLst>
                            <p:childTnLst>
                              <p:par>
                                <p:cTn id="82" presetID="2" presetClass="entr" presetSubtype="4" fill="hold" grpId="0" nodeType="afterEffect">
                                  <p:stCondLst>
                                    <p:cond delay="0"/>
                                  </p:stCondLst>
                                  <p:childTnLst>
                                    <p:set>
                                      <p:cBhvr>
                                        <p:cTn id="83" dur="1" fill="hold">
                                          <p:stCondLst>
                                            <p:cond delay="0"/>
                                          </p:stCondLst>
                                        </p:cTn>
                                        <p:tgtEl>
                                          <p:spTgt spid="58"/>
                                        </p:tgtEl>
                                        <p:attrNameLst>
                                          <p:attrName>style.visibility</p:attrName>
                                        </p:attrNameLst>
                                      </p:cBhvr>
                                      <p:to>
                                        <p:strVal val="visible"/>
                                      </p:to>
                                    </p:set>
                                    <p:anim calcmode="lin" valueType="num">
                                      <p:cBhvr additive="base">
                                        <p:cTn id="84" dur="500" fill="hold"/>
                                        <p:tgtEl>
                                          <p:spTgt spid="58"/>
                                        </p:tgtEl>
                                        <p:attrNameLst>
                                          <p:attrName>ppt_x</p:attrName>
                                        </p:attrNameLst>
                                      </p:cBhvr>
                                      <p:tavLst>
                                        <p:tav tm="0">
                                          <p:val>
                                            <p:strVal val="#ppt_x"/>
                                          </p:val>
                                        </p:tav>
                                        <p:tav tm="100000">
                                          <p:val>
                                            <p:strVal val="#ppt_x"/>
                                          </p:val>
                                        </p:tav>
                                      </p:tavLst>
                                    </p:anim>
                                    <p:anim calcmode="lin" valueType="num">
                                      <p:cBhvr additive="base">
                                        <p:cTn id="85" dur="500" fill="hold"/>
                                        <p:tgtEl>
                                          <p:spTgt spid="58"/>
                                        </p:tgtEl>
                                        <p:attrNameLst>
                                          <p:attrName>ppt_y</p:attrName>
                                        </p:attrNameLst>
                                      </p:cBhvr>
                                      <p:tavLst>
                                        <p:tav tm="0">
                                          <p:val>
                                            <p:strVal val="1+#ppt_h/2"/>
                                          </p:val>
                                        </p:tav>
                                        <p:tav tm="100000">
                                          <p:val>
                                            <p:strVal val="#ppt_y"/>
                                          </p:val>
                                        </p:tav>
                                      </p:tavLst>
                                    </p:anim>
                                  </p:childTnLst>
                                </p:cTn>
                              </p:par>
                            </p:childTnLst>
                          </p:cTn>
                        </p:par>
                        <p:par>
                          <p:cTn id="86" fill="hold">
                            <p:stCondLst>
                              <p:cond delay="7250"/>
                            </p:stCondLst>
                            <p:childTnLst>
                              <p:par>
                                <p:cTn id="87" presetID="32" presetClass="emph" presetSubtype="0" fill="hold" grpId="1" nodeType="afterEffect">
                                  <p:stCondLst>
                                    <p:cond delay="0"/>
                                  </p:stCondLst>
                                  <p:childTnLst>
                                    <p:animRot by="120000">
                                      <p:cBhvr>
                                        <p:cTn id="88" dur="50" fill="hold">
                                          <p:stCondLst>
                                            <p:cond delay="0"/>
                                          </p:stCondLst>
                                        </p:cTn>
                                        <p:tgtEl>
                                          <p:spTgt spid="58"/>
                                        </p:tgtEl>
                                        <p:attrNameLst>
                                          <p:attrName>r</p:attrName>
                                        </p:attrNameLst>
                                      </p:cBhvr>
                                    </p:animRot>
                                    <p:animRot by="-240000">
                                      <p:cBhvr>
                                        <p:cTn id="89" dur="100" fill="hold">
                                          <p:stCondLst>
                                            <p:cond delay="100"/>
                                          </p:stCondLst>
                                        </p:cTn>
                                        <p:tgtEl>
                                          <p:spTgt spid="58"/>
                                        </p:tgtEl>
                                        <p:attrNameLst>
                                          <p:attrName>r</p:attrName>
                                        </p:attrNameLst>
                                      </p:cBhvr>
                                    </p:animRot>
                                    <p:animRot by="240000">
                                      <p:cBhvr>
                                        <p:cTn id="90" dur="100" fill="hold">
                                          <p:stCondLst>
                                            <p:cond delay="200"/>
                                          </p:stCondLst>
                                        </p:cTn>
                                        <p:tgtEl>
                                          <p:spTgt spid="58"/>
                                        </p:tgtEl>
                                        <p:attrNameLst>
                                          <p:attrName>r</p:attrName>
                                        </p:attrNameLst>
                                      </p:cBhvr>
                                    </p:animRot>
                                    <p:animRot by="-240000">
                                      <p:cBhvr>
                                        <p:cTn id="91" dur="100" fill="hold">
                                          <p:stCondLst>
                                            <p:cond delay="300"/>
                                          </p:stCondLst>
                                        </p:cTn>
                                        <p:tgtEl>
                                          <p:spTgt spid="58"/>
                                        </p:tgtEl>
                                        <p:attrNameLst>
                                          <p:attrName>r</p:attrName>
                                        </p:attrNameLst>
                                      </p:cBhvr>
                                    </p:animRot>
                                    <p:animRot by="120000">
                                      <p:cBhvr>
                                        <p:cTn id="92" dur="100" fill="hold">
                                          <p:stCondLst>
                                            <p:cond delay="400"/>
                                          </p:stCondLst>
                                        </p:cTn>
                                        <p:tgtEl>
                                          <p:spTgt spid="58"/>
                                        </p:tgtEl>
                                        <p:attrNameLst>
                                          <p:attrName>r</p:attrName>
                                        </p:attrNameLst>
                                      </p:cBhvr>
                                    </p:animRot>
                                  </p:childTnLst>
                                </p:cTn>
                              </p:par>
                            </p:childTnLst>
                          </p:cTn>
                        </p:par>
                        <p:par>
                          <p:cTn id="93" fill="hold">
                            <p:stCondLst>
                              <p:cond delay="7750"/>
                            </p:stCondLst>
                            <p:childTnLst>
                              <p:par>
                                <p:cTn id="94" presetID="18" presetClass="entr" presetSubtype="9" fill="hold" grpId="0" nodeType="afterEffect">
                                  <p:stCondLst>
                                    <p:cond delay="0"/>
                                  </p:stCondLst>
                                  <p:childTnLst>
                                    <p:set>
                                      <p:cBhvr>
                                        <p:cTn id="95" dur="1" fill="hold">
                                          <p:stCondLst>
                                            <p:cond delay="0"/>
                                          </p:stCondLst>
                                        </p:cTn>
                                        <p:tgtEl>
                                          <p:spTgt spid="59"/>
                                        </p:tgtEl>
                                        <p:attrNameLst>
                                          <p:attrName>style.visibility</p:attrName>
                                        </p:attrNameLst>
                                      </p:cBhvr>
                                      <p:to>
                                        <p:strVal val="visible"/>
                                      </p:to>
                                    </p:set>
                                    <p:animEffect transition="in" filter="strips(upLeft)">
                                      <p:cBhvr>
                                        <p:cTn id="96"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52" grpId="0" animBg="1"/>
      <p:bldP spid="52" grpId="1" animBg="1"/>
      <p:bldP spid="53" grpId="0" animBg="1"/>
      <p:bldP spid="53" grpId="1" animBg="1"/>
      <p:bldP spid="54" grpId="0"/>
      <p:bldP spid="55" grpId="0"/>
      <p:bldP spid="56" grpId="0" animBg="1"/>
      <p:bldP spid="56" grpId="1" animBg="1"/>
      <p:bldP spid="57" grpId="0"/>
      <p:bldP spid="58" grpId="0" animBg="1"/>
      <p:bldP spid="58" grpId="1" animBg="1"/>
      <p:bldP spid="5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
          <p:cNvSpPr>
            <a:spLocks/>
          </p:cNvSpPr>
          <p:nvPr/>
        </p:nvSpPr>
        <p:spPr bwMode="auto">
          <a:xfrm>
            <a:off x="755576" y="1424023"/>
            <a:ext cx="2349218" cy="2803911"/>
          </a:xfrm>
          <a:custGeom>
            <a:avLst/>
            <a:gdLst>
              <a:gd name="T0" fmla="*/ 2932 w 5863"/>
              <a:gd name="T1" fmla="*/ 0 h 6999"/>
              <a:gd name="T2" fmla="*/ 5863 w 5863"/>
              <a:gd name="T3" fmla="*/ 2932 h 6999"/>
              <a:gd name="T4" fmla="*/ 5450 w 5863"/>
              <a:gd name="T5" fmla="*/ 4434 h 6999"/>
              <a:gd name="T6" fmla="*/ 2932 w 5863"/>
              <a:gd name="T7" fmla="*/ 6999 h 6999"/>
              <a:gd name="T8" fmla="*/ 414 w 5863"/>
              <a:gd name="T9" fmla="*/ 4434 h 6999"/>
              <a:gd name="T10" fmla="*/ 0 w 5863"/>
              <a:gd name="T11" fmla="*/ 2932 h 6999"/>
              <a:gd name="T12" fmla="*/ 2932 w 5863"/>
              <a:gd name="T13" fmla="*/ 0 h 6999"/>
            </a:gdLst>
            <a:ahLst/>
            <a:cxnLst>
              <a:cxn ang="0">
                <a:pos x="T0" y="T1"/>
              </a:cxn>
              <a:cxn ang="0">
                <a:pos x="T2" y="T3"/>
              </a:cxn>
              <a:cxn ang="0">
                <a:pos x="T4" y="T5"/>
              </a:cxn>
              <a:cxn ang="0">
                <a:pos x="T6" y="T7"/>
              </a:cxn>
              <a:cxn ang="0">
                <a:pos x="T8" y="T9"/>
              </a:cxn>
              <a:cxn ang="0">
                <a:pos x="T10" y="T11"/>
              </a:cxn>
              <a:cxn ang="0">
                <a:pos x="T12" y="T13"/>
              </a:cxn>
            </a:cxnLst>
            <a:rect l="0" t="0" r="r" b="b"/>
            <a:pathLst>
              <a:path w="5863" h="6999">
                <a:moveTo>
                  <a:pt x="2932" y="0"/>
                </a:moveTo>
                <a:cubicBezTo>
                  <a:pt x="4550" y="0"/>
                  <a:pt x="5863" y="1313"/>
                  <a:pt x="5863" y="2932"/>
                </a:cubicBezTo>
                <a:cubicBezTo>
                  <a:pt x="5863" y="3480"/>
                  <a:pt x="5712" y="3994"/>
                  <a:pt x="5450" y="4434"/>
                </a:cubicBezTo>
                <a:cubicBezTo>
                  <a:pt x="5201" y="4840"/>
                  <a:pt x="3807" y="6359"/>
                  <a:pt x="2932" y="6999"/>
                </a:cubicBezTo>
                <a:cubicBezTo>
                  <a:pt x="2056" y="6359"/>
                  <a:pt x="663" y="4840"/>
                  <a:pt x="414" y="4434"/>
                </a:cubicBezTo>
                <a:cubicBezTo>
                  <a:pt x="151" y="3994"/>
                  <a:pt x="0" y="3480"/>
                  <a:pt x="0" y="2932"/>
                </a:cubicBezTo>
                <a:cubicBezTo>
                  <a:pt x="0" y="1313"/>
                  <a:pt x="1313" y="0"/>
                  <a:pt x="2932" y="0"/>
                </a:cubicBezTo>
                <a:close/>
              </a:path>
            </a:pathLst>
          </a:custGeom>
          <a:solidFill>
            <a:schemeClr val="accent1"/>
          </a:solidFill>
          <a:ln>
            <a:noFill/>
          </a:ln>
        </p:spPr>
        <p:txBody>
          <a:bodyPr vert="horz" wrap="square" lIns="68562" tIns="34281" rIns="68562" bIns="34281"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4" name="Freeform 6"/>
          <p:cNvSpPr>
            <a:spLocks/>
          </p:cNvSpPr>
          <p:nvPr/>
        </p:nvSpPr>
        <p:spPr bwMode="auto">
          <a:xfrm>
            <a:off x="2831223" y="2474869"/>
            <a:ext cx="1494106" cy="1783291"/>
          </a:xfrm>
          <a:custGeom>
            <a:avLst/>
            <a:gdLst>
              <a:gd name="T0" fmla="*/ 2932 w 5863"/>
              <a:gd name="T1" fmla="*/ 0 h 6999"/>
              <a:gd name="T2" fmla="*/ 5863 w 5863"/>
              <a:gd name="T3" fmla="*/ 2932 h 6999"/>
              <a:gd name="T4" fmla="*/ 5450 w 5863"/>
              <a:gd name="T5" fmla="*/ 4434 h 6999"/>
              <a:gd name="T6" fmla="*/ 2932 w 5863"/>
              <a:gd name="T7" fmla="*/ 6999 h 6999"/>
              <a:gd name="T8" fmla="*/ 414 w 5863"/>
              <a:gd name="T9" fmla="*/ 4434 h 6999"/>
              <a:gd name="T10" fmla="*/ 0 w 5863"/>
              <a:gd name="T11" fmla="*/ 2932 h 6999"/>
              <a:gd name="T12" fmla="*/ 2932 w 5863"/>
              <a:gd name="T13" fmla="*/ 0 h 6999"/>
            </a:gdLst>
            <a:ahLst/>
            <a:cxnLst>
              <a:cxn ang="0">
                <a:pos x="T0" y="T1"/>
              </a:cxn>
              <a:cxn ang="0">
                <a:pos x="T2" y="T3"/>
              </a:cxn>
              <a:cxn ang="0">
                <a:pos x="T4" y="T5"/>
              </a:cxn>
              <a:cxn ang="0">
                <a:pos x="T6" y="T7"/>
              </a:cxn>
              <a:cxn ang="0">
                <a:pos x="T8" y="T9"/>
              </a:cxn>
              <a:cxn ang="0">
                <a:pos x="T10" y="T11"/>
              </a:cxn>
              <a:cxn ang="0">
                <a:pos x="T12" y="T13"/>
              </a:cxn>
            </a:cxnLst>
            <a:rect l="0" t="0" r="r" b="b"/>
            <a:pathLst>
              <a:path w="5863" h="6999">
                <a:moveTo>
                  <a:pt x="2932" y="0"/>
                </a:moveTo>
                <a:cubicBezTo>
                  <a:pt x="4550" y="0"/>
                  <a:pt x="5863" y="1313"/>
                  <a:pt x="5863" y="2932"/>
                </a:cubicBezTo>
                <a:cubicBezTo>
                  <a:pt x="5863" y="3480"/>
                  <a:pt x="5712" y="3994"/>
                  <a:pt x="5450" y="4434"/>
                </a:cubicBezTo>
                <a:cubicBezTo>
                  <a:pt x="5201" y="4840"/>
                  <a:pt x="3807" y="6359"/>
                  <a:pt x="2932" y="6999"/>
                </a:cubicBezTo>
                <a:cubicBezTo>
                  <a:pt x="2056" y="6359"/>
                  <a:pt x="663" y="4840"/>
                  <a:pt x="414" y="4434"/>
                </a:cubicBezTo>
                <a:cubicBezTo>
                  <a:pt x="151" y="3994"/>
                  <a:pt x="0" y="3480"/>
                  <a:pt x="0" y="2932"/>
                </a:cubicBezTo>
                <a:cubicBezTo>
                  <a:pt x="0" y="1313"/>
                  <a:pt x="1313" y="0"/>
                  <a:pt x="2932" y="0"/>
                </a:cubicBezTo>
                <a:close/>
              </a:path>
            </a:pathLst>
          </a:custGeom>
          <a:solidFill>
            <a:schemeClr val="accent2"/>
          </a:solidFill>
          <a:ln>
            <a:noFill/>
          </a:ln>
        </p:spPr>
        <p:txBody>
          <a:bodyPr vert="horz" wrap="square" lIns="68562" tIns="34281" rIns="68562" bIns="34281"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5" name="椭圆 4"/>
          <p:cNvSpPr/>
          <p:nvPr/>
        </p:nvSpPr>
        <p:spPr bwMode="auto">
          <a:xfrm>
            <a:off x="2435171" y="1419622"/>
            <a:ext cx="701804" cy="702078"/>
          </a:xfrm>
          <a:prstGeom prst="ellipse">
            <a:avLst/>
          </a:prstGeom>
          <a:solidFill>
            <a:schemeClr val="bg1">
              <a:lumMod val="50000"/>
            </a:schemeClr>
          </a:solidFill>
          <a:ln w="9525" cap="flat" cmpd="sng" algn="ctr">
            <a:solidFill>
              <a:srgbClr val="F8F8F8"/>
            </a:solidFill>
            <a:prstDash val="solid"/>
            <a:round/>
            <a:headEnd type="none" w="med" len="med"/>
            <a:tailEnd type="none" w="med" len="med"/>
          </a:ln>
          <a:effectLst/>
          <a:extLst/>
        </p:spPr>
        <p:txBody>
          <a:bodyPr vert="horz" wrap="square" lIns="68562" tIns="34281" rIns="68562" bIns="34281" numCol="1" rtlCol="0" anchor="t" anchorCtr="0" compatLnSpc="1">
            <a:prstTxWarp prst="textNoShape">
              <a:avLst/>
            </a:prstTxWarp>
          </a:bodyPr>
          <a:lstStyle/>
          <a:p>
            <a:pPr defTabSz="685617"/>
            <a:endParaRPr lang="zh-CN" altLang="en-US" sz="1300">
              <a:latin typeface="微软雅黑" panose="020B0503020204020204" pitchFamily="34" charset="-122"/>
              <a:ea typeface="微软雅黑" panose="020B0503020204020204" pitchFamily="34" charset="-122"/>
            </a:endParaRPr>
          </a:p>
        </p:txBody>
      </p:sp>
      <p:sp>
        <p:nvSpPr>
          <p:cNvPr id="6" name="椭圆 5"/>
          <p:cNvSpPr/>
          <p:nvPr/>
        </p:nvSpPr>
        <p:spPr bwMode="auto">
          <a:xfrm>
            <a:off x="4031927" y="2637864"/>
            <a:ext cx="586805" cy="587034"/>
          </a:xfrm>
          <a:prstGeom prst="ellipse">
            <a:avLst/>
          </a:prstGeom>
          <a:solidFill>
            <a:schemeClr val="bg1">
              <a:lumMod val="50000"/>
            </a:schemeClr>
          </a:solidFill>
          <a:ln w="9525" cap="flat" cmpd="sng" algn="ctr">
            <a:solidFill>
              <a:srgbClr val="F8F8F8"/>
            </a:solidFill>
            <a:prstDash val="solid"/>
            <a:round/>
            <a:headEnd type="none" w="med" len="med"/>
            <a:tailEnd type="none" w="med" len="med"/>
          </a:ln>
          <a:effectLst/>
          <a:extLst/>
        </p:spPr>
        <p:txBody>
          <a:bodyPr vert="horz" wrap="square" lIns="68562" tIns="34281" rIns="68562" bIns="34281" numCol="1" rtlCol="0" anchor="t" anchorCtr="0" compatLnSpc="1">
            <a:prstTxWarp prst="textNoShape">
              <a:avLst/>
            </a:prstTxWarp>
          </a:bodyPr>
          <a:lstStyle/>
          <a:p>
            <a:pPr defTabSz="685617"/>
            <a:endParaRPr lang="zh-CN" altLang="en-US" sz="1300">
              <a:latin typeface="微软雅黑" panose="020B0503020204020204" pitchFamily="34" charset="-122"/>
              <a:ea typeface="微软雅黑" panose="020B0503020204020204" pitchFamily="34" charset="-122"/>
            </a:endParaRPr>
          </a:p>
        </p:txBody>
      </p:sp>
      <p:sp>
        <p:nvSpPr>
          <p:cNvPr id="7" name="TextBox 6"/>
          <p:cNvSpPr txBox="1"/>
          <p:nvPr/>
        </p:nvSpPr>
        <p:spPr>
          <a:xfrm>
            <a:off x="2483768" y="1562912"/>
            <a:ext cx="667454" cy="377008"/>
          </a:xfrm>
          <a:prstGeom prst="rect">
            <a:avLst/>
          </a:prstGeom>
          <a:noFill/>
        </p:spPr>
        <p:txBody>
          <a:bodyPr wrap="none" lIns="68562" tIns="34281" rIns="68562" bIns="34281" rtlCol="0">
            <a:spAutoFit/>
          </a:bodyPr>
          <a:lstStyle/>
          <a:p>
            <a:pPr algn="ctr"/>
            <a:r>
              <a:rPr lang="en-US" altLang="zh-CN" sz="2000" dirty="0">
                <a:solidFill>
                  <a:srgbClr val="F8F8F8"/>
                </a:solidFill>
                <a:latin typeface="微软雅黑" panose="020B0503020204020204" pitchFamily="34" charset="-122"/>
                <a:ea typeface="微软雅黑" panose="020B0503020204020204" pitchFamily="34" charset="-122"/>
              </a:rPr>
              <a:t>75%</a:t>
            </a:r>
            <a:endParaRPr lang="zh-CN" altLang="en-US" sz="2000" dirty="0">
              <a:solidFill>
                <a:srgbClr val="F8F8F8"/>
              </a:solidFill>
              <a:latin typeface="微软雅黑" panose="020B0503020204020204" pitchFamily="34" charset="-122"/>
              <a:ea typeface="微软雅黑" panose="020B0503020204020204" pitchFamily="34" charset="-122"/>
            </a:endParaRPr>
          </a:p>
        </p:txBody>
      </p:sp>
      <p:sp>
        <p:nvSpPr>
          <p:cNvPr id="9" name="TextBox 8"/>
          <p:cNvSpPr txBox="1"/>
          <p:nvPr/>
        </p:nvSpPr>
        <p:spPr>
          <a:xfrm>
            <a:off x="4031056" y="2758266"/>
            <a:ext cx="612952" cy="346230"/>
          </a:xfrm>
          <a:prstGeom prst="rect">
            <a:avLst/>
          </a:prstGeom>
          <a:noFill/>
        </p:spPr>
        <p:txBody>
          <a:bodyPr wrap="none" lIns="68562" tIns="34281" rIns="68562" bIns="34281" rtlCol="0">
            <a:spAutoFit/>
          </a:bodyPr>
          <a:lstStyle/>
          <a:p>
            <a:r>
              <a:rPr lang="en-US" altLang="zh-CN" dirty="0">
                <a:solidFill>
                  <a:srgbClr val="F8F8F8"/>
                </a:solidFill>
                <a:latin typeface="微软雅黑" panose="020B0503020204020204" pitchFamily="34" charset="-122"/>
                <a:ea typeface="微软雅黑" panose="020B0503020204020204" pitchFamily="34" charset="-122"/>
              </a:rPr>
              <a:t>34%</a:t>
            </a:r>
            <a:endParaRPr lang="zh-CN" altLang="en-US" dirty="0">
              <a:solidFill>
                <a:srgbClr val="F8F8F8"/>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1619786" y="1851670"/>
            <a:ext cx="753758" cy="438581"/>
          </a:xfrm>
          <a:prstGeom prst="rect">
            <a:avLst/>
          </a:prstGeom>
          <a:noFill/>
        </p:spPr>
        <p:txBody>
          <a:bodyPr wrap="none" lIns="68562" tIns="34281" rIns="68562" bIns="34281" rtlCol="0">
            <a:spAutoFit/>
          </a:bodyPr>
          <a:lstStyle/>
          <a:p>
            <a:r>
              <a:rPr lang="zh-CN" altLang="en-US" sz="2400" dirty="0">
                <a:solidFill>
                  <a:srgbClr val="F8F8F8"/>
                </a:solidFill>
                <a:latin typeface="微软雅黑" panose="020B0503020204020204" pitchFamily="34" charset="-122"/>
                <a:ea typeface="微软雅黑" panose="020B0503020204020204" pitchFamily="34" charset="-122"/>
              </a:rPr>
              <a:t>目标</a:t>
            </a:r>
          </a:p>
        </p:txBody>
      </p:sp>
      <p:sp>
        <p:nvSpPr>
          <p:cNvPr id="11" name="TextBox 10"/>
          <p:cNvSpPr txBox="1"/>
          <p:nvPr/>
        </p:nvSpPr>
        <p:spPr>
          <a:xfrm>
            <a:off x="940954" y="2419983"/>
            <a:ext cx="1957943" cy="992561"/>
          </a:xfrm>
          <a:prstGeom prst="rect">
            <a:avLst/>
          </a:prstGeom>
          <a:noFill/>
        </p:spPr>
        <p:txBody>
          <a:bodyPr wrap="square" lIns="68562" tIns="34281" rIns="68562" bIns="34281" rtlCol="0">
            <a:spAutoFit/>
          </a:bodyPr>
          <a:lstStyle/>
          <a:p>
            <a:pPr algn="ctr"/>
            <a:r>
              <a:rPr lang="zh-CN" altLang="en-US" sz="1200" dirty="0" smtClean="0">
                <a:solidFill>
                  <a:srgbClr val="F8F8F8"/>
                </a:solidFill>
                <a:latin typeface="微软雅黑" panose="020B0503020204020204" pitchFamily="34" charset="-122"/>
                <a:ea typeface="微软雅黑" panose="020B0503020204020204" pitchFamily="34" charset="-122"/>
              </a:rPr>
              <a:t>请输入您的文字对目标进行说明</a:t>
            </a:r>
            <a:r>
              <a:rPr lang="zh-CN" altLang="en-US" sz="1200" dirty="0">
                <a:solidFill>
                  <a:srgbClr val="F8F8F8"/>
                </a:solidFill>
                <a:latin typeface="微软雅黑" panose="020B0503020204020204" pitchFamily="34" charset="-122"/>
                <a:ea typeface="微软雅黑" panose="020B0503020204020204" pitchFamily="34" charset="-122"/>
              </a:rPr>
              <a:t>请输入您的文字对目标进行</a:t>
            </a:r>
            <a:r>
              <a:rPr lang="zh-CN" altLang="en-US" sz="1200" dirty="0" smtClean="0">
                <a:solidFill>
                  <a:srgbClr val="F8F8F8"/>
                </a:solidFill>
                <a:latin typeface="微软雅黑" panose="020B0503020204020204" pitchFamily="34" charset="-122"/>
                <a:ea typeface="微软雅黑" panose="020B0503020204020204" pitchFamily="34" charset="-122"/>
              </a:rPr>
              <a:t>说明请</a:t>
            </a:r>
            <a:r>
              <a:rPr lang="zh-CN" altLang="en-US" sz="1200" dirty="0">
                <a:solidFill>
                  <a:srgbClr val="F8F8F8"/>
                </a:solidFill>
                <a:latin typeface="微软雅黑" panose="020B0503020204020204" pitchFamily="34" charset="-122"/>
                <a:ea typeface="微软雅黑" panose="020B0503020204020204" pitchFamily="34" charset="-122"/>
              </a:rPr>
              <a:t>输入您的文字对目标进行说明</a:t>
            </a:r>
          </a:p>
          <a:p>
            <a:pPr algn="ctr"/>
            <a:endParaRPr lang="zh-CN" altLang="en-US" sz="1200" dirty="0">
              <a:solidFill>
                <a:srgbClr val="F8F8F8"/>
              </a:solidFill>
              <a:latin typeface="微软雅黑" panose="020B0503020204020204" pitchFamily="34" charset="-122"/>
              <a:ea typeface="微软雅黑" panose="020B0503020204020204" pitchFamily="34" charset="-122"/>
            </a:endParaRPr>
          </a:p>
        </p:txBody>
      </p:sp>
      <p:sp>
        <p:nvSpPr>
          <p:cNvPr id="12" name="TextBox 11"/>
          <p:cNvSpPr txBox="1"/>
          <p:nvPr/>
        </p:nvSpPr>
        <p:spPr>
          <a:xfrm>
            <a:off x="3272504" y="2789983"/>
            <a:ext cx="651424" cy="377008"/>
          </a:xfrm>
          <a:prstGeom prst="rect">
            <a:avLst/>
          </a:prstGeom>
          <a:noFill/>
        </p:spPr>
        <p:txBody>
          <a:bodyPr wrap="none" lIns="68562" tIns="34281" rIns="68562" bIns="34281" rtlCol="0">
            <a:spAutoFit/>
          </a:bodyPr>
          <a:lstStyle/>
          <a:p>
            <a:r>
              <a:rPr lang="zh-CN" altLang="en-US" sz="2000" dirty="0">
                <a:solidFill>
                  <a:srgbClr val="F8F8F8"/>
                </a:solidFill>
                <a:latin typeface="微软雅黑" panose="020B0503020204020204" pitchFamily="34" charset="-122"/>
                <a:ea typeface="微软雅黑" panose="020B0503020204020204" pitchFamily="34" charset="-122"/>
              </a:rPr>
              <a:t>实际</a:t>
            </a:r>
          </a:p>
        </p:txBody>
      </p:sp>
      <p:sp>
        <p:nvSpPr>
          <p:cNvPr id="13" name="TextBox 12"/>
          <p:cNvSpPr txBox="1"/>
          <p:nvPr/>
        </p:nvSpPr>
        <p:spPr>
          <a:xfrm>
            <a:off x="2925994" y="3219822"/>
            <a:ext cx="1399336" cy="438563"/>
          </a:xfrm>
          <a:prstGeom prst="rect">
            <a:avLst/>
          </a:prstGeom>
          <a:noFill/>
        </p:spPr>
        <p:txBody>
          <a:bodyPr wrap="square" lIns="68562" tIns="34281" rIns="68562" bIns="34281" rtlCol="0">
            <a:spAutoFit/>
          </a:bodyPr>
          <a:lstStyle/>
          <a:p>
            <a:pPr algn="ctr"/>
            <a:r>
              <a:rPr lang="zh-CN" altLang="en-US" sz="1200" dirty="0" smtClean="0">
                <a:solidFill>
                  <a:srgbClr val="F8F8F8"/>
                </a:solidFill>
                <a:latin typeface="微软雅黑" panose="020B0503020204020204" pitchFamily="34" charset="-122"/>
                <a:ea typeface="微软雅黑" panose="020B0503020204020204" pitchFamily="34" charset="-122"/>
              </a:rPr>
              <a:t>请输入您的文字对实际情况进行说明</a:t>
            </a:r>
            <a:endParaRPr lang="zh-CN" altLang="en-US" sz="1200" dirty="0">
              <a:solidFill>
                <a:srgbClr val="F8F8F8"/>
              </a:solidFill>
              <a:latin typeface="微软雅黑" panose="020B0503020204020204" pitchFamily="34" charset="-122"/>
              <a:ea typeface="微软雅黑" panose="020B0503020204020204" pitchFamily="34" charset="-122"/>
            </a:endParaRPr>
          </a:p>
        </p:txBody>
      </p:sp>
      <p:sp>
        <p:nvSpPr>
          <p:cNvPr id="14" name="TextBox 13"/>
          <p:cNvSpPr txBox="1"/>
          <p:nvPr/>
        </p:nvSpPr>
        <p:spPr>
          <a:xfrm>
            <a:off x="3461571" y="1475823"/>
            <a:ext cx="4298963" cy="807895"/>
          </a:xfrm>
          <a:prstGeom prst="rect">
            <a:avLst/>
          </a:prstGeom>
          <a:noFill/>
        </p:spPr>
        <p:txBody>
          <a:bodyPr wrap="square" lIns="68562" tIns="34281" rIns="68562" bIns="34281" rtlCol="0">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在此处添加详细描述文本，尽量与标题文本语言风格相符合，语言描述尽量简洁生动，尽可能概括出段落内容</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在此处添加详细描述文本，尽量与标题文本语言风格相符合，语言描述尽量简洁生动，尽可能概括出段落内容</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5" name="TextBox 14"/>
          <p:cNvSpPr txBox="1"/>
          <p:nvPr/>
        </p:nvSpPr>
        <p:spPr>
          <a:xfrm>
            <a:off x="4788024" y="2947341"/>
            <a:ext cx="3600399" cy="992561"/>
          </a:xfrm>
          <a:prstGeom prst="rect">
            <a:avLst/>
          </a:prstGeom>
          <a:noFill/>
        </p:spPr>
        <p:txBody>
          <a:bodyPr wrap="square" lIns="68562" tIns="34281" rIns="68562" bIns="34281" rtlCol="0">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在此处添加详细描述文本，尽量与标题文本语言风格相符合，语言描述尽量简洁生动，尽可能概括出段落内容</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在此处添加详细描述文本，尽量与标题文本语言风格相符合，语言描述尽量简洁生动，尽可能概括出段落内容</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6" name="TextBox 15"/>
          <p:cNvSpPr txBox="1"/>
          <p:nvPr/>
        </p:nvSpPr>
        <p:spPr>
          <a:xfrm>
            <a:off x="355782" y="205624"/>
            <a:ext cx="2236510" cy="400110"/>
          </a:xfrm>
          <a:prstGeom prst="rect">
            <a:avLst/>
          </a:prstGeom>
          <a:noFill/>
        </p:spPr>
        <p:txBody>
          <a:bodyPr wrap="none" rtlCol="0">
            <a:spAutoFit/>
          </a:bodyPr>
          <a:lstStyle/>
          <a:p>
            <a:r>
              <a:rPr lang="zh-CN" altLang="en-US" sz="2000" b="1" dirty="0" smtClean="0">
                <a:solidFill>
                  <a:schemeClr val="accent1"/>
                </a:solidFill>
                <a:latin typeface="微软雅黑" pitchFamily="34" charset="-122"/>
                <a:ea typeface="微软雅黑" pitchFamily="34" charset="-122"/>
              </a:rPr>
              <a:t>点击添加标题文本</a:t>
            </a:r>
            <a:endParaRPr lang="zh-CN" altLang="en-US" sz="2000" b="1" dirty="0">
              <a:solidFill>
                <a:schemeClr val="accent1"/>
              </a:solidFill>
              <a:latin typeface="微软雅黑" pitchFamily="34" charset="-122"/>
              <a:ea typeface="微软雅黑" pitchFamily="34" charset="-122"/>
            </a:endParaRPr>
          </a:p>
        </p:txBody>
      </p:sp>
      <p:sp>
        <p:nvSpPr>
          <p:cNvPr id="17" name="TextBox 16"/>
          <p:cNvSpPr txBox="1"/>
          <p:nvPr/>
        </p:nvSpPr>
        <p:spPr>
          <a:xfrm>
            <a:off x="7682019" y="195037"/>
            <a:ext cx="1138453" cy="461665"/>
          </a:xfrm>
          <a:prstGeom prst="rect">
            <a:avLst/>
          </a:prstGeom>
          <a:noFill/>
        </p:spPr>
        <p:txBody>
          <a:bodyPr wrap="none" rtlCol="0">
            <a:spAutoFit/>
          </a:bodyPr>
          <a:lstStyle/>
          <a:p>
            <a:r>
              <a:rPr lang="en-US" altLang="zh-CN" sz="2400" dirty="0" smtClean="0">
                <a:solidFill>
                  <a:schemeClr val="accent2"/>
                </a:solidFill>
                <a:latin typeface="Eras Bold ITC" panose="020B0907030504020204" pitchFamily="34" charset="0"/>
                <a:ea typeface="微软雅黑" panose="020B0503020204020204" pitchFamily="34" charset="-122"/>
              </a:rPr>
              <a:t>LOGO</a:t>
            </a:r>
            <a:endParaRPr lang="zh-CN" altLang="en-US" sz="2400" dirty="0">
              <a:solidFill>
                <a:schemeClr val="accent2"/>
              </a:solidFill>
              <a:latin typeface="Eras Bold ITC" panose="020B0907030504020204" pitchFamily="34" charset="0"/>
              <a:ea typeface="微软雅黑" panose="020B0503020204020204" pitchFamily="34" charset="-122"/>
            </a:endParaRPr>
          </a:p>
        </p:txBody>
      </p:sp>
    </p:spTree>
    <p:extLst>
      <p:ext uri="{BB962C8B-B14F-4D97-AF65-F5344CB8AC3E}">
        <p14:creationId xmlns:p14="http://schemas.microsoft.com/office/powerpoint/2010/main" val="373554482"/>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435">
                                          <p:stCondLst>
                                            <p:cond delay="0"/>
                                          </p:stCondLst>
                                        </p:cTn>
                                        <p:tgtEl>
                                          <p:spTgt spid="3"/>
                                        </p:tgtEl>
                                      </p:cBhvr>
                                    </p:animEffect>
                                    <p:anim calcmode="lin" valueType="num">
                                      <p:cBhvr>
                                        <p:cTn id="8" dur="1367"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498"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498" tmFilter="0, 0; 0.125,0.2665; 0.25,0.4; 0.375,0.465; 0.5,0.5;  0.625,0.535; 0.75,0.6; 0.875,0.7335; 1,1">
                                          <p:stCondLst>
                                            <p:cond delay="498"/>
                                          </p:stCondLst>
                                        </p:cTn>
                                        <p:tgtEl>
                                          <p:spTgt spid="3"/>
                                        </p:tgtEl>
                                        <p:attrNameLst>
                                          <p:attrName>ppt_y</p:attrName>
                                        </p:attrNameLst>
                                      </p:cBhvr>
                                      <p:tavLst>
                                        <p:tav tm="0" fmla="#ppt_y-sin(pi*$)/9">
                                          <p:val>
                                            <p:fltVal val="0"/>
                                          </p:val>
                                        </p:tav>
                                        <p:tav tm="100000">
                                          <p:val>
                                            <p:fltVal val="1"/>
                                          </p:val>
                                        </p:tav>
                                      </p:tavLst>
                                    </p:anim>
                                    <p:anim calcmode="lin" valueType="num">
                                      <p:cBhvr>
                                        <p:cTn id="11" dur="249" tmFilter="0, 0; 0.125,0.2665; 0.25,0.4; 0.375,0.465; 0.5,0.5;  0.625,0.535; 0.75,0.6; 0.875,0.7335; 1,1">
                                          <p:stCondLst>
                                            <p:cond delay="993"/>
                                          </p:stCondLst>
                                        </p:cTn>
                                        <p:tgtEl>
                                          <p:spTgt spid="3"/>
                                        </p:tgtEl>
                                        <p:attrNameLst>
                                          <p:attrName>ppt_y</p:attrName>
                                        </p:attrNameLst>
                                      </p:cBhvr>
                                      <p:tavLst>
                                        <p:tav tm="0" fmla="#ppt_y-sin(pi*$)/27">
                                          <p:val>
                                            <p:fltVal val="0"/>
                                          </p:val>
                                        </p:tav>
                                        <p:tav tm="100000">
                                          <p:val>
                                            <p:fltVal val="1"/>
                                          </p:val>
                                        </p:tav>
                                      </p:tavLst>
                                    </p:anim>
                                    <p:anim calcmode="lin" valueType="num">
                                      <p:cBhvr>
                                        <p:cTn id="12" dur="123" tmFilter="0, 0; 0.125,0.2665; 0.25,0.4; 0.375,0.465; 0.5,0.5;  0.625,0.535; 0.75,0.6; 0.875,0.7335; 1,1">
                                          <p:stCondLst>
                                            <p:cond delay="1242"/>
                                          </p:stCondLst>
                                        </p:cTn>
                                        <p:tgtEl>
                                          <p:spTgt spid="3"/>
                                        </p:tgtEl>
                                        <p:attrNameLst>
                                          <p:attrName>ppt_y</p:attrName>
                                        </p:attrNameLst>
                                      </p:cBhvr>
                                      <p:tavLst>
                                        <p:tav tm="0" fmla="#ppt_y-sin(pi*$)/81">
                                          <p:val>
                                            <p:fltVal val="0"/>
                                          </p:val>
                                        </p:tav>
                                        <p:tav tm="100000">
                                          <p:val>
                                            <p:fltVal val="1"/>
                                          </p:val>
                                        </p:tav>
                                      </p:tavLst>
                                    </p:anim>
                                    <p:animScale>
                                      <p:cBhvr>
                                        <p:cTn id="13" dur="20">
                                          <p:stCondLst>
                                            <p:cond delay="487"/>
                                          </p:stCondLst>
                                        </p:cTn>
                                        <p:tgtEl>
                                          <p:spTgt spid="3"/>
                                        </p:tgtEl>
                                      </p:cBhvr>
                                      <p:to x="100000" y="60000"/>
                                    </p:animScale>
                                    <p:animScale>
                                      <p:cBhvr>
                                        <p:cTn id="14" dur="124" decel="50000">
                                          <p:stCondLst>
                                            <p:cond delay="507"/>
                                          </p:stCondLst>
                                        </p:cTn>
                                        <p:tgtEl>
                                          <p:spTgt spid="3"/>
                                        </p:tgtEl>
                                      </p:cBhvr>
                                      <p:to x="100000" y="100000"/>
                                    </p:animScale>
                                    <p:animScale>
                                      <p:cBhvr>
                                        <p:cTn id="15" dur="20">
                                          <p:stCondLst>
                                            <p:cond delay="984"/>
                                          </p:stCondLst>
                                        </p:cTn>
                                        <p:tgtEl>
                                          <p:spTgt spid="3"/>
                                        </p:tgtEl>
                                      </p:cBhvr>
                                      <p:to x="100000" y="80000"/>
                                    </p:animScale>
                                    <p:animScale>
                                      <p:cBhvr>
                                        <p:cTn id="16" dur="124" decel="50000">
                                          <p:stCondLst>
                                            <p:cond delay="1004"/>
                                          </p:stCondLst>
                                        </p:cTn>
                                        <p:tgtEl>
                                          <p:spTgt spid="3"/>
                                        </p:tgtEl>
                                      </p:cBhvr>
                                      <p:to x="100000" y="100000"/>
                                    </p:animScale>
                                    <p:animScale>
                                      <p:cBhvr>
                                        <p:cTn id="17" dur="20">
                                          <p:stCondLst>
                                            <p:cond delay="1231"/>
                                          </p:stCondLst>
                                        </p:cTn>
                                        <p:tgtEl>
                                          <p:spTgt spid="3"/>
                                        </p:tgtEl>
                                      </p:cBhvr>
                                      <p:to x="100000" y="90000"/>
                                    </p:animScale>
                                    <p:animScale>
                                      <p:cBhvr>
                                        <p:cTn id="18" dur="124" decel="50000">
                                          <p:stCondLst>
                                            <p:cond delay="1251"/>
                                          </p:stCondLst>
                                        </p:cTn>
                                        <p:tgtEl>
                                          <p:spTgt spid="3"/>
                                        </p:tgtEl>
                                      </p:cBhvr>
                                      <p:to x="100000" y="100000"/>
                                    </p:animScale>
                                    <p:animScale>
                                      <p:cBhvr>
                                        <p:cTn id="19" dur="20">
                                          <p:stCondLst>
                                            <p:cond delay="1356"/>
                                          </p:stCondLst>
                                        </p:cTn>
                                        <p:tgtEl>
                                          <p:spTgt spid="3"/>
                                        </p:tgtEl>
                                      </p:cBhvr>
                                      <p:to x="100000" y="95000"/>
                                    </p:animScale>
                                    <p:animScale>
                                      <p:cBhvr>
                                        <p:cTn id="20" dur="124" decel="50000">
                                          <p:stCondLst>
                                            <p:cond delay="1376"/>
                                          </p:stCondLst>
                                        </p:cTn>
                                        <p:tgtEl>
                                          <p:spTgt spid="3"/>
                                        </p:tgtEl>
                                      </p:cBhvr>
                                      <p:to x="100000" y="100000"/>
                                    </p:animScale>
                                  </p:childTnLst>
                                </p:cTn>
                              </p:par>
                              <p:par>
                                <p:cTn id="21" presetID="26" presetClass="entr" presetSubtype="0" fill="hold" grpId="0" nodeType="withEffect">
                                  <p:stCondLst>
                                    <p:cond delay="500"/>
                                  </p:stCondLst>
                                  <p:childTnLst>
                                    <p:set>
                                      <p:cBhvr>
                                        <p:cTn id="22" dur="1" fill="hold">
                                          <p:stCondLst>
                                            <p:cond delay="0"/>
                                          </p:stCondLst>
                                        </p:cTn>
                                        <p:tgtEl>
                                          <p:spTgt spid="4"/>
                                        </p:tgtEl>
                                        <p:attrNameLst>
                                          <p:attrName>style.visibility</p:attrName>
                                        </p:attrNameLst>
                                      </p:cBhvr>
                                      <p:to>
                                        <p:strVal val="visible"/>
                                      </p:to>
                                    </p:set>
                                    <p:animEffect transition="in" filter="wipe(down)">
                                      <p:cBhvr>
                                        <p:cTn id="23" dur="435">
                                          <p:stCondLst>
                                            <p:cond delay="0"/>
                                          </p:stCondLst>
                                        </p:cTn>
                                        <p:tgtEl>
                                          <p:spTgt spid="4"/>
                                        </p:tgtEl>
                                      </p:cBhvr>
                                    </p:animEffect>
                                    <p:anim calcmode="lin" valueType="num">
                                      <p:cBhvr>
                                        <p:cTn id="24" dur="1367"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25" dur="498"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26" dur="498" tmFilter="0, 0; 0.125,0.2665; 0.25,0.4; 0.375,0.465; 0.5,0.5;  0.625,0.535; 0.75,0.6; 0.875,0.7335; 1,1">
                                          <p:stCondLst>
                                            <p:cond delay="498"/>
                                          </p:stCondLst>
                                        </p:cTn>
                                        <p:tgtEl>
                                          <p:spTgt spid="4"/>
                                        </p:tgtEl>
                                        <p:attrNameLst>
                                          <p:attrName>ppt_y</p:attrName>
                                        </p:attrNameLst>
                                      </p:cBhvr>
                                      <p:tavLst>
                                        <p:tav tm="0" fmla="#ppt_y-sin(pi*$)/9">
                                          <p:val>
                                            <p:fltVal val="0"/>
                                          </p:val>
                                        </p:tav>
                                        <p:tav tm="100000">
                                          <p:val>
                                            <p:fltVal val="1"/>
                                          </p:val>
                                        </p:tav>
                                      </p:tavLst>
                                    </p:anim>
                                    <p:anim calcmode="lin" valueType="num">
                                      <p:cBhvr>
                                        <p:cTn id="27" dur="249" tmFilter="0, 0; 0.125,0.2665; 0.25,0.4; 0.375,0.465; 0.5,0.5;  0.625,0.535; 0.75,0.6; 0.875,0.7335; 1,1">
                                          <p:stCondLst>
                                            <p:cond delay="993"/>
                                          </p:stCondLst>
                                        </p:cTn>
                                        <p:tgtEl>
                                          <p:spTgt spid="4"/>
                                        </p:tgtEl>
                                        <p:attrNameLst>
                                          <p:attrName>ppt_y</p:attrName>
                                        </p:attrNameLst>
                                      </p:cBhvr>
                                      <p:tavLst>
                                        <p:tav tm="0" fmla="#ppt_y-sin(pi*$)/27">
                                          <p:val>
                                            <p:fltVal val="0"/>
                                          </p:val>
                                        </p:tav>
                                        <p:tav tm="100000">
                                          <p:val>
                                            <p:fltVal val="1"/>
                                          </p:val>
                                        </p:tav>
                                      </p:tavLst>
                                    </p:anim>
                                    <p:anim calcmode="lin" valueType="num">
                                      <p:cBhvr>
                                        <p:cTn id="28" dur="123" tmFilter="0, 0; 0.125,0.2665; 0.25,0.4; 0.375,0.465; 0.5,0.5;  0.625,0.535; 0.75,0.6; 0.875,0.7335; 1,1">
                                          <p:stCondLst>
                                            <p:cond delay="1242"/>
                                          </p:stCondLst>
                                        </p:cTn>
                                        <p:tgtEl>
                                          <p:spTgt spid="4"/>
                                        </p:tgtEl>
                                        <p:attrNameLst>
                                          <p:attrName>ppt_y</p:attrName>
                                        </p:attrNameLst>
                                      </p:cBhvr>
                                      <p:tavLst>
                                        <p:tav tm="0" fmla="#ppt_y-sin(pi*$)/81">
                                          <p:val>
                                            <p:fltVal val="0"/>
                                          </p:val>
                                        </p:tav>
                                        <p:tav tm="100000">
                                          <p:val>
                                            <p:fltVal val="1"/>
                                          </p:val>
                                        </p:tav>
                                      </p:tavLst>
                                    </p:anim>
                                    <p:animScale>
                                      <p:cBhvr>
                                        <p:cTn id="29" dur="20">
                                          <p:stCondLst>
                                            <p:cond delay="487"/>
                                          </p:stCondLst>
                                        </p:cTn>
                                        <p:tgtEl>
                                          <p:spTgt spid="4"/>
                                        </p:tgtEl>
                                      </p:cBhvr>
                                      <p:to x="100000" y="60000"/>
                                    </p:animScale>
                                    <p:animScale>
                                      <p:cBhvr>
                                        <p:cTn id="30" dur="124" decel="50000">
                                          <p:stCondLst>
                                            <p:cond delay="507"/>
                                          </p:stCondLst>
                                        </p:cTn>
                                        <p:tgtEl>
                                          <p:spTgt spid="4"/>
                                        </p:tgtEl>
                                      </p:cBhvr>
                                      <p:to x="100000" y="100000"/>
                                    </p:animScale>
                                    <p:animScale>
                                      <p:cBhvr>
                                        <p:cTn id="31" dur="20">
                                          <p:stCondLst>
                                            <p:cond delay="984"/>
                                          </p:stCondLst>
                                        </p:cTn>
                                        <p:tgtEl>
                                          <p:spTgt spid="4"/>
                                        </p:tgtEl>
                                      </p:cBhvr>
                                      <p:to x="100000" y="80000"/>
                                    </p:animScale>
                                    <p:animScale>
                                      <p:cBhvr>
                                        <p:cTn id="32" dur="124" decel="50000">
                                          <p:stCondLst>
                                            <p:cond delay="1004"/>
                                          </p:stCondLst>
                                        </p:cTn>
                                        <p:tgtEl>
                                          <p:spTgt spid="4"/>
                                        </p:tgtEl>
                                      </p:cBhvr>
                                      <p:to x="100000" y="100000"/>
                                    </p:animScale>
                                    <p:animScale>
                                      <p:cBhvr>
                                        <p:cTn id="33" dur="20">
                                          <p:stCondLst>
                                            <p:cond delay="1231"/>
                                          </p:stCondLst>
                                        </p:cTn>
                                        <p:tgtEl>
                                          <p:spTgt spid="4"/>
                                        </p:tgtEl>
                                      </p:cBhvr>
                                      <p:to x="100000" y="90000"/>
                                    </p:animScale>
                                    <p:animScale>
                                      <p:cBhvr>
                                        <p:cTn id="34" dur="124" decel="50000">
                                          <p:stCondLst>
                                            <p:cond delay="1251"/>
                                          </p:stCondLst>
                                        </p:cTn>
                                        <p:tgtEl>
                                          <p:spTgt spid="4"/>
                                        </p:tgtEl>
                                      </p:cBhvr>
                                      <p:to x="100000" y="100000"/>
                                    </p:animScale>
                                    <p:animScale>
                                      <p:cBhvr>
                                        <p:cTn id="35" dur="20">
                                          <p:stCondLst>
                                            <p:cond delay="1356"/>
                                          </p:stCondLst>
                                        </p:cTn>
                                        <p:tgtEl>
                                          <p:spTgt spid="4"/>
                                        </p:tgtEl>
                                      </p:cBhvr>
                                      <p:to x="100000" y="95000"/>
                                    </p:animScale>
                                    <p:animScale>
                                      <p:cBhvr>
                                        <p:cTn id="36" dur="124" decel="50000">
                                          <p:stCondLst>
                                            <p:cond delay="1376"/>
                                          </p:stCondLst>
                                        </p:cTn>
                                        <p:tgtEl>
                                          <p:spTgt spid="4"/>
                                        </p:tgtEl>
                                      </p:cBhvr>
                                      <p:to x="100000" y="100000"/>
                                    </p:animScale>
                                  </p:childTnLst>
                                </p:cTn>
                              </p:par>
                            </p:childTnLst>
                          </p:cTn>
                        </p:par>
                        <p:par>
                          <p:cTn id="37" fill="hold">
                            <p:stCondLst>
                              <p:cond delay="2000"/>
                            </p:stCondLst>
                            <p:childTnLst>
                              <p:par>
                                <p:cTn id="38" presetID="31" presetClass="entr" presetSubtype="0" fill="hold" grpId="0" nodeType="after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p:cTn id="40" dur="500" fill="hold"/>
                                        <p:tgtEl>
                                          <p:spTgt spid="10"/>
                                        </p:tgtEl>
                                        <p:attrNameLst>
                                          <p:attrName>ppt_w</p:attrName>
                                        </p:attrNameLst>
                                      </p:cBhvr>
                                      <p:tavLst>
                                        <p:tav tm="0">
                                          <p:val>
                                            <p:fltVal val="0"/>
                                          </p:val>
                                        </p:tav>
                                        <p:tav tm="100000">
                                          <p:val>
                                            <p:strVal val="#ppt_w"/>
                                          </p:val>
                                        </p:tav>
                                      </p:tavLst>
                                    </p:anim>
                                    <p:anim calcmode="lin" valueType="num">
                                      <p:cBhvr>
                                        <p:cTn id="41" dur="500" fill="hold"/>
                                        <p:tgtEl>
                                          <p:spTgt spid="10"/>
                                        </p:tgtEl>
                                        <p:attrNameLst>
                                          <p:attrName>ppt_h</p:attrName>
                                        </p:attrNameLst>
                                      </p:cBhvr>
                                      <p:tavLst>
                                        <p:tav tm="0">
                                          <p:val>
                                            <p:fltVal val="0"/>
                                          </p:val>
                                        </p:tav>
                                        <p:tav tm="100000">
                                          <p:val>
                                            <p:strVal val="#ppt_h"/>
                                          </p:val>
                                        </p:tav>
                                      </p:tavLst>
                                    </p:anim>
                                    <p:anim calcmode="lin" valueType="num">
                                      <p:cBhvr>
                                        <p:cTn id="42" dur="500" fill="hold"/>
                                        <p:tgtEl>
                                          <p:spTgt spid="10"/>
                                        </p:tgtEl>
                                        <p:attrNameLst>
                                          <p:attrName>style.rotation</p:attrName>
                                        </p:attrNameLst>
                                      </p:cBhvr>
                                      <p:tavLst>
                                        <p:tav tm="0">
                                          <p:val>
                                            <p:fltVal val="90"/>
                                          </p:val>
                                        </p:tav>
                                        <p:tav tm="100000">
                                          <p:val>
                                            <p:fltVal val="0"/>
                                          </p:val>
                                        </p:tav>
                                      </p:tavLst>
                                    </p:anim>
                                    <p:animEffect transition="in" filter="fade">
                                      <p:cBhvr>
                                        <p:cTn id="43" dur="500"/>
                                        <p:tgtEl>
                                          <p:spTgt spid="10"/>
                                        </p:tgtEl>
                                      </p:cBhvr>
                                    </p:animEffect>
                                  </p:childTnLst>
                                </p:cTn>
                              </p:par>
                              <p:par>
                                <p:cTn id="44" presetID="31" presetClass="entr" presetSubtype="0" fill="hold" grpId="0" nodeType="withEffect">
                                  <p:stCondLst>
                                    <p:cond delay="0"/>
                                  </p:stCondLst>
                                  <p:childTnLst>
                                    <p:set>
                                      <p:cBhvr>
                                        <p:cTn id="45" dur="1" fill="hold">
                                          <p:stCondLst>
                                            <p:cond delay="0"/>
                                          </p:stCondLst>
                                        </p:cTn>
                                        <p:tgtEl>
                                          <p:spTgt spid="11"/>
                                        </p:tgtEl>
                                        <p:attrNameLst>
                                          <p:attrName>style.visibility</p:attrName>
                                        </p:attrNameLst>
                                      </p:cBhvr>
                                      <p:to>
                                        <p:strVal val="visible"/>
                                      </p:to>
                                    </p:set>
                                    <p:anim calcmode="lin" valueType="num">
                                      <p:cBhvr>
                                        <p:cTn id="46" dur="500" fill="hold"/>
                                        <p:tgtEl>
                                          <p:spTgt spid="11"/>
                                        </p:tgtEl>
                                        <p:attrNameLst>
                                          <p:attrName>ppt_w</p:attrName>
                                        </p:attrNameLst>
                                      </p:cBhvr>
                                      <p:tavLst>
                                        <p:tav tm="0">
                                          <p:val>
                                            <p:fltVal val="0"/>
                                          </p:val>
                                        </p:tav>
                                        <p:tav tm="100000">
                                          <p:val>
                                            <p:strVal val="#ppt_w"/>
                                          </p:val>
                                        </p:tav>
                                      </p:tavLst>
                                    </p:anim>
                                    <p:anim calcmode="lin" valueType="num">
                                      <p:cBhvr>
                                        <p:cTn id="47" dur="500" fill="hold"/>
                                        <p:tgtEl>
                                          <p:spTgt spid="11"/>
                                        </p:tgtEl>
                                        <p:attrNameLst>
                                          <p:attrName>ppt_h</p:attrName>
                                        </p:attrNameLst>
                                      </p:cBhvr>
                                      <p:tavLst>
                                        <p:tav tm="0">
                                          <p:val>
                                            <p:fltVal val="0"/>
                                          </p:val>
                                        </p:tav>
                                        <p:tav tm="100000">
                                          <p:val>
                                            <p:strVal val="#ppt_h"/>
                                          </p:val>
                                        </p:tav>
                                      </p:tavLst>
                                    </p:anim>
                                    <p:anim calcmode="lin" valueType="num">
                                      <p:cBhvr>
                                        <p:cTn id="48" dur="500" fill="hold"/>
                                        <p:tgtEl>
                                          <p:spTgt spid="11"/>
                                        </p:tgtEl>
                                        <p:attrNameLst>
                                          <p:attrName>style.rotation</p:attrName>
                                        </p:attrNameLst>
                                      </p:cBhvr>
                                      <p:tavLst>
                                        <p:tav tm="0">
                                          <p:val>
                                            <p:fltVal val="90"/>
                                          </p:val>
                                        </p:tav>
                                        <p:tav tm="100000">
                                          <p:val>
                                            <p:fltVal val="0"/>
                                          </p:val>
                                        </p:tav>
                                      </p:tavLst>
                                    </p:anim>
                                    <p:animEffect transition="in" filter="fade">
                                      <p:cBhvr>
                                        <p:cTn id="49" dur="500"/>
                                        <p:tgtEl>
                                          <p:spTgt spid="11"/>
                                        </p:tgtEl>
                                      </p:cBhvr>
                                    </p:animEffect>
                                  </p:childTnLst>
                                </p:cTn>
                              </p:par>
                            </p:childTnLst>
                          </p:cTn>
                        </p:par>
                        <p:par>
                          <p:cTn id="50" fill="hold">
                            <p:stCondLst>
                              <p:cond delay="2500"/>
                            </p:stCondLst>
                            <p:childTnLst>
                              <p:par>
                                <p:cTn id="51" presetID="52" presetClass="entr" presetSubtype="0" fill="hold" grpId="0" nodeType="afterEffect">
                                  <p:stCondLst>
                                    <p:cond delay="0"/>
                                  </p:stCondLst>
                                  <p:childTnLst>
                                    <p:set>
                                      <p:cBhvr>
                                        <p:cTn id="52" dur="1" fill="hold">
                                          <p:stCondLst>
                                            <p:cond delay="0"/>
                                          </p:stCondLst>
                                        </p:cTn>
                                        <p:tgtEl>
                                          <p:spTgt spid="5"/>
                                        </p:tgtEl>
                                        <p:attrNameLst>
                                          <p:attrName>style.visibility</p:attrName>
                                        </p:attrNameLst>
                                      </p:cBhvr>
                                      <p:to>
                                        <p:strVal val="visible"/>
                                      </p:to>
                                    </p:set>
                                    <p:animScale>
                                      <p:cBhvr>
                                        <p:cTn id="53" dur="10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4" dur="1000" decel="50000" fill="hold">
                                          <p:stCondLst>
                                            <p:cond delay="0"/>
                                          </p:stCondLst>
                                        </p:cTn>
                                        <p:tgtEl>
                                          <p:spTgt spid="5"/>
                                        </p:tgtEl>
                                        <p:attrNameLst>
                                          <p:attrName>ppt_x</p:attrName>
                                          <p:attrName>ppt_y</p:attrName>
                                        </p:attrNameLst>
                                      </p:cBhvr>
                                    </p:animMotion>
                                    <p:animEffect transition="in" filter="fade">
                                      <p:cBhvr>
                                        <p:cTn id="55" dur="1000"/>
                                        <p:tgtEl>
                                          <p:spTgt spid="5"/>
                                        </p:tgtEl>
                                      </p:cBhvr>
                                    </p:animEffect>
                                  </p:childTnLst>
                                </p:cTn>
                              </p:par>
                              <p:par>
                                <p:cTn id="56" presetID="52" presetClass="entr" presetSubtype="0" fill="hold" grpId="0" nodeType="withEffect">
                                  <p:stCondLst>
                                    <p:cond delay="0"/>
                                  </p:stCondLst>
                                  <p:childTnLst>
                                    <p:set>
                                      <p:cBhvr>
                                        <p:cTn id="57" dur="1" fill="hold">
                                          <p:stCondLst>
                                            <p:cond delay="0"/>
                                          </p:stCondLst>
                                        </p:cTn>
                                        <p:tgtEl>
                                          <p:spTgt spid="7"/>
                                        </p:tgtEl>
                                        <p:attrNameLst>
                                          <p:attrName>style.visibility</p:attrName>
                                        </p:attrNameLst>
                                      </p:cBhvr>
                                      <p:to>
                                        <p:strVal val="visible"/>
                                      </p:to>
                                    </p:set>
                                    <p:animScale>
                                      <p:cBhvr>
                                        <p:cTn id="58" dur="1000" decel="50000" fill="hold">
                                          <p:stCondLst>
                                            <p:cond delay="0"/>
                                          </p:stCondLst>
                                        </p:cTn>
                                        <p:tgtEl>
                                          <p:spTgt spid="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9" dur="1000" decel="50000" fill="hold">
                                          <p:stCondLst>
                                            <p:cond delay="0"/>
                                          </p:stCondLst>
                                        </p:cTn>
                                        <p:tgtEl>
                                          <p:spTgt spid="7"/>
                                        </p:tgtEl>
                                        <p:attrNameLst>
                                          <p:attrName>ppt_x</p:attrName>
                                          <p:attrName>ppt_y</p:attrName>
                                        </p:attrNameLst>
                                      </p:cBhvr>
                                    </p:animMotion>
                                    <p:animEffect transition="in" filter="fade">
                                      <p:cBhvr>
                                        <p:cTn id="60" dur="1000"/>
                                        <p:tgtEl>
                                          <p:spTgt spid="7"/>
                                        </p:tgtEl>
                                      </p:cBhvr>
                                    </p:animEffect>
                                  </p:childTnLst>
                                </p:cTn>
                              </p:par>
                            </p:childTnLst>
                          </p:cTn>
                        </p:par>
                        <p:par>
                          <p:cTn id="61" fill="hold">
                            <p:stCondLst>
                              <p:cond delay="3500"/>
                            </p:stCondLst>
                            <p:childTnLst>
                              <p:par>
                                <p:cTn id="62" presetID="22" presetClass="entr" presetSubtype="2"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wipe(right)">
                                      <p:cBhvr>
                                        <p:cTn id="64" dur="500"/>
                                        <p:tgtEl>
                                          <p:spTgt spid="14"/>
                                        </p:tgtEl>
                                      </p:cBhvr>
                                    </p:animEffect>
                                  </p:childTnLst>
                                </p:cTn>
                              </p:par>
                            </p:childTnLst>
                          </p:cTn>
                        </p:par>
                        <p:par>
                          <p:cTn id="65" fill="hold">
                            <p:stCondLst>
                              <p:cond delay="4000"/>
                            </p:stCondLst>
                            <p:childTnLst>
                              <p:par>
                                <p:cTn id="66" presetID="31" presetClass="entr" presetSubtype="0" fill="hold" grpId="0" nodeType="afterEffect">
                                  <p:stCondLst>
                                    <p:cond delay="0"/>
                                  </p:stCondLst>
                                  <p:childTnLst>
                                    <p:set>
                                      <p:cBhvr>
                                        <p:cTn id="67" dur="1" fill="hold">
                                          <p:stCondLst>
                                            <p:cond delay="0"/>
                                          </p:stCondLst>
                                        </p:cTn>
                                        <p:tgtEl>
                                          <p:spTgt spid="12"/>
                                        </p:tgtEl>
                                        <p:attrNameLst>
                                          <p:attrName>style.visibility</p:attrName>
                                        </p:attrNameLst>
                                      </p:cBhvr>
                                      <p:to>
                                        <p:strVal val="visible"/>
                                      </p:to>
                                    </p:set>
                                    <p:anim calcmode="lin" valueType="num">
                                      <p:cBhvr>
                                        <p:cTn id="68" dur="500" fill="hold"/>
                                        <p:tgtEl>
                                          <p:spTgt spid="12"/>
                                        </p:tgtEl>
                                        <p:attrNameLst>
                                          <p:attrName>ppt_w</p:attrName>
                                        </p:attrNameLst>
                                      </p:cBhvr>
                                      <p:tavLst>
                                        <p:tav tm="0">
                                          <p:val>
                                            <p:fltVal val="0"/>
                                          </p:val>
                                        </p:tav>
                                        <p:tav tm="100000">
                                          <p:val>
                                            <p:strVal val="#ppt_w"/>
                                          </p:val>
                                        </p:tav>
                                      </p:tavLst>
                                    </p:anim>
                                    <p:anim calcmode="lin" valueType="num">
                                      <p:cBhvr>
                                        <p:cTn id="69" dur="500" fill="hold"/>
                                        <p:tgtEl>
                                          <p:spTgt spid="12"/>
                                        </p:tgtEl>
                                        <p:attrNameLst>
                                          <p:attrName>ppt_h</p:attrName>
                                        </p:attrNameLst>
                                      </p:cBhvr>
                                      <p:tavLst>
                                        <p:tav tm="0">
                                          <p:val>
                                            <p:fltVal val="0"/>
                                          </p:val>
                                        </p:tav>
                                        <p:tav tm="100000">
                                          <p:val>
                                            <p:strVal val="#ppt_h"/>
                                          </p:val>
                                        </p:tav>
                                      </p:tavLst>
                                    </p:anim>
                                    <p:anim calcmode="lin" valueType="num">
                                      <p:cBhvr>
                                        <p:cTn id="70" dur="500" fill="hold"/>
                                        <p:tgtEl>
                                          <p:spTgt spid="12"/>
                                        </p:tgtEl>
                                        <p:attrNameLst>
                                          <p:attrName>style.rotation</p:attrName>
                                        </p:attrNameLst>
                                      </p:cBhvr>
                                      <p:tavLst>
                                        <p:tav tm="0">
                                          <p:val>
                                            <p:fltVal val="90"/>
                                          </p:val>
                                        </p:tav>
                                        <p:tav tm="100000">
                                          <p:val>
                                            <p:fltVal val="0"/>
                                          </p:val>
                                        </p:tav>
                                      </p:tavLst>
                                    </p:anim>
                                    <p:animEffect transition="in" filter="fade">
                                      <p:cBhvr>
                                        <p:cTn id="71" dur="500"/>
                                        <p:tgtEl>
                                          <p:spTgt spid="12"/>
                                        </p:tgtEl>
                                      </p:cBhvr>
                                    </p:animEffect>
                                  </p:childTnLst>
                                </p:cTn>
                              </p:par>
                              <p:par>
                                <p:cTn id="72" presetID="31" presetClass="entr" presetSubtype="0" fill="hold" grpId="0" nodeType="withEffect">
                                  <p:stCondLst>
                                    <p:cond delay="0"/>
                                  </p:stCondLst>
                                  <p:childTnLst>
                                    <p:set>
                                      <p:cBhvr>
                                        <p:cTn id="73" dur="1" fill="hold">
                                          <p:stCondLst>
                                            <p:cond delay="0"/>
                                          </p:stCondLst>
                                        </p:cTn>
                                        <p:tgtEl>
                                          <p:spTgt spid="13"/>
                                        </p:tgtEl>
                                        <p:attrNameLst>
                                          <p:attrName>style.visibility</p:attrName>
                                        </p:attrNameLst>
                                      </p:cBhvr>
                                      <p:to>
                                        <p:strVal val="visible"/>
                                      </p:to>
                                    </p:set>
                                    <p:anim calcmode="lin" valueType="num">
                                      <p:cBhvr>
                                        <p:cTn id="74" dur="500" fill="hold"/>
                                        <p:tgtEl>
                                          <p:spTgt spid="13"/>
                                        </p:tgtEl>
                                        <p:attrNameLst>
                                          <p:attrName>ppt_w</p:attrName>
                                        </p:attrNameLst>
                                      </p:cBhvr>
                                      <p:tavLst>
                                        <p:tav tm="0">
                                          <p:val>
                                            <p:fltVal val="0"/>
                                          </p:val>
                                        </p:tav>
                                        <p:tav tm="100000">
                                          <p:val>
                                            <p:strVal val="#ppt_w"/>
                                          </p:val>
                                        </p:tav>
                                      </p:tavLst>
                                    </p:anim>
                                    <p:anim calcmode="lin" valueType="num">
                                      <p:cBhvr>
                                        <p:cTn id="75" dur="500" fill="hold"/>
                                        <p:tgtEl>
                                          <p:spTgt spid="13"/>
                                        </p:tgtEl>
                                        <p:attrNameLst>
                                          <p:attrName>ppt_h</p:attrName>
                                        </p:attrNameLst>
                                      </p:cBhvr>
                                      <p:tavLst>
                                        <p:tav tm="0">
                                          <p:val>
                                            <p:fltVal val="0"/>
                                          </p:val>
                                        </p:tav>
                                        <p:tav tm="100000">
                                          <p:val>
                                            <p:strVal val="#ppt_h"/>
                                          </p:val>
                                        </p:tav>
                                      </p:tavLst>
                                    </p:anim>
                                    <p:anim calcmode="lin" valueType="num">
                                      <p:cBhvr>
                                        <p:cTn id="76" dur="500" fill="hold"/>
                                        <p:tgtEl>
                                          <p:spTgt spid="13"/>
                                        </p:tgtEl>
                                        <p:attrNameLst>
                                          <p:attrName>style.rotation</p:attrName>
                                        </p:attrNameLst>
                                      </p:cBhvr>
                                      <p:tavLst>
                                        <p:tav tm="0">
                                          <p:val>
                                            <p:fltVal val="90"/>
                                          </p:val>
                                        </p:tav>
                                        <p:tav tm="100000">
                                          <p:val>
                                            <p:fltVal val="0"/>
                                          </p:val>
                                        </p:tav>
                                      </p:tavLst>
                                    </p:anim>
                                    <p:animEffect transition="in" filter="fade">
                                      <p:cBhvr>
                                        <p:cTn id="77" dur="500"/>
                                        <p:tgtEl>
                                          <p:spTgt spid="13"/>
                                        </p:tgtEl>
                                      </p:cBhvr>
                                    </p:animEffect>
                                  </p:childTnLst>
                                </p:cTn>
                              </p:par>
                            </p:childTnLst>
                          </p:cTn>
                        </p:par>
                        <p:par>
                          <p:cTn id="78" fill="hold">
                            <p:stCondLst>
                              <p:cond delay="4500"/>
                            </p:stCondLst>
                            <p:childTnLst>
                              <p:par>
                                <p:cTn id="79" presetID="52" presetClass="entr" presetSubtype="0" fill="hold" grpId="0" nodeType="afterEffect">
                                  <p:stCondLst>
                                    <p:cond delay="0"/>
                                  </p:stCondLst>
                                  <p:childTnLst>
                                    <p:set>
                                      <p:cBhvr>
                                        <p:cTn id="80" dur="1" fill="hold">
                                          <p:stCondLst>
                                            <p:cond delay="0"/>
                                          </p:stCondLst>
                                        </p:cTn>
                                        <p:tgtEl>
                                          <p:spTgt spid="6"/>
                                        </p:tgtEl>
                                        <p:attrNameLst>
                                          <p:attrName>style.visibility</p:attrName>
                                        </p:attrNameLst>
                                      </p:cBhvr>
                                      <p:to>
                                        <p:strVal val="visible"/>
                                      </p:to>
                                    </p:set>
                                    <p:animScale>
                                      <p:cBhvr>
                                        <p:cTn id="81" dur="1000" decel="50000" fill="hold">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2" dur="1000" decel="50000" fill="hold">
                                          <p:stCondLst>
                                            <p:cond delay="0"/>
                                          </p:stCondLst>
                                        </p:cTn>
                                        <p:tgtEl>
                                          <p:spTgt spid="6"/>
                                        </p:tgtEl>
                                        <p:attrNameLst>
                                          <p:attrName>ppt_x</p:attrName>
                                          <p:attrName>ppt_y</p:attrName>
                                        </p:attrNameLst>
                                      </p:cBhvr>
                                    </p:animMotion>
                                    <p:animEffect transition="in" filter="fade">
                                      <p:cBhvr>
                                        <p:cTn id="83" dur="1000"/>
                                        <p:tgtEl>
                                          <p:spTgt spid="6"/>
                                        </p:tgtEl>
                                      </p:cBhvr>
                                    </p:animEffect>
                                  </p:childTnLst>
                                </p:cTn>
                              </p:par>
                              <p:par>
                                <p:cTn id="84" presetID="52" presetClass="entr" presetSubtype="0" fill="hold" grpId="0" nodeType="withEffect">
                                  <p:stCondLst>
                                    <p:cond delay="0"/>
                                  </p:stCondLst>
                                  <p:childTnLst>
                                    <p:set>
                                      <p:cBhvr>
                                        <p:cTn id="85" dur="1" fill="hold">
                                          <p:stCondLst>
                                            <p:cond delay="0"/>
                                          </p:stCondLst>
                                        </p:cTn>
                                        <p:tgtEl>
                                          <p:spTgt spid="9"/>
                                        </p:tgtEl>
                                        <p:attrNameLst>
                                          <p:attrName>style.visibility</p:attrName>
                                        </p:attrNameLst>
                                      </p:cBhvr>
                                      <p:to>
                                        <p:strVal val="visible"/>
                                      </p:to>
                                    </p:set>
                                    <p:animScale>
                                      <p:cBhvr>
                                        <p:cTn id="86" dur="1000" decel="50000" fill="hold">
                                          <p:stCondLst>
                                            <p:cond delay="0"/>
                                          </p:stCondLst>
                                        </p:cTn>
                                        <p:tgtEl>
                                          <p:spTgt spid="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7" dur="1000" decel="50000" fill="hold">
                                          <p:stCondLst>
                                            <p:cond delay="0"/>
                                          </p:stCondLst>
                                        </p:cTn>
                                        <p:tgtEl>
                                          <p:spTgt spid="9"/>
                                        </p:tgtEl>
                                        <p:attrNameLst>
                                          <p:attrName>ppt_x</p:attrName>
                                          <p:attrName>ppt_y</p:attrName>
                                        </p:attrNameLst>
                                      </p:cBhvr>
                                    </p:animMotion>
                                    <p:animEffect transition="in" filter="fade">
                                      <p:cBhvr>
                                        <p:cTn id="88" dur="1000"/>
                                        <p:tgtEl>
                                          <p:spTgt spid="9"/>
                                        </p:tgtEl>
                                      </p:cBhvr>
                                    </p:animEffect>
                                  </p:childTnLst>
                                </p:cTn>
                              </p:par>
                            </p:childTnLst>
                          </p:cTn>
                        </p:par>
                        <p:par>
                          <p:cTn id="89" fill="hold">
                            <p:stCondLst>
                              <p:cond delay="5500"/>
                            </p:stCondLst>
                            <p:childTnLst>
                              <p:par>
                                <p:cTn id="90" presetID="22" presetClass="entr" presetSubtype="2" fill="hold" grpId="0" nodeType="afterEffect">
                                  <p:stCondLst>
                                    <p:cond delay="0"/>
                                  </p:stCondLst>
                                  <p:childTnLst>
                                    <p:set>
                                      <p:cBhvr>
                                        <p:cTn id="91" dur="1" fill="hold">
                                          <p:stCondLst>
                                            <p:cond delay="0"/>
                                          </p:stCondLst>
                                        </p:cTn>
                                        <p:tgtEl>
                                          <p:spTgt spid="15"/>
                                        </p:tgtEl>
                                        <p:attrNameLst>
                                          <p:attrName>style.visibility</p:attrName>
                                        </p:attrNameLst>
                                      </p:cBhvr>
                                      <p:to>
                                        <p:strVal val="visible"/>
                                      </p:to>
                                    </p:set>
                                    <p:animEffect transition="in" filter="wipe(right)">
                                      <p:cBhvr>
                                        <p:cTn id="9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p:bldP spid="9" grpId="0"/>
      <p:bldP spid="10" grpId="0"/>
      <p:bldP spid="11" grpId="0"/>
      <p:bldP spid="12" grpId="0"/>
      <p:bldP spid="13" grpId="0"/>
      <p:bldP spid="14" grpId="0"/>
      <p:bldP spid="1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Oval 16"/>
          <p:cNvSpPr/>
          <p:nvPr/>
        </p:nvSpPr>
        <p:spPr>
          <a:xfrm rot="16200000">
            <a:off x="3840301" y="2811506"/>
            <a:ext cx="185022" cy="192427"/>
          </a:xfrm>
          <a:prstGeom prst="ellipse">
            <a:avLst/>
          </a:prstGeom>
          <a:noFill/>
          <a:ln w="254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id-ID" sz="1100">
              <a:latin typeface="微软雅黑" pitchFamily="34" charset="-122"/>
              <a:ea typeface="微软雅黑" pitchFamily="34" charset="-122"/>
            </a:endParaRPr>
          </a:p>
        </p:txBody>
      </p:sp>
      <p:grpSp>
        <p:nvGrpSpPr>
          <p:cNvPr id="47" name="Group 1"/>
          <p:cNvGrpSpPr/>
          <p:nvPr/>
        </p:nvGrpSpPr>
        <p:grpSpPr>
          <a:xfrm rot="16200000">
            <a:off x="3186642" y="2269744"/>
            <a:ext cx="40469" cy="1278632"/>
            <a:chOff x="6077893" y="2108487"/>
            <a:chExt cx="36214" cy="1552769"/>
          </a:xfrm>
          <a:solidFill>
            <a:schemeClr val="accent2">
              <a:lumMod val="75000"/>
            </a:schemeClr>
          </a:solidFill>
        </p:grpSpPr>
        <p:cxnSp>
          <p:nvCxnSpPr>
            <p:cNvPr id="48" name="Straight Connector 14"/>
            <p:cNvCxnSpPr/>
            <p:nvPr/>
          </p:nvCxnSpPr>
          <p:spPr>
            <a:xfrm>
              <a:off x="6114107" y="2108487"/>
              <a:ext cx="0" cy="1552769"/>
            </a:xfrm>
            <a:prstGeom prst="line">
              <a:avLst/>
            </a:prstGeom>
            <a:grpFill/>
            <a:ln w="19050" cmpd="sng">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9" name="Straight Connector 24"/>
            <p:cNvCxnSpPr/>
            <p:nvPr/>
          </p:nvCxnSpPr>
          <p:spPr>
            <a:xfrm>
              <a:off x="6077893" y="2108487"/>
              <a:ext cx="0" cy="1552769"/>
            </a:xfrm>
            <a:prstGeom prst="line">
              <a:avLst/>
            </a:prstGeom>
            <a:grpFill/>
            <a:ln w="19050" cmpd="sng">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grpSp>
      <p:grpSp>
        <p:nvGrpSpPr>
          <p:cNvPr id="50" name="Group 2"/>
          <p:cNvGrpSpPr/>
          <p:nvPr/>
        </p:nvGrpSpPr>
        <p:grpSpPr>
          <a:xfrm rot="16200000">
            <a:off x="4573515" y="2350291"/>
            <a:ext cx="40473" cy="1129452"/>
            <a:chOff x="6077893" y="3797444"/>
            <a:chExt cx="36214" cy="1371599"/>
          </a:xfrm>
          <a:solidFill>
            <a:schemeClr val="accent2">
              <a:lumMod val="75000"/>
            </a:schemeClr>
          </a:solidFill>
        </p:grpSpPr>
        <p:cxnSp>
          <p:nvCxnSpPr>
            <p:cNvPr id="51" name="Straight Connector 19"/>
            <p:cNvCxnSpPr/>
            <p:nvPr/>
          </p:nvCxnSpPr>
          <p:spPr>
            <a:xfrm>
              <a:off x="6114107" y="3797444"/>
              <a:ext cx="0" cy="1371599"/>
            </a:xfrm>
            <a:prstGeom prst="line">
              <a:avLst/>
            </a:prstGeom>
            <a:grpFill/>
            <a:ln w="19050" cmpd="sng">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2" name="Straight Connector 25"/>
            <p:cNvCxnSpPr/>
            <p:nvPr/>
          </p:nvCxnSpPr>
          <p:spPr>
            <a:xfrm>
              <a:off x="6077893" y="3797444"/>
              <a:ext cx="0" cy="1371599"/>
            </a:xfrm>
            <a:prstGeom prst="line">
              <a:avLst/>
            </a:prstGeom>
            <a:grpFill/>
            <a:ln w="19050" cmpd="sng">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grpSp>
      <p:grpSp>
        <p:nvGrpSpPr>
          <p:cNvPr id="53" name="Group 3"/>
          <p:cNvGrpSpPr/>
          <p:nvPr/>
        </p:nvGrpSpPr>
        <p:grpSpPr>
          <a:xfrm rot="16200000">
            <a:off x="5987203" y="2277133"/>
            <a:ext cx="40471" cy="1278634"/>
            <a:chOff x="6077893" y="5305231"/>
            <a:chExt cx="36214" cy="1552769"/>
          </a:xfrm>
          <a:solidFill>
            <a:schemeClr val="accent2">
              <a:lumMod val="75000"/>
            </a:schemeClr>
          </a:solidFill>
        </p:grpSpPr>
        <p:cxnSp>
          <p:nvCxnSpPr>
            <p:cNvPr id="54" name="Straight Connector 21"/>
            <p:cNvCxnSpPr/>
            <p:nvPr/>
          </p:nvCxnSpPr>
          <p:spPr>
            <a:xfrm>
              <a:off x="6114107" y="5305231"/>
              <a:ext cx="0" cy="1552769"/>
            </a:xfrm>
            <a:prstGeom prst="line">
              <a:avLst/>
            </a:prstGeom>
            <a:grpFill/>
            <a:ln w="19050" cmpd="sng">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5" name="Straight Connector 26"/>
            <p:cNvCxnSpPr/>
            <p:nvPr/>
          </p:nvCxnSpPr>
          <p:spPr>
            <a:xfrm>
              <a:off x="6077893" y="5305231"/>
              <a:ext cx="0" cy="1552769"/>
            </a:xfrm>
            <a:prstGeom prst="line">
              <a:avLst/>
            </a:prstGeom>
            <a:grpFill/>
            <a:ln w="19050" cmpd="sng">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56" name="Oval 40"/>
          <p:cNvSpPr/>
          <p:nvPr/>
        </p:nvSpPr>
        <p:spPr>
          <a:xfrm rot="16200000">
            <a:off x="2369529" y="2798567"/>
            <a:ext cx="185022" cy="192427"/>
          </a:xfrm>
          <a:prstGeom prst="ellipse">
            <a:avLst/>
          </a:prstGeom>
          <a:noFill/>
          <a:ln w="254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id-ID" sz="1100">
              <a:latin typeface="微软雅黑" pitchFamily="34" charset="-122"/>
              <a:ea typeface="微软雅黑" pitchFamily="34" charset="-122"/>
            </a:endParaRPr>
          </a:p>
        </p:txBody>
      </p:sp>
      <p:sp>
        <p:nvSpPr>
          <p:cNvPr id="57" name="Oval 41"/>
          <p:cNvSpPr/>
          <p:nvPr/>
        </p:nvSpPr>
        <p:spPr>
          <a:xfrm rot="16200000">
            <a:off x="5162181" y="2813768"/>
            <a:ext cx="185022" cy="192427"/>
          </a:xfrm>
          <a:prstGeom prst="ellipse">
            <a:avLst/>
          </a:prstGeom>
          <a:noFill/>
          <a:ln w="254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id-ID" sz="1000"/>
          </a:p>
        </p:txBody>
      </p:sp>
      <p:sp>
        <p:nvSpPr>
          <p:cNvPr id="58" name="Isosceles Triangle 45"/>
          <p:cNvSpPr/>
          <p:nvPr/>
        </p:nvSpPr>
        <p:spPr>
          <a:xfrm>
            <a:off x="2421598" y="2603540"/>
            <a:ext cx="94094" cy="164200"/>
          </a:xfrm>
          <a:prstGeom prst="triangl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id-ID" sz="1100">
              <a:latin typeface="微软雅黑" pitchFamily="34" charset="-122"/>
              <a:ea typeface="微软雅黑" pitchFamily="34" charset="-122"/>
            </a:endParaRPr>
          </a:p>
        </p:txBody>
      </p:sp>
      <p:sp>
        <p:nvSpPr>
          <p:cNvPr id="59" name="Isosceles Triangle 48"/>
          <p:cNvSpPr/>
          <p:nvPr/>
        </p:nvSpPr>
        <p:spPr>
          <a:xfrm rot="10800000" flipH="1">
            <a:off x="3892235" y="3040798"/>
            <a:ext cx="94094" cy="164200"/>
          </a:xfrm>
          <a:prstGeom prst="triangl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id-ID" sz="1100">
              <a:latin typeface="微软雅黑" pitchFamily="34" charset="-122"/>
              <a:ea typeface="微软雅黑" pitchFamily="34" charset="-122"/>
            </a:endParaRPr>
          </a:p>
        </p:txBody>
      </p:sp>
      <p:sp>
        <p:nvSpPr>
          <p:cNvPr id="60" name="Isosceles Triangle 69"/>
          <p:cNvSpPr/>
          <p:nvPr/>
        </p:nvSpPr>
        <p:spPr>
          <a:xfrm>
            <a:off x="5204973" y="2621957"/>
            <a:ext cx="94094" cy="164200"/>
          </a:xfrm>
          <a:prstGeom prst="triangl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id-ID" sz="1000"/>
          </a:p>
        </p:txBody>
      </p:sp>
      <p:sp>
        <p:nvSpPr>
          <p:cNvPr id="61" name="Rectangle 70"/>
          <p:cNvSpPr/>
          <p:nvPr/>
        </p:nvSpPr>
        <p:spPr>
          <a:xfrm>
            <a:off x="1331640" y="1387737"/>
            <a:ext cx="2295722" cy="1063566"/>
          </a:xfrm>
          <a:prstGeom prst="rect">
            <a:avLst/>
          </a:prstGeom>
          <a:noFill/>
          <a:ln w="38100">
            <a:solidFill>
              <a:schemeClr val="accent1"/>
            </a:solidFill>
          </a:ln>
          <a:effectLst>
            <a:outerShdw blurRad="177800" dist="63500" dir="2700000" algn="tl"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id-ID" sz="1100">
              <a:latin typeface="微软雅黑" pitchFamily="34" charset="-122"/>
              <a:ea typeface="微软雅黑" pitchFamily="34" charset="-122"/>
            </a:endParaRPr>
          </a:p>
        </p:txBody>
      </p:sp>
      <p:sp>
        <p:nvSpPr>
          <p:cNvPr id="62" name="TextBox 61"/>
          <p:cNvSpPr txBox="1"/>
          <p:nvPr/>
        </p:nvSpPr>
        <p:spPr>
          <a:xfrm>
            <a:off x="1331640" y="1710165"/>
            <a:ext cx="2295722" cy="577081"/>
          </a:xfrm>
          <a:prstGeom prst="rect">
            <a:avLst/>
          </a:prstGeom>
          <a:noFill/>
        </p:spPr>
        <p:txBody>
          <a:bodyPr wrap="square" lIns="68580" tIns="34290" rIns="68580" bIns="34290" rtlCol="0">
            <a:spAutoFit/>
          </a:bodyPr>
          <a:lstStyle/>
          <a:p>
            <a:pPr algn="ctr"/>
            <a:r>
              <a:rPr lang="zh-CN" altLang="en-US" sz="11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a:t>
            </a:r>
            <a:endParaRPr lang="id-ID" sz="1100" dirty="0">
              <a:solidFill>
                <a:schemeClr val="bg1"/>
              </a:solidFill>
              <a:latin typeface="微软雅黑" pitchFamily="34" charset="-122"/>
              <a:ea typeface="微软雅黑" pitchFamily="34" charset="-122"/>
            </a:endParaRPr>
          </a:p>
        </p:txBody>
      </p:sp>
      <p:sp>
        <p:nvSpPr>
          <p:cNvPr id="63" name="TextBox 62"/>
          <p:cNvSpPr txBox="1"/>
          <p:nvPr/>
        </p:nvSpPr>
        <p:spPr>
          <a:xfrm>
            <a:off x="1331640" y="1401233"/>
            <a:ext cx="2295722" cy="253916"/>
          </a:xfrm>
          <a:prstGeom prst="rect">
            <a:avLst/>
          </a:prstGeom>
          <a:solidFill>
            <a:schemeClr val="accent1"/>
          </a:solidFill>
          <a:ln>
            <a:noFill/>
          </a:ln>
        </p:spPr>
        <p:txBody>
          <a:bodyPr wrap="square" lIns="68580" tIns="34290" rIns="68580" bIns="34290" rtlCol="0">
            <a:spAutoFit/>
          </a:bodyPr>
          <a:lstStyle/>
          <a:p>
            <a:pPr algn="ctr"/>
            <a:r>
              <a:rPr lang="zh-CN" altLang="en-US" sz="1200" b="1" dirty="0">
                <a:solidFill>
                  <a:schemeClr val="bg1"/>
                </a:solidFill>
                <a:latin typeface="微软雅黑" pitchFamily="34" charset="-122"/>
                <a:ea typeface="微软雅黑" pitchFamily="34" charset="-122"/>
              </a:rPr>
              <a:t>项目一完成情况</a:t>
            </a:r>
            <a:endParaRPr lang="id-ID" sz="1200" b="1" dirty="0">
              <a:solidFill>
                <a:schemeClr val="bg1"/>
              </a:solidFill>
              <a:latin typeface="微软雅黑" pitchFamily="34" charset="-122"/>
              <a:ea typeface="微软雅黑" pitchFamily="34" charset="-122"/>
            </a:endParaRPr>
          </a:p>
        </p:txBody>
      </p:sp>
      <p:sp>
        <p:nvSpPr>
          <p:cNvPr id="64" name="Oval 40"/>
          <p:cNvSpPr/>
          <p:nvPr/>
        </p:nvSpPr>
        <p:spPr>
          <a:xfrm rot="16200000">
            <a:off x="6655263" y="2817019"/>
            <a:ext cx="185022" cy="192428"/>
          </a:xfrm>
          <a:prstGeom prst="ellipse">
            <a:avLst/>
          </a:prstGeom>
          <a:noFill/>
          <a:ln w="254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id-ID" sz="1000"/>
          </a:p>
        </p:txBody>
      </p:sp>
      <p:sp>
        <p:nvSpPr>
          <p:cNvPr id="65" name="Isosceles Triangle 45"/>
          <p:cNvSpPr/>
          <p:nvPr/>
        </p:nvSpPr>
        <p:spPr>
          <a:xfrm rot="10800000">
            <a:off x="6707197" y="3056158"/>
            <a:ext cx="94094" cy="164200"/>
          </a:xfrm>
          <a:prstGeom prst="triangl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id-ID" sz="1000"/>
          </a:p>
        </p:txBody>
      </p:sp>
      <p:grpSp>
        <p:nvGrpSpPr>
          <p:cNvPr id="66" name="Group 1"/>
          <p:cNvGrpSpPr/>
          <p:nvPr/>
        </p:nvGrpSpPr>
        <p:grpSpPr>
          <a:xfrm rot="16200000">
            <a:off x="7703961" y="2034884"/>
            <a:ext cx="40515" cy="1760461"/>
            <a:chOff x="6077892" y="2108486"/>
            <a:chExt cx="36254" cy="2137898"/>
          </a:xfrm>
          <a:solidFill>
            <a:schemeClr val="accent2">
              <a:lumMod val="75000"/>
            </a:schemeClr>
          </a:solidFill>
        </p:grpSpPr>
        <p:cxnSp>
          <p:nvCxnSpPr>
            <p:cNvPr id="67" name="Straight Connector 14"/>
            <p:cNvCxnSpPr/>
            <p:nvPr/>
          </p:nvCxnSpPr>
          <p:spPr>
            <a:xfrm rot="5400000" flipV="1">
              <a:off x="5045170" y="3177408"/>
              <a:ext cx="2137897" cy="54"/>
            </a:xfrm>
            <a:prstGeom prst="line">
              <a:avLst/>
            </a:prstGeom>
            <a:grpFill/>
            <a:ln w="19050" cmpd="sng">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8" name="Straight Connector 24"/>
            <p:cNvCxnSpPr/>
            <p:nvPr/>
          </p:nvCxnSpPr>
          <p:spPr>
            <a:xfrm rot="5400000" flipV="1">
              <a:off x="5008945" y="3177435"/>
              <a:ext cx="2137896" cy="1"/>
            </a:xfrm>
            <a:prstGeom prst="line">
              <a:avLst/>
            </a:prstGeom>
            <a:grpFill/>
            <a:ln w="19050" cmpd="sng">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grpSp>
      <p:grpSp>
        <p:nvGrpSpPr>
          <p:cNvPr id="69" name="Group 1"/>
          <p:cNvGrpSpPr/>
          <p:nvPr/>
        </p:nvGrpSpPr>
        <p:grpSpPr>
          <a:xfrm rot="16200000">
            <a:off x="1396086" y="1946032"/>
            <a:ext cx="41039" cy="1926701"/>
            <a:chOff x="6077893" y="1321466"/>
            <a:chExt cx="36727" cy="2339790"/>
          </a:xfrm>
          <a:solidFill>
            <a:schemeClr val="accent2">
              <a:lumMod val="75000"/>
            </a:schemeClr>
          </a:solidFill>
        </p:grpSpPr>
        <p:cxnSp>
          <p:nvCxnSpPr>
            <p:cNvPr id="70" name="Straight Connector 14"/>
            <p:cNvCxnSpPr/>
            <p:nvPr/>
          </p:nvCxnSpPr>
          <p:spPr>
            <a:xfrm rot="5400000">
              <a:off x="4944469" y="2491105"/>
              <a:ext cx="2339789" cy="513"/>
            </a:xfrm>
            <a:prstGeom prst="line">
              <a:avLst/>
            </a:prstGeom>
            <a:grpFill/>
            <a:ln w="19050" cmpd="sng">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1" name="Straight Connector 24"/>
            <p:cNvCxnSpPr/>
            <p:nvPr/>
          </p:nvCxnSpPr>
          <p:spPr>
            <a:xfrm rot="5400000">
              <a:off x="4908253" y="2491106"/>
              <a:ext cx="2339789" cy="510"/>
            </a:xfrm>
            <a:prstGeom prst="line">
              <a:avLst/>
            </a:prstGeom>
            <a:grpFill/>
            <a:ln w="19050" cmpd="sng">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72" name="Oval 71"/>
          <p:cNvSpPr/>
          <p:nvPr/>
        </p:nvSpPr>
        <p:spPr>
          <a:xfrm>
            <a:off x="3346110" y="1131921"/>
            <a:ext cx="479053" cy="479053"/>
          </a:xfrm>
          <a:prstGeom prst="ellipse">
            <a:avLst/>
          </a:prstGeom>
          <a:solidFill>
            <a:schemeClr val="bg1">
              <a:lumMod val="95000"/>
            </a:schemeClr>
          </a:solidFill>
          <a:ln w="730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sz="2300" b="1" dirty="0">
                <a:solidFill>
                  <a:schemeClr val="accent1"/>
                </a:solidFill>
                <a:latin typeface="微软雅黑" pitchFamily="34" charset="-122"/>
                <a:ea typeface="微软雅黑" pitchFamily="34" charset="-122"/>
              </a:rPr>
              <a:t>1</a:t>
            </a:r>
            <a:endParaRPr lang="id-ID" sz="2300" b="1" dirty="0">
              <a:solidFill>
                <a:schemeClr val="accent1"/>
              </a:solidFill>
              <a:latin typeface="微软雅黑" pitchFamily="34" charset="-122"/>
              <a:ea typeface="微软雅黑" pitchFamily="34" charset="-122"/>
            </a:endParaRPr>
          </a:p>
        </p:txBody>
      </p:sp>
      <p:sp>
        <p:nvSpPr>
          <p:cNvPr id="73" name="TextBox 72"/>
          <p:cNvSpPr txBox="1"/>
          <p:nvPr/>
        </p:nvSpPr>
        <p:spPr>
          <a:xfrm rot="16200000">
            <a:off x="5201896" y="1879196"/>
            <a:ext cx="471924" cy="238527"/>
          </a:xfrm>
          <a:prstGeom prst="rect">
            <a:avLst/>
          </a:prstGeom>
          <a:noFill/>
        </p:spPr>
        <p:txBody>
          <a:bodyPr wrap="none" lIns="68580" tIns="34290" rIns="68580" bIns="34290" rtlCol="0">
            <a:spAutoFit/>
          </a:bodyPr>
          <a:lstStyle/>
          <a:p>
            <a:r>
              <a:rPr lang="id-ID" sz="1100" dirty="0">
                <a:solidFill>
                  <a:schemeClr val="bg1"/>
                </a:solidFill>
                <a:latin typeface="微软雅黑" pitchFamily="34" charset="-122"/>
                <a:ea typeface="微软雅黑" pitchFamily="34" charset="-122"/>
              </a:rPr>
              <a:t>2014</a:t>
            </a:r>
          </a:p>
        </p:txBody>
      </p:sp>
      <p:sp>
        <p:nvSpPr>
          <p:cNvPr id="74" name="Rectangle 70"/>
          <p:cNvSpPr/>
          <p:nvPr/>
        </p:nvSpPr>
        <p:spPr>
          <a:xfrm>
            <a:off x="4106831" y="1387405"/>
            <a:ext cx="2295722" cy="1063566"/>
          </a:xfrm>
          <a:prstGeom prst="rect">
            <a:avLst/>
          </a:prstGeom>
          <a:noFill/>
          <a:ln w="38100">
            <a:solidFill>
              <a:schemeClr val="accent1"/>
            </a:solidFill>
          </a:ln>
          <a:effectLst>
            <a:outerShdw blurRad="177800" dist="63500" dir="2700000" algn="tl"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id-ID" sz="1100">
              <a:latin typeface="微软雅黑" pitchFamily="34" charset="-122"/>
              <a:ea typeface="微软雅黑" pitchFamily="34" charset="-122"/>
            </a:endParaRPr>
          </a:p>
        </p:txBody>
      </p:sp>
      <p:sp>
        <p:nvSpPr>
          <p:cNvPr id="75" name="TextBox 74"/>
          <p:cNvSpPr txBox="1"/>
          <p:nvPr/>
        </p:nvSpPr>
        <p:spPr>
          <a:xfrm>
            <a:off x="4106831" y="1709834"/>
            <a:ext cx="2295722" cy="577081"/>
          </a:xfrm>
          <a:prstGeom prst="rect">
            <a:avLst/>
          </a:prstGeom>
          <a:noFill/>
        </p:spPr>
        <p:txBody>
          <a:bodyPr wrap="square" lIns="68580" tIns="34290" rIns="68580" bIns="34290" rtlCol="0">
            <a:spAutoFit/>
          </a:bodyPr>
          <a:lstStyle/>
          <a:p>
            <a:pPr algn="ctr"/>
            <a:r>
              <a:rPr lang="zh-CN" altLang="en-US" sz="11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a:t>
            </a:r>
            <a:endParaRPr lang="id-ID" sz="1100" dirty="0">
              <a:solidFill>
                <a:schemeClr val="bg1"/>
              </a:solidFill>
              <a:latin typeface="微软雅黑" pitchFamily="34" charset="-122"/>
              <a:ea typeface="微软雅黑" pitchFamily="34" charset="-122"/>
            </a:endParaRPr>
          </a:p>
        </p:txBody>
      </p:sp>
      <p:sp>
        <p:nvSpPr>
          <p:cNvPr id="76" name="TextBox 75"/>
          <p:cNvSpPr txBox="1"/>
          <p:nvPr/>
        </p:nvSpPr>
        <p:spPr>
          <a:xfrm>
            <a:off x="4106831" y="1400902"/>
            <a:ext cx="2295722" cy="253916"/>
          </a:xfrm>
          <a:prstGeom prst="rect">
            <a:avLst/>
          </a:prstGeom>
          <a:solidFill>
            <a:schemeClr val="accent1"/>
          </a:solidFill>
          <a:ln>
            <a:noFill/>
          </a:ln>
        </p:spPr>
        <p:txBody>
          <a:bodyPr wrap="square" lIns="68580" tIns="34290" rIns="68580" bIns="34290" rtlCol="0">
            <a:spAutoFit/>
          </a:bodyPr>
          <a:lstStyle/>
          <a:p>
            <a:pPr algn="ctr"/>
            <a:r>
              <a:rPr lang="zh-CN" altLang="en-US" sz="1200" b="1" dirty="0">
                <a:solidFill>
                  <a:schemeClr val="bg1"/>
                </a:solidFill>
                <a:latin typeface="微软雅黑" pitchFamily="34" charset="-122"/>
                <a:ea typeface="微软雅黑" pitchFamily="34" charset="-122"/>
              </a:rPr>
              <a:t>项目三完成情况</a:t>
            </a:r>
            <a:endParaRPr lang="id-ID" sz="1200" b="1" dirty="0">
              <a:solidFill>
                <a:schemeClr val="bg1"/>
              </a:solidFill>
              <a:latin typeface="微软雅黑" pitchFamily="34" charset="-122"/>
              <a:ea typeface="微软雅黑" pitchFamily="34" charset="-122"/>
            </a:endParaRPr>
          </a:p>
        </p:txBody>
      </p:sp>
      <p:sp>
        <p:nvSpPr>
          <p:cNvPr id="77" name="Oval 71"/>
          <p:cNvSpPr/>
          <p:nvPr/>
        </p:nvSpPr>
        <p:spPr>
          <a:xfrm>
            <a:off x="6121301" y="1131590"/>
            <a:ext cx="479053" cy="479053"/>
          </a:xfrm>
          <a:prstGeom prst="ellipse">
            <a:avLst/>
          </a:prstGeom>
          <a:solidFill>
            <a:schemeClr val="bg1">
              <a:lumMod val="95000"/>
            </a:schemeClr>
          </a:solidFill>
          <a:ln w="730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sz="2300" b="1" dirty="0">
                <a:solidFill>
                  <a:schemeClr val="accent1"/>
                </a:solidFill>
                <a:latin typeface="微软雅黑" pitchFamily="34" charset="-122"/>
                <a:ea typeface="微软雅黑" pitchFamily="34" charset="-122"/>
              </a:rPr>
              <a:t>3</a:t>
            </a:r>
            <a:endParaRPr lang="id-ID" sz="2300" b="1" dirty="0">
              <a:solidFill>
                <a:schemeClr val="accent1"/>
              </a:solidFill>
              <a:latin typeface="微软雅黑" pitchFamily="34" charset="-122"/>
              <a:ea typeface="微软雅黑" pitchFamily="34" charset="-122"/>
            </a:endParaRPr>
          </a:p>
        </p:txBody>
      </p:sp>
      <p:sp>
        <p:nvSpPr>
          <p:cNvPr id="78" name="Rectangle 70"/>
          <p:cNvSpPr/>
          <p:nvPr/>
        </p:nvSpPr>
        <p:spPr>
          <a:xfrm>
            <a:off x="2797167" y="3452400"/>
            <a:ext cx="2295722" cy="1063566"/>
          </a:xfrm>
          <a:prstGeom prst="rect">
            <a:avLst/>
          </a:prstGeom>
          <a:noFill/>
          <a:ln w="38100">
            <a:solidFill>
              <a:schemeClr val="accent1"/>
            </a:solidFill>
          </a:ln>
          <a:effectLst>
            <a:outerShdw blurRad="177800" dist="63500" dir="2700000" algn="tl"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id-ID" sz="1100">
              <a:latin typeface="微软雅黑" pitchFamily="34" charset="-122"/>
              <a:ea typeface="微软雅黑" pitchFamily="34" charset="-122"/>
            </a:endParaRPr>
          </a:p>
        </p:txBody>
      </p:sp>
      <p:sp>
        <p:nvSpPr>
          <p:cNvPr id="79" name="TextBox 78"/>
          <p:cNvSpPr txBox="1"/>
          <p:nvPr/>
        </p:nvSpPr>
        <p:spPr>
          <a:xfrm>
            <a:off x="2797167" y="3774828"/>
            <a:ext cx="2295722" cy="577081"/>
          </a:xfrm>
          <a:prstGeom prst="rect">
            <a:avLst/>
          </a:prstGeom>
          <a:noFill/>
        </p:spPr>
        <p:txBody>
          <a:bodyPr wrap="square" lIns="68580" tIns="34290" rIns="68580" bIns="34290" rtlCol="0">
            <a:spAutoFit/>
          </a:bodyPr>
          <a:lstStyle/>
          <a:p>
            <a:pPr algn="ctr"/>
            <a:r>
              <a:rPr lang="zh-CN" altLang="en-US" sz="11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a:t>
            </a:r>
            <a:endParaRPr lang="id-ID" sz="1100" dirty="0">
              <a:solidFill>
                <a:schemeClr val="bg1"/>
              </a:solidFill>
              <a:latin typeface="微软雅黑" pitchFamily="34" charset="-122"/>
              <a:ea typeface="微软雅黑" pitchFamily="34" charset="-122"/>
            </a:endParaRPr>
          </a:p>
        </p:txBody>
      </p:sp>
      <p:sp>
        <p:nvSpPr>
          <p:cNvPr id="80" name="TextBox 79"/>
          <p:cNvSpPr txBox="1"/>
          <p:nvPr/>
        </p:nvSpPr>
        <p:spPr>
          <a:xfrm>
            <a:off x="2797167" y="3465896"/>
            <a:ext cx="2295722" cy="253916"/>
          </a:xfrm>
          <a:prstGeom prst="rect">
            <a:avLst/>
          </a:prstGeom>
          <a:solidFill>
            <a:schemeClr val="accent1"/>
          </a:solidFill>
          <a:ln>
            <a:noFill/>
          </a:ln>
        </p:spPr>
        <p:txBody>
          <a:bodyPr wrap="square" lIns="68580" tIns="34290" rIns="68580" bIns="34290" rtlCol="0">
            <a:spAutoFit/>
          </a:bodyPr>
          <a:lstStyle/>
          <a:p>
            <a:pPr algn="ctr"/>
            <a:r>
              <a:rPr lang="zh-CN" altLang="en-US" sz="1200" b="1" dirty="0">
                <a:solidFill>
                  <a:schemeClr val="bg1"/>
                </a:solidFill>
                <a:latin typeface="微软雅黑" pitchFamily="34" charset="-122"/>
                <a:ea typeface="微软雅黑" pitchFamily="34" charset="-122"/>
              </a:rPr>
              <a:t>项目二完成情况</a:t>
            </a:r>
            <a:endParaRPr lang="id-ID" sz="1200" b="1" dirty="0">
              <a:solidFill>
                <a:schemeClr val="bg1"/>
              </a:solidFill>
              <a:latin typeface="微软雅黑" pitchFamily="34" charset="-122"/>
              <a:ea typeface="微软雅黑" pitchFamily="34" charset="-122"/>
            </a:endParaRPr>
          </a:p>
        </p:txBody>
      </p:sp>
      <p:sp>
        <p:nvSpPr>
          <p:cNvPr id="81" name="Oval 71"/>
          <p:cNvSpPr/>
          <p:nvPr/>
        </p:nvSpPr>
        <p:spPr>
          <a:xfrm>
            <a:off x="4811638" y="3196584"/>
            <a:ext cx="479053" cy="479053"/>
          </a:xfrm>
          <a:prstGeom prst="ellipse">
            <a:avLst/>
          </a:prstGeom>
          <a:solidFill>
            <a:schemeClr val="bg1">
              <a:lumMod val="95000"/>
            </a:schemeClr>
          </a:solidFill>
          <a:ln w="730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sz="2300" b="1" dirty="0">
                <a:solidFill>
                  <a:schemeClr val="accent1"/>
                </a:solidFill>
                <a:latin typeface="微软雅黑" pitchFamily="34" charset="-122"/>
                <a:ea typeface="微软雅黑" pitchFamily="34" charset="-122"/>
              </a:rPr>
              <a:t>2</a:t>
            </a:r>
            <a:endParaRPr lang="id-ID" sz="2300" b="1" dirty="0">
              <a:solidFill>
                <a:schemeClr val="accent1"/>
              </a:solidFill>
              <a:latin typeface="微软雅黑" pitchFamily="34" charset="-122"/>
              <a:ea typeface="微软雅黑" pitchFamily="34" charset="-122"/>
            </a:endParaRPr>
          </a:p>
        </p:txBody>
      </p:sp>
      <p:sp>
        <p:nvSpPr>
          <p:cNvPr id="82" name="TextBox 81"/>
          <p:cNvSpPr txBox="1"/>
          <p:nvPr/>
        </p:nvSpPr>
        <p:spPr>
          <a:xfrm rot="16200000">
            <a:off x="6708746" y="3943632"/>
            <a:ext cx="471924" cy="238527"/>
          </a:xfrm>
          <a:prstGeom prst="rect">
            <a:avLst/>
          </a:prstGeom>
          <a:noFill/>
        </p:spPr>
        <p:txBody>
          <a:bodyPr wrap="none" lIns="68580" tIns="34290" rIns="68580" bIns="34290" rtlCol="0">
            <a:spAutoFit/>
          </a:bodyPr>
          <a:lstStyle/>
          <a:p>
            <a:r>
              <a:rPr lang="id-ID" sz="1100" dirty="0">
                <a:solidFill>
                  <a:schemeClr val="bg1"/>
                </a:solidFill>
                <a:latin typeface="微软雅黑" pitchFamily="34" charset="-122"/>
                <a:ea typeface="微软雅黑" pitchFamily="34" charset="-122"/>
              </a:rPr>
              <a:t>2014</a:t>
            </a:r>
          </a:p>
        </p:txBody>
      </p:sp>
      <p:sp>
        <p:nvSpPr>
          <p:cNvPr id="83" name="Rectangle 70"/>
          <p:cNvSpPr/>
          <p:nvPr/>
        </p:nvSpPr>
        <p:spPr>
          <a:xfrm>
            <a:off x="5613681" y="3451842"/>
            <a:ext cx="2295722" cy="1063566"/>
          </a:xfrm>
          <a:prstGeom prst="rect">
            <a:avLst/>
          </a:prstGeom>
          <a:noFill/>
          <a:ln w="38100">
            <a:solidFill>
              <a:schemeClr val="accent1"/>
            </a:solidFill>
          </a:ln>
          <a:effectLst>
            <a:outerShdw blurRad="177800" dist="63500" dir="2700000" algn="tl"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id-ID" sz="1100">
              <a:latin typeface="微软雅黑" pitchFamily="34" charset="-122"/>
              <a:ea typeface="微软雅黑" pitchFamily="34" charset="-122"/>
            </a:endParaRPr>
          </a:p>
        </p:txBody>
      </p:sp>
      <p:sp>
        <p:nvSpPr>
          <p:cNvPr id="84" name="TextBox 83"/>
          <p:cNvSpPr txBox="1"/>
          <p:nvPr/>
        </p:nvSpPr>
        <p:spPr>
          <a:xfrm>
            <a:off x="5613681" y="3774270"/>
            <a:ext cx="2295722" cy="577081"/>
          </a:xfrm>
          <a:prstGeom prst="rect">
            <a:avLst/>
          </a:prstGeom>
          <a:noFill/>
        </p:spPr>
        <p:txBody>
          <a:bodyPr wrap="square" lIns="68580" tIns="34290" rIns="68580" bIns="34290" rtlCol="0">
            <a:spAutoFit/>
          </a:bodyPr>
          <a:lstStyle/>
          <a:p>
            <a:pPr algn="ctr"/>
            <a:r>
              <a:rPr lang="zh-CN" altLang="en-US" sz="11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a:t>
            </a:r>
            <a:endParaRPr lang="id-ID" sz="1100" dirty="0">
              <a:solidFill>
                <a:schemeClr val="bg1"/>
              </a:solidFill>
              <a:latin typeface="微软雅黑" pitchFamily="34" charset="-122"/>
              <a:ea typeface="微软雅黑" pitchFamily="34" charset="-122"/>
            </a:endParaRPr>
          </a:p>
        </p:txBody>
      </p:sp>
      <p:sp>
        <p:nvSpPr>
          <p:cNvPr id="85" name="TextBox 84"/>
          <p:cNvSpPr txBox="1"/>
          <p:nvPr/>
        </p:nvSpPr>
        <p:spPr>
          <a:xfrm>
            <a:off x="5613681" y="3465338"/>
            <a:ext cx="2295722" cy="253916"/>
          </a:xfrm>
          <a:prstGeom prst="rect">
            <a:avLst/>
          </a:prstGeom>
          <a:solidFill>
            <a:schemeClr val="accent1"/>
          </a:solidFill>
          <a:ln>
            <a:noFill/>
          </a:ln>
        </p:spPr>
        <p:txBody>
          <a:bodyPr wrap="square" lIns="68580" tIns="34290" rIns="68580" bIns="34290" rtlCol="0">
            <a:spAutoFit/>
          </a:bodyPr>
          <a:lstStyle/>
          <a:p>
            <a:pPr algn="ctr"/>
            <a:r>
              <a:rPr lang="zh-CN" altLang="en-US" sz="1200" b="1" dirty="0">
                <a:solidFill>
                  <a:schemeClr val="bg1"/>
                </a:solidFill>
                <a:latin typeface="微软雅黑" pitchFamily="34" charset="-122"/>
                <a:ea typeface="微软雅黑" pitchFamily="34" charset="-122"/>
              </a:rPr>
              <a:t>项目四完成情况</a:t>
            </a:r>
            <a:endParaRPr lang="id-ID" sz="1200" b="1" dirty="0">
              <a:solidFill>
                <a:schemeClr val="bg1"/>
              </a:solidFill>
              <a:latin typeface="微软雅黑" pitchFamily="34" charset="-122"/>
              <a:ea typeface="微软雅黑" pitchFamily="34" charset="-122"/>
            </a:endParaRPr>
          </a:p>
        </p:txBody>
      </p:sp>
      <p:sp>
        <p:nvSpPr>
          <p:cNvPr id="86" name="Oval 71"/>
          <p:cNvSpPr/>
          <p:nvPr/>
        </p:nvSpPr>
        <p:spPr>
          <a:xfrm>
            <a:off x="7628152" y="3196027"/>
            <a:ext cx="479053" cy="479053"/>
          </a:xfrm>
          <a:prstGeom prst="ellipse">
            <a:avLst/>
          </a:prstGeom>
          <a:solidFill>
            <a:schemeClr val="bg1">
              <a:lumMod val="95000"/>
            </a:schemeClr>
          </a:solidFill>
          <a:ln w="730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sz="2300" b="1" dirty="0">
                <a:solidFill>
                  <a:schemeClr val="accent1"/>
                </a:solidFill>
                <a:latin typeface="微软雅黑" pitchFamily="34" charset="-122"/>
                <a:ea typeface="微软雅黑" pitchFamily="34" charset="-122"/>
              </a:rPr>
              <a:t>4</a:t>
            </a:r>
            <a:endParaRPr lang="id-ID" sz="2300" b="1" dirty="0">
              <a:solidFill>
                <a:schemeClr val="accent1"/>
              </a:solidFill>
              <a:latin typeface="微软雅黑" pitchFamily="34" charset="-122"/>
              <a:ea typeface="微软雅黑" pitchFamily="34" charset="-122"/>
            </a:endParaRPr>
          </a:p>
        </p:txBody>
      </p:sp>
      <p:sp>
        <p:nvSpPr>
          <p:cNvPr id="43" name="TextBox 42"/>
          <p:cNvSpPr txBox="1"/>
          <p:nvPr/>
        </p:nvSpPr>
        <p:spPr>
          <a:xfrm>
            <a:off x="355782" y="205624"/>
            <a:ext cx="2236510" cy="400110"/>
          </a:xfrm>
          <a:prstGeom prst="rect">
            <a:avLst/>
          </a:prstGeom>
          <a:noFill/>
        </p:spPr>
        <p:txBody>
          <a:bodyPr wrap="none" rtlCol="0">
            <a:spAutoFit/>
          </a:bodyPr>
          <a:lstStyle/>
          <a:p>
            <a:r>
              <a:rPr lang="zh-CN" altLang="en-US" sz="2000" b="1" dirty="0" smtClean="0">
                <a:solidFill>
                  <a:schemeClr val="accent1"/>
                </a:solidFill>
                <a:latin typeface="微软雅黑" pitchFamily="34" charset="-122"/>
                <a:ea typeface="微软雅黑" pitchFamily="34" charset="-122"/>
              </a:rPr>
              <a:t>点击添加标题文本</a:t>
            </a:r>
            <a:endParaRPr lang="zh-CN" altLang="en-US" sz="2000" b="1" dirty="0">
              <a:solidFill>
                <a:schemeClr val="accent1"/>
              </a:solidFill>
              <a:latin typeface="微软雅黑" pitchFamily="34" charset="-122"/>
              <a:ea typeface="微软雅黑" pitchFamily="34" charset="-122"/>
            </a:endParaRPr>
          </a:p>
        </p:txBody>
      </p:sp>
      <p:sp>
        <p:nvSpPr>
          <p:cNvPr id="44" name="TextBox 43"/>
          <p:cNvSpPr txBox="1"/>
          <p:nvPr/>
        </p:nvSpPr>
        <p:spPr>
          <a:xfrm>
            <a:off x="7682019" y="195037"/>
            <a:ext cx="1138453" cy="461665"/>
          </a:xfrm>
          <a:prstGeom prst="rect">
            <a:avLst/>
          </a:prstGeom>
          <a:noFill/>
        </p:spPr>
        <p:txBody>
          <a:bodyPr wrap="none" rtlCol="0">
            <a:spAutoFit/>
          </a:bodyPr>
          <a:lstStyle/>
          <a:p>
            <a:r>
              <a:rPr lang="en-US" altLang="zh-CN" sz="2400" dirty="0" smtClean="0">
                <a:solidFill>
                  <a:schemeClr val="accent2"/>
                </a:solidFill>
                <a:latin typeface="Eras Bold ITC" panose="020B0907030504020204" pitchFamily="34" charset="0"/>
                <a:ea typeface="微软雅黑" panose="020B0503020204020204" pitchFamily="34" charset="-122"/>
              </a:rPr>
              <a:t>LOGO</a:t>
            </a:r>
            <a:endParaRPr lang="zh-CN" altLang="en-US" sz="2400" dirty="0">
              <a:solidFill>
                <a:schemeClr val="accent2"/>
              </a:solidFill>
              <a:latin typeface="Eras Bold ITC" panose="020B0907030504020204" pitchFamily="34" charset="0"/>
              <a:ea typeface="微软雅黑" panose="020B0503020204020204" pitchFamily="34" charset="-122"/>
            </a:endParaRPr>
          </a:p>
        </p:txBody>
      </p:sp>
    </p:spTree>
    <p:extLst>
      <p:ext uri="{BB962C8B-B14F-4D97-AF65-F5344CB8AC3E}">
        <p14:creationId xmlns:p14="http://schemas.microsoft.com/office/powerpoint/2010/main" val="1891858609"/>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wipe(left)">
                                      <p:cBhvr>
                                        <p:cTn id="7" dur="300"/>
                                        <p:tgtEl>
                                          <p:spTgt spid="69"/>
                                        </p:tgtEl>
                                      </p:cBhvr>
                                    </p:animEffect>
                                  </p:childTnLst>
                                </p:cTn>
                              </p:par>
                            </p:childTnLst>
                          </p:cTn>
                        </p:par>
                        <p:par>
                          <p:cTn id="8" fill="hold">
                            <p:stCondLst>
                              <p:cond delay="300"/>
                            </p:stCondLst>
                            <p:childTnLst>
                              <p:par>
                                <p:cTn id="9" presetID="53" presetClass="entr" presetSubtype="16" fill="hold" grpId="0" nodeType="afterEffect">
                                  <p:stCondLst>
                                    <p:cond delay="0"/>
                                  </p:stCondLst>
                                  <p:childTnLst>
                                    <p:set>
                                      <p:cBhvr>
                                        <p:cTn id="10" dur="1" fill="hold">
                                          <p:stCondLst>
                                            <p:cond delay="0"/>
                                          </p:stCondLst>
                                        </p:cTn>
                                        <p:tgtEl>
                                          <p:spTgt spid="56"/>
                                        </p:tgtEl>
                                        <p:attrNameLst>
                                          <p:attrName>style.visibility</p:attrName>
                                        </p:attrNameLst>
                                      </p:cBhvr>
                                      <p:to>
                                        <p:strVal val="visible"/>
                                      </p:to>
                                    </p:set>
                                    <p:anim calcmode="lin" valueType="num">
                                      <p:cBhvr>
                                        <p:cTn id="11" dur="300" fill="hold"/>
                                        <p:tgtEl>
                                          <p:spTgt spid="56"/>
                                        </p:tgtEl>
                                        <p:attrNameLst>
                                          <p:attrName>ppt_w</p:attrName>
                                        </p:attrNameLst>
                                      </p:cBhvr>
                                      <p:tavLst>
                                        <p:tav tm="0">
                                          <p:val>
                                            <p:fltVal val="0"/>
                                          </p:val>
                                        </p:tav>
                                        <p:tav tm="100000">
                                          <p:val>
                                            <p:strVal val="#ppt_w"/>
                                          </p:val>
                                        </p:tav>
                                      </p:tavLst>
                                    </p:anim>
                                    <p:anim calcmode="lin" valueType="num">
                                      <p:cBhvr>
                                        <p:cTn id="12" dur="300" fill="hold"/>
                                        <p:tgtEl>
                                          <p:spTgt spid="56"/>
                                        </p:tgtEl>
                                        <p:attrNameLst>
                                          <p:attrName>ppt_h</p:attrName>
                                        </p:attrNameLst>
                                      </p:cBhvr>
                                      <p:tavLst>
                                        <p:tav tm="0">
                                          <p:val>
                                            <p:fltVal val="0"/>
                                          </p:val>
                                        </p:tav>
                                        <p:tav tm="100000">
                                          <p:val>
                                            <p:strVal val="#ppt_h"/>
                                          </p:val>
                                        </p:tav>
                                      </p:tavLst>
                                    </p:anim>
                                    <p:animEffect transition="in" filter="fade">
                                      <p:cBhvr>
                                        <p:cTn id="13" dur="300"/>
                                        <p:tgtEl>
                                          <p:spTgt spid="56"/>
                                        </p:tgtEl>
                                      </p:cBhvr>
                                    </p:animEffect>
                                  </p:childTnLst>
                                </p:cTn>
                              </p:par>
                            </p:childTnLst>
                          </p:cTn>
                        </p:par>
                        <p:par>
                          <p:cTn id="14" fill="hold">
                            <p:stCondLst>
                              <p:cond delay="600"/>
                            </p:stCondLst>
                            <p:childTnLst>
                              <p:par>
                                <p:cTn id="15" presetID="10" presetClass="entr" presetSubtype="0" fill="hold" grpId="0" nodeType="afterEffect">
                                  <p:stCondLst>
                                    <p:cond delay="0"/>
                                  </p:stCondLst>
                                  <p:childTnLst>
                                    <p:set>
                                      <p:cBhvr>
                                        <p:cTn id="16" dur="1" fill="hold">
                                          <p:stCondLst>
                                            <p:cond delay="0"/>
                                          </p:stCondLst>
                                        </p:cTn>
                                        <p:tgtEl>
                                          <p:spTgt spid="58"/>
                                        </p:tgtEl>
                                        <p:attrNameLst>
                                          <p:attrName>style.visibility</p:attrName>
                                        </p:attrNameLst>
                                      </p:cBhvr>
                                      <p:to>
                                        <p:strVal val="visible"/>
                                      </p:to>
                                    </p:set>
                                    <p:animEffect transition="in" filter="fade">
                                      <p:cBhvr>
                                        <p:cTn id="17" dur="300"/>
                                        <p:tgtEl>
                                          <p:spTgt spid="58"/>
                                        </p:tgtEl>
                                      </p:cBhvr>
                                    </p:animEffect>
                                  </p:childTnLst>
                                </p:cTn>
                              </p:par>
                            </p:childTnLst>
                          </p:cTn>
                        </p:par>
                        <p:par>
                          <p:cTn id="18" fill="hold">
                            <p:stCondLst>
                              <p:cond delay="900"/>
                            </p:stCondLst>
                            <p:childTnLst>
                              <p:par>
                                <p:cTn id="19" presetID="53" presetClass="entr" presetSubtype="16" fill="hold" grpId="0" nodeType="afterEffect">
                                  <p:stCondLst>
                                    <p:cond delay="0"/>
                                  </p:stCondLst>
                                  <p:childTnLst>
                                    <p:set>
                                      <p:cBhvr>
                                        <p:cTn id="20" dur="1" fill="hold">
                                          <p:stCondLst>
                                            <p:cond delay="0"/>
                                          </p:stCondLst>
                                        </p:cTn>
                                        <p:tgtEl>
                                          <p:spTgt spid="72"/>
                                        </p:tgtEl>
                                        <p:attrNameLst>
                                          <p:attrName>style.visibility</p:attrName>
                                        </p:attrNameLst>
                                      </p:cBhvr>
                                      <p:to>
                                        <p:strVal val="visible"/>
                                      </p:to>
                                    </p:set>
                                    <p:anim calcmode="lin" valueType="num">
                                      <p:cBhvr>
                                        <p:cTn id="21" dur="300" fill="hold"/>
                                        <p:tgtEl>
                                          <p:spTgt spid="72"/>
                                        </p:tgtEl>
                                        <p:attrNameLst>
                                          <p:attrName>ppt_w</p:attrName>
                                        </p:attrNameLst>
                                      </p:cBhvr>
                                      <p:tavLst>
                                        <p:tav tm="0">
                                          <p:val>
                                            <p:fltVal val="0"/>
                                          </p:val>
                                        </p:tav>
                                        <p:tav tm="100000">
                                          <p:val>
                                            <p:strVal val="#ppt_w"/>
                                          </p:val>
                                        </p:tav>
                                      </p:tavLst>
                                    </p:anim>
                                    <p:anim calcmode="lin" valueType="num">
                                      <p:cBhvr>
                                        <p:cTn id="22" dur="300" fill="hold"/>
                                        <p:tgtEl>
                                          <p:spTgt spid="72"/>
                                        </p:tgtEl>
                                        <p:attrNameLst>
                                          <p:attrName>ppt_h</p:attrName>
                                        </p:attrNameLst>
                                      </p:cBhvr>
                                      <p:tavLst>
                                        <p:tav tm="0">
                                          <p:val>
                                            <p:fltVal val="0"/>
                                          </p:val>
                                        </p:tav>
                                        <p:tav tm="100000">
                                          <p:val>
                                            <p:strVal val="#ppt_h"/>
                                          </p:val>
                                        </p:tav>
                                      </p:tavLst>
                                    </p:anim>
                                    <p:animEffect transition="in" filter="fade">
                                      <p:cBhvr>
                                        <p:cTn id="23" dur="300"/>
                                        <p:tgtEl>
                                          <p:spTgt spid="72"/>
                                        </p:tgtEl>
                                      </p:cBhvr>
                                    </p:animEffect>
                                  </p:childTnLst>
                                </p:cTn>
                              </p:par>
                            </p:childTnLst>
                          </p:cTn>
                        </p:par>
                        <p:par>
                          <p:cTn id="24" fill="hold">
                            <p:stCondLst>
                              <p:cond delay="1200"/>
                            </p:stCondLst>
                            <p:childTnLst>
                              <p:par>
                                <p:cTn id="25" presetID="22" presetClass="entr" presetSubtype="1" fill="hold" grpId="0" nodeType="afterEffect">
                                  <p:stCondLst>
                                    <p:cond delay="0"/>
                                  </p:stCondLst>
                                  <p:childTnLst>
                                    <p:set>
                                      <p:cBhvr>
                                        <p:cTn id="26" dur="1" fill="hold">
                                          <p:stCondLst>
                                            <p:cond delay="0"/>
                                          </p:stCondLst>
                                        </p:cTn>
                                        <p:tgtEl>
                                          <p:spTgt spid="61"/>
                                        </p:tgtEl>
                                        <p:attrNameLst>
                                          <p:attrName>style.visibility</p:attrName>
                                        </p:attrNameLst>
                                      </p:cBhvr>
                                      <p:to>
                                        <p:strVal val="visible"/>
                                      </p:to>
                                    </p:set>
                                    <p:animEffect transition="in" filter="wipe(up)">
                                      <p:cBhvr>
                                        <p:cTn id="27" dur="300"/>
                                        <p:tgtEl>
                                          <p:spTgt spid="61"/>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63"/>
                                        </p:tgtEl>
                                        <p:attrNameLst>
                                          <p:attrName>style.visibility</p:attrName>
                                        </p:attrNameLst>
                                      </p:cBhvr>
                                      <p:to>
                                        <p:strVal val="visible"/>
                                      </p:to>
                                    </p:set>
                                    <p:animEffect transition="in" filter="fade">
                                      <p:cBhvr>
                                        <p:cTn id="31" dur="300"/>
                                        <p:tgtEl>
                                          <p:spTgt spid="63"/>
                                        </p:tgtEl>
                                      </p:cBhvr>
                                    </p:animEffect>
                                  </p:childTnLst>
                                </p:cTn>
                              </p:par>
                            </p:childTnLst>
                          </p:cTn>
                        </p:par>
                        <p:par>
                          <p:cTn id="32" fill="hold">
                            <p:stCondLst>
                              <p:cond delay="1800"/>
                            </p:stCondLst>
                            <p:childTnLst>
                              <p:par>
                                <p:cTn id="33" presetID="42" presetClass="entr" presetSubtype="0" fill="hold" grpId="0" nodeType="afterEffect">
                                  <p:stCondLst>
                                    <p:cond delay="0"/>
                                  </p:stCondLst>
                                  <p:childTnLst>
                                    <p:set>
                                      <p:cBhvr>
                                        <p:cTn id="34" dur="1" fill="hold">
                                          <p:stCondLst>
                                            <p:cond delay="0"/>
                                          </p:stCondLst>
                                        </p:cTn>
                                        <p:tgtEl>
                                          <p:spTgt spid="62"/>
                                        </p:tgtEl>
                                        <p:attrNameLst>
                                          <p:attrName>style.visibility</p:attrName>
                                        </p:attrNameLst>
                                      </p:cBhvr>
                                      <p:to>
                                        <p:strVal val="visible"/>
                                      </p:to>
                                    </p:set>
                                    <p:animEffect transition="in" filter="fade">
                                      <p:cBhvr>
                                        <p:cTn id="35" dur="600"/>
                                        <p:tgtEl>
                                          <p:spTgt spid="62"/>
                                        </p:tgtEl>
                                      </p:cBhvr>
                                    </p:animEffect>
                                    <p:anim calcmode="lin" valueType="num">
                                      <p:cBhvr>
                                        <p:cTn id="36" dur="600" fill="hold"/>
                                        <p:tgtEl>
                                          <p:spTgt spid="62"/>
                                        </p:tgtEl>
                                        <p:attrNameLst>
                                          <p:attrName>ppt_x</p:attrName>
                                        </p:attrNameLst>
                                      </p:cBhvr>
                                      <p:tavLst>
                                        <p:tav tm="0">
                                          <p:val>
                                            <p:strVal val="#ppt_x"/>
                                          </p:val>
                                        </p:tav>
                                        <p:tav tm="100000">
                                          <p:val>
                                            <p:strVal val="#ppt_x"/>
                                          </p:val>
                                        </p:tav>
                                      </p:tavLst>
                                    </p:anim>
                                    <p:anim calcmode="lin" valueType="num">
                                      <p:cBhvr>
                                        <p:cTn id="37" dur="600" fill="hold"/>
                                        <p:tgtEl>
                                          <p:spTgt spid="62"/>
                                        </p:tgtEl>
                                        <p:attrNameLst>
                                          <p:attrName>ppt_y</p:attrName>
                                        </p:attrNameLst>
                                      </p:cBhvr>
                                      <p:tavLst>
                                        <p:tav tm="0">
                                          <p:val>
                                            <p:strVal val="#ppt_y+.1"/>
                                          </p:val>
                                        </p:tav>
                                        <p:tav tm="100000">
                                          <p:val>
                                            <p:strVal val="#ppt_y"/>
                                          </p:val>
                                        </p:tav>
                                      </p:tavLst>
                                    </p:anim>
                                  </p:childTnLst>
                                </p:cTn>
                              </p:par>
                            </p:childTnLst>
                          </p:cTn>
                        </p:par>
                        <p:par>
                          <p:cTn id="38" fill="hold">
                            <p:stCondLst>
                              <p:cond delay="2400"/>
                            </p:stCondLst>
                            <p:childTnLst>
                              <p:par>
                                <p:cTn id="39" presetID="22" presetClass="entr" presetSubtype="8" fill="hold" nodeType="afterEffect">
                                  <p:stCondLst>
                                    <p:cond delay="0"/>
                                  </p:stCondLst>
                                  <p:childTnLst>
                                    <p:set>
                                      <p:cBhvr>
                                        <p:cTn id="40" dur="1" fill="hold">
                                          <p:stCondLst>
                                            <p:cond delay="0"/>
                                          </p:stCondLst>
                                        </p:cTn>
                                        <p:tgtEl>
                                          <p:spTgt spid="47"/>
                                        </p:tgtEl>
                                        <p:attrNameLst>
                                          <p:attrName>style.visibility</p:attrName>
                                        </p:attrNameLst>
                                      </p:cBhvr>
                                      <p:to>
                                        <p:strVal val="visible"/>
                                      </p:to>
                                    </p:set>
                                    <p:animEffect transition="in" filter="wipe(left)">
                                      <p:cBhvr>
                                        <p:cTn id="41" dur="300"/>
                                        <p:tgtEl>
                                          <p:spTgt spid="47"/>
                                        </p:tgtEl>
                                      </p:cBhvr>
                                    </p:animEffect>
                                  </p:childTnLst>
                                </p:cTn>
                              </p:par>
                            </p:childTnLst>
                          </p:cTn>
                        </p:par>
                        <p:par>
                          <p:cTn id="42" fill="hold">
                            <p:stCondLst>
                              <p:cond delay="2700"/>
                            </p:stCondLst>
                            <p:childTnLst>
                              <p:par>
                                <p:cTn id="43" presetID="53" presetClass="entr" presetSubtype="16" fill="hold" grpId="0" nodeType="afterEffect">
                                  <p:stCondLst>
                                    <p:cond delay="0"/>
                                  </p:stCondLst>
                                  <p:childTnLst>
                                    <p:set>
                                      <p:cBhvr>
                                        <p:cTn id="44" dur="1" fill="hold">
                                          <p:stCondLst>
                                            <p:cond delay="0"/>
                                          </p:stCondLst>
                                        </p:cTn>
                                        <p:tgtEl>
                                          <p:spTgt spid="46"/>
                                        </p:tgtEl>
                                        <p:attrNameLst>
                                          <p:attrName>style.visibility</p:attrName>
                                        </p:attrNameLst>
                                      </p:cBhvr>
                                      <p:to>
                                        <p:strVal val="visible"/>
                                      </p:to>
                                    </p:set>
                                    <p:anim calcmode="lin" valueType="num">
                                      <p:cBhvr>
                                        <p:cTn id="45" dur="300" fill="hold"/>
                                        <p:tgtEl>
                                          <p:spTgt spid="46"/>
                                        </p:tgtEl>
                                        <p:attrNameLst>
                                          <p:attrName>ppt_w</p:attrName>
                                        </p:attrNameLst>
                                      </p:cBhvr>
                                      <p:tavLst>
                                        <p:tav tm="0">
                                          <p:val>
                                            <p:fltVal val="0"/>
                                          </p:val>
                                        </p:tav>
                                        <p:tav tm="100000">
                                          <p:val>
                                            <p:strVal val="#ppt_w"/>
                                          </p:val>
                                        </p:tav>
                                      </p:tavLst>
                                    </p:anim>
                                    <p:anim calcmode="lin" valueType="num">
                                      <p:cBhvr>
                                        <p:cTn id="46" dur="300" fill="hold"/>
                                        <p:tgtEl>
                                          <p:spTgt spid="46"/>
                                        </p:tgtEl>
                                        <p:attrNameLst>
                                          <p:attrName>ppt_h</p:attrName>
                                        </p:attrNameLst>
                                      </p:cBhvr>
                                      <p:tavLst>
                                        <p:tav tm="0">
                                          <p:val>
                                            <p:fltVal val="0"/>
                                          </p:val>
                                        </p:tav>
                                        <p:tav tm="100000">
                                          <p:val>
                                            <p:strVal val="#ppt_h"/>
                                          </p:val>
                                        </p:tav>
                                      </p:tavLst>
                                    </p:anim>
                                    <p:animEffect transition="in" filter="fade">
                                      <p:cBhvr>
                                        <p:cTn id="47" dur="300"/>
                                        <p:tgtEl>
                                          <p:spTgt spid="46"/>
                                        </p:tgtEl>
                                      </p:cBhvr>
                                    </p:animEffect>
                                  </p:childTnLst>
                                </p:cTn>
                              </p:par>
                            </p:childTnLst>
                          </p:cTn>
                        </p:par>
                        <p:par>
                          <p:cTn id="48" fill="hold">
                            <p:stCondLst>
                              <p:cond delay="3000"/>
                            </p:stCondLst>
                            <p:childTnLst>
                              <p:par>
                                <p:cTn id="49" presetID="10" presetClass="entr" presetSubtype="0" fill="hold" grpId="0" nodeType="afterEffect">
                                  <p:stCondLst>
                                    <p:cond delay="0"/>
                                  </p:stCondLst>
                                  <p:childTnLst>
                                    <p:set>
                                      <p:cBhvr>
                                        <p:cTn id="50" dur="1" fill="hold">
                                          <p:stCondLst>
                                            <p:cond delay="0"/>
                                          </p:stCondLst>
                                        </p:cTn>
                                        <p:tgtEl>
                                          <p:spTgt spid="59"/>
                                        </p:tgtEl>
                                        <p:attrNameLst>
                                          <p:attrName>style.visibility</p:attrName>
                                        </p:attrNameLst>
                                      </p:cBhvr>
                                      <p:to>
                                        <p:strVal val="visible"/>
                                      </p:to>
                                    </p:set>
                                    <p:animEffect transition="in" filter="fade">
                                      <p:cBhvr>
                                        <p:cTn id="51" dur="300"/>
                                        <p:tgtEl>
                                          <p:spTgt spid="59"/>
                                        </p:tgtEl>
                                      </p:cBhvr>
                                    </p:animEffect>
                                  </p:childTnLst>
                                </p:cTn>
                              </p:par>
                            </p:childTnLst>
                          </p:cTn>
                        </p:par>
                        <p:par>
                          <p:cTn id="52" fill="hold">
                            <p:stCondLst>
                              <p:cond delay="3300"/>
                            </p:stCondLst>
                            <p:childTnLst>
                              <p:par>
                                <p:cTn id="53" presetID="53" presetClass="entr" presetSubtype="16" fill="hold" grpId="0" nodeType="afterEffect">
                                  <p:stCondLst>
                                    <p:cond delay="0"/>
                                  </p:stCondLst>
                                  <p:childTnLst>
                                    <p:set>
                                      <p:cBhvr>
                                        <p:cTn id="54" dur="1" fill="hold">
                                          <p:stCondLst>
                                            <p:cond delay="0"/>
                                          </p:stCondLst>
                                        </p:cTn>
                                        <p:tgtEl>
                                          <p:spTgt spid="81"/>
                                        </p:tgtEl>
                                        <p:attrNameLst>
                                          <p:attrName>style.visibility</p:attrName>
                                        </p:attrNameLst>
                                      </p:cBhvr>
                                      <p:to>
                                        <p:strVal val="visible"/>
                                      </p:to>
                                    </p:set>
                                    <p:anim calcmode="lin" valueType="num">
                                      <p:cBhvr>
                                        <p:cTn id="55" dur="300" fill="hold"/>
                                        <p:tgtEl>
                                          <p:spTgt spid="81"/>
                                        </p:tgtEl>
                                        <p:attrNameLst>
                                          <p:attrName>ppt_w</p:attrName>
                                        </p:attrNameLst>
                                      </p:cBhvr>
                                      <p:tavLst>
                                        <p:tav tm="0">
                                          <p:val>
                                            <p:fltVal val="0"/>
                                          </p:val>
                                        </p:tav>
                                        <p:tav tm="100000">
                                          <p:val>
                                            <p:strVal val="#ppt_w"/>
                                          </p:val>
                                        </p:tav>
                                      </p:tavLst>
                                    </p:anim>
                                    <p:anim calcmode="lin" valueType="num">
                                      <p:cBhvr>
                                        <p:cTn id="56" dur="300" fill="hold"/>
                                        <p:tgtEl>
                                          <p:spTgt spid="81"/>
                                        </p:tgtEl>
                                        <p:attrNameLst>
                                          <p:attrName>ppt_h</p:attrName>
                                        </p:attrNameLst>
                                      </p:cBhvr>
                                      <p:tavLst>
                                        <p:tav tm="0">
                                          <p:val>
                                            <p:fltVal val="0"/>
                                          </p:val>
                                        </p:tav>
                                        <p:tav tm="100000">
                                          <p:val>
                                            <p:strVal val="#ppt_h"/>
                                          </p:val>
                                        </p:tav>
                                      </p:tavLst>
                                    </p:anim>
                                    <p:animEffect transition="in" filter="fade">
                                      <p:cBhvr>
                                        <p:cTn id="57" dur="300"/>
                                        <p:tgtEl>
                                          <p:spTgt spid="81"/>
                                        </p:tgtEl>
                                      </p:cBhvr>
                                    </p:animEffect>
                                  </p:childTnLst>
                                </p:cTn>
                              </p:par>
                            </p:childTnLst>
                          </p:cTn>
                        </p:par>
                        <p:par>
                          <p:cTn id="58" fill="hold">
                            <p:stCondLst>
                              <p:cond delay="3600"/>
                            </p:stCondLst>
                            <p:childTnLst>
                              <p:par>
                                <p:cTn id="59" presetID="22" presetClass="entr" presetSubtype="1" fill="hold" grpId="0" nodeType="afterEffect">
                                  <p:stCondLst>
                                    <p:cond delay="0"/>
                                  </p:stCondLst>
                                  <p:childTnLst>
                                    <p:set>
                                      <p:cBhvr>
                                        <p:cTn id="60" dur="1" fill="hold">
                                          <p:stCondLst>
                                            <p:cond delay="0"/>
                                          </p:stCondLst>
                                        </p:cTn>
                                        <p:tgtEl>
                                          <p:spTgt spid="78"/>
                                        </p:tgtEl>
                                        <p:attrNameLst>
                                          <p:attrName>style.visibility</p:attrName>
                                        </p:attrNameLst>
                                      </p:cBhvr>
                                      <p:to>
                                        <p:strVal val="visible"/>
                                      </p:to>
                                    </p:set>
                                    <p:animEffect transition="in" filter="wipe(up)">
                                      <p:cBhvr>
                                        <p:cTn id="61" dur="300"/>
                                        <p:tgtEl>
                                          <p:spTgt spid="78"/>
                                        </p:tgtEl>
                                      </p:cBhvr>
                                    </p:animEffect>
                                  </p:childTnLst>
                                </p:cTn>
                              </p:par>
                            </p:childTnLst>
                          </p:cTn>
                        </p:par>
                        <p:par>
                          <p:cTn id="62" fill="hold">
                            <p:stCondLst>
                              <p:cond delay="3900"/>
                            </p:stCondLst>
                            <p:childTnLst>
                              <p:par>
                                <p:cTn id="63" presetID="10" presetClass="entr" presetSubtype="0" fill="hold" grpId="0" nodeType="afterEffect">
                                  <p:stCondLst>
                                    <p:cond delay="0"/>
                                  </p:stCondLst>
                                  <p:childTnLst>
                                    <p:set>
                                      <p:cBhvr>
                                        <p:cTn id="64" dur="1" fill="hold">
                                          <p:stCondLst>
                                            <p:cond delay="0"/>
                                          </p:stCondLst>
                                        </p:cTn>
                                        <p:tgtEl>
                                          <p:spTgt spid="80"/>
                                        </p:tgtEl>
                                        <p:attrNameLst>
                                          <p:attrName>style.visibility</p:attrName>
                                        </p:attrNameLst>
                                      </p:cBhvr>
                                      <p:to>
                                        <p:strVal val="visible"/>
                                      </p:to>
                                    </p:set>
                                    <p:animEffect transition="in" filter="fade">
                                      <p:cBhvr>
                                        <p:cTn id="65" dur="300"/>
                                        <p:tgtEl>
                                          <p:spTgt spid="80"/>
                                        </p:tgtEl>
                                      </p:cBhvr>
                                    </p:animEffect>
                                  </p:childTnLst>
                                </p:cTn>
                              </p:par>
                            </p:childTnLst>
                          </p:cTn>
                        </p:par>
                        <p:par>
                          <p:cTn id="66" fill="hold">
                            <p:stCondLst>
                              <p:cond delay="4200"/>
                            </p:stCondLst>
                            <p:childTnLst>
                              <p:par>
                                <p:cTn id="67" presetID="42" presetClass="entr" presetSubtype="0" fill="hold" grpId="0" nodeType="afterEffect">
                                  <p:stCondLst>
                                    <p:cond delay="0"/>
                                  </p:stCondLst>
                                  <p:childTnLst>
                                    <p:set>
                                      <p:cBhvr>
                                        <p:cTn id="68" dur="1" fill="hold">
                                          <p:stCondLst>
                                            <p:cond delay="0"/>
                                          </p:stCondLst>
                                        </p:cTn>
                                        <p:tgtEl>
                                          <p:spTgt spid="79"/>
                                        </p:tgtEl>
                                        <p:attrNameLst>
                                          <p:attrName>style.visibility</p:attrName>
                                        </p:attrNameLst>
                                      </p:cBhvr>
                                      <p:to>
                                        <p:strVal val="visible"/>
                                      </p:to>
                                    </p:set>
                                    <p:animEffect transition="in" filter="fade">
                                      <p:cBhvr>
                                        <p:cTn id="69" dur="600"/>
                                        <p:tgtEl>
                                          <p:spTgt spid="79"/>
                                        </p:tgtEl>
                                      </p:cBhvr>
                                    </p:animEffect>
                                    <p:anim calcmode="lin" valueType="num">
                                      <p:cBhvr>
                                        <p:cTn id="70" dur="600" fill="hold"/>
                                        <p:tgtEl>
                                          <p:spTgt spid="79"/>
                                        </p:tgtEl>
                                        <p:attrNameLst>
                                          <p:attrName>ppt_x</p:attrName>
                                        </p:attrNameLst>
                                      </p:cBhvr>
                                      <p:tavLst>
                                        <p:tav tm="0">
                                          <p:val>
                                            <p:strVal val="#ppt_x"/>
                                          </p:val>
                                        </p:tav>
                                        <p:tav tm="100000">
                                          <p:val>
                                            <p:strVal val="#ppt_x"/>
                                          </p:val>
                                        </p:tav>
                                      </p:tavLst>
                                    </p:anim>
                                    <p:anim calcmode="lin" valueType="num">
                                      <p:cBhvr>
                                        <p:cTn id="71" dur="600" fill="hold"/>
                                        <p:tgtEl>
                                          <p:spTgt spid="79"/>
                                        </p:tgtEl>
                                        <p:attrNameLst>
                                          <p:attrName>ppt_y</p:attrName>
                                        </p:attrNameLst>
                                      </p:cBhvr>
                                      <p:tavLst>
                                        <p:tav tm="0">
                                          <p:val>
                                            <p:strVal val="#ppt_y+.1"/>
                                          </p:val>
                                        </p:tav>
                                        <p:tav tm="100000">
                                          <p:val>
                                            <p:strVal val="#ppt_y"/>
                                          </p:val>
                                        </p:tav>
                                      </p:tavLst>
                                    </p:anim>
                                  </p:childTnLst>
                                </p:cTn>
                              </p:par>
                            </p:childTnLst>
                          </p:cTn>
                        </p:par>
                        <p:par>
                          <p:cTn id="72" fill="hold">
                            <p:stCondLst>
                              <p:cond delay="4800"/>
                            </p:stCondLst>
                            <p:childTnLst>
                              <p:par>
                                <p:cTn id="73" presetID="22" presetClass="entr" presetSubtype="8" fill="hold" nodeType="afterEffect">
                                  <p:stCondLst>
                                    <p:cond delay="0"/>
                                  </p:stCondLst>
                                  <p:childTnLst>
                                    <p:set>
                                      <p:cBhvr>
                                        <p:cTn id="74" dur="1" fill="hold">
                                          <p:stCondLst>
                                            <p:cond delay="0"/>
                                          </p:stCondLst>
                                        </p:cTn>
                                        <p:tgtEl>
                                          <p:spTgt spid="50"/>
                                        </p:tgtEl>
                                        <p:attrNameLst>
                                          <p:attrName>style.visibility</p:attrName>
                                        </p:attrNameLst>
                                      </p:cBhvr>
                                      <p:to>
                                        <p:strVal val="visible"/>
                                      </p:to>
                                    </p:set>
                                    <p:animEffect transition="in" filter="wipe(left)">
                                      <p:cBhvr>
                                        <p:cTn id="75" dur="300"/>
                                        <p:tgtEl>
                                          <p:spTgt spid="50"/>
                                        </p:tgtEl>
                                      </p:cBhvr>
                                    </p:animEffect>
                                  </p:childTnLst>
                                </p:cTn>
                              </p:par>
                            </p:childTnLst>
                          </p:cTn>
                        </p:par>
                        <p:par>
                          <p:cTn id="76" fill="hold">
                            <p:stCondLst>
                              <p:cond delay="5100"/>
                            </p:stCondLst>
                            <p:childTnLst>
                              <p:par>
                                <p:cTn id="77" presetID="53" presetClass="entr" presetSubtype="16" fill="hold" grpId="0" nodeType="afterEffect">
                                  <p:stCondLst>
                                    <p:cond delay="0"/>
                                  </p:stCondLst>
                                  <p:childTnLst>
                                    <p:set>
                                      <p:cBhvr>
                                        <p:cTn id="78" dur="1" fill="hold">
                                          <p:stCondLst>
                                            <p:cond delay="0"/>
                                          </p:stCondLst>
                                        </p:cTn>
                                        <p:tgtEl>
                                          <p:spTgt spid="57"/>
                                        </p:tgtEl>
                                        <p:attrNameLst>
                                          <p:attrName>style.visibility</p:attrName>
                                        </p:attrNameLst>
                                      </p:cBhvr>
                                      <p:to>
                                        <p:strVal val="visible"/>
                                      </p:to>
                                    </p:set>
                                    <p:anim calcmode="lin" valueType="num">
                                      <p:cBhvr>
                                        <p:cTn id="79" dur="300" fill="hold"/>
                                        <p:tgtEl>
                                          <p:spTgt spid="57"/>
                                        </p:tgtEl>
                                        <p:attrNameLst>
                                          <p:attrName>ppt_w</p:attrName>
                                        </p:attrNameLst>
                                      </p:cBhvr>
                                      <p:tavLst>
                                        <p:tav tm="0">
                                          <p:val>
                                            <p:fltVal val="0"/>
                                          </p:val>
                                        </p:tav>
                                        <p:tav tm="100000">
                                          <p:val>
                                            <p:strVal val="#ppt_w"/>
                                          </p:val>
                                        </p:tav>
                                      </p:tavLst>
                                    </p:anim>
                                    <p:anim calcmode="lin" valueType="num">
                                      <p:cBhvr>
                                        <p:cTn id="80" dur="300" fill="hold"/>
                                        <p:tgtEl>
                                          <p:spTgt spid="57"/>
                                        </p:tgtEl>
                                        <p:attrNameLst>
                                          <p:attrName>ppt_h</p:attrName>
                                        </p:attrNameLst>
                                      </p:cBhvr>
                                      <p:tavLst>
                                        <p:tav tm="0">
                                          <p:val>
                                            <p:fltVal val="0"/>
                                          </p:val>
                                        </p:tav>
                                        <p:tav tm="100000">
                                          <p:val>
                                            <p:strVal val="#ppt_h"/>
                                          </p:val>
                                        </p:tav>
                                      </p:tavLst>
                                    </p:anim>
                                    <p:animEffect transition="in" filter="fade">
                                      <p:cBhvr>
                                        <p:cTn id="81" dur="300"/>
                                        <p:tgtEl>
                                          <p:spTgt spid="57"/>
                                        </p:tgtEl>
                                      </p:cBhvr>
                                    </p:animEffect>
                                  </p:childTnLst>
                                </p:cTn>
                              </p:par>
                            </p:childTnLst>
                          </p:cTn>
                        </p:par>
                        <p:par>
                          <p:cTn id="82" fill="hold">
                            <p:stCondLst>
                              <p:cond delay="5400"/>
                            </p:stCondLst>
                            <p:childTnLst>
                              <p:par>
                                <p:cTn id="83" presetID="10" presetClass="entr" presetSubtype="0" fill="hold" grpId="0" nodeType="afterEffect">
                                  <p:stCondLst>
                                    <p:cond delay="0"/>
                                  </p:stCondLst>
                                  <p:childTnLst>
                                    <p:set>
                                      <p:cBhvr>
                                        <p:cTn id="84" dur="1" fill="hold">
                                          <p:stCondLst>
                                            <p:cond delay="0"/>
                                          </p:stCondLst>
                                        </p:cTn>
                                        <p:tgtEl>
                                          <p:spTgt spid="60"/>
                                        </p:tgtEl>
                                        <p:attrNameLst>
                                          <p:attrName>style.visibility</p:attrName>
                                        </p:attrNameLst>
                                      </p:cBhvr>
                                      <p:to>
                                        <p:strVal val="visible"/>
                                      </p:to>
                                    </p:set>
                                    <p:animEffect transition="in" filter="fade">
                                      <p:cBhvr>
                                        <p:cTn id="85" dur="300"/>
                                        <p:tgtEl>
                                          <p:spTgt spid="60"/>
                                        </p:tgtEl>
                                      </p:cBhvr>
                                    </p:animEffect>
                                  </p:childTnLst>
                                </p:cTn>
                              </p:par>
                            </p:childTnLst>
                          </p:cTn>
                        </p:par>
                        <p:par>
                          <p:cTn id="86" fill="hold">
                            <p:stCondLst>
                              <p:cond delay="5700"/>
                            </p:stCondLst>
                            <p:childTnLst>
                              <p:par>
                                <p:cTn id="87" presetID="53" presetClass="entr" presetSubtype="16" fill="hold" grpId="0" nodeType="afterEffect">
                                  <p:stCondLst>
                                    <p:cond delay="0"/>
                                  </p:stCondLst>
                                  <p:childTnLst>
                                    <p:set>
                                      <p:cBhvr>
                                        <p:cTn id="88" dur="1" fill="hold">
                                          <p:stCondLst>
                                            <p:cond delay="0"/>
                                          </p:stCondLst>
                                        </p:cTn>
                                        <p:tgtEl>
                                          <p:spTgt spid="77"/>
                                        </p:tgtEl>
                                        <p:attrNameLst>
                                          <p:attrName>style.visibility</p:attrName>
                                        </p:attrNameLst>
                                      </p:cBhvr>
                                      <p:to>
                                        <p:strVal val="visible"/>
                                      </p:to>
                                    </p:set>
                                    <p:anim calcmode="lin" valueType="num">
                                      <p:cBhvr>
                                        <p:cTn id="89" dur="300" fill="hold"/>
                                        <p:tgtEl>
                                          <p:spTgt spid="77"/>
                                        </p:tgtEl>
                                        <p:attrNameLst>
                                          <p:attrName>ppt_w</p:attrName>
                                        </p:attrNameLst>
                                      </p:cBhvr>
                                      <p:tavLst>
                                        <p:tav tm="0">
                                          <p:val>
                                            <p:fltVal val="0"/>
                                          </p:val>
                                        </p:tav>
                                        <p:tav tm="100000">
                                          <p:val>
                                            <p:strVal val="#ppt_w"/>
                                          </p:val>
                                        </p:tav>
                                      </p:tavLst>
                                    </p:anim>
                                    <p:anim calcmode="lin" valueType="num">
                                      <p:cBhvr>
                                        <p:cTn id="90" dur="300" fill="hold"/>
                                        <p:tgtEl>
                                          <p:spTgt spid="77"/>
                                        </p:tgtEl>
                                        <p:attrNameLst>
                                          <p:attrName>ppt_h</p:attrName>
                                        </p:attrNameLst>
                                      </p:cBhvr>
                                      <p:tavLst>
                                        <p:tav tm="0">
                                          <p:val>
                                            <p:fltVal val="0"/>
                                          </p:val>
                                        </p:tav>
                                        <p:tav tm="100000">
                                          <p:val>
                                            <p:strVal val="#ppt_h"/>
                                          </p:val>
                                        </p:tav>
                                      </p:tavLst>
                                    </p:anim>
                                    <p:animEffect transition="in" filter="fade">
                                      <p:cBhvr>
                                        <p:cTn id="91" dur="300"/>
                                        <p:tgtEl>
                                          <p:spTgt spid="77"/>
                                        </p:tgtEl>
                                      </p:cBhvr>
                                    </p:animEffect>
                                  </p:childTnLst>
                                </p:cTn>
                              </p:par>
                            </p:childTnLst>
                          </p:cTn>
                        </p:par>
                        <p:par>
                          <p:cTn id="92" fill="hold">
                            <p:stCondLst>
                              <p:cond delay="6000"/>
                            </p:stCondLst>
                            <p:childTnLst>
                              <p:par>
                                <p:cTn id="93" presetID="22" presetClass="entr" presetSubtype="1" fill="hold" grpId="0" nodeType="afterEffect">
                                  <p:stCondLst>
                                    <p:cond delay="0"/>
                                  </p:stCondLst>
                                  <p:childTnLst>
                                    <p:set>
                                      <p:cBhvr>
                                        <p:cTn id="94" dur="1" fill="hold">
                                          <p:stCondLst>
                                            <p:cond delay="0"/>
                                          </p:stCondLst>
                                        </p:cTn>
                                        <p:tgtEl>
                                          <p:spTgt spid="74"/>
                                        </p:tgtEl>
                                        <p:attrNameLst>
                                          <p:attrName>style.visibility</p:attrName>
                                        </p:attrNameLst>
                                      </p:cBhvr>
                                      <p:to>
                                        <p:strVal val="visible"/>
                                      </p:to>
                                    </p:set>
                                    <p:animEffect transition="in" filter="wipe(up)">
                                      <p:cBhvr>
                                        <p:cTn id="95" dur="300"/>
                                        <p:tgtEl>
                                          <p:spTgt spid="74"/>
                                        </p:tgtEl>
                                      </p:cBhvr>
                                    </p:animEffect>
                                  </p:childTnLst>
                                </p:cTn>
                              </p:par>
                            </p:childTnLst>
                          </p:cTn>
                        </p:par>
                        <p:par>
                          <p:cTn id="96" fill="hold">
                            <p:stCondLst>
                              <p:cond delay="6300"/>
                            </p:stCondLst>
                            <p:childTnLst>
                              <p:par>
                                <p:cTn id="97" presetID="10" presetClass="entr" presetSubtype="0" fill="hold" grpId="0" nodeType="afterEffect">
                                  <p:stCondLst>
                                    <p:cond delay="0"/>
                                  </p:stCondLst>
                                  <p:childTnLst>
                                    <p:set>
                                      <p:cBhvr>
                                        <p:cTn id="98" dur="1" fill="hold">
                                          <p:stCondLst>
                                            <p:cond delay="0"/>
                                          </p:stCondLst>
                                        </p:cTn>
                                        <p:tgtEl>
                                          <p:spTgt spid="76"/>
                                        </p:tgtEl>
                                        <p:attrNameLst>
                                          <p:attrName>style.visibility</p:attrName>
                                        </p:attrNameLst>
                                      </p:cBhvr>
                                      <p:to>
                                        <p:strVal val="visible"/>
                                      </p:to>
                                    </p:set>
                                    <p:animEffect transition="in" filter="fade">
                                      <p:cBhvr>
                                        <p:cTn id="99" dur="300"/>
                                        <p:tgtEl>
                                          <p:spTgt spid="76"/>
                                        </p:tgtEl>
                                      </p:cBhvr>
                                    </p:animEffect>
                                  </p:childTnLst>
                                </p:cTn>
                              </p:par>
                            </p:childTnLst>
                          </p:cTn>
                        </p:par>
                        <p:par>
                          <p:cTn id="100" fill="hold">
                            <p:stCondLst>
                              <p:cond delay="6600"/>
                            </p:stCondLst>
                            <p:childTnLst>
                              <p:par>
                                <p:cTn id="101" presetID="42" presetClass="entr" presetSubtype="0" fill="hold" grpId="0" nodeType="afterEffect">
                                  <p:stCondLst>
                                    <p:cond delay="0"/>
                                  </p:stCondLst>
                                  <p:childTnLst>
                                    <p:set>
                                      <p:cBhvr>
                                        <p:cTn id="102" dur="1" fill="hold">
                                          <p:stCondLst>
                                            <p:cond delay="0"/>
                                          </p:stCondLst>
                                        </p:cTn>
                                        <p:tgtEl>
                                          <p:spTgt spid="75"/>
                                        </p:tgtEl>
                                        <p:attrNameLst>
                                          <p:attrName>style.visibility</p:attrName>
                                        </p:attrNameLst>
                                      </p:cBhvr>
                                      <p:to>
                                        <p:strVal val="visible"/>
                                      </p:to>
                                    </p:set>
                                    <p:animEffect transition="in" filter="fade">
                                      <p:cBhvr>
                                        <p:cTn id="103" dur="600"/>
                                        <p:tgtEl>
                                          <p:spTgt spid="75"/>
                                        </p:tgtEl>
                                      </p:cBhvr>
                                    </p:animEffect>
                                    <p:anim calcmode="lin" valueType="num">
                                      <p:cBhvr>
                                        <p:cTn id="104" dur="600" fill="hold"/>
                                        <p:tgtEl>
                                          <p:spTgt spid="75"/>
                                        </p:tgtEl>
                                        <p:attrNameLst>
                                          <p:attrName>ppt_x</p:attrName>
                                        </p:attrNameLst>
                                      </p:cBhvr>
                                      <p:tavLst>
                                        <p:tav tm="0">
                                          <p:val>
                                            <p:strVal val="#ppt_x"/>
                                          </p:val>
                                        </p:tav>
                                        <p:tav tm="100000">
                                          <p:val>
                                            <p:strVal val="#ppt_x"/>
                                          </p:val>
                                        </p:tav>
                                      </p:tavLst>
                                    </p:anim>
                                    <p:anim calcmode="lin" valueType="num">
                                      <p:cBhvr>
                                        <p:cTn id="105" dur="600" fill="hold"/>
                                        <p:tgtEl>
                                          <p:spTgt spid="75"/>
                                        </p:tgtEl>
                                        <p:attrNameLst>
                                          <p:attrName>ppt_y</p:attrName>
                                        </p:attrNameLst>
                                      </p:cBhvr>
                                      <p:tavLst>
                                        <p:tav tm="0">
                                          <p:val>
                                            <p:strVal val="#ppt_y+.1"/>
                                          </p:val>
                                        </p:tav>
                                        <p:tav tm="100000">
                                          <p:val>
                                            <p:strVal val="#ppt_y"/>
                                          </p:val>
                                        </p:tav>
                                      </p:tavLst>
                                    </p:anim>
                                  </p:childTnLst>
                                </p:cTn>
                              </p:par>
                            </p:childTnLst>
                          </p:cTn>
                        </p:par>
                        <p:par>
                          <p:cTn id="106" fill="hold">
                            <p:stCondLst>
                              <p:cond delay="7200"/>
                            </p:stCondLst>
                            <p:childTnLst>
                              <p:par>
                                <p:cTn id="107" presetID="22" presetClass="entr" presetSubtype="8" fill="hold" nodeType="afterEffect">
                                  <p:stCondLst>
                                    <p:cond delay="0"/>
                                  </p:stCondLst>
                                  <p:childTnLst>
                                    <p:set>
                                      <p:cBhvr>
                                        <p:cTn id="108" dur="1" fill="hold">
                                          <p:stCondLst>
                                            <p:cond delay="0"/>
                                          </p:stCondLst>
                                        </p:cTn>
                                        <p:tgtEl>
                                          <p:spTgt spid="53"/>
                                        </p:tgtEl>
                                        <p:attrNameLst>
                                          <p:attrName>style.visibility</p:attrName>
                                        </p:attrNameLst>
                                      </p:cBhvr>
                                      <p:to>
                                        <p:strVal val="visible"/>
                                      </p:to>
                                    </p:set>
                                    <p:animEffect transition="in" filter="wipe(left)">
                                      <p:cBhvr>
                                        <p:cTn id="109" dur="300"/>
                                        <p:tgtEl>
                                          <p:spTgt spid="53"/>
                                        </p:tgtEl>
                                      </p:cBhvr>
                                    </p:animEffect>
                                  </p:childTnLst>
                                </p:cTn>
                              </p:par>
                            </p:childTnLst>
                          </p:cTn>
                        </p:par>
                        <p:par>
                          <p:cTn id="110" fill="hold">
                            <p:stCondLst>
                              <p:cond delay="7500"/>
                            </p:stCondLst>
                            <p:childTnLst>
                              <p:par>
                                <p:cTn id="111" presetID="53" presetClass="entr" presetSubtype="16" fill="hold" grpId="0" nodeType="afterEffect">
                                  <p:stCondLst>
                                    <p:cond delay="0"/>
                                  </p:stCondLst>
                                  <p:childTnLst>
                                    <p:set>
                                      <p:cBhvr>
                                        <p:cTn id="112" dur="1" fill="hold">
                                          <p:stCondLst>
                                            <p:cond delay="0"/>
                                          </p:stCondLst>
                                        </p:cTn>
                                        <p:tgtEl>
                                          <p:spTgt spid="64"/>
                                        </p:tgtEl>
                                        <p:attrNameLst>
                                          <p:attrName>style.visibility</p:attrName>
                                        </p:attrNameLst>
                                      </p:cBhvr>
                                      <p:to>
                                        <p:strVal val="visible"/>
                                      </p:to>
                                    </p:set>
                                    <p:anim calcmode="lin" valueType="num">
                                      <p:cBhvr>
                                        <p:cTn id="113" dur="300" fill="hold"/>
                                        <p:tgtEl>
                                          <p:spTgt spid="64"/>
                                        </p:tgtEl>
                                        <p:attrNameLst>
                                          <p:attrName>ppt_w</p:attrName>
                                        </p:attrNameLst>
                                      </p:cBhvr>
                                      <p:tavLst>
                                        <p:tav tm="0">
                                          <p:val>
                                            <p:fltVal val="0"/>
                                          </p:val>
                                        </p:tav>
                                        <p:tav tm="100000">
                                          <p:val>
                                            <p:strVal val="#ppt_w"/>
                                          </p:val>
                                        </p:tav>
                                      </p:tavLst>
                                    </p:anim>
                                    <p:anim calcmode="lin" valueType="num">
                                      <p:cBhvr>
                                        <p:cTn id="114" dur="300" fill="hold"/>
                                        <p:tgtEl>
                                          <p:spTgt spid="64"/>
                                        </p:tgtEl>
                                        <p:attrNameLst>
                                          <p:attrName>ppt_h</p:attrName>
                                        </p:attrNameLst>
                                      </p:cBhvr>
                                      <p:tavLst>
                                        <p:tav tm="0">
                                          <p:val>
                                            <p:fltVal val="0"/>
                                          </p:val>
                                        </p:tav>
                                        <p:tav tm="100000">
                                          <p:val>
                                            <p:strVal val="#ppt_h"/>
                                          </p:val>
                                        </p:tav>
                                      </p:tavLst>
                                    </p:anim>
                                    <p:animEffect transition="in" filter="fade">
                                      <p:cBhvr>
                                        <p:cTn id="115" dur="300"/>
                                        <p:tgtEl>
                                          <p:spTgt spid="64"/>
                                        </p:tgtEl>
                                      </p:cBhvr>
                                    </p:animEffect>
                                  </p:childTnLst>
                                </p:cTn>
                              </p:par>
                            </p:childTnLst>
                          </p:cTn>
                        </p:par>
                        <p:par>
                          <p:cTn id="116" fill="hold">
                            <p:stCondLst>
                              <p:cond delay="7800"/>
                            </p:stCondLst>
                            <p:childTnLst>
                              <p:par>
                                <p:cTn id="117" presetID="10" presetClass="entr" presetSubtype="0" fill="hold" grpId="0" nodeType="afterEffect">
                                  <p:stCondLst>
                                    <p:cond delay="0"/>
                                  </p:stCondLst>
                                  <p:childTnLst>
                                    <p:set>
                                      <p:cBhvr>
                                        <p:cTn id="118" dur="1" fill="hold">
                                          <p:stCondLst>
                                            <p:cond delay="0"/>
                                          </p:stCondLst>
                                        </p:cTn>
                                        <p:tgtEl>
                                          <p:spTgt spid="65"/>
                                        </p:tgtEl>
                                        <p:attrNameLst>
                                          <p:attrName>style.visibility</p:attrName>
                                        </p:attrNameLst>
                                      </p:cBhvr>
                                      <p:to>
                                        <p:strVal val="visible"/>
                                      </p:to>
                                    </p:set>
                                    <p:animEffect transition="in" filter="fade">
                                      <p:cBhvr>
                                        <p:cTn id="119" dur="300"/>
                                        <p:tgtEl>
                                          <p:spTgt spid="65"/>
                                        </p:tgtEl>
                                      </p:cBhvr>
                                    </p:animEffect>
                                  </p:childTnLst>
                                </p:cTn>
                              </p:par>
                            </p:childTnLst>
                          </p:cTn>
                        </p:par>
                        <p:par>
                          <p:cTn id="120" fill="hold">
                            <p:stCondLst>
                              <p:cond delay="8100"/>
                            </p:stCondLst>
                            <p:childTnLst>
                              <p:par>
                                <p:cTn id="121" presetID="53" presetClass="entr" presetSubtype="16" fill="hold" grpId="0" nodeType="afterEffect">
                                  <p:stCondLst>
                                    <p:cond delay="0"/>
                                  </p:stCondLst>
                                  <p:childTnLst>
                                    <p:set>
                                      <p:cBhvr>
                                        <p:cTn id="122" dur="1" fill="hold">
                                          <p:stCondLst>
                                            <p:cond delay="0"/>
                                          </p:stCondLst>
                                        </p:cTn>
                                        <p:tgtEl>
                                          <p:spTgt spid="86"/>
                                        </p:tgtEl>
                                        <p:attrNameLst>
                                          <p:attrName>style.visibility</p:attrName>
                                        </p:attrNameLst>
                                      </p:cBhvr>
                                      <p:to>
                                        <p:strVal val="visible"/>
                                      </p:to>
                                    </p:set>
                                    <p:anim calcmode="lin" valueType="num">
                                      <p:cBhvr>
                                        <p:cTn id="123" dur="300" fill="hold"/>
                                        <p:tgtEl>
                                          <p:spTgt spid="86"/>
                                        </p:tgtEl>
                                        <p:attrNameLst>
                                          <p:attrName>ppt_w</p:attrName>
                                        </p:attrNameLst>
                                      </p:cBhvr>
                                      <p:tavLst>
                                        <p:tav tm="0">
                                          <p:val>
                                            <p:fltVal val="0"/>
                                          </p:val>
                                        </p:tav>
                                        <p:tav tm="100000">
                                          <p:val>
                                            <p:strVal val="#ppt_w"/>
                                          </p:val>
                                        </p:tav>
                                      </p:tavLst>
                                    </p:anim>
                                    <p:anim calcmode="lin" valueType="num">
                                      <p:cBhvr>
                                        <p:cTn id="124" dur="300" fill="hold"/>
                                        <p:tgtEl>
                                          <p:spTgt spid="86"/>
                                        </p:tgtEl>
                                        <p:attrNameLst>
                                          <p:attrName>ppt_h</p:attrName>
                                        </p:attrNameLst>
                                      </p:cBhvr>
                                      <p:tavLst>
                                        <p:tav tm="0">
                                          <p:val>
                                            <p:fltVal val="0"/>
                                          </p:val>
                                        </p:tav>
                                        <p:tav tm="100000">
                                          <p:val>
                                            <p:strVal val="#ppt_h"/>
                                          </p:val>
                                        </p:tav>
                                      </p:tavLst>
                                    </p:anim>
                                    <p:animEffect transition="in" filter="fade">
                                      <p:cBhvr>
                                        <p:cTn id="125" dur="300"/>
                                        <p:tgtEl>
                                          <p:spTgt spid="86"/>
                                        </p:tgtEl>
                                      </p:cBhvr>
                                    </p:animEffect>
                                  </p:childTnLst>
                                </p:cTn>
                              </p:par>
                            </p:childTnLst>
                          </p:cTn>
                        </p:par>
                        <p:par>
                          <p:cTn id="126" fill="hold">
                            <p:stCondLst>
                              <p:cond delay="8400"/>
                            </p:stCondLst>
                            <p:childTnLst>
                              <p:par>
                                <p:cTn id="127" presetID="22" presetClass="entr" presetSubtype="1" fill="hold" grpId="0" nodeType="afterEffect">
                                  <p:stCondLst>
                                    <p:cond delay="0"/>
                                  </p:stCondLst>
                                  <p:childTnLst>
                                    <p:set>
                                      <p:cBhvr>
                                        <p:cTn id="128" dur="1" fill="hold">
                                          <p:stCondLst>
                                            <p:cond delay="0"/>
                                          </p:stCondLst>
                                        </p:cTn>
                                        <p:tgtEl>
                                          <p:spTgt spid="83"/>
                                        </p:tgtEl>
                                        <p:attrNameLst>
                                          <p:attrName>style.visibility</p:attrName>
                                        </p:attrNameLst>
                                      </p:cBhvr>
                                      <p:to>
                                        <p:strVal val="visible"/>
                                      </p:to>
                                    </p:set>
                                    <p:animEffect transition="in" filter="wipe(up)">
                                      <p:cBhvr>
                                        <p:cTn id="129" dur="300"/>
                                        <p:tgtEl>
                                          <p:spTgt spid="83"/>
                                        </p:tgtEl>
                                      </p:cBhvr>
                                    </p:animEffect>
                                  </p:childTnLst>
                                </p:cTn>
                              </p:par>
                            </p:childTnLst>
                          </p:cTn>
                        </p:par>
                        <p:par>
                          <p:cTn id="130" fill="hold">
                            <p:stCondLst>
                              <p:cond delay="8700"/>
                            </p:stCondLst>
                            <p:childTnLst>
                              <p:par>
                                <p:cTn id="131" presetID="10" presetClass="entr" presetSubtype="0" fill="hold" grpId="0" nodeType="afterEffect">
                                  <p:stCondLst>
                                    <p:cond delay="0"/>
                                  </p:stCondLst>
                                  <p:childTnLst>
                                    <p:set>
                                      <p:cBhvr>
                                        <p:cTn id="132" dur="1" fill="hold">
                                          <p:stCondLst>
                                            <p:cond delay="0"/>
                                          </p:stCondLst>
                                        </p:cTn>
                                        <p:tgtEl>
                                          <p:spTgt spid="85"/>
                                        </p:tgtEl>
                                        <p:attrNameLst>
                                          <p:attrName>style.visibility</p:attrName>
                                        </p:attrNameLst>
                                      </p:cBhvr>
                                      <p:to>
                                        <p:strVal val="visible"/>
                                      </p:to>
                                    </p:set>
                                    <p:animEffect transition="in" filter="fade">
                                      <p:cBhvr>
                                        <p:cTn id="133" dur="300"/>
                                        <p:tgtEl>
                                          <p:spTgt spid="85"/>
                                        </p:tgtEl>
                                      </p:cBhvr>
                                    </p:animEffect>
                                  </p:childTnLst>
                                </p:cTn>
                              </p:par>
                            </p:childTnLst>
                          </p:cTn>
                        </p:par>
                        <p:par>
                          <p:cTn id="134" fill="hold">
                            <p:stCondLst>
                              <p:cond delay="9000"/>
                            </p:stCondLst>
                            <p:childTnLst>
                              <p:par>
                                <p:cTn id="135" presetID="42" presetClass="entr" presetSubtype="0" fill="hold" grpId="0" nodeType="afterEffect">
                                  <p:stCondLst>
                                    <p:cond delay="0"/>
                                  </p:stCondLst>
                                  <p:childTnLst>
                                    <p:set>
                                      <p:cBhvr>
                                        <p:cTn id="136" dur="1" fill="hold">
                                          <p:stCondLst>
                                            <p:cond delay="0"/>
                                          </p:stCondLst>
                                        </p:cTn>
                                        <p:tgtEl>
                                          <p:spTgt spid="84"/>
                                        </p:tgtEl>
                                        <p:attrNameLst>
                                          <p:attrName>style.visibility</p:attrName>
                                        </p:attrNameLst>
                                      </p:cBhvr>
                                      <p:to>
                                        <p:strVal val="visible"/>
                                      </p:to>
                                    </p:set>
                                    <p:animEffect transition="in" filter="fade">
                                      <p:cBhvr>
                                        <p:cTn id="137" dur="1000"/>
                                        <p:tgtEl>
                                          <p:spTgt spid="84"/>
                                        </p:tgtEl>
                                      </p:cBhvr>
                                    </p:animEffect>
                                    <p:anim calcmode="lin" valueType="num">
                                      <p:cBhvr>
                                        <p:cTn id="138" dur="1000" fill="hold"/>
                                        <p:tgtEl>
                                          <p:spTgt spid="84"/>
                                        </p:tgtEl>
                                        <p:attrNameLst>
                                          <p:attrName>ppt_x</p:attrName>
                                        </p:attrNameLst>
                                      </p:cBhvr>
                                      <p:tavLst>
                                        <p:tav tm="0">
                                          <p:val>
                                            <p:strVal val="#ppt_x"/>
                                          </p:val>
                                        </p:tav>
                                        <p:tav tm="100000">
                                          <p:val>
                                            <p:strVal val="#ppt_x"/>
                                          </p:val>
                                        </p:tav>
                                      </p:tavLst>
                                    </p:anim>
                                    <p:anim calcmode="lin" valueType="num">
                                      <p:cBhvr>
                                        <p:cTn id="139" dur="1000" fill="hold"/>
                                        <p:tgtEl>
                                          <p:spTgt spid="84"/>
                                        </p:tgtEl>
                                        <p:attrNameLst>
                                          <p:attrName>ppt_y</p:attrName>
                                        </p:attrNameLst>
                                      </p:cBhvr>
                                      <p:tavLst>
                                        <p:tav tm="0">
                                          <p:val>
                                            <p:strVal val="#ppt_y+.1"/>
                                          </p:val>
                                        </p:tav>
                                        <p:tav tm="100000">
                                          <p:val>
                                            <p:strVal val="#ppt_y"/>
                                          </p:val>
                                        </p:tav>
                                      </p:tavLst>
                                    </p:anim>
                                  </p:childTnLst>
                                </p:cTn>
                              </p:par>
                            </p:childTnLst>
                          </p:cTn>
                        </p:par>
                        <p:par>
                          <p:cTn id="140" fill="hold">
                            <p:stCondLst>
                              <p:cond delay="10000"/>
                            </p:stCondLst>
                            <p:childTnLst>
                              <p:par>
                                <p:cTn id="141" presetID="22" presetClass="entr" presetSubtype="8" fill="hold" nodeType="afterEffect">
                                  <p:stCondLst>
                                    <p:cond delay="0"/>
                                  </p:stCondLst>
                                  <p:childTnLst>
                                    <p:set>
                                      <p:cBhvr>
                                        <p:cTn id="142" dur="1" fill="hold">
                                          <p:stCondLst>
                                            <p:cond delay="0"/>
                                          </p:stCondLst>
                                        </p:cTn>
                                        <p:tgtEl>
                                          <p:spTgt spid="66"/>
                                        </p:tgtEl>
                                        <p:attrNameLst>
                                          <p:attrName>style.visibility</p:attrName>
                                        </p:attrNameLst>
                                      </p:cBhvr>
                                      <p:to>
                                        <p:strVal val="visible"/>
                                      </p:to>
                                    </p:set>
                                    <p:animEffect transition="in" filter="wipe(left)">
                                      <p:cBhvr>
                                        <p:cTn id="143" dur="300"/>
                                        <p:tgtEl>
                                          <p:spTgt spid="66"/>
                                        </p:tgtEl>
                                      </p:cBhvr>
                                    </p:animEffect>
                                  </p:childTnLst>
                                </p:cTn>
                              </p:par>
                            </p:childTnLst>
                          </p:cTn>
                        </p:par>
                        <p:par>
                          <p:cTn id="144" fill="hold">
                            <p:stCondLst>
                              <p:cond delay="10300"/>
                            </p:stCondLst>
                            <p:childTnLst>
                              <p:par>
                                <p:cTn id="145" presetID="10" presetClass="entr" presetSubtype="0" fill="hold" grpId="0" nodeType="afterEffect">
                                  <p:stCondLst>
                                    <p:cond delay="0"/>
                                  </p:stCondLst>
                                  <p:childTnLst>
                                    <p:set>
                                      <p:cBhvr>
                                        <p:cTn id="146" dur="1" fill="hold">
                                          <p:stCondLst>
                                            <p:cond delay="0"/>
                                          </p:stCondLst>
                                        </p:cTn>
                                        <p:tgtEl>
                                          <p:spTgt spid="73"/>
                                        </p:tgtEl>
                                        <p:attrNameLst>
                                          <p:attrName>style.visibility</p:attrName>
                                        </p:attrNameLst>
                                      </p:cBhvr>
                                      <p:to>
                                        <p:strVal val="visible"/>
                                      </p:to>
                                    </p:set>
                                    <p:animEffect transition="in" filter="fade">
                                      <p:cBhvr>
                                        <p:cTn id="147" dur="300"/>
                                        <p:tgtEl>
                                          <p:spTgt spid="73"/>
                                        </p:tgtEl>
                                      </p:cBhvr>
                                    </p:animEffect>
                                  </p:childTnLst>
                                </p:cTn>
                              </p:par>
                            </p:childTnLst>
                          </p:cTn>
                        </p:par>
                        <p:par>
                          <p:cTn id="148" fill="hold">
                            <p:stCondLst>
                              <p:cond delay="10600"/>
                            </p:stCondLst>
                            <p:childTnLst>
                              <p:par>
                                <p:cTn id="149" presetID="10" presetClass="entr" presetSubtype="0" fill="hold" grpId="0" nodeType="afterEffect">
                                  <p:stCondLst>
                                    <p:cond delay="0"/>
                                  </p:stCondLst>
                                  <p:childTnLst>
                                    <p:set>
                                      <p:cBhvr>
                                        <p:cTn id="150" dur="1" fill="hold">
                                          <p:stCondLst>
                                            <p:cond delay="0"/>
                                          </p:stCondLst>
                                        </p:cTn>
                                        <p:tgtEl>
                                          <p:spTgt spid="82"/>
                                        </p:tgtEl>
                                        <p:attrNameLst>
                                          <p:attrName>style.visibility</p:attrName>
                                        </p:attrNameLst>
                                      </p:cBhvr>
                                      <p:to>
                                        <p:strVal val="visible"/>
                                      </p:to>
                                    </p:set>
                                    <p:animEffect transition="in" filter="fade">
                                      <p:cBhvr>
                                        <p:cTn id="151" dur="3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56" grpId="0" animBg="1"/>
      <p:bldP spid="57" grpId="0" animBg="1"/>
      <p:bldP spid="58" grpId="0" animBg="1"/>
      <p:bldP spid="59" grpId="0" animBg="1"/>
      <p:bldP spid="60" grpId="0" animBg="1"/>
      <p:bldP spid="61" grpId="0" animBg="1"/>
      <p:bldP spid="62" grpId="0"/>
      <p:bldP spid="63" grpId="0" animBg="1"/>
      <p:bldP spid="64" grpId="0" animBg="1"/>
      <p:bldP spid="65" grpId="0" animBg="1"/>
      <p:bldP spid="72" grpId="0" animBg="1"/>
      <p:bldP spid="73" grpId="0"/>
      <p:bldP spid="74" grpId="0" animBg="1"/>
      <p:bldP spid="75" grpId="0"/>
      <p:bldP spid="76" grpId="0" animBg="1"/>
      <p:bldP spid="77" grpId="0" animBg="1"/>
      <p:bldP spid="78" grpId="0" animBg="1"/>
      <p:bldP spid="79" grpId="0"/>
      <p:bldP spid="80" grpId="0" animBg="1"/>
      <p:bldP spid="81" grpId="0" animBg="1"/>
      <p:bldP spid="82" grpId="0"/>
      <p:bldP spid="83" grpId="0" animBg="1"/>
      <p:bldP spid="84" grpId="0"/>
      <p:bldP spid="85" grpId="0" animBg="1"/>
      <p:bldP spid="8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939606" y="1367050"/>
            <a:ext cx="2881617" cy="1728971"/>
            <a:chOff x="3900264" y="2204864"/>
            <a:chExt cx="4572000" cy="2743200"/>
          </a:xfrm>
        </p:grpSpPr>
        <p:graphicFrame>
          <p:nvGraphicFramePr>
            <p:cNvPr id="4" name="图表 3"/>
            <p:cNvGraphicFramePr>
              <a:graphicFrameLocks/>
            </p:cNvGraphicFramePr>
            <p:nvPr>
              <p:extLst>
                <p:ext uri="{D42A27DB-BD31-4B8C-83A1-F6EECF244321}">
                  <p14:modId xmlns:p14="http://schemas.microsoft.com/office/powerpoint/2010/main" val="2357840364"/>
                </p:ext>
              </p:extLst>
            </p:nvPr>
          </p:nvGraphicFramePr>
          <p:xfrm>
            <a:off x="3900264" y="2204864"/>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5" name="矩形 4"/>
            <p:cNvSpPr/>
            <p:nvPr/>
          </p:nvSpPr>
          <p:spPr>
            <a:xfrm>
              <a:off x="5448493" y="3100630"/>
              <a:ext cx="1702003" cy="927809"/>
            </a:xfrm>
            <a:prstGeom prst="rect">
              <a:avLst/>
            </a:prstGeom>
          </p:spPr>
          <p:txBody>
            <a:bodyPr wrap="none">
              <a:spAutoFit/>
            </a:bodyPr>
            <a:lstStyle/>
            <a:p>
              <a:pPr algn="ctr"/>
              <a:r>
                <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rPr>
                <a:t>90%</a:t>
              </a:r>
              <a:endPar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6" name="组合 5"/>
          <p:cNvGrpSpPr/>
          <p:nvPr/>
        </p:nvGrpSpPr>
        <p:grpSpPr>
          <a:xfrm>
            <a:off x="1323900" y="1383742"/>
            <a:ext cx="2155756" cy="1728970"/>
            <a:chOff x="695400" y="2132856"/>
            <a:chExt cx="3420342" cy="2743200"/>
          </a:xfrm>
        </p:grpSpPr>
        <p:graphicFrame>
          <p:nvGraphicFramePr>
            <p:cNvPr id="7" name="图表 6"/>
            <p:cNvGraphicFramePr>
              <a:graphicFrameLocks/>
            </p:cNvGraphicFramePr>
            <p:nvPr>
              <p:extLst>
                <p:ext uri="{D42A27DB-BD31-4B8C-83A1-F6EECF244321}">
                  <p14:modId xmlns:p14="http://schemas.microsoft.com/office/powerpoint/2010/main" val="2258461371"/>
                </p:ext>
              </p:extLst>
            </p:nvPr>
          </p:nvGraphicFramePr>
          <p:xfrm>
            <a:off x="695400" y="2132856"/>
            <a:ext cx="3420342"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9" name="矩形 8"/>
            <p:cNvSpPr/>
            <p:nvPr/>
          </p:nvSpPr>
          <p:spPr>
            <a:xfrm>
              <a:off x="1633394" y="3031443"/>
              <a:ext cx="1702003" cy="927809"/>
            </a:xfrm>
            <a:prstGeom prst="rect">
              <a:avLst/>
            </a:prstGeom>
          </p:spPr>
          <p:txBody>
            <a:bodyPr wrap="none">
              <a:spAutoFit/>
            </a:bodyPr>
            <a:lstStyle/>
            <a:p>
              <a:pPr algn="ctr"/>
              <a:r>
                <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rPr>
                <a:t>50%</a:t>
              </a:r>
              <a:endPar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10" name="组合 9"/>
          <p:cNvGrpSpPr/>
          <p:nvPr/>
        </p:nvGrpSpPr>
        <p:grpSpPr>
          <a:xfrm>
            <a:off x="5018456" y="1365243"/>
            <a:ext cx="2881617" cy="1728971"/>
            <a:chOff x="7392144" y="2190750"/>
            <a:chExt cx="4572000" cy="2743200"/>
          </a:xfrm>
        </p:grpSpPr>
        <p:graphicFrame>
          <p:nvGraphicFramePr>
            <p:cNvPr id="11" name="图表 10"/>
            <p:cNvGraphicFramePr>
              <a:graphicFrameLocks/>
            </p:cNvGraphicFramePr>
            <p:nvPr>
              <p:extLst>
                <p:ext uri="{D42A27DB-BD31-4B8C-83A1-F6EECF244321}">
                  <p14:modId xmlns:p14="http://schemas.microsoft.com/office/powerpoint/2010/main" val="1054717554"/>
                </p:ext>
              </p:extLst>
            </p:nvPr>
          </p:nvGraphicFramePr>
          <p:xfrm>
            <a:off x="7392144" y="2190750"/>
            <a:ext cx="4572000" cy="2743200"/>
          </p:xfrm>
          <a:graphic>
            <a:graphicData uri="http://schemas.openxmlformats.org/drawingml/2006/chart">
              <c:chart xmlns:c="http://schemas.openxmlformats.org/drawingml/2006/chart" xmlns:r="http://schemas.openxmlformats.org/officeDocument/2006/relationships" r:id="rId5"/>
            </a:graphicData>
          </a:graphic>
        </p:graphicFrame>
        <p:sp>
          <p:nvSpPr>
            <p:cNvPr id="12" name="矩形 11"/>
            <p:cNvSpPr/>
            <p:nvPr/>
          </p:nvSpPr>
          <p:spPr>
            <a:xfrm>
              <a:off x="8902590" y="3068606"/>
              <a:ext cx="1702003" cy="927809"/>
            </a:xfrm>
            <a:prstGeom prst="rect">
              <a:avLst/>
            </a:prstGeom>
          </p:spPr>
          <p:txBody>
            <a:bodyPr wrap="none">
              <a:spAutoFit/>
            </a:bodyPr>
            <a:lstStyle/>
            <a:p>
              <a:pPr algn="ctr"/>
              <a:r>
                <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rPr>
                <a:t>23%</a:t>
              </a:r>
              <a:endPar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494651" y="3169104"/>
            <a:ext cx="1936711" cy="914814"/>
            <a:chOff x="1494651" y="3223483"/>
            <a:chExt cx="1936711" cy="914814"/>
          </a:xfrm>
        </p:grpSpPr>
        <p:sp>
          <p:nvSpPr>
            <p:cNvPr id="14" name="Rectangle 42"/>
            <p:cNvSpPr/>
            <p:nvPr/>
          </p:nvSpPr>
          <p:spPr>
            <a:xfrm>
              <a:off x="1494652" y="3672556"/>
              <a:ext cx="1779491" cy="465741"/>
            </a:xfrm>
            <a:prstGeom prst="rect">
              <a:avLst/>
            </a:prstGeom>
            <a:noFill/>
            <a:ln w="12700" cap="flat" cmpd="sng" algn="ctr">
              <a:noFill/>
              <a:prstDash val="solid"/>
            </a:ln>
            <a:effectLst/>
          </p:spPr>
          <p:txBody>
            <a:bodyPr lIns="68580" tIns="0" rIns="68580" bIns="0" rtlCol="0" anchor="t"/>
            <a:lstStyle/>
            <a:p>
              <a:r>
                <a:rPr lang="zh-CN" altLang="en-US" sz="1200" dirty="0" smtClean="0">
                  <a:solidFill>
                    <a:schemeClr val="tx1">
                      <a:lumMod val="75000"/>
                      <a:lumOff val="25000"/>
                    </a:schemeClr>
                  </a:solidFill>
                  <a:latin typeface="微软雅黑" pitchFamily="34" charset="-122"/>
                  <a:ea typeface="微软雅黑" pitchFamily="34" charset="-122"/>
                  <a:sym typeface="微软雅黑" pitchFamily="34" charset="-122"/>
                </a:rPr>
                <a:t>编辑数据比例点击数据，右键，编辑数据，输入数据即可</a:t>
              </a:r>
              <a:endParaRPr lang="en-US" altLang="zh-CN" sz="1200" dirty="0">
                <a:solidFill>
                  <a:schemeClr val="tx1">
                    <a:lumMod val="75000"/>
                    <a:lumOff val="25000"/>
                  </a:schemeClr>
                </a:solidFill>
                <a:latin typeface="微软雅黑" pitchFamily="34" charset="-122"/>
                <a:ea typeface="微软雅黑" pitchFamily="34" charset="-122"/>
                <a:sym typeface="微软雅黑" pitchFamily="34" charset="-122"/>
              </a:endParaRPr>
            </a:p>
          </p:txBody>
        </p:sp>
        <p:sp>
          <p:nvSpPr>
            <p:cNvPr id="15" name="文本框 15"/>
            <p:cNvSpPr txBox="1"/>
            <p:nvPr/>
          </p:nvSpPr>
          <p:spPr>
            <a:xfrm>
              <a:off x="1494651" y="3223483"/>
              <a:ext cx="1936711" cy="284693"/>
            </a:xfrm>
            <a:prstGeom prst="rect">
              <a:avLst/>
            </a:prstGeom>
            <a:noFill/>
          </p:spPr>
          <p:txBody>
            <a:bodyPr wrap="square" lIns="68580" tIns="34290" rIns="68580" bIns="34290" rtlCol="0">
              <a:spAutoFit/>
            </a:bodyPr>
            <a:lstStyle/>
            <a:p>
              <a:r>
                <a:rPr lang="zh-CN" altLang="en-US" sz="1400" b="1" dirty="0" smtClean="0">
                  <a:solidFill>
                    <a:schemeClr val="accent1"/>
                  </a:solidFill>
                  <a:latin typeface="微软雅黑" panose="020B0503020204020204" pitchFamily="34" charset="-122"/>
                  <a:ea typeface="微软雅黑" panose="020B0503020204020204" pitchFamily="34" charset="-122"/>
                </a:rPr>
                <a:t>销售量全年提高</a:t>
              </a:r>
              <a:r>
                <a:rPr lang="en-US" altLang="zh-CN" sz="1400" b="1" dirty="0" smtClean="0">
                  <a:solidFill>
                    <a:schemeClr val="accent1"/>
                  </a:solidFill>
                  <a:latin typeface="微软雅黑" panose="020B0503020204020204" pitchFamily="34" charset="-122"/>
                  <a:ea typeface="微软雅黑" panose="020B0503020204020204" pitchFamily="34" charset="-122"/>
                </a:rPr>
                <a:t>50%</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grpSp>
      <p:grpSp>
        <p:nvGrpSpPr>
          <p:cNvPr id="16" name="组合 15"/>
          <p:cNvGrpSpPr/>
          <p:nvPr/>
        </p:nvGrpSpPr>
        <p:grpSpPr>
          <a:xfrm>
            <a:off x="3688474" y="3169104"/>
            <a:ext cx="1936711" cy="914814"/>
            <a:chOff x="3688474" y="3223483"/>
            <a:chExt cx="1936711" cy="914814"/>
          </a:xfrm>
        </p:grpSpPr>
        <p:sp>
          <p:nvSpPr>
            <p:cNvPr id="17" name="Rectangle 42"/>
            <p:cNvSpPr/>
            <p:nvPr/>
          </p:nvSpPr>
          <p:spPr>
            <a:xfrm>
              <a:off x="3688474" y="3672556"/>
              <a:ext cx="1779491" cy="465741"/>
            </a:xfrm>
            <a:prstGeom prst="rect">
              <a:avLst/>
            </a:prstGeom>
            <a:noFill/>
            <a:ln w="12700" cap="flat" cmpd="sng" algn="ctr">
              <a:noFill/>
              <a:prstDash val="solid"/>
            </a:ln>
            <a:effectLst/>
          </p:spPr>
          <p:txBody>
            <a:bodyPr lIns="68580" tIns="0" rIns="68580" bIns="0" rtlCol="0" anchor="t"/>
            <a:lstStyle/>
            <a:p>
              <a:r>
                <a:rPr lang="zh-CN" altLang="en-US" sz="1200" dirty="0" smtClean="0">
                  <a:solidFill>
                    <a:schemeClr val="tx1">
                      <a:lumMod val="75000"/>
                      <a:lumOff val="25000"/>
                    </a:schemeClr>
                  </a:solidFill>
                  <a:latin typeface="微软雅黑" pitchFamily="34" charset="-122"/>
                  <a:ea typeface="微软雅黑" pitchFamily="34" charset="-122"/>
                  <a:sym typeface="微软雅黑" pitchFamily="34" charset="-122"/>
                </a:rPr>
                <a:t>编辑数据比例点击数据，右键，编辑数据，输入数据即可</a:t>
              </a:r>
              <a:endParaRPr lang="en-US" altLang="zh-CN" sz="1200" dirty="0">
                <a:solidFill>
                  <a:schemeClr val="tx1">
                    <a:lumMod val="75000"/>
                    <a:lumOff val="25000"/>
                  </a:schemeClr>
                </a:solidFill>
                <a:latin typeface="微软雅黑" pitchFamily="34" charset="-122"/>
                <a:ea typeface="微软雅黑" pitchFamily="34" charset="-122"/>
                <a:sym typeface="微软雅黑" pitchFamily="34" charset="-122"/>
              </a:endParaRPr>
            </a:p>
          </p:txBody>
        </p:sp>
        <p:sp>
          <p:nvSpPr>
            <p:cNvPr id="18" name="文本框 17"/>
            <p:cNvSpPr txBox="1"/>
            <p:nvPr/>
          </p:nvSpPr>
          <p:spPr>
            <a:xfrm>
              <a:off x="3688474" y="3223483"/>
              <a:ext cx="1936711" cy="284693"/>
            </a:xfrm>
            <a:prstGeom prst="rect">
              <a:avLst/>
            </a:prstGeom>
            <a:noFill/>
          </p:spPr>
          <p:txBody>
            <a:bodyPr wrap="square" lIns="68580" tIns="34290" rIns="68580" bIns="34290" rtlCol="0">
              <a:spAutoFit/>
            </a:bodyPr>
            <a:lstStyle/>
            <a:p>
              <a:r>
                <a:rPr lang="zh-CN" altLang="en-US" sz="1400" b="1" dirty="0" smtClean="0">
                  <a:solidFill>
                    <a:schemeClr val="accent1"/>
                  </a:solidFill>
                  <a:latin typeface="微软雅黑" panose="020B0503020204020204" pitchFamily="34" charset="-122"/>
                  <a:ea typeface="微软雅黑" panose="020B0503020204020204" pitchFamily="34" charset="-122"/>
                </a:rPr>
                <a:t>签约成功率达</a:t>
              </a:r>
              <a:r>
                <a:rPr lang="en-US" altLang="zh-CN" sz="1400" b="1" dirty="0" smtClean="0">
                  <a:solidFill>
                    <a:schemeClr val="accent1"/>
                  </a:solidFill>
                  <a:latin typeface="微软雅黑" panose="020B0503020204020204" pitchFamily="34" charset="-122"/>
                  <a:ea typeface="微软雅黑" panose="020B0503020204020204" pitchFamily="34" charset="-122"/>
                </a:rPr>
                <a:t>90%</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grpSp>
      <p:grpSp>
        <p:nvGrpSpPr>
          <p:cNvPr id="19" name="组合 18"/>
          <p:cNvGrpSpPr/>
          <p:nvPr/>
        </p:nvGrpSpPr>
        <p:grpSpPr>
          <a:xfrm>
            <a:off x="5882297" y="3169104"/>
            <a:ext cx="2002071" cy="914814"/>
            <a:chOff x="5882297" y="3223483"/>
            <a:chExt cx="2002071" cy="914814"/>
          </a:xfrm>
        </p:grpSpPr>
        <p:sp>
          <p:nvSpPr>
            <p:cNvPr id="20" name="Rectangle 42"/>
            <p:cNvSpPr/>
            <p:nvPr/>
          </p:nvSpPr>
          <p:spPr>
            <a:xfrm>
              <a:off x="5882297" y="3672556"/>
              <a:ext cx="1779491" cy="465741"/>
            </a:xfrm>
            <a:prstGeom prst="rect">
              <a:avLst/>
            </a:prstGeom>
            <a:noFill/>
            <a:ln w="12700" cap="flat" cmpd="sng" algn="ctr">
              <a:noFill/>
              <a:prstDash val="solid"/>
            </a:ln>
            <a:effectLst/>
          </p:spPr>
          <p:txBody>
            <a:bodyPr lIns="68580" tIns="0" rIns="68580" bIns="0" rtlCol="0" anchor="t"/>
            <a:lstStyle/>
            <a:p>
              <a:r>
                <a:rPr lang="zh-CN" altLang="en-US" sz="1200" dirty="0" smtClean="0">
                  <a:solidFill>
                    <a:schemeClr val="tx1">
                      <a:lumMod val="75000"/>
                      <a:lumOff val="25000"/>
                    </a:schemeClr>
                  </a:solidFill>
                  <a:latin typeface="微软雅黑" pitchFamily="34" charset="-122"/>
                  <a:ea typeface="微软雅黑" pitchFamily="34" charset="-122"/>
                  <a:sym typeface="微软雅黑" pitchFamily="34" charset="-122"/>
                </a:rPr>
                <a:t>编辑数据比例点击数据，右键，编辑数据，输入数据即可</a:t>
              </a:r>
              <a:endParaRPr lang="en-US" altLang="zh-CN" sz="1200" dirty="0">
                <a:solidFill>
                  <a:schemeClr val="tx1">
                    <a:lumMod val="75000"/>
                    <a:lumOff val="25000"/>
                  </a:schemeClr>
                </a:solidFill>
                <a:latin typeface="微软雅黑" pitchFamily="34" charset="-122"/>
                <a:ea typeface="微软雅黑" pitchFamily="34" charset="-122"/>
                <a:sym typeface="微软雅黑" pitchFamily="34" charset="-122"/>
              </a:endParaRPr>
            </a:p>
          </p:txBody>
        </p:sp>
        <p:sp>
          <p:nvSpPr>
            <p:cNvPr id="21" name="文本框 19"/>
            <p:cNvSpPr txBox="1"/>
            <p:nvPr/>
          </p:nvSpPr>
          <p:spPr>
            <a:xfrm>
              <a:off x="5882297" y="3223483"/>
              <a:ext cx="2002071" cy="284693"/>
            </a:xfrm>
            <a:prstGeom prst="rect">
              <a:avLst/>
            </a:prstGeom>
            <a:noFill/>
          </p:spPr>
          <p:txBody>
            <a:bodyPr wrap="square" lIns="68580" tIns="34290" rIns="68580" bIns="34290" rtlCol="0">
              <a:spAutoFit/>
            </a:bodyPr>
            <a:lstStyle/>
            <a:p>
              <a:r>
                <a:rPr lang="zh-CN" altLang="en-US" sz="1400" b="1" dirty="0" smtClean="0">
                  <a:solidFill>
                    <a:schemeClr val="accent1"/>
                  </a:solidFill>
                  <a:latin typeface="微软雅黑" panose="020B0503020204020204" pitchFamily="34" charset="-122"/>
                  <a:ea typeface="微软雅黑" panose="020B0503020204020204" pitchFamily="34" charset="-122"/>
                </a:rPr>
                <a:t>公司利润提高</a:t>
              </a:r>
              <a:r>
                <a:rPr lang="en-US" altLang="zh-CN" sz="1400" b="1" dirty="0" smtClean="0">
                  <a:solidFill>
                    <a:schemeClr val="accent1"/>
                  </a:solidFill>
                  <a:latin typeface="微软雅黑" panose="020B0503020204020204" pitchFamily="34" charset="-122"/>
                  <a:ea typeface="微软雅黑" panose="020B0503020204020204" pitchFamily="34" charset="-122"/>
                </a:rPr>
                <a:t>23%</a:t>
              </a:r>
              <a:endParaRPr lang="zh-CN" altLang="en-US" sz="1400" b="1" dirty="0">
                <a:solidFill>
                  <a:schemeClr val="accent1"/>
                </a:solidFill>
                <a:latin typeface="微软雅黑" panose="020B0503020204020204" pitchFamily="34" charset="-122"/>
                <a:ea typeface="微软雅黑" panose="020B0503020204020204" pitchFamily="34" charset="-122"/>
              </a:endParaRPr>
            </a:p>
          </p:txBody>
        </p:sp>
      </p:grpSp>
      <p:sp>
        <p:nvSpPr>
          <p:cNvPr id="22" name="TextBox 21"/>
          <p:cNvSpPr txBox="1"/>
          <p:nvPr/>
        </p:nvSpPr>
        <p:spPr>
          <a:xfrm>
            <a:off x="355782" y="205624"/>
            <a:ext cx="2236510" cy="400110"/>
          </a:xfrm>
          <a:prstGeom prst="rect">
            <a:avLst/>
          </a:prstGeom>
          <a:noFill/>
        </p:spPr>
        <p:txBody>
          <a:bodyPr wrap="none" rtlCol="0">
            <a:spAutoFit/>
          </a:bodyPr>
          <a:lstStyle/>
          <a:p>
            <a:r>
              <a:rPr lang="zh-CN" altLang="en-US" sz="2000" b="1" dirty="0" smtClean="0">
                <a:solidFill>
                  <a:schemeClr val="accent1"/>
                </a:solidFill>
                <a:latin typeface="微软雅黑" pitchFamily="34" charset="-122"/>
                <a:ea typeface="微软雅黑" pitchFamily="34" charset="-122"/>
              </a:rPr>
              <a:t>点击添加标题文本</a:t>
            </a:r>
            <a:endParaRPr lang="zh-CN" altLang="en-US" sz="2000" b="1" dirty="0">
              <a:solidFill>
                <a:schemeClr val="accent1"/>
              </a:solidFill>
              <a:latin typeface="微软雅黑" pitchFamily="34" charset="-122"/>
              <a:ea typeface="微软雅黑" pitchFamily="34" charset="-122"/>
            </a:endParaRPr>
          </a:p>
        </p:txBody>
      </p:sp>
      <p:sp>
        <p:nvSpPr>
          <p:cNvPr id="23" name="TextBox 22"/>
          <p:cNvSpPr txBox="1"/>
          <p:nvPr/>
        </p:nvSpPr>
        <p:spPr>
          <a:xfrm>
            <a:off x="7682019" y="195037"/>
            <a:ext cx="1138453" cy="461665"/>
          </a:xfrm>
          <a:prstGeom prst="rect">
            <a:avLst/>
          </a:prstGeom>
          <a:noFill/>
        </p:spPr>
        <p:txBody>
          <a:bodyPr wrap="none" rtlCol="0">
            <a:spAutoFit/>
          </a:bodyPr>
          <a:lstStyle/>
          <a:p>
            <a:r>
              <a:rPr lang="en-US" altLang="zh-CN" sz="2400" dirty="0" smtClean="0">
                <a:solidFill>
                  <a:schemeClr val="accent2"/>
                </a:solidFill>
                <a:latin typeface="Eras Bold ITC" panose="020B0907030504020204" pitchFamily="34" charset="0"/>
                <a:ea typeface="微软雅黑" panose="020B0503020204020204" pitchFamily="34" charset="-122"/>
              </a:rPr>
              <a:t>LOGO</a:t>
            </a:r>
            <a:endParaRPr lang="zh-CN" altLang="en-US" sz="2400" dirty="0">
              <a:solidFill>
                <a:schemeClr val="accent2"/>
              </a:solidFill>
              <a:latin typeface="Eras Bold ITC" panose="020B0907030504020204" pitchFamily="34" charset="0"/>
              <a:ea typeface="微软雅黑" panose="020B0503020204020204" pitchFamily="34" charset="-122"/>
            </a:endParaRPr>
          </a:p>
        </p:txBody>
      </p:sp>
    </p:spTree>
    <p:extLst>
      <p:ext uri="{BB962C8B-B14F-4D97-AF65-F5344CB8AC3E}">
        <p14:creationId xmlns:p14="http://schemas.microsoft.com/office/powerpoint/2010/main" val="1288354431"/>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childTnLst>
                          </p:cTn>
                        </p:par>
                        <p:par>
                          <p:cTn id="20" fill="hold">
                            <p:stCondLst>
                              <p:cond delay="1000"/>
                            </p:stCondLst>
                            <p:childTnLst>
                              <p:par>
                                <p:cTn id="21" presetID="2" presetClass="entr" presetSubtype="4" fill="hold" nodeType="after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childTnLst>
                          </p:cTn>
                        </p:par>
                        <p:par>
                          <p:cTn id="25" fill="hold">
                            <p:stCondLst>
                              <p:cond delay="1500"/>
                            </p:stCondLst>
                            <p:childTnLst>
                              <p:par>
                                <p:cTn id="26" presetID="2" presetClass="entr" presetSubtype="4" fill="hold" nodeType="afterEffect">
                                  <p:stCondLst>
                                    <p:cond delay="0"/>
                                  </p:stCondLst>
                                  <p:childTnLst>
                                    <p:set>
                                      <p:cBhvr>
                                        <p:cTn id="27" dur="1" fill="hold">
                                          <p:stCondLst>
                                            <p:cond delay="0"/>
                                          </p:stCondLst>
                                        </p:cTn>
                                        <p:tgtEl>
                                          <p:spTgt spid="16"/>
                                        </p:tgtEl>
                                        <p:attrNameLst>
                                          <p:attrName>style.visibility</p:attrName>
                                        </p:attrNameLst>
                                      </p:cBhvr>
                                      <p:to>
                                        <p:strVal val="visible"/>
                                      </p:to>
                                    </p:set>
                                    <p:anim calcmode="lin" valueType="num">
                                      <p:cBhvr additive="base">
                                        <p:cTn id="28" dur="500" fill="hold"/>
                                        <p:tgtEl>
                                          <p:spTgt spid="16"/>
                                        </p:tgtEl>
                                        <p:attrNameLst>
                                          <p:attrName>ppt_x</p:attrName>
                                        </p:attrNameLst>
                                      </p:cBhvr>
                                      <p:tavLst>
                                        <p:tav tm="0">
                                          <p:val>
                                            <p:strVal val="#ppt_x"/>
                                          </p:val>
                                        </p:tav>
                                        <p:tav tm="100000">
                                          <p:val>
                                            <p:strVal val="#ppt_x"/>
                                          </p:val>
                                        </p:tav>
                                      </p:tavLst>
                                    </p:anim>
                                    <p:anim calcmode="lin" valueType="num">
                                      <p:cBhvr additive="base">
                                        <p:cTn id="29" dur="500" fill="hold"/>
                                        <p:tgtEl>
                                          <p:spTgt spid="16"/>
                                        </p:tgtEl>
                                        <p:attrNameLst>
                                          <p:attrName>ppt_y</p:attrName>
                                        </p:attrNameLst>
                                      </p:cBhvr>
                                      <p:tavLst>
                                        <p:tav tm="0">
                                          <p:val>
                                            <p:strVal val="1+#ppt_h/2"/>
                                          </p:val>
                                        </p:tav>
                                        <p:tav tm="100000">
                                          <p:val>
                                            <p:strVal val="#ppt_y"/>
                                          </p:val>
                                        </p:tav>
                                      </p:tavLst>
                                    </p:anim>
                                  </p:childTnLst>
                                </p:cTn>
                              </p:par>
                            </p:childTnLst>
                          </p:cTn>
                        </p:par>
                        <p:par>
                          <p:cTn id="30" fill="hold">
                            <p:stCondLst>
                              <p:cond delay="2000"/>
                            </p:stCondLst>
                            <p:childTnLst>
                              <p:par>
                                <p:cTn id="31" presetID="2" presetClass="entr" presetSubtype="4" fill="hold" nodeType="afterEffect">
                                  <p:stCondLst>
                                    <p:cond delay="0"/>
                                  </p:stCondLst>
                                  <p:childTnLst>
                                    <p:set>
                                      <p:cBhvr>
                                        <p:cTn id="32" dur="1" fill="hold">
                                          <p:stCondLst>
                                            <p:cond delay="0"/>
                                          </p:stCondLst>
                                        </p:cTn>
                                        <p:tgtEl>
                                          <p:spTgt spid="19"/>
                                        </p:tgtEl>
                                        <p:attrNameLst>
                                          <p:attrName>style.visibility</p:attrName>
                                        </p:attrNameLst>
                                      </p:cBhvr>
                                      <p:to>
                                        <p:strVal val="visible"/>
                                      </p:to>
                                    </p:set>
                                    <p:anim calcmode="lin" valueType="num">
                                      <p:cBhvr additive="base">
                                        <p:cTn id="33" dur="500" fill="hold"/>
                                        <p:tgtEl>
                                          <p:spTgt spid="19"/>
                                        </p:tgtEl>
                                        <p:attrNameLst>
                                          <p:attrName>ppt_x</p:attrName>
                                        </p:attrNameLst>
                                      </p:cBhvr>
                                      <p:tavLst>
                                        <p:tav tm="0">
                                          <p:val>
                                            <p:strVal val="#ppt_x"/>
                                          </p:val>
                                        </p:tav>
                                        <p:tav tm="100000">
                                          <p:val>
                                            <p:strVal val="#ppt_x"/>
                                          </p:val>
                                        </p:tav>
                                      </p:tavLst>
                                    </p:anim>
                                    <p:anim calcmode="lin" valueType="num">
                                      <p:cBhvr additive="base">
                                        <p:cTn id="3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圆角矩形 20"/>
          <p:cNvSpPr/>
          <p:nvPr/>
        </p:nvSpPr>
        <p:spPr bwMode="auto">
          <a:xfrm>
            <a:off x="1588874" y="1622548"/>
            <a:ext cx="1689706" cy="1949000"/>
          </a:xfrm>
          <a:prstGeom prst="roundRect">
            <a:avLst>
              <a:gd name="adj" fmla="val 5680"/>
            </a:avLst>
          </a:prstGeom>
          <a:noFill/>
          <a:ln w="19050" cap="flat" cmpd="sng" algn="ctr">
            <a:solidFill>
              <a:schemeClr val="accent1"/>
            </a:solidFill>
            <a:prstDash val="solid"/>
            <a:round/>
            <a:headEnd type="none" w="med" len="med"/>
            <a:tailEnd type="none" w="med" len="med"/>
          </a:ln>
          <a:effectLst/>
        </p:spPr>
        <p:txBody>
          <a:bodyPr vert="horz" wrap="square" lIns="62118" tIns="31058" rIns="62118" bIns="31058" numCol="1" rtlCol="0" anchor="t" anchorCtr="0" compatLnSpc="1">
            <a:prstTxWarp prst="textNoShape">
              <a:avLst/>
            </a:prstTxWarp>
          </a:bodyPr>
          <a:lstStyle/>
          <a:p>
            <a:pPr lvl="2"/>
            <a:endParaRPr lang="zh-CN" altLang="en-US">
              <a:solidFill>
                <a:schemeClr val="accent2">
                  <a:lumMod val="75000"/>
                </a:schemeClr>
              </a:solidFill>
            </a:endParaRPr>
          </a:p>
        </p:txBody>
      </p:sp>
      <p:sp>
        <p:nvSpPr>
          <p:cNvPr id="22" name="圆角矩形 21"/>
          <p:cNvSpPr/>
          <p:nvPr/>
        </p:nvSpPr>
        <p:spPr bwMode="auto">
          <a:xfrm>
            <a:off x="5898234" y="1622548"/>
            <a:ext cx="1689706" cy="1949000"/>
          </a:xfrm>
          <a:prstGeom prst="roundRect">
            <a:avLst>
              <a:gd name="adj" fmla="val 5070"/>
            </a:avLst>
          </a:prstGeom>
          <a:noFill/>
          <a:ln w="19050" cap="flat" cmpd="sng" algn="ctr">
            <a:solidFill>
              <a:schemeClr val="accent1"/>
            </a:solidFill>
            <a:prstDash val="solid"/>
            <a:round/>
            <a:headEnd type="none" w="med" len="med"/>
            <a:tailEnd type="none" w="med" len="med"/>
          </a:ln>
          <a:effectLst/>
        </p:spPr>
        <p:txBody>
          <a:bodyPr vert="horz" wrap="square" lIns="62118" tIns="31058" rIns="62118" bIns="31058" numCol="1" rtlCol="0" anchor="t" anchorCtr="0" compatLnSpc="1">
            <a:prstTxWarp prst="textNoShape">
              <a:avLst/>
            </a:prstTxWarp>
          </a:bodyPr>
          <a:lstStyle/>
          <a:p>
            <a:pPr lvl="2"/>
            <a:endParaRPr lang="zh-CN" altLang="en-US">
              <a:solidFill>
                <a:schemeClr val="accent2">
                  <a:lumMod val="75000"/>
                </a:schemeClr>
              </a:solidFill>
            </a:endParaRPr>
          </a:p>
        </p:txBody>
      </p:sp>
      <p:sp>
        <p:nvSpPr>
          <p:cNvPr id="23" name="矩形 26"/>
          <p:cNvSpPr>
            <a:spLocks noChangeArrowheads="1"/>
          </p:cNvSpPr>
          <p:nvPr/>
        </p:nvSpPr>
        <p:spPr bwMode="auto">
          <a:xfrm>
            <a:off x="6019308" y="1719952"/>
            <a:ext cx="1467161" cy="1858099"/>
          </a:xfrm>
          <a:prstGeom prst="rect">
            <a:avLst/>
          </a:prstGeom>
          <a:noFill/>
          <a:ln w="9525">
            <a:noFill/>
            <a:miter lim="800000"/>
            <a:headEnd/>
            <a:tailEnd/>
          </a:ln>
        </p:spPr>
        <p:txBody>
          <a:bodyPr wrap="square" lIns="62118" tIns="31058" rIns="62118" bIns="31058">
            <a:spAutoFit/>
          </a:bodyPr>
          <a:lstStyle/>
          <a:p>
            <a:pPr>
              <a:lnSpc>
                <a:spcPct val="130000"/>
              </a:lnSpc>
            </a:pPr>
            <a:r>
              <a:rPr lang="zh-CN" altLang="en-US" sz="10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您的内容打在这里，或者通过复制您的文本后，在此框中选择粘贴，并选择只保留文字。在此录入上述图表的综合描述说明，在此录入上述图表的综合描述说明，在此录入上述图表的综合描述说明。</a:t>
            </a:r>
          </a:p>
        </p:txBody>
      </p:sp>
      <p:sp>
        <p:nvSpPr>
          <p:cNvPr id="24" name="圆角矩形 23"/>
          <p:cNvSpPr/>
          <p:nvPr/>
        </p:nvSpPr>
        <p:spPr bwMode="auto">
          <a:xfrm>
            <a:off x="3724505" y="1622548"/>
            <a:ext cx="1689706" cy="1949000"/>
          </a:xfrm>
          <a:prstGeom prst="roundRect">
            <a:avLst>
              <a:gd name="adj" fmla="val 5070"/>
            </a:avLst>
          </a:prstGeom>
          <a:noFill/>
          <a:ln w="19050" cap="flat" cmpd="sng" algn="ctr">
            <a:solidFill>
              <a:schemeClr val="accent1"/>
            </a:solidFill>
            <a:prstDash val="solid"/>
            <a:round/>
            <a:headEnd type="none" w="med" len="med"/>
            <a:tailEnd type="none" w="med" len="med"/>
          </a:ln>
          <a:effectLst/>
        </p:spPr>
        <p:txBody>
          <a:bodyPr vert="horz" wrap="square" lIns="62118" tIns="31058" rIns="62118" bIns="31058" numCol="1" rtlCol="0" anchor="t" anchorCtr="0" compatLnSpc="1">
            <a:prstTxWarp prst="textNoShape">
              <a:avLst/>
            </a:prstTxWarp>
          </a:bodyPr>
          <a:lstStyle/>
          <a:p>
            <a:pPr lvl="2"/>
            <a:endParaRPr lang="zh-CN" altLang="en-US">
              <a:solidFill>
                <a:schemeClr val="accent2">
                  <a:lumMod val="75000"/>
                </a:schemeClr>
              </a:solidFill>
            </a:endParaRPr>
          </a:p>
        </p:txBody>
      </p:sp>
      <p:sp>
        <p:nvSpPr>
          <p:cNvPr id="25" name="矩形 24"/>
          <p:cNvSpPr>
            <a:spLocks noChangeArrowheads="1"/>
          </p:cNvSpPr>
          <p:nvPr/>
        </p:nvSpPr>
        <p:spPr bwMode="auto">
          <a:xfrm>
            <a:off x="3820451" y="1711468"/>
            <a:ext cx="1472214" cy="1858099"/>
          </a:xfrm>
          <a:prstGeom prst="rect">
            <a:avLst/>
          </a:prstGeom>
          <a:noFill/>
          <a:ln w="9525">
            <a:noFill/>
            <a:miter lim="800000"/>
            <a:headEnd/>
            <a:tailEnd/>
          </a:ln>
        </p:spPr>
        <p:txBody>
          <a:bodyPr wrap="square" lIns="62118" tIns="31058" rIns="62118" bIns="31058">
            <a:spAutoFit/>
          </a:bodyPr>
          <a:lstStyle/>
          <a:p>
            <a:pPr>
              <a:lnSpc>
                <a:spcPct val="130000"/>
              </a:lnSpc>
            </a:pPr>
            <a:r>
              <a:rPr lang="zh-CN" altLang="en-US" sz="10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您的内容打在这里，或者通过复制您的文本后，在此框中选择粘贴，并选择只保留文字。在此录入上述图表的综合描述说明，在此录入上述图表的综合描述说明，在此录入上述图表的综合描述说明。</a:t>
            </a:r>
          </a:p>
        </p:txBody>
      </p:sp>
      <p:sp>
        <p:nvSpPr>
          <p:cNvPr id="26" name="TextBox 32"/>
          <p:cNvSpPr txBox="1">
            <a:spLocks noChangeArrowheads="1"/>
          </p:cNvSpPr>
          <p:nvPr/>
        </p:nvSpPr>
        <p:spPr bwMode="auto">
          <a:xfrm>
            <a:off x="1689913" y="1732171"/>
            <a:ext cx="1458126" cy="1858099"/>
          </a:xfrm>
          <a:prstGeom prst="rect">
            <a:avLst/>
          </a:prstGeom>
          <a:noFill/>
          <a:ln w="9525">
            <a:noFill/>
            <a:miter lim="800000"/>
            <a:headEnd/>
            <a:tailEnd/>
          </a:ln>
        </p:spPr>
        <p:txBody>
          <a:bodyPr wrap="square" lIns="62118" tIns="31058" rIns="62118" bIns="31058">
            <a:spAutoFit/>
          </a:bodyPr>
          <a:lstStyle/>
          <a:p>
            <a:pPr>
              <a:lnSpc>
                <a:spcPct val="130000"/>
              </a:lnSpc>
            </a:pPr>
            <a:r>
              <a:rPr lang="zh-CN" altLang="en-US" sz="10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您的内容打在这里，或者通过复制您的文本后，在此框中选择粘贴，并选择只保留文字。在此录入上述图表的综合描述说明，在此录入上述图表的综合描述说明，在此录入上述图表的综合描述说明。</a:t>
            </a:r>
          </a:p>
        </p:txBody>
      </p:sp>
      <p:sp>
        <p:nvSpPr>
          <p:cNvPr id="27" name="Rectangle 20"/>
          <p:cNvSpPr>
            <a:spLocks noChangeArrowheads="1"/>
          </p:cNvSpPr>
          <p:nvPr/>
        </p:nvSpPr>
        <p:spPr bwMode="auto">
          <a:xfrm>
            <a:off x="1928356" y="4069860"/>
            <a:ext cx="5328877" cy="446106"/>
          </a:xfrm>
          <a:prstGeom prst="roundRect">
            <a:avLst/>
          </a:prstGeom>
          <a:noFill/>
          <a:ln w="9525" cap="flat" cmpd="sng" algn="ctr">
            <a:noFill/>
            <a:prstDash val="solid"/>
            <a:round/>
            <a:headEnd type="none" w="med" len="med"/>
            <a:tailEnd type="none" w="med" len="med"/>
          </a:ln>
          <a:effectLst/>
        </p:spPr>
        <p:txBody>
          <a:bodyPr vert="horz" wrap="square" lIns="62118" tIns="31058" rIns="62118" bIns="31058" numCol="1" rtlCol="0" anchor="t" anchorCtr="0" compatLnSpc="1">
            <a:prstTxWarp prst="textNoShape">
              <a:avLst/>
            </a:prstTxWarp>
          </a:bodyPr>
          <a:lstStyle/>
          <a:p>
            <a:endParaRPr lang="zh-CN" altLang="en-US">
              <a:solidFill>
                <a:schemeClr val="accent2">
                  <a:lumMod val="75000"/>
                </a:schemeClr>
              </a:solidFill>
            </a:endParaRPr>
          </a:p>
        </p:txBody>
      </p:sp>
      <p:sp>
        <p:nvSpPr>
          <p:cNvPr id="28" name="矩形 27"/>
          <p:cNvSpPr/>
          <p:nvPr/>
        </p:nvSpPr>
        <p:spPr bwMode="auto">
          <a:xfrm>
            <a:off x="1356843" y="4147798"/>
            <a:ext cx="6455517" cy="278166"/>
          </a:xfrm>
          <a:prstGeom prst="rect">
            <a:avLst/>
          </a:prstGeom>
          <a:solidFill>
            <a:schemeClr val="accent1"/>
          </a:solidFill>
          <a:ln w="28575">
            <a:noFill/>
          </a:ln>
          <a:scene3d>
            <a:camera prst="orthographicFront"/>
            <a:lightRig rig="threePt" dir="t"/>
          </a:scene3d>
          <a:sp3d/>
        </p:spPr>
        <p:txBody>
          <a:bodyPr wrap="square" lIns="62118" tIns="31058" rIns="62118" bIns="31058">
            <a:spAutoFit/>
          </a:bodyPr>
          <a:lstStyle/>
          <a:p>
            <a:pPr algn="ctr">
              <a:tabLst>
                <a:tab pos="5789009" algn="r"/>
              </a:tabLst>
              <a:defRPr/>
            </a:pPr>
            <a:r>
              <a:rPr lang="zh-CN" altLang="en-US" sz="1400" dirty="0">
                <a:solidFill>
                  <a:schemeClr val="bg1"/>
                </a:solidFill>
                <a:latin typeface="微软雅黑" pitchFamily="34" charset="-122"/>
                <a:ea typeface="微软雅黑" pitchFamily="34" charset="-122"/>
              </a:rPr>
              <a:t>单击此处添加标题</a:t>
            </a:r>
          </a:p>
        </p:txBody>
      </p:sp>
      <p:sp>
        <p:nvSpPr>
          <p:cNvPr id="29" name="燕尾形 28"/>
          <p:cNvSpPr/>
          <p:nvPr/>
        </p:nvSpPr>
        <p:spPr>
          <a:xfrm rot="16200000" flipH="1" flipV="1">
            <a:off x="6608954" y="3628094"/>
            <a:ext cx="268262" cy="448905"/>
          </a:xfrm>
          <a:prstGeom prst="chevron">
            <a:avLst>
              <a:gd name="adj" fmla="val 39402"/>
            </a:avLst>
          </a:prstGeom>
          <a:solidFill>
            <a:schemeClr val="accent2"/>
          </a:solidFill>
          <a:ln w="9525" cap="flat" cmpd="sng" algn="ctr">
            <a:noFill/>
            <a:prstDash val="solid"/>
            <a:round/>
            <a:headEnd type="none" w="med" len="med"/>
            <a:tailEnd type="none" w="med" len="med"/>
          </a:ln>
          <a:effectLst/>
        </p:spPr>
        <p:txBody>
          <a:bodyPr vert="horz" wrap="square" lIns="62118" tIns="31058" rIns="62118" bIns="31058" numCol="1" rtlCol="0" anchor="t" anchorCtr="0" compatLnSpc="1">
            <a:prstTxWarp prst="textNoShape">
              <a:avLst/>
            </a:prstTxWarp>
          </a:bodyPr>
          <a:lstStyle/>
          <a:p>
            <a:endParaRPr lang="zh-CN" altLang="en-US">
              <a:solidFill>
                <a:schemeClr val="accent2">
                  <a:lumMod val="75000"/>
                </a:schemeClr>
              </a:solidFill>
            </a:endParaRPr>
          </a:p>
        </p:txBody>
      </p:sp>
      <p:sp>
        <p:nvSpPr>
          <p:cNvPr id="30" name="圆角矩形 29"/>
          <p:cNvSpPr/>
          <p:nvPr/>
        </p:nvSpPr>
        <p:spPr>
          <a:xfrm>
            <a:off x="3724505" y="1203598"/>
            <a:ext cx="1689706" cy="290618"/>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62118" tIns="31058" rIns="62118" bIns="31058" numCol="1" rtlCol="0" anchor="t" anchorCtr="0" compatLnSpc="1">
            <a:prstTxWarp prst="textNoShape">
              <a:avLst/>
            </a:prstTxWarp>
          </a:bodyPr>
          <a:lstStyle/>
          <a:p>
            <a:endParaRPr lang="zh-CN" altLang="en-US">
              <a:solidFill>
                <a:schemeClr val="accent2">
                  <a:lumMod val="75000"/>
                </a:schemeClr>
              </a:solidFill>
            </a:endParaRPr>
          </a:p>
        </p:txBody>
      </p:sp>
      <p:sp>
        <p:nvSpPr>
          <p:cNvPr id="31" name="圆角矩形 30"/>
          <p:cNvSpPr/>
          <p:nvPr/>
        </p:nvSpPr>
        <p:spPr>
          <a:xfrm>
            <a:off x="5898234" y="1203598"/>
            <a:ext cx="1689706" cy="290618"/>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62118" tIns="31058" rIns="62118" bIns="31058" numCol="1" rtlCol="0" anchor="t" anchorCtr="0" compatLnSpc="1">
            <a:prstTxWarp prst="textNoShape">
              <a:avLst/>
            </a:prstTxWarp>
          </a:bodyPr>
          <a:lstStyle/>
          <a:p>
            <a:endParaRPr lang="zh-CN" altLang="en-US">
              <a:solidFill>
                <a:schemeClr val="accent2">
                  <a:lumMod val="75000"/>
                </a:schemeClr>
              </a:solidFill>
            </a:endParaRPr>
          </a:p>
        </p:txBody>
      </p:sp>
      <p:sp>
        <p:nvSpPr>
          <p:cNvPr id="32" name="圆角矩形 31"/>
          <p:cNvSpPr/>
          <p:nvPr/>
        </p:nvSpPr>
        <p:spPr>
          <a:xfrm>
            <a:off x="1588874" y="1203598"/>
            <a:ext cx="1689706" cy="290618"/>
          </a:xfrm>
          <a:prstGeom prst="roundRect">
            <a:avLst/>
          </a:prstGeom>
          <a:solidFill>
            <a:schemeClr val="accent1"/>
          </a:solidFill>
          <a:ln w="38100" cap="flat" cmpd="sng" algn="ctr">
            <a:noFill/>
            <a:prstDash val="solid"/>
            <a:round/>
            <a:headEnd type="none" w="med" len="med"/>
            <a:tailEnd type="none" w="med" len="med"/>
          </a:ln>
          <a:effectLst/>
        </p:spPr>
        <p:txBody>
          <a:bodyPr vert="horz" wrap="square" lIns="62118" tIns="31058" rIns="62118" bIns="31058" numCol="1" rtlCol="0" anchor="t" anchorCtr="0" compatLnSpc="1">
            <a:prstTxWarp prst="textNoShape">
              <a:avLst/>
            </a:prstTxWarp>
          </a:bodyPr>
          <a:lstStyle/>
          <a:p>
            <a:endParaRPr lang="zh-CN" altLang="en-US">
              <a:solidFill>
                <a:schemeClr val="accent2">
                  <a:lumMod val="75000"/>
                </a:schemeClr>
              </a:solidFill>
            </a:endParaRPr>
          </a:p>
        </p:txBody>
      </p:sp>
      <p:sp>
        <p:nvSpPr>
          <p:cNvPr id="33" name="矩形 32"/>
          <p:cNvSpPr>
            <a:spLocks noChangeArrowheads="1"/>
          </p:cNvSpPr>
          <p:nvPr/>
        </p:nvSpPr>
        <p:spPr bwMode="auto">
          <a:xfrm>
            <a:off x="1623656" y="1225921"/>
            <a:ext cx="1517422" cy="230170"/>
          </a:xfrm>
          <a:prstGeom prst="rect">
            <a:avLst/>
          </a:prstGeom>
          <a:noFill/>
          <a:ln>
            <a:noFill/>
          </a:ln>
          <a:scene3d>
            <a:camera prst="orthographicFront"/>
            <a:lightRig rig="threePt" dir="t"/>
          </a:scene3d>
          <a:sp3d/>
        </p:spPr>
        <p:txBody>
          <a:bodyPr wrap="square" lIns="62118" tIns="31058" rIns="62118" bIns="31058">
            <a:spAutoFit/>
          </a:bodyPr>
          <a:lstStyle/>
          <a:p>
            <a:pPr algn="ctr">
              <a:defRPr/>
            </a:pPr>
            <a:r>
              <a:rPr lang="zh-CN" altLang="en-US" sz="1100" b="1" dirty="0">
                <a:solidFill>
                  <a:schemeClr val="bg1"/>
                </a:solidFill>
                <a:latin typeface="微软雅黑" pitchFamily="34" charset="-122"/>
                <a:ea typeface="微软雅黑" pitchFamily="34" charset="-122"/>
              </a:rPr>
              <a:t>单击此处添加标题</a:t>
            </a:r>
          </a:p>
        </p:txBody>
      </p:sp>
      <p:sp>
        <p:nvSpPr>
          <p:cNvPr id="34" name="矩形 33"/>
          <p:cNvSpPr>
            <a:spLocks noChangeArrowheads="1"/>
          </p:cNvSpPr>
          <p:nvPr/>
        </p:nvSpPr>
        <p:spPr bwMode="auto">
          <a:xfrm>
            <a:off x="5994179" y="1225921"/>
            <a:ext cx="1517422" cy="230170"/>
          </a:xfrm>
          <a:prstGeom prst="rect">
            <a:avLst/>
          </a:prstGeom>
          <a:noFill/>
          <a:ln>
            <a:noFill/>
          </a:ln>
          <a:scene3d>
            <a:camera prst="orthographicFront"/>
            <a:lightRig rig="threePt" dir="t"/>
          </a:scene3d>
          <a:sp3d/>
        </p:spPr>
        <p:txBody>
          <a:bodyPr wrap="square" lIns="62118" tIns="31058" rIns="62118" bIns="31058">
            <a:spAutoFit/>
          </a:bodyPr>
          <a:lstStyle/>
          <a:p>
            <a:pPr algn="ctr">
              <a:defRPr/>
            </a:pPr>
            <a:r>
              <a:rPr lang="zh-CN" altLang="en-US" sz="1100" b="1" dirty="0">
                <a:solidFill>
                  <a:schemeClr val="bg1"/>
                </a:solidFill>
                <a:latin typeface="微软雅黑" pitchFamily="34" charset="-122"/>
                <a:ea typeface="微软雅黑" pitchFamily="34" charset="-122"/>
              </a:rPr>
              <a:t>单击此处添加标题</a:t>
            </a:r>
          </a:p>
        </p:txBody>
      </p:sp>
      <p:sp>
        <p:nvSpPr>
          <p:cNvPr id="35" name="矩形 34"/>
          <p:cNvSpPr>
            <a:spLocks noChangeArrowheads="1"/>
          </p:cNvSpPr>
          <p:nvPr/>
        </p:nvSpPr>
        <p:spPr bwMode="auto">
          <a:xfrm>
            <a:off x="3820451" y="1225921"/>
            <a:ext cx="1517422" cy="230170"/>
          </a:xfrm>
          <a:prstGeom prst="rect">
            <a:avLst/>
          </a:prstGeom>
          <a:noFill/>
          <a:ln>
            <a:noFill/>
          </a:ln>
          <a:scene3d>
            <a:camera prst="orthographicFront"/>
            <a:lightRig rig="threePt" dir="t"/>
          </a:scene3d>
          <a:sp3d/>
        </p:spPr>
        <p:txBody>
          <a:bodyPr wrap="square" lIns="62118" tIns="31058" rIns="62118" bIns="31058">
            <a:spAutoFit/>
          </a:bodyPr>
          <a:lstStyle/>
          <a:p>
            <a:pPr algn="ctr">
              <a:defRPr/>
            </a:pPr>
            <a:r>
              <a:rPr lang="zh-CN" altLang="en-US" sz="1100" b="1" dirty="0">
                <a:solidFill>
                  <a:schemeClr val="bg1"/>
                </a:solidFill>
                <a:latin typeface="微软雅黑" pitchFamily="34" charset="-122"/>
                <a:ea typeface="微软雅黑" pitchFamily="34" charset="-122"/>
              </a:rPr>
              <a:t>单击此处添加标题</a:t>
            </a:r>
          </a:p>
        </p:txBody>
      </p:sp>
      <p:sp>
        <p:nvSpPr>
          <p:cNvPr id="36" name="燕尾形 35"/>
          <p:cNvSpPr/>
          <p:nvPr/>
        </p:nvSpPr>
        <p:spPr>
          <a:xfrm rot="16200000" flipH="1" flipV="1">
            <a:off x="4471691" y="3628094"/>
            <a:ext cx="268262" cy="448905"/>
          </a:xfrm>
          <a:prstGeom prst="chevron">
            <a:avLst>
              <a:gd name="adj" fmla="val 39402"/>
            </a:avLst>
          </a:prstGeom>
          <a:solidFill>
            <a:schemeClr val="accent2"/>
          </a:solidFill>
          <a:ln w="9525" cap="flat" cmpd="sng" algn="ctr">
            <a:noFill/>
            <a:prstDash val="solid"/>
            <a:round/>
            <a:headEnd type="none" w="med" len="med"/>
            <a:tailEnd type="none" w="med" len="med"/>
          </a:ln>
          <a:effectLst/>
        </p:spPr>
        <p:txBody>
          <a:bodyPr vert="horz" wrap="square" lIns="62118" tIns="31058" rIns="62118" bIns="31058" numCol="1" rtlCol="0" anchor="t" anchorCtr="0" compatLnSpc="1">
            <a:prstTxWarp prst="textNoShape">
              <a:avLst/>
            </a:prstTxWarp>
          </a:bodyPr>
          <a:lstStyle/>
          <a:p>
            <a:endParaRPr lang="zh-CN" altLang="en-US">
              <a:solidFill>
                <a:schemeClr val="accent2">
                  <a:lumMod val="75000"/>
                </a:schemeClr>
              </a:solidFill>
            </a:endParaRPr>
          </a:p>
        </p:txBody>
      </p:sp>
      <p:sp>
        <p:nvSpPr>
          <p:cNvPr id="37" name="燕尾形 36"/>
          <p:cNvSpPr/>
          <p:nvPr/>
        </p:nvSpPr>
        <p:spPr>
          <a:xfrm rot="16200000" flipH="1" flipV="1">
            <a:off x="2320389" y="3628094"/>
            <a:ext cx="268262" cy="448905"/>
          </a:xfrm>
          <a:prstGeom prst="chevron">
            <a:avLst>
              <a:gd name="adj" fmla="val 39402"/>
            </a:avLst>
          </a:prstGeom>
          <a:solidFill>
            <a:schemeClr val="accent2"/>
          </a:solidFill>
          <a:ln w="9525" cap="flat" cmpd="sng" algn="ctr">
            <a:noFill/>
            <a:prstDash val="solid"/>
            <a:round/>
            <a:headEnd type="none" w="med" len="med"/>
            <a:tailEnd type="none" w="med" len="med"/>
          </a:ln>
          <a:effectLst/>
        </p:spPr>
        <p:txBody>
          <a:bodyPr vert="horz" wrap="square" lIns="62118" tIns="31058" rIns="62118" bIns="31058" numCol="1" rtlCol="0" anchor="t" anchorCtr="0" compatLnSpc="1">
            <a:prstTxWarp prst="textNoShape">
              <a:avLst/>
            </a:prstTxWarp>
          </a:bodyPr>
          <a:lstStyle/>
          <a:p>
            <a:endParaRPr lang="zh-CN" altLang="en-US">
              <a:solidFill>
                <a:schemeClr val="accent2">
                  <a:lumMod val="75000"/>
                </a:schemeClr>
              </a:solidFill>
            </a:endParaRPr>
          </a:p>
        </p:txBody>
      </p:sp>
      <p:sp>
        <p:nvSpPr>
          <p:cNvPr id="19" name="TextBox 18"/>
          <p:cNvSpPr txBox="1"/>
          <p:nvPr/>
        </p:nvSpPr>
        <p:spPr>
          <a:xfrm>
            <a:off x="355782" y="205624"/>
            <a:ext cx="2236510" cy="400110"/>
          </a:xfrm>
          <a:prstGeom prst="rect">
            <a:avLst/>
          </a:prstGeom>
          <a:noFill/>
        </p:spPr>
        <p:txBody>
          <a:bodyPr wrap="none" rtlCol="0">
            <a:spAutoFit/>
          </a:bodyPr>
          <a:lstStyle/>
          <a:p>
            <a:r>
              <a:rPr lang="zh-CN" altLang="en-US" sz="2000" b="1" dirty="0" smtClean="0">
                <a:solidFill>
                  <a:schemeClr val="accent1"/>
                </a:solidFill>
                <a:latin typeface="微软雅黑" pitchFamily="34" charset="-122"/>
                <a:ea typeface="微软雅黑" pitchFamily="34" charset="-122"/>
              </a:rPr>
              <a:t>点击添加标题文本</a:t>
            </a:r>
            <a:endParaRPr lang="zh-CN" altLang="en-US" sz="2000" b="1" dirty="0">
              <a:solidFill>
                <a:schemeClr val="accent1"/>
              </a:solidFill>
              <a:latin typeface="微软雅黑" pitchFamily="34" charset="-122"/>
              <a:ea typeface="微软雅黑" pitchFamily="34" charset="-122"/>
            </a:endParaRPr>
          </a:p>
        </p:txBody>
      </p:sp>
      <p:sp>
        <p:nvSpPr>
          <p:cNvPr id="20" name="TextBox 19"/>
          <p:cNvSpPr txBox="1"/>
          <p:nvPr/>
        </p:nvSpPr>
        <p:spPr>
          <a:xfrm>
            <a:off x="7682019" y="195037"/>
            <a:ext cx="1138453" cy="461665"/>
          </a:xfrm>
          <a:prstGeom prst="rect">
            <a:avLst/>
          </a:prstGeom>
          <a:noFill/>
        </p:spPr>
        <p:txBody>
          <a:bodyPr wrap="none" rtlCol="0">
            <a:spAutoFit/>
          </a:bodyPr>
          <a:lstStyle/>
          <a:p>
            <a:r>
              <a:rPr lang="en-US" altLang="zh-CN" sz="2400" dirty="0" smtClean="0">
                <a:solidFill>
                  <a:schemeClr val="accent2"/>
                </a:solidFill>
                <a:latin typeface="Eras Bold ITC" panose="020B0907030504020204" pitchFamily="34" charset="0"/>
                <a:ea typeface="微软雅黑" panose="020B0503020204020204" pitchFamily="34" charset="-122"/>
              </a:rPr>
              <a:t>LOGO</a:t>
            </a:r>
            <a:endParaRPr lang="zh-CN" altLang="en-US" sz="2400" dirty="0">
              <a:solidFill>
                <a:schemeClr val="accent2"/>
              </a:solidFill>
              <a:latin typeface="Eras Bold ITC" panose="020B0907030504020204" pitchFamily="34" charset="0"/>
              <a:ea typeface="微软雅黑" panose="020B0503020204020204" pitchFamily="34" charset="-122"/>
            </a:endParaRPr>
          </a:p>
        </p:txBody>
      </p:sp>
    </p:spTree>
    <p:extLst>
      <p:ext uri="{BB962C8B-B14F-4D97-AF65-F5344CB8AC3E}">
        <p14:creationId xmlns:p14="http://schemas.microsoft.com/office/powerpoint/2010/main" val="182567244"/>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anim calcmode="lin" valueType="num">
                                      <p:cBhvr>
                                        <p:cTn id="8" dur="500" fill="hold"/>
                                        <p:tgtEl>
                                          <p:spTgt spid="32"/>
                                        </p:tgtEl>
                                        <p:attrNameLst>
                                          <p:attrName>ppt_x</p:attrName>
                                        </p:attrNameLst>
                                      </p:cBhvr>
                                      <p:tavLst>
                                        <p:tav tm="0">
                                          <p:val>
                                            <p:strVal val="#ppt_x"/>
                                          </p:val>
                                        </p:tav>
                                        <p:tav tm="100000">
                                          <p:val>
                                            <p:strVal val="#ppt_x"/>
                                          </p:val>
                                        </p:tav>
                                      </p:tavLst>
                                    </p:anim>
                                    <p:anim calcmode="lin" valueType="num">
                                      <p:cBhvr>
                                        <p:cTn id="9" dur="450" decel="100000" fill="hold"/>
                                        <p:tgtEl>
                                          <p:spTgt spid="32"/>
                                        </p:tgtEl>
                                        <p:attrNameLst>
                                          <p:attrName>ppt_y</p:attrName>
                                        </p:attrNameLst>
                                      </p:cBhvr>
                                      <p:tavLst>
                                        <p:tav tm="0">
                                          <p:val>
                                            <p:strVal val="#ppt_y+1"/>
                                          </p:val>
                                        </p:tav>
                                        <p:tav tm="100000">
                                          <p:val>
                                            <p:strVal val="#ppt_y-.03"/>
                                          </p:val>
                                        </p:tav>
                                      </p:tavLst>
                                    </p:anim>
                                    <p:anim calcmode="lin" valueType="num">
                                      <p:cBhvr>
                                        <p:cTn id="10" dur="50" accel="100000" fill="hold">
                                          <p:stCondLst>
                                            <p:cond delay="450"/>
                                          </p:stCondLst>
                                        </p:cTn>
                                        <p:tgtEl>
                                          <p:spTgt spid="32"/>
                                        </p:tgtEl>
                                        <p:attrNameLst>
                                          <p:attrName>ppt_y</p:attrName>
                                        </p:attrNameLst>
                                      </p:cBhvr>
                                      <p:tavLst>
                                        <p:tav tm="0">
                                          <p:val>
                                            <p:strVal val="#ppt_y-.03"/>
                                          </p:val>
                                        </p:tav>
                                        <p:tav tm="100000">
                                          <p:val>
                                            <p:strVal val="#ppt_y"/>
                                          </p:val>
                                        </p:tav>
                                      </p:tavLst>
                                    </p:anim>
                                  </p:childTnLst>
                                </p:cTn>
                              </p:par>
                              <p:par>
                                <p:cTn id="11" presetID="37"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anim calcmode="lin" valueType="num">
                                      <p:cBhvr>
                                        <p:cTn id="14" dur="500" fill="hold"/>
                                        <p:tgtEl>
                                          <p:spTgt spid="30"/>
                                        </p:tgtEl>
                                        <p:attrNameLst>
                                          <p:attrName>ppt_x</p:attrName>
                                        </p:attrNameLst>
                                      </p:cBhvr>
                                      <p:tavLst>
                                        <p:tav tm="0">
                                          <p:val>
                                            <p:strVal val="#ppt_x"/>
                                          </p:val>
                                        </p:tav>
                                        <p:tav tm="100000">
                                          <p:val>
                                            <p:strVal val="#ppt_x"/>
                                          </p:val>
                                        </p:tav>
                                      </p:tavLst>
                                    </p:anim>
                                    <p:anim calcmode="lin" valueType="num">
                                      <p:cBhvr>
                                        <p:cTn id="15" dur="450" decel="100000" fill="hold"/>
                                        <p:tgtEl>
                                          <p:spTgt spid="30"/>
                                        </p:tgtEl>
                                        <p:attrNameLst>
                                          <p:attrName>ppt_y</p:attrName>
                                        </p:attrNameLst>
                                      </p:cBhvr>
                                      <p:tavLst>
                                        <p:tav tm="0">
                                          <p:val>
                                            <p:strVal val="#ppt_y+1"/>
                                          </p:val>
                                        </p:tav>
                                        <p:tav tm="100000">
                                          <p:val>
                                            <p:strVal val="#ppt_y-.03"/>
                                          </p:val>
                                        </p:tav>
                                      </p:tavLst>
                                    </p:anim>
                                    <p:anim calcmode="lin" valueType="num">
                                      <p:cBhvr>
                                        <p:cTn id="16" dur="50" accel="100000" fill="hold">
                                          <p:stCondLst>
                                            <p:cond delay="450"/>
                                          </p:stCondLst>
                                        </p:cTn>
                                        <p:tgtEl>
                                          <p:spTgt spid="30"/>
                                        </p:tgtEl>
                                        <p:attrNameLst>
                                          <p:attrName>ppt_y</p:attrName>
                                        </p:attrNameLst>
                                      </p:cBhvr>
                                      <p:tavLst>
                                        <p:tav tm="0">
                                          <p:val>
                                            <p:strVal val="#ppt_y-.03"/>
                                          </p:val>
                                        </p:tav>
                                        <p:tav tm="100000">
                                          <p:val>
                                            <p:strVal val="#ppt_y"/>
                                          </p:val>
                                        </p:tav>
                                      </p:tavLst>
                                    </p:anim>
                                  </p:childTnLst>
                                </p:cTn>
                              </p:par>
                              <p:par>
                                <p:cTn id="17" presetID="37"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anim calcmode="lin" valueType="num">
                                      <p:cBhvr>
                                        <p:cTn id="20" dur="500" fill="hold"/>
                                        <p:tgtEl>
                                          <p:spTgt spid="31"/>
                                        </p:tgtEl>
                                        <p:attrNameLst>
                                          <p:attrName>ppt_x</p:attrName>
                                        </p:attrNameLst>
                                      </p:cBhvr>
                                      <p:tavLst>
                                        <p:tav tm="0">
                                          <p:val>
                                            <p:strVal val="#ppt_x"/>
                                          </p:val>
                                        </p:tav>
                                        <p:tav tm="100000">
                                          <p:val>
                                            <p:strVal val="#ppt_x"/>
                                          </p:val>
                                        </p:tav>
                                      </p:tavLst>
                                    </p:anim>
                                    <p:anim calcmode="lin" valueType="num">
                                      <p:cBhvr>
                                        <p:cTn id="21" dur="450" decel="100000" fill="hold"/>
                                        <p:tgtEl>
                                          <p:spTgt spid="31"/>
                                        </p:tgtEl>
                                        <p:attrNameLst>
                                          <p:attrName>ppt_y</p:attrName>
                                        </p:attrNameLst>
                                      </p:cBhvr>
                                      <p:tavLst>
                                        <p:tav tm="0">
                                          <p:val>
                                            <p:strVal val="#ppt_y+1"/>
                                          </p:val>
                                        </p:tav>
                                        <p:tav tm="100000">
                                          <p:val>
                                            <p:strVal val="#ppt_y-.03"/>
                                          </p:val>
                                        </p:tav>
                                      </p:tavLst>
                                    </p:anim>
                                    <p:anim calcmode="lin" valueType="num">
                                      <p:cBhvr>
                                        <p:cTn id="22" dur="50" accel="100000" fill="hold">
                                          <p:stCondLst>
                                            <p:cond delay="450"/>
                                          </p:stCondLst>
                                        </p:cTn>
                                        <p:tgtEl>
                                          <p:spTgt spid="31"/>
                                        </p:tgtEl>
                                        <p:attrNameLst>
                                          <p:attrName>ppt_y</p:attrName>
                                        </p:attrNameLst>
                                      </p:cBhvr>
                                      <p:tavLst>
                                        <p:tav tm="0">
                                          <p:val>
                                            <p:strVal val="#ppt_y-.03"/>
                                          </p:val>
                                        </p:tav>
                                        <p:tav tm="100000">
                                          <p:val>
                                            <p:strVal val="#ppt_y"/>
                                          </p:val>
                                        </p:tav>
                                      </p:tavLst>
                                    </p:anim>
                                  </p:childTnLst>
                                </p:cTn>
                              </p:par>
                            </p:childTnLst>
                          </p:cTn>
                        </p:par>
                        <p:par>
                          <p:cTn id="23" fill="hold">
                            <p:stCondLst>
                              <p:cond delay="500"/>
                            </p:stCondLst>
                            <p:childTnLst>
                              <p:par>
                                <p:cTn id="24" presetID="12" presetClass="entr" presetSubtype="4" fill="hold" grpId="0" nodeType="after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slide(fromBottom)">
                                      <p:cBhvr>
                                        <p:cTn id="26" dur="500"/>
                                        <p:tgtEl>
                                          <p:spTgt spid="33"/>
                                        </p:tgtEl>
                                      </p:cBhvr>
                                    </p:animEffect>
                                  </p:childTnLst>
                                </p:cTn>
                              </p:par>
                            </p:childTnLst>
                          </p:cTn>
                        </p:par>
                        <p:par>
                          <p:cTn id="27" fill="hold">
                            <p:stCondLst>
                              <p:cond delay="1000"/>
                            </p:stCondLst>
                            <p:childTnLst>
                              <p:par>
                                <p:cTn id="28" presetID="12" presetClass="entr" presetSubtype="4" fill="hold" grpId="0" nodeType="after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slide(fromBottom)">
                                      <p:cBhvr>
                                        <p:cTn id="30" dur="500"/>
                                        <p:tgtEl>
                                          <p:spTgt spid="35"/>
                                        </p:tgtEl>
                                      </p:cBhvr>
                                    </p:animEffect>
                                  </p:childTnLst>
                                </p:cTn>
                              </p:par>
                            </p:childTnLst>
                          </p:cTn>
                        </p:par>
                        <p:par>
                          <p:cTn id="31" fill="hold">
                            <p:stCondLst>
                              <p:cond delay="1500"/>
                            </p:stCondLst>
                            <p:childTnLst>
                              <p:par>
                                <p:cTn id="32" presetID="12" presetClass="entr" presetSubtype="4" fill="hold" grpId="0" nodeType="after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slide(fromBottom)">
                                      <p:cBhvr>
                                        <p:cTn id="34" dur="500"/>
                                        <p:tgtEl>
                                          <p:spTgt spid="34"/>
                                        </p:tgtEl>
                                      </p:cBhvr>
                                    </p:animEffect>
                                  </p:childTnLst>
                                </p:cTn>
                              </p:par>
                            </p:childTnLst>
                          </p:cTn>
                        </p:par>
                        <p:par>
                          <p:cTn id="35" fill="hold">
                            <p:stCondLst>
                              <p:cond delay="2000"/>
                            </p:stCondLst>
                            <p:childTnLst>
                              <p:par>
                                <p:cTn id="36" presetID="12" presetClass="entr" presetSubtype="1" fill="hold" grpId="0" nodeType="after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slide(fromTop)">
                                      <p:cBhvr>
                                        <p:cTn id="38" dur="500"/>
                                        <p:tgtEl>
                                          <p:spTgt spid="21"/>
                                        </p:tgtEl>
                                      </p:cBhvr>
                                    </p:animEffect>
                                  </p:childTnLst>
                                </p:cTn>
                              </p:par>
                            </p:childTnLst>
                          </p:cTn>
                        </p:par>
                        <p:par>
                          <p:cTn id="39" fill="hold">
                            <p:stCondLst>
                              <p:cond delay="2500"/>
                            </p:stCondLst>
                            <p:childTnLst>
                              <p:par>
                                <p:cTn id="40" presetID="12" presetClass="entr" presetSubtype="1" fill="hold" grpId="0" nodeType="after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slide(fromTop)">
                                      <p:cBhvr>
                                        <p:cTn id="42" dur="500"/>
                                        <p:tgtEl>
                                          <p:spTgt spid="24"/>
                                        </p:tgtEl>
                                      </p:cBhvr>
                                    </p:animEffect>
                                  </p:childTnLst>
                                </p:cTn>
                              </p:par>
                            </p:childTnLst>
                          </p:cTn>
                        </p:par>
                        <p:par>
                          <p:cTn id="43" fill="hold">
                            <p:stCondLst>
                              <p:cond delay="3000"/>
                            </p:stCondLst>
                            <p:childTnLst>
                              <p:par>
                                <p:cTn id="44" presetID="12" presetClass="entr" presetSubtype="1" fill="hold" grpId="0" nodeType="after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slide(fromTop)">
                                      <p:cBhvr>
                                        <p:cTn id="46" dur="500"/>
                                        <p:tgtEl>
                                          <p:spTgt spid="22"/>
                                        </p:tgtEl>
                                      </p:cBhvr>
                                    </p:animEffect>
                                  </p:childTnLst>
                                </p:cTn>
                              </p:par>
                            </p:childTnLst>
                          </p:cTn>
                        </p:par>
                        <p:par>
                          <p:cTn id="47" fill="hold">
                            <p:stCondLst>
                              <p:cond delay="3500"/>
                            </p:stCondLst>
                            <p:childTnLst>
                              <p:par>
                                <p:cTn id="48" presetID="49" presetClass="entr" presetSubtype="0" decel="100000" fill="hold" grpId="0" nodeType="afterEffect">
                                  <p:stCondLst>
                                    <p:cond delay="0"/>
                                  </p:stCondLst>
                                  <p:childTnLst>
                                    <p:set>
                                      <p:cBhvr>
                                        <p:cTn id="49" dur="1" fill="hold">
                                          <p:stCondLst>
                                            <p:cond delay="0"/>
                                          </p:stCondLst>
                                        </p:cTn>
                                        <p:tgtEl>
                                          <p:spTgt spid="26"/>
                                        </p:tgtEl>
                                        <p:attrNameLst>
                                          <p:attrName>style.visibility</p:attrName>
                                        </p:attrNameLst>
                                      </p:cBhvr>
                                      <p:to>
                                        <p:strVal val="visible"/>
                                      </p:to>
                                    </p:set>
                                    <p:anim calcmode="lin" valueType="num">
                                      <p:cBhvr>
                                        <p:cTn id="50" dur="500" fill="hold"/>
                                        <p:tgtEl>
                                          <p:spTgt spid="26"/>
                                        </p:tgtEl>
                                        <p:attrNameLst>
                                          <p:attrName>ppt_w</p:attrName>
                                        </p:attrNameLst>
                                      </p:cBhvr>
                                      <p:tavLst>
                                        <p:tav tm="0">
                                          <p:val>
                                            <p:fltVal val="0"/>
                                          </p:val>
                                        </p:tav>
                                        <p:tav tm="100000">
                                          <p:val>
                                            <p:strVal val="#ppt_w"/>
                                          </p:val>
                                        </p:tav>
                                      </p:tavLst>
                                    </p:anim>
                                    <p:anim calcmode="lin" valueType="num">
                                      <p:cBhvr>
                                        <p:cTn id="51" dur="500" fill="hold"/>
                                        <p:tgtEl>
                                          <p:spTgt spid="26"/>
                                        </p:tgtEl>
                                        <p:attrNameLst>
                                          <p:attrName>ppt_h</p:attrName>
                                        </p:attrNameLst>
                                      </p:cBhvr>
                                      <p:tavLst>
                                        <p:tav tm="0">
                                          <p:val>
                                            <p:fltVal val="0"/>
                                          </p:val>
                                        </p:tav>
                                        <p:tav tm="100000">
                                          <p:val>
                                            <p:strVal val="#ppt_h"/>
                                          </p:val>
                                        </p:tav>
                                      </p:tavLst>
                                    </p:anim>
                                    <p:anim calcmode="lin" valueType="num">
                                      <p:cBhvr>
                                        <p:cTn id="52" dur="500" fill="hold"/>
                                        <p:tgtEl>
                                          <p:spTgt spid="26"/>
                                        </p:tgtEl>
                                        <p:attrNameLst>
                                          <p:attrName>style.rotation</p:attrName>
                                        </p:attrNameLst>
                                      </p:cBhvr>
                                      <p:tavLst>
                                        <p:tav tm="0">
                                          <p:val>
                                            <p:fltVal val="360"/>
                                          </p:val>
                                        </p:tav>
                                        <p:tav tm="100000">
                                          <p:val>
                                            <p:fltVal val="0"/>
                                          </p:val>
                                        </p:tav>
                                      </p:tavLst>
                                    </p:anim>
                                    <p:animEffect transition="in" filter="fade">
                                      <p:cBhvr>
                                        <p:cTn id="53" dur="500"/>
                                        <p:tgtEl>
                                          <p:spTgt spid="26"/>
                                        </p:tgtEl>
                                      </p:cBhvr>
                                    </p:animEffect>
                                  </p:childTnLst>
                                </p:cTn>
                              </p:par>
                            </p:childTnLst>
                          </p:cTn>
                        </p:par>
                        <p:par>
                          <p:cTn id="54" fill="hold">
                            <p:stCondLst>
                              <p:cond delay="4000"/>
                            </p:stCondLst>
                            <p:childTnLst>
                              <p:par>
                                <p:cTn id="55" presetID="49" presetClass="entr" presetSubtype="0" decel="100000" fill="hold" grpId="0" nodeType="afterEffect">
                                  <p:stCondLst>
                                    <p:cond delay="0"/>
                                  </p:stCondLst>
                                  <p:childTnLst>
                                    <p:set>
                                      <p:cBhvr>
                                        <p:cTn id="56" dur="1" fill="hold">
                                          <p:stCondLst>
                                            <p:cond delay="0"/>
                                          </p:stCondLst>
                                        </p:cTn>
                                        <p:tgtEl>
                                          <p:spTgt spid="25"/>
                                        </p:tgtEl>
                                        <p:attrNameLst>
                                          <p:attrName>style.visibility</p:attrName>
                                        </p:attrNameLst>
                                      </p:cBhvr>
                                      <p:to>
                                        <p:strVal val="visible"/>
                                      </p:to>
                                    </p:set>
                                    <p:anim calcmode="lin" valueType="num">
                                      <p:cBhvr>
                                        <p:cTn id="57" dur="500" fill="hold"/>
                                        <p:tgtEl>
                                          <p:spTgt spid="25"/>
                                        </p:tgtEl>
                                        <p:attrNameLst>
                                          <p:attrName>ppt_w</p:attrName>
                                        </p:attrNameLst>
                                      </p:cBhvr>
                                      <p:tavLst>
                                        <p:tav tm="0">
                                          <p:val>
                                            <p:fltVal val="0"/>
                                          </p:val>
                                        </p:tav>
                                        <p:tav tm="100000">
                                          <p:val>
                                            <p:strVal val="#ppt_w"/>
                                          </p:val>
                                        </p:tav>
                                      </p:tavLst>
                                    </p:anim>
                                    <p:anim calcmode="lin" valueType="num">
                                      <p:cBhvr>
                                        <p:cTn id="58" dur="500" fill="hold"/>
                                        <p:tgtEl>
                                          <p:spTgt spid="25"/>
                                        </p:tgtEl>
                                        <p:attrNameLst>
                                          <p:attrName>ppt_h</p:attrName>
                                        </p:attrNameLst>
                                      </p:cBhvr>
                                      <p:tavLst>
                                        <p:tav tm="0">
                                          <p:val>
                                            <p:fltVal val="0"/>
                                          </p:val>
                                        </p:tav>
                                        <p:tav tm="100000">
                                          <p:val>
                                            <p:strVal val="#ppt_h"/>
                                          </p:val>
                                        </p:tav>
                                      </p:tavLst>
                                    </p:anim>
                                    <p:anim calcmode="lin" valueType="num">
                                      <p:cBhvr>
                                        <p:cTn id="59" dur="500" fill="hold"/>
                                        <p:tgtEl>
                                          <p:spTgt spid="25"/>
                                        </p:tgtEl>
                                        <p:attrNameLst>
                                          <p:attrName>style.rotation</p:attrName>
                                        </p:attrNameLst>
                                      </p:cBhvr>
                                      <p:tavLst>
                                        <p:tav tm="0">
                                          <p:val>
                                            <p:fltVal val="360"/>
                                          </p:val>
                                        </p:tav>
                                        <p:tav tm="100000">
                                          <p:val>
                                            <p:fltVal val="0"/>
                                          </p:val>
                                        </p:tav>
                                      </p:tavLst>
                                    </p:anim>
                                    <p:animEffect transition="in" filter="fade">
                                      <p:cBhvr>
                                        <p:cTn id="60" dur="500"/>
                                        <p:tgtEl>
                                          <p:spTgt spid="25"/>
                                        </p:tgtEl>
                                      </p:cBhvr>
                                    </p:animEffect>
                                  </p:childTnLst>
                                </p:cTn>
                              </p:par>
                            </p:childTnLst>
                          </p:cTn>
                        </p:par>
                        <p:par>
                          <p:cTn id="61" fill="hold">
                            <p:stCondLst>
                              <p:cond delay="4500"/>
                            </p:stCondLst>
                            <p:childTnLst>
                              <p:par>
                                <p:cTn id="62" presetID="49" presetClass="entr" presetSubtype="0" decel="100000" fill="hold" grpId="0" nodeType="afterEffect">
                                  <p:stCondLst>
                                    <p:cond delay="0"/>
                                  </p:stCondLst>
                                  <p:childTnLst>
                                    <p:set>
                                      <p:cBhvr>
                                        <p:cTn id="63" dur="1" fill="hold">
                                          <p:stCondLst>
                                            <p:cond delay="0"/>
                                          </p:stCondLst>
                                        </p:cTn>
                                        <p:tgtEl>
                                          <p:spTgt spid="23"/>
                                        </p:tgtEl>
                                        <p:attrNameLst>
                                          <p:attrName>style.visibility</p:attrName>
                                        </p:attrNameLst>
                                      </p:cBhvr>
                                      <p:to>
                                        <p:strVal val="visible"/>
                                      </p:to>
                                    </p:set>
                                    <p:anim calcmode="lin" valueType="num">
                                      <p:cBhvr>
                                        <p:cTn id="64" dur="500" fill="hold"/>
                                        <p:tgtEl>
                                          <p:spTgt spid="23"/>
                                        </p:tgtEl>
                                        <p:attrNameLst>
                                          <p:attrName>ppt_w</p:attrName>
                                        </p:attrNameLst>
                                      </p:cBhvr>
                                      <p:tavLst>
                                        <p:tav tm="0">
                                          <p:val>
                                            <p:fltVal val="0"/>
                                          </p:val>
                                        </p:tav>
                                        <p:tav tm="100000">
                                          <p:val>
                                            <p:strVal val="#ppt_w"/>
                                          </p:val>
                                        </p:tav>
                                      </p:tavLst>
                                    </p:anim>
                                    <p:anim calcmode="lin" valueType="num">
                                      <p:cBhvr>
                                        <p:cTn id="65" dur="500" fill="hold"/>
                                        <p:tgtEl>
                                          <p:spTgt spid="23"/>
                                        </p:tgtEl>
                                        <p:attrNameLst>
                                          <p:attrName>ppt_h</p:attrName>
                                        </p:attrNameLst>
                                      </p:cBhvr>
                                      <p:tavLst>
                                        <p:tav tm="0">
                                          <p:val>
                                            <p:fltVal val="0"/>
                                          </p:val>
                                        </p:tav>
                                        <p:tav tm="100000">
                                          <p:val>
                                            <p:strVal val="#ppt_h"/>
                                          </p:val>
                                        </p:tav>
                                      </p:tavLst>
                                    </p:anim>
                                    <p:anim calcmode="lin" valueType="num">
                                      <p:cBhvr>
                                        <p:cTn id="66" dur="500" fill="hold"/>
                                        <p:tgtEl>
                                          <p:spTgt spid="23"/>
                                        </p:tgtEl>
                                        <p:attrNameLst>
                                          <p:attrName>style.rotation</p:attrName>
                                        </p:attrNameLst>
                                      </p:cBhvr>
                                      <p:tavLst>
                                        <p:tav tm="0">
                                          <p:val>
                                            <p:fltVal val="360"/>
                                          </p:val>
                                        </p:tav>
                                        <p:tav tm="100000">
                                          <p:val>
                                            <p:fltVal val="0"/>
                                          </p:val>
                                        </p:tav>
                                      </p:tavLst>
                                    </p:anim>
                                    <p:animEffect transition="in" filter="fade">
                                      <p:cBhvr>
                                        <p:cTn id="67" dur="500"/>
                                        <p:tgtEl>
                                          <p:spTgt spid="23"/>
                                        </p:tgtEl>
                                      </p:cBhvr>
                                    </p:animEffect>
                                  </p:childTnLst>
                                </p:cTn>
                              </p:par>
                            </p:childTnLst>
                          </p:cTn>
                        </p:par>
                        <p:par>
                          <p:cTn id="68" fill="hold">
                            <p:stCondLst>
                              <p:cond delay="5000"/>
                            </p:stCondLst>
                            <p:childTnLst>
                              <p:par>
                                <p:cTn id="69" presetID="12" presetClass="entr" presetSubtype="1" fill="hold" grpId="0" nodeType="afterEffect">
                                  <p:stCondLst>
                                    <p:cond delay="0"/>
                                  </p:stCondLst>
                                  <p:childTnLst>
                                    <p:set>
                                      <p:cBhvr>
                                        <p:cTn id="70" dur="1" fill="hold">
                                          <p:stCondLst>
                                            <p:cond delay="0"/>
                                          </p:stCondLst>
                                        </p:cTn>
                                        <p:tgtEl>
                                          <p:spTgt spid="37"/>
                                        </p:tgtEl>
                                        <p:attrNameLst>
                                          <p:attrName>style.visibility</p:attrName>
                                        </p:attrNameLst>
                                      </p:cBhvr>
                                      <p:to>
                                        <p:strVal val="visible"/>
                                      </p:to>
                                    </p:set>
                                    <p:animEffect transition="in" filter="slide(fromTop)">
                                      <p:cBhvr>
                                        <p:cTn id="71" dur="500"/>
                                        <p:tgtEl>
                                          <p:spTgt spid="37"/>
                                        </p:tgtEl>
                                      </p:cBhvr>
                                    </p:animEffect>
                                  </p:childTnLst>
                                </p:cTn>
                              </p:par>
                            </p:childTnLst>
                          </p:cTn>
                        </p:par>
                        <p:par>
                          <p:cTn id="72" fill="hold">
                            <p:stCondLst>
                              <p:cond delay="5500"/>
                            </p:stCondLst>
                            <p:childTnLst>
                              <p:par>
                                <p:cTn id="73" presetID="12" presetClass="entr" presetSubtype="1" fill="hold" grpId="0" nodeType="afterEffect">
                                  <p:stCondLst>
                                    <p:cond delay="0"/>
                                  </p:stCondLst>
                                  <p:childTnLst>
                                    <p:set>
                                      <p:cBhvr>
                                        <p:cTn id="74" dur="1" fill="hold">
                                          <p:stCondLst>
                                            <p:cond delay="0"/>
                                          </p:stCondLst>
                                        </p:cTn>
                                        <p:tgtEl>
                                          <p:spTgt spid="36"/>
                                        </p:tgtEl>
                                        <p:attrNameLst>
                                          <p:attrName>style.visibility</p:attrName>
                                        </p:attrNameLst>
                                      </p:cBhvr>
                                      <p:to>
                                        <p:strVal val="visible"/>
                                      </p:to>
                                    </p:set>
                                    <p:animEffect transition="in" filter="slide(fromTop)">
                                      <p:cBhvr>
                                        <p:cTn id="75" dur="500"/>
                                        <p:tgtEl>
                                          <p:spTgt spid="36"/>
                                        </p:tgtEl>
                                      </p:cBhvr>
                                    </p:animEffect>
                                  </p:childTnLst>
                                </p:cTn>
                              </p:par>
                            </p:childTnLst>
                          </p:cTn>
                        </p:par>
                        <p:par>
                          <p:cTn id="76" fill="hold">
                            <p:stCondLst>
                              <p:cond delay="6000"/>
                            </p:stCondLst>
                            <p:childTnLst>
                              <p:par>
                                <p:cTn id="77" presetID="12" presetClass="entr" presetSubtype="1" fill="hold" grpId="0" nodeType="after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slide(fromTop)">
                                      <p:cBhvr>
                                        <p:cTn id="79" dur="500"/>
                                        <p:tgtEl>
                                          <p:spTgt spid="29"/>
                                        </p:tgtEl>
                                      </p:cBhvr>
                                    </p:animEffect>
                                  </p:childTnLst>
                                </p:cTn>
                              </p:par>
                            </p:childTnLst>
                          </p:cTn>
                        </p:par>
                        <p:par>
                          <p:cTn id="80" fill="hold">
                            <p:stCondLst>
                              <p:cond delay="6500"/>
                            </p:stCondLst>
                            <p:childTnLst>
                              <p:par>
                                <p:cTn id="81" presetID="53" presetClass="entr" presetSubtype="16" fill="hold" grpId="0" nodeType="afterEffect" nodePh="1">
                                  <p:stCondLst>
                                    <p:cond delay="0"/>
                                  </p:stCondLst>
                                  <p:endCondLst>
                                    <p:cond evt="begin" delay="0">
                                      <p:tn val="81"/>
                                    </p:cond>
                                  </p:endCondLst>
                                  <p:childTnLst>
                                    <p:set>
                                      <p:cBhvr>
                                        <p:cTn id="82" dur="1" fill="hold">
                                          <p:stCondLst>
                                            <p:cond delay="0"/>
                                          </p:stCondLst>
                                        </p:cTn>
                                        <p:tgtEl>
                                          <p:spTgt spid="27"/>
                                        </p:tgtEl>
                                        <p:attrNameLst>
                                          <p:attrName>style.visibility</p:attrName>
                                        </p:attrNameLst>
                                      </p:cBhvr>
                                      <p:to>
                                        <p:strVal val="visible"/>
                                      </p:to>
                                    </p:set>
                                    <p:anim calcmode="lin" valueType="num">
                                      <p:cBhvr>
                                        <p:cTn id="83" dur="500" fill="hold"/>
                                        <p:tgtEl>
                                          <p:spTgt spid="27"/>
                                        </p:tgtEl>
                                        <p:attrNameLst>
                                          <p:attrName>ppt_w</p:attrName>
                                        </p:attrNameLst>
                                      </p:cBhvr>
                                      <p:tavLst>
                                        <p:tav tm="0">
                                          <p:val>
                                            <p:fltVal val="0"/>
                                          </p:val>
                                        </p:tav>
                                        <p:tav tm="100000">
                                          <p:val>
                                            <p:strVal val="#ppt_w"/>
                                          </p:val>
                                        </p:tav>
                                      </p:tavLst>
                                    </p:anim>
                                    <p:anim calcmode="lin" valueType="num">
                                      <p:cBhvr>
                                        <p:cTn id="84" dur="500" fill="hold"/>
                                        <p:tgtEl>
                                          <p:spTgt spid="27"/>
                                        </p:tgtEl>
                                        <p:attrNameLst>
                                          <p:attrName>ppt_h</p:attrName>
                                        </p:attrNameLst>
                                      </p:cBhvr>
                                      <p:tavLst>
                                        <p:tav tm="0">
                                          <p:val>
                                            <p:fltVal val="0"/>
                                          </p:val>
                                        </p:tav>
                                        <p:tav tm="100000">
                                          <p:val>
                                            <p:strVal val="#ppt_h"/>
                                          </p:val>
                                        </p:tav>
                                      </p:tavLst>
                                    </p:anim>
                                    <p:animEffect transition="in" filter="fade">
                                      <p:cBhvr>
                                        <p:cTn id="85" dur="500"/>
                                        <p:tgtEl>
                                          <p:spTgt spid="27"/>
                                        </p:tgtEl>
                                      </p:cBhvr>
                                    </p:animEffect>
                                  </p:childTnLst>
                                </p:cTn>
                              </p:par>
                              <p:par>
                                <p:cTn id="86" presetID="53" presetClass="entr" presetSubtype="16" fill="hold" grpId="0" nodeType="withEffect">
                                  <p:stCondLst>
                                    <p:cond delay="0"/>
                                  </p:stCondLst>
                                  <p:childTnLst>
                                    <p:set>
                                      <p:cBhvr>
                                        <p:cTn id="87" dur="1" fill="hold">
                                          <p:stCondLst>
                                            <p:cond delay="0"/>
                                          </p:stCondLst>
                                        </p:cTn>
                                        <p:tgtEl>
                                          <p:spTgt spid="28"/>
                                        </p:tgtEl>
                                        <p:attrNameLst>
                                          <p:attrName>style.visibility</p:attrName>
                                        </p:attrNameLst>
                                      </p:cBhvr>
                                      <p:to>
                                        <p:strVal val="visible"/>
                                      </p:to>
                                    </p:set>
                                    <p:anim calcmode="lin" valueType="num">
                                      <p:cBhvr>
                                        <p:cTn id="88" dur="500" fill="hold"/>
                                        <p:tgtEl>
                                          <p:spTgt spid="28"/>
                                        </p:tgtEl>
                                        <p:attrNameLst>
                                          <p:attrName>ppt_w</p:attrName>
                                        </p:attrNameLst>
                                      </p:cBhvr>
                                      <p:tavLst>
                                        <p:tav tm="0">
                                          <p:val>
                                            <p:fltVal val="0"/>
                                          </p:val>
                                        </p:tav>
                                        <p:tav tm="100000">
                                          <p:val>
                                            <p:strVal val="#ppt_w"/>
                                          </p:val>
                                        </p:tav>
                                      </p:tavLst>
                                    </p:anim>
                                    <p:anim calcmode="lin" valueType="num">
                                      <p:cBhvr>
                                        <p:cTn id="89" dur="500" fill="hold"/>
                                        <p:tgtEl>
                                          <p:spTgt spid="28"/>
                                        </p:tgtEl>
                                        <p:attrNameLst>
                                          <p:attrName>ppt_h</p:attrName>
                                        </p:attrNameLst>
                                      </p:cBhvr>
                                      <p:tavLst>
                                        <p:tav tm="0">
                                          <p:val>
                                            <p:fltVal val="0"/>
                                          </p:val>
                                        </p:tav>
                                        <p:tav tm="100000">
                                          <p:val>
                                            <p:strVal val="#ppt_h"/>
                                          </p:val>
                                        </p:tav>
                                      </p:tavLst>
                                    </p:anim>
                                    <p:animEffect transition="in" filter="fade">
                                      <p:cBhvr>
                                        <p:cTn id="9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p:bldP spid="24" grpId="0" animBg="1"/>
      <p:bldP spid="25" grpId="0"/>
      <p:bldP spid="26" grpId="0"/>
      <p:bldP spid="27" grpId="0"/>
      <p:bldP spid="28" grpId="0" animBg="1"/>
      <p:bldP spid="29" grpId="0" animBg="1"/>
      <p:bldP spid="30" grpId="0" animBg="1"/>
      <p:bldP spid="31" grpId="0" animBg="1"/>
      <p:bldP spid="32" grpId="0" animBg="1"/>
      <p:bldP spid="33" grpId="0"/>
      <p:bldP spid="34" grpId="0"/>
      <p:bldP spid="35" grpId="0"/>
      <p:bldP spid="36" grpId="0" animBg="1"/>
      <p:bldP spid="3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圆角矩形 56"/>
          <p:cNvSpPr/>
          <p:nvPr/>
        </p:nvSpPr>
        <p:spPr bwMode="auto">
          <a:xfrm>
            <a:off x="1946793" y="1349075"/>
            <a:ext cx="2065737" cy="485238"/>
          </a:xfrm>
          <a:prstGeom prst="roundRect">
            <a:avLst>
              <a:gd name="adj" fmla="val 50000"/>
            </a:avLst>
          </a:prstGeom>
          <a:solidFill>
            <a:schemeClr val="accent1"/>
          </a:solidFill>
          <a:ln w="28575" cap="flat" cmpd="sng" algn="ctr">
            <a:noFill/>
            <a:prstDash val="solid"/>
            <a:miter lim="800000"/>
          </a:ln>
          <a:effectLst/>
        </p:spPr>
        <p:txBody>
          <a:bodyPr lIns="68543" tIns="34272" rIns="68543" bIns="34272" anchor="ctr"/>
          <a:lstStyle/>
          <a:p>
            <a:pPr algn="ctr">
              <a:defRPr/>
            </a:pPr>
            <a:endParaRPr lang="zh-CN" altLang="en-US" kern="0">
              <a:solidFill>
                <a:prstClr val="white"/>
              </a:solidFill>
              <a:latin typeface="微软雅黑" panose="020B0503020204020204" pitchFamily="34" charset="-122"/>
              <a:ea typeface="微软雅黑" panose="020B0503020204020204" pitchFamily="34" charset="-122"/>
            </a:endParaRPr>
          </a:p>
        </p:txBody>
      </p:sp>
      <p:sp>
        <p:nvSpPr>
          <p:cNvPr id="58" name="文本框 12"/>
          <p:cNvSpPr txBox="1"/>
          <p:nvPr/>
        </p:nvSpPr>
        <p:spPr bwMode="auto">
          <a:xfrm>
            <a:off x="2329979" y="1415479"/>
            <a:ext cx="1369531" cy="315435"/>
          </a:xfrm>
          <a:prstGeom prst="rect">
            <a:avLst/>
          </a:prstGeom>
          <a:noFill/>
          <a:ln>
            <a:noFill/>
          </a:ln>
        </p:spPr>
        <p:txBody>
          <a:bodyPr wrap="none" lIns="68543" tIns="34272" rIns="68543" bIns="34272">
            <a:spAutoFit/>
          </a:bodyPr>
          <a:lstStyle/>
          <a:p>
            <a:pPr>
              <a:defRPr/>
            </a:pPr>
            <a:r>
              <a:rPr lang="zh-CN" altLang="en-US" b="1" kern="0" dirty="0" smtClean="0">
                <a:solidFill>
                  <a:prstClr val="white"/>
                </a:solidFill>
                <a:latin typeface="微软雅黑" panose="020B0503020204020204" pitchFamily="34" charset="-122"/>
                <a:ea typeface="微软雅黑" panose="020B0503020204020204" pitchFamily="34" charset="-122"/>
              </a:rPr>
              <a:t>点击输入标题</a:t>
            </a:r>
            <a:endParaRPr lang="en-US" altLang="zh-CN" b="1" kern="0" dirty="0">
              <a:solidFill>
                <a:prstClr val="white"/>
              </a:solidFill>
              <a:latin typeface="微软雅黑" panose="020B0503020204020204" pitchFamily="34" charset="-122"/>
              <a:ea typeface="微软雅黑" panose="020B0503020204020204" pitchFamily="34" charset="-122"/>
            </a:endParaRPr>
          </a:p>
        </p:txBody>
      </p:sp>
      <p:sp>
        <p:nvSpPr>
          <p:cNvPr id="59" name="Freeform 12"/>
          <p:cNvSpPr>
            <a:spLocks noEditPoints="1"/>
          </p:cNvSpPr>
          <p:nvPr/>
        </p:nvSpPr>
        <p:spPr bwMode="auto">
          <a:xfrm>
            <a:off x="1357352" y="1349075"/>
            <a:ext cx="419960" cy="421796"/>
          </a:xfrm>
          <a:custGeom>
            <a:avLst/>
            <a:gdLst>
              <a:gd name="T0" fmla="*/ 2147483646 w 85"/>
              <a:gd name="T1" fmla="*/ 2147483646 h 85"/>
              <a:gd name="T2" fmla="*/ 2147483646 w 85"/>
              <a:gd name="T3" fmla="*/ 2147483646 h 85"/>
              <a:gd name="T4" fmla="*/ 2147483646 w 85"/>
              <a:gd name="T5" fmla="*/ 2147483646 h 85"/>
              <a:gd name="T6" fmla="*/ 2147483646 w 85"/>
              <a:gd name="T7" fmla="*/ 2147483646 h 85"/>
              <a:gd name="T8" fmla="*/ 2147483646 w 85"/>
              <a:gd name="T9" fmla="*/ 2147483646 h 85"/>
              <a:gd name="T10" fmla="*/ 2147483646 w 85"/>
              <a:gd name="T11" fmla="*/ 2147483646 h 85"/>
              <a:gd name="T12" fmla="*/ 2147483646 w 85"/>
              <a:gd name="T13" fmla="*/ 2147483646 h 85"/>
              <a:gd name="T14" fmla="*/ 2147483646 w 85"/>
              <a:gd name="T15" fmla="*/ 2147483646 h 85"/>
              <a:gd name="T16" fmla="*/ 2147483646 w 85"/>
              <a:gd name="T17" fmla="*/ 2147483646 h 85"/>
              <a:gd name="T18" fmla="*/ 2147483646 w 85"/>
              <a:gd name="T19" fmla="*/ 2147483646 h 85"/>
              <a:gd name="T20" fmla="*/ 2147483646 w 85"/>
              <a:gd name="T21" fmla="*/ 2147483646 h 85"/>
              <a:gd name="T22" fmla="*/ 2147483646 w 85"/>
              <a:gd name="T23" fmla="*/ 2147483646 h 85"/>
              <a:gd name="T24" fmla="*/ 2147483646 w 85"/>
              <a:gd name="T25" fmla="*/ 2147483646 h 85"/>
              <a:gd name="T26" fmla="*/ 2147483646 w 85"/>
              <a:gd name="T27" fmla="*/ 2147483646 h 85"/>
              <a:gd name="T28" fmla="*/ 2147483646 w 85"/>
              <a:gd name="T29" fmla="*/ 2147483646 h 85"/>
              <a:gd name="T30" fmla="*/ 2147483646 w 85"/>
              <a:gd name="T31" fmla="*/ 2147483646 h 85"/>
              <a:gd name="T32" fmla="*/ 2147483646 w 85"/>
              <a:gd name="T33" fmla="*/ 2147483646 h 85"/>
              <a:gd name="T34" fmla="*/ 2147483646 w 85"/>
              <a:gd name="T35" fmla="*/ 2147483646 h 85"/>
              <a:gd name="T36" fmla="*/ 2147483646 w 85"/>
              <a:gd name="T37" fmla="*/ 2147483646 h 85"/>
              <a:gd name="T38" fmla="*/ 2147483646 w 85"/>
              <a:gd name="T39" fmla="*/ 2147483646 h 85"/>
              <a:gd name="T40" fmla="*/ 2147483646 w 85"/>
              <a:gd name="T41" fmla="*/ 2147483646 h 85"/>
              <a:gd name="T42" fmla="*/ 2147483646 w 85"/>
              <a:gd name="T43" fmla="*/ 2147483646 h 85"/>
              <a:gd name="T44" fmla="*/ 2147483646 w 85"/>
              <a:gd name="T45" fmla="*/ 2147483646 h 85"/>
              <a:gd name="T46" fmla="*/ 2147483646 w 85"/>
              <a:gd name="T47" fmla="*/ 0 h 85"/>
              <a:gd name="T48" fmla="*/ 2147483646 w 85"/>
              <a:gd name="T49" fmla="*/ 0 h 85"/>
              <a:gd name="T50" fmla="*/ 2147483646 w 85"/>
              <a:gd name="T51" fmla="*/ 2147483646 h 85"/>
              <a:gd name="T52" fmla="*/ 2147483646 w 85"/>
              <a:gd name="T53" fmla="*/ 2147483646 h 85"/>
              <a:gd name="T54" fmla="*/ 2147483646 w 85"/>
              <a:gd name="T55" fmla="*/ 2147483646 h 85"/>
              <a:gd name="T56" fmla="*/ 2147483646 w 85"/>
              <a:gd name="T57" fmla="*/ 2147483646 h 85"/>
              <a:gd name="T58" fmla="*/ 2147483646 w 85"/>
              <a:gd name="T59" fmla="*/ 2147483646 h 85"/>
              <a:gd name="T60" fmla="*/ 2147483646 w 85"/>
              <a:gd name="T61" fmla="*/ 2147483646 h 85"/>
              <a:gd name="T62" fmla="*/ 2147483646 w 85"/>
              <a:gd name="T63" fmla="*/ 2147483646 h 85"/>
              <a:gd name="T64" fmla="*/ 2147483646 w 85"/>
              <a:gd name="T65" fmla="*/ 2147483646 h 85"/>
              <a:gd name="T66" fmla="*/ 2147483646 w 85"/>
              <a:gd name="T67" fmla="*/ 0 h 85"/>
              <a:gd name="T68" fmla="*/ 0 w 85"/>
              <a:gd name="T69" fmla="*/ 2147483646 h 85"/>
              <a:gd name="T70" fmla="*/ 0 w 85"/>
              <a:gd name="T71" fmla="*/ 2147483646 h 85"/>
              <a:gd name="T72" fmla="*/ 2147483646 w 85"/>
              <a:gd name="T73" fmla="*/ 2147483646 h 85"/>
              <a:gd name="T74" fmla="*/ 2147483646 w 85"/>
              <a:gd name="T75" fmla="*/ 2147483646 h 85"/>
              <a:gd name="T76" fmla="*/ 0 w 85"/>
              <a:gd name="T77" fmla="*/ 2147483646 h 8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85" h="85">
                <a:moveTo>
                  <a:pt x="80" y="53"/>
                </a:moveTo>
                <a:cubicBezTo>
                  <a:pt x="80" y="80"/>
                  <a:pt x="80" y="80"/>
                  <a:pt x="80" y="80"/>
                </a:cubicBezTo>
                <a:cubicBezTo>
                  <a:pt x="80" y="83"/>
                  <a:pt x="78" y="85"/>
                  <a:pt x="74" y="85"/>
                </a:cubicBezTo>
                <a:cubicBezTo>
                  <a:pt x="10" y="85"/>
                  <a:pt x="10" y="85"/>
                  <a:pt x="10" y="85"/>
                </a:cubicBezTo>
                <a:cubicBezTo>
                  <a:pt x="7" y="85"/>
                  <a:pt x="5" y="83"/>
                  <a:pt x="5" y="80"/>
                </a:cubicBezTo>
                <a:cubicBezTo>
                  <a:pt x="5" y="53"/>
                  <a:pt x="5" y="53"/>
                  <a:pt x="5" y="53"/>
                </a:cubicBezTo>
                <a:cubicBezTo>
                  <a:pt x="9" y="54"/>
                  <a:pt x="13" y="55"/>
                  <a:pt x="17" y="56"/>
                </a:cubicBezTo>
                <a:cubicBezTo>
                  <a:pt x="17" y="60"/>
                  <a:pt x="17" y="60"/>
                  <a:pt x="17" y="60"/>
                </a:cubicBezTo>
                <a:cubicBezTo>
                  <a:pt x="20" y="60"/>
                  <a:pt x="20" y="60"/>
                  <a:pt x="20" y="60"/>
                </a:cubicBezTo>
                <a:cubicBezTo>
                  <a:pt x="20" y="68"/>
                  <a:pt x="20" y="68"/>
                  <a:pt x="20" y="68"/>
                </a:cubicBezTo>
                <a:cubicBezTo>
                  <a:pt x="27" y="68"/>
                  <a:pt x="27" y="68"/>
                  <a:pt x="27" y="68"/>
                </a:cubicBezTo>
                <a:cubicBezTo>
                  <a:pt x="27" y="60"/>
                  <a:pt x="27" y="60"/>
                  <a:pt x="27" y="60"/>
                </a:cubicBezTo>
                <a:cubicBezTo>
                  <a:pt x="30" y="60"/>
                  <a:pt x="30" y="60"/>
                  <a:pt x="30" y="60"/>
                </a:cubicBezTo>
                <a:cubicBezTo>
                  <a:pt x="30" y="57"/>
                  <a:pt x="30" y="57"/>
                  <a:pt x="30" y="57"/>
                </a:cubicBezTo>
                <a:cubicBezTo>
                  <a:pt x="38" y="58"/>
                  <a:pt x="46" y="58"/>
                  <a:pt x="54" y="57"/>
                </a:cubicBezTo>
                <a:cubicBezTo>
                  <a:pt x="54" y="60"/>
                  <a:pt x="54" y="60"/>
                  <a:pt x="54" y="60"/>
                </a:cubicBezTo>
                <a:cubicBezTo>
                  <a:pt x="57" y="60"/>
                  <a:pt x="57" y="60"/>
                  <a:pt x="57" y="60"/>
                </a:cubicBezTo>
                <a:cubicBezTo>
                  <a:pt x="57" y="68"/>
                  <a:pt x="57" y="68"/>
                  <a:pt x="57" y="68"/>
                </a:cubicBezTo>
                <a:cubicBezTo>
                  <a:pt x="63" y="68"/>
                  <a:pt x="63" y="68"/>
                  <a:pt x="63" y="68"/>
                </a:cubicBezTo>
                <a:cubicBezTo>
                  <a:pt x="63" y="60"/>
                  <a:pt x="63" y="60"/>
                  <a:pt x="63" y="60"/>
                </a:cubicBezTo>
                <a:cubicBezTo>
                  <a:pt x="66" y="60"/>
                  <a:pt x="66" y="60"/>
                  <a:pt x="66" y="60"/>
                </a:cubicBezTo>
                <a:cubicBezTo>
                  <a:pt x="66" y="56"/>
                  <a:pt x="66" y="56"/>
                  <a:pt x="66" y="56"/>
                </a:cubicBezTo>
                <a:cubicBezTo>
                  <a:pt x="71" y="55"/>
                  <a:pt x="75" y="54"/>
                  <a:pt x="80" y="53"/>
                </a:cubicBezTo>
                <a:close/>
                <a:moveTo>
                  <a:pt x="31" y="0"/>
                </a:moveTo>
                <a:cubicBezTo>
                  <a:pt x="54" y="0"/>
                  <a:pt x="54" y="0"/>
                  <a:pt x="54" y="0"/>
                </a:cubicBezTo>
                <a:cubicBezTo>
                  <a:pt x="58" y="0"/>
                  <a:pt x="61" y="3"/>
                  <a:pt x="61" y="7"/>
                </a:cubicBezTo>
                <a:cubicBezTo>
                  <a:pt x="61" y="16"/>
                  <a:pt x="61" y="16"/>
                  <a:pt x="61" y="16"/>
                </a:cubicBezTo>
                <a:cubicBezTo>
                  <a:pt x="53" y="16"/>
                  <a:pt x="53" y="16"/>
                  <a:pt x="53" y="16"/>
                </a:cubicBezTo>
                <a:cubicBezTo>
                  <a:pt x="53" y="8"/>
                  <a:pt x="53" y="8"/>
                  <a:pt x="53" y="8"/>
                </a:cubicBezTo>
                <a:cubicBezTo>
                  <a:pt x="32" y="8"/>
                  <a:pt x="32" y="8"/>
                  <a:pt x="32" y="8"/>
                </a:cubicBezTo>
                <a:cubicBezTo>
                  <a:pt x="32" y="16"/>
                  <a:pt x="32" y="16"/>
                  <a:pt x="32" y="16"/>
                </a:cubicBezTo>
                <a:cubicBezTo>
                  <a:pt x="24" y="16"/>
                  <a:pt x="24" y="16"/>
                  <a:pt x="24" y="16"/>
                </a:cubicBezTo>
                <a:cubicBezTo>
                  <a:pt x="24" y="7"/>
                  <a:pt x="24" y="7"/>
                  <a:pt x="24" y="7"/>
                </a:cubicBezTo>
                <a:cubicBezTo>
                  <a:pt x="24" y="3"/>
                  <a:pt x="27" y="0"/>
                  <a:pt x="31" y="0"/>
                </a:cubicBezTo>
                <a:close/>
                <a:moveTo>
                  <a:pt x="0" y="20"/>
                </a:moveTo>
                <a:cubicBezTo>
                  <a:pt x="0" y="48"/>
                  <a:pt x="0" y="48"/>
                  <a:pt x="0" y="48"/>
                </a:cubicBezTo>
                <a:cubicBezTo>
                  <a:pt x="27" y="55"/>
                  <a:pt x="56" y="55"/>
                  <a:pt x="85" y="48"/>
                </a:cubicBezTo>
                <a:cubicBezTo>
                  <a:pt x="85" y="20"/>
                  <a:pt x="85" y="20"/>
                  <a:pt x="85" y="20"/>
                </a:cubicBezTo>
                <a:lnTo>
                  <a:pt x="0" y="20"/>
                </a:lnTo>
                <a:close/>
              </a:path>
            </a:pathLst>
          </a:custGeom>
          <a:solidFill>
            <a:schemeClr val="accent1"/>
          </a:solidFill>
          <a:ln w="28575" cap="flat" cmpd="sng" algn="ctr">
            <a:noFill/>
            <a:prstDash val="solid"/>
            <a:miter lim="800000"/>
          </a:ln>
          <a:effectLst/>
        </p:spPr>
        <p:txBody>
          <a:bodyPr lIns="68543" tIns="34272" rIns="68543" bIns="34272" anchor="ctr"/>
          <a:lstStyle/>
          <a:p>
            <a:pPr algn="ctr">
              <a:defRPr/>
            </a:pPr>
            <a:endParaRPr lang="zh-CN" altLang="en-US" kern="0">
              <a:solidFill>
                <a:prstClr val="white"/>
              </a:solidFill>
              <a:latin typeface="微软雅黑" panose="020B0503020204020204" pitchFamily="34" charset="-122"/>
              <a:ea typeface="微软雅黑" panose="020B0503020204020204" pitchFamily="34" charset="-122"/>
            </a:endParaRPr>
          </a:p>
        </p:txBody>
      </p:sp>
      <p:sp>
        <p:nvSpPr>
          <p:cNvPr id="60" name="圆角矩形 59"/>
          <p:cNvSpPr/>
          <p:nvPr/>
        </p:nvSpPr>
        <p:spPr bwMode="auto">
          <a:xfrm>
            <a:off x="1981360" y="2199189"/>
            <a:ext cx="2065452" cy="483861"/>
          </a:xfrm>
          <a:prstGeom prst="roundRect">
            <a:avLst>
              <a:gd name="adj" fmla="val 50000"/>
            </a:avLst>
          </a:prstGeom>
          <a:solidFill>
            <a:schemeClr val="accent2"/>
          </a:solidFill>
          <a:ln w="28575" cap="flat" cmpd="sng" algn="ctr">
            <a:noFill/>
            <a:prstDash val="solid"/>
            <a:miter lim="800000"/>
          </a:ln>
          <a:effectLst/>
        </p:spPr>
        <p:txBody>
          <a:bodyPr lIns="68543" tIns="34272" rIns="68543" bIns="34272" anchor="ctr"/>
          <a:lstStyle/>
          <a:p>
            <a:pPr algn="ctr">
              <a:defRPr/>
            </a:pPr>
            <a:endParaRPr lang="zh-CN" altLang="en-US" kern="0">
              <a:solidFill>
                <a:prstClr val="white"/>
              </a:solidFill>
              <a:latin typeface="微软雅黑" panose="020B0503020204020204" pitchFamily="34" charset="-122"/>
              <a:ea typeface="微软雅黑" panose="020B0503020204020204" pitchFamily="34" charset="-122"/>
            </a:endParaRPr>
          </a:p>
        </p:txBody>
      </p:sp>
      <p:sp>
        <p:nvSpPr>
          <p:cNvPr id="61" name="Freeform 5"/>
          <p:cNvSpPr>
            <a:spLocks noEditPoints="1"/>
          </p:cNvSpPr>
          <p:nvPr/>
        </p:nvSpPr>
        <p:spPr bwMode="auto">
          <a:xfrm>
            <a:off x="1345353" y="2192669"/>
            <a:ext cx="443959" cy="445801"/>
          </a:xfrm>
          <a:custGeom>
            <a:avLst/>
            <a:gdLst>
              <a:gd name="T0" fmla="*/ 2147483646 w 104"/>
              <a:gd name="T1" fmla="*/ 2147483646 h 104"/>
              <a:gd name="T2" fmla="*/ 2147483646 w 104"/>
              <a:gd name="T3" fmla="*/ 2147483646 h 104"/>
              <a:gd name="T4" fmla="*/ 2147483646 w 104"/>
              <a:gd name="T5" fmla="*/ 2147483646 h 104"/>
              <a:gd name="T6" fmla="*/ 2147483646 w 104"/>
              <a:gd name="T7" fmla="*/ 0 h 104"/>
              <a:gd name="T8" fmla="*/ 0 w 104"/>
              <a:gd name="T9" fmla="*/ 2147483646 h 104"/>
              <a:gd name="T10" fmla="*/ 2147483646 w 104"/>
              <a:gd name="T11" fmla="*/ 2147483646 h 104"/>
              <a:gd name="T12" fmla="*/ 2147483646 w 104"/>
              <a:gd name="T13" fmla="*/ 2147483646 h 104"/>
              <a:gd name="T14" fmla="*/ 2147483646 w 104"/>
              <a:gd name="T15" fmla="*/ 0 h 104"/>
              <a:gd name="T16" fmla="*/ 2147483646 w 104"/>
              <a:gd name="T17" fmla="*/ 2147483646 h 104"/>
              <a:gd name="T18" fmla="*/ 2147483646 w 104"/>
              <a:gd name="T19" fmla="*/ 2147483646 h 104"/>
              <a:gd name="T20" fmla="*/ 2147483646 w 104"/>
              <a:gd name="T21" fmla="*/ 2147483646 h 104"/>
              <a:gd name="T22" fmla="*/ 2147483646 w 104"/>
              <a:gd name="T23" fmla="*/ 2147483646 h 104"/>
              <a:gd name="T24" fmla="*/ 2147483646 w 104"/>
              <a:gd name="T25" fmla="*/ 2147483646 h 104"/>
              <a:gd name="T26" fmla="*/ 2147483646 w 104"/>
              <a:gd name="T27" fmla="*/ 2147483646 h 104"/>
              <a:gd name="T28" fmla="*/ 2147483646 w 104"/>
              <a:gd name="T29" fmla="*/ 2147483646 h 104"/>
              <a:gd name="T30" fmla="*/ 2147483646 w 104"/>
              <a:gd name="T31" fmla="*/ 2147483646 h 104"/>
              <a:gd name="T32" fmla="*/ 2147483646 w 104"/>
              <a:gd name="T33" fmla="*/ 2147483646 h 104"/>
              <a:gd name="T34" fmla="*/ 2147483646 w 104"/>
              <a:gd name="T35" fmla="*/ 2147483646 h 104"/>
              <a:gd name="T36" fmla="*/ 2147483646 w 104"/>
              <a:gd name="T37" fmla="*/ 2147483646 h 104"/>
              <a:gd name="T38" fmla="*/ 2147483646 w 104"/>
              <a:gd name="T39" fmla="*/ 2147483646 h 104"/>
              <a:gd name="T40" fmla="*/ 2147483646 w 104"/>
              <a:gd name="T41" fmla="*/ 2147483646 h 104"/>
              <a:gd name="T42" fmla="*/ 2147483646 w 104"/>
              <a:gd name="T43" fmla="*/ 2147483646 h 104"/>
              <a:gd name="T44" fmla="*/ 2147483646 w 104"/>
              <a:gd name="T45" fmla="*/ 2147483646 h 104"/>
              <a:gd name="T46" fmla="*/ 2147483646 w 104"/>
              <a:gd name="T47" fmla="*/ 2147483646 h 104"/>
              <a:gd name="T48" fmla="*/ 2147483646 w 104"/>
              <a:gd name="T49" fmla="*/ 2147483646 h 104"/>
              <a:gd name="T50" fmla="*/ 2147483646 w 104"/>
              <a:gd name="T51" fmla="*/ 2147483646 h 104"/>
              <a:gd name="T52" fmla="*/ 2147483646 w 104"/>
              <a:gd name="T53" fmla="*/ 2147483646 h 104"/>
              <a:gd name="T54" fmla="*/ 2147483646 w 104"/>
              <a:gd name="T55" fmla="*/ 2147483646 h 104"/>
              <a:gd name="T56" fmla="*/ 2147483646 w 104"/>
              <a:gd name="T57" fmla="*/ 2147483646 h 104"/>
              <a:gd name="T58" fmla="*/ 2147483646 w 104"/>
              <a:gd name="T59" fmla="*/ 2147483646 h 104"/>
              <a:gd name="T60" fmla="*/ 2147483646 w 104"/>
              <a:gd name="T61" fmla="*/ 2147483646 h 104"/>
              <a:gd name="T62" fmla="*/ 2147483646 w 104"/>
              <a:gd name="T63" fmla="*/ 2147483646 h 104"/>
              <a:gd name="T64" fmla="*/ 2147483646 w 104"/>
              <a:gd name="T65" fmla="*/ 2147483646 h 104"/>
              <a:gd name="T66" fmla="*/ 2147483646 w 104"/>
              <a:gd name="T67" fmla="*/ 2147483646 h 104"/>
              <a:gd name="T68" fmla="*/ 2147483646 w 104"/>
              <a:gd name="T69" fmla="*/ 2147483646 h 104"/>
              <a:gd name="T70" fmla="*/ 2147483646 w 104"/>
              <a:gd name="T71" fmla="*/ 2147483646 h 104"/>
              <a:gd name="T72" fmla="*/ 2147483646 w 104"/>
              <a:gd name="T73" fmla="*/ 2147483646 h 104"/>
              <a:gd name="T74" fmla="*/ 2147483646 w 104"/>
              <a:gd name="T75" fmla="*/ 2147483646 h 10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4" h="104">
                <a:moveTo>
                  <a:pt x="45" y="50"/>
                </a:moveTo>
                <a:cubicBezTo>
                  <a:pt x="43" y="27"/>
                  <a:pt x="43" y="27"/>
                  <a:pt x="43" y="27"/>
                </a:cubicBezTo>
                <a:cubicBezTo>
                  <a:pt x="55" y="46"/>
                  <a:pt x="55" y="46"/>
                  <a:pt x="55" y="46"/>
                </a:cubicBezTo>
                <a:cubicBezTo>
                  <a:pt x="60" y="47"/>
                  <a:pt x="63" y="51"/>
                  <a:pt x="63" y="56"/>
                </a:cubicBezTo>
                <a:cubicBezTo>
                  <a:pt x="63" y="62"/>
                  <a:pt x="59" y="67"/>
                  <a:pt x="53" y="67"/>
                </a:cubicBezTo>
                <a:cubicBezTo>
                  <a:pt x="48" y="67"/>
                  <a:pt x="43" y="62"/>
                  <a:pt x="43" y="56"/>
                </a:cubicBezTo>
                <a:cubicBezTo>
                  <a:pt x="43" y="54"/>
                  <a:pt x="44" y="52"/>
                  <a:pt x="45" y="50"/>
                </a:cubicBezTo>
                <a:close/>
                <a:moveTo>
                  <a:pt x="52" y="0"/>
                </a:moveTo>
                <a:cubicBezTo>
                  <a:pt x="38" y="0"/>
                  <a:pt x="25" y="6"/>
                  <a:pt x="15" y="15"/>
                </a:cubicBezTo>
                <a:cubicBezTo>
                  <a:pt x="6" y="25"/>
                  <a:pt x="0" y="38"/>
                  <a:pt x="0" y="52"/>
                </a:cubicBezTo>
                <a:cubicBezTo>
                  <a:pt x="0" y="66"/>
                  <a:pt x="6" y="79"/>
                  <a:pt x="15" y="89"/>
                </a:cubicBezTo>
                <a:cubicBezTo>
                  <a:pt x="25" y="98"/>
                  <a:pt x="38" y="104"/>
                  <a:pt x="52" y="104"/>
                </a:cubicBezTo>
                <a:cubicBezTo>
                  <a:pt x="67" y="104"/>
                  <a:pt x="80" y="98"/>
                  <a:pt x="89" y="89"/>
                </a:cubicBezTo>
                <a:cubicBezTo>
                  <a:pt x="98" y="79"/>
                  <a:pt x="104" y="66"/>
                  <a:pt x="104" y="52"/>
                </a:cubicBezTo>
                <a:cubicBezTo>
                  <a:pt x="104" y="38"/>
                  <a:pt x="98" y="25"/>
                  <a:pt x="89" y="15"/>
                </a:cubicBezTo>
                <a:cubicBezTo>
                  <a:pt x="80" y="6"/>
                  <a:pt x="67" y="0"/>
                  <a:pt x="52" y="0"/>
                </a:cubicBezTo>
                <a:close/>
                <a:moveTo>
                  <a:pt x="83" y="22"/>
                </a:moveTo>
                <a:cubicBezTo>
                  <a:pt x="75" y="14"/>
                  <a:pt x="64" y="9"/>
                  <a:pt x="52" y="9"/>
                </a:cubicBezTo>
                <a:cubicBezTo>
                  <a:pt x="40" y="9"/>
                  <a:pt x="30" y="14"/>
                  <a:pt x="22" y="22"/>
                </a:cubicBezTo>
                <a:cubicBezTo>
                  <a:pt x="14" y="30"/>
                  <a:pt x="9" y="40"/>
                  <a:pt x="9" y="52"/>
                </a:cubicBezTo>
                <a:cubicBezTo>
                  <a:pt x="9" y="64"/>
                  <a:pt x="14" y="75"/>
                  <a:pt x="22" y="82"/>
                </a:cubicBezTo>
                <a:cubicBezTo>
                  <a:pt x="30" y="90"/>
                  <a:pt x="40" y="95"/>
                  <a:pt x="52" y="95"/>
                </a:cubicBezTo>
                <a:cubicBezTo>
                  <a:pt x="64" y="95"/>
                  <a:pt x="75" y="90"/>
                  <a:pt x="83" y="82"/>
                </a:cubicBezTo>
                <a:cubicBezTo>
                  <a:pt x="90" y="75"/>
                  <a:pt x="95" y="64"/>
                  <a:pt x="95" y="52"/>
                </a:cubicBezTo>
                <a:cubicBezTo>
                  <a:pt x="95" y="40"/>
                  <a:pt x="90" y="30"/>
                  <a:pt x="83" y="22"/>
                </a:cubicBezTo>
                <a:close/>
                <a:moveTo>
                  <a:pt x="24" y="64"/>
                </a:moveTo>
                <a:cubicBezTo>
                  <a:pt x="23" y="62"/>
                  <a:pt x="22" y="58"/>
                  <a:pt x="22" y="55"/>
                </a:cubicBezTo>
                <a:cubicBezTo>
                  <a:pt x="28" y="55"/>
                  <a:pt x="28" y="55"/>
                  <a:pt x="28" y="55"/>
                </a:cubicBezTo>
                <a:cubicBezTo>
                  <a:pt x="28" y="49"/>
                  <a:pt x="28" y="49"/>
                  <a:pt x="28" y="49"/>
                </a:cubicBezTo>
                <a:cubicBezTo>
                  <a:pt x="22" y="49"/>
                  <a:pt x="22" y="49"/>
                  <a:pt x="22" y="49"/>
                </a:cubicBezTo>
                <a:cubicBezTo>
                  <a:pt x="22" y="46"/>
                  <a:pt x="23" y="43"/>
                  <a:pt x="24" y="40"/>
                </a:cubicBezTo>
                <a:cubicBezTo>
                  <a:pt x="28" y="43"/>
                  <a:pt x="28" y="43"/>
                  <a:pt x="28" y="43"/>
                </a:cubicBezTo>
                <a:cubicBezTo>
                  <a:pt x="32" y="37"/>
                  <a:pt x="32" y="37"/>
                  <a:pt x="32" y="37"/>
                </a:cubicBezTo>
                <a:cubicBezTo>
                  <a:pt x="27" y="34"/>
                  <a:pt x="27" y="34"/>
                  <a:pt x="27" y="34"/>
                </a:cubicBezTo>
                <a:cubicBezTo>
                  <a:pt x="28" y="33"/>
                  <a:pt x="29" y="32"/>
                  <a:pt x="31" y="30"/>
                </a:cubicBezTo>
                <a:cubicBezTo>
                  <a:pt x="31" y="30"/>
                  <a:pt x="32" y="29"/>
                  <a:pt x="33" y="28"/>
                </a:cubicBezTo>
                <a:cubicBezTo>
                  <a:pt x="35" y="32"/>
                  <a:pt x="35" y="32"/>
                  <a:pt x="35" y="32"/>
                </a:cubicBezTo>
                <a:cubicBezTo>
                  <a:pt x="41" y="29"/>
                  <a:pt x="41" y="29"/>
                  <a:pt x="41" y="29"/>
                </a:cubicBezTo>
                <a:cubicBezTo>
                  <a:pt x="39" y="24"/>
                  <a:pt x="39" y="24"/>
                  <a:pt x="39" y="24"/>
                </a:cubicBezTo>
                <a:cubicBezTo>
                  <a:pt x="42" y="23"/>
                  <a:pt x="44" y="22"/>
                  <a:pt x="47" y="22"/>
                </a:cubicBezTo>
                <a:cubicBezTo>
                  <a:pt x="47" y="26"/>
                  <a:pt x="47" y="26"/>
                  <a:pt x="47" y="26"/>
                </a:cubicBezTo>
                <a:cubicBezTo>
                  <a:pt x="54" y="26"/>
                  <a:pt x="54" y="26"/>
                  <a:pt x="54" y="26"/>
                </a:cubicBezTo>
                <a:cubicBezTo>
                  <a:pt x="54" y="21"/>
                  <a:pt x="54" y="21"/>
                  <a:pt x="54" y="21"/>
                </a:cubicBezTo>
                <a:cubicBezTo>
                  <a:pt x="57" y="22"/>
                  <a:pt x="59" y="22"/>
                  <a:pt x="62" y="23"/>
                </a:cubicBezTo>
                <a:cubicBezTo>
                  <a:pt x="60" y="27"/>
                  <a:pt x="60" y="27"/>
                  <a:pt x="60" y="27"/>
                </a:cubicBezTo>
                <a:cubicBezTo>
                  <a:pt x="66" y="30"/>
                  <a:pt x="66" y="30"/>
                  <a:pt x="66" y="30"/>
                </a:cubicBezTo>
                <a:cubicBezTo>
                  <a:pt x="68" y="26"/>
                  <a:pt x="68" y="26"/>
                  <a:pt x="68" y="26"/>
                </a:cubicBezTo>
                <a:cubicBezTo>
                  <a:pt x="70" y="27"/>
                  <a:pt x="72" y="29"/>
                  <a:pt x="74" y="30"/>
                </a:cubicBezTo>
                <a:cubicBezTo>
                  <a:pt x="74" y="31"/>
                  <a:pt x="75" y="31"/>
                  <a:pt x="75" y="32"/>
                </a:cubicBezTo>
                <a:cubicBezTo>
                  <a:pt x="70" y="34"/>
                  <a:pt x="70" y="34"/>
                  <a:pt x="70" y="34"/>
                </a:cubicBezTo>
                <a:cubicBezTo>
                  <a:pt x="74" y="40"/>
                  <a:pt x="74" y="40"/>
                  <a:pt x="74" y="40"/>
                </a:cubicBezTo>
                <a:cubicBezTo>
                  <a:pt x="79" y="37"/>
                  <a:pt x="79" y="37"/>
                  <a:pt x="79" y="37"/>
                </a:cubicBezTo>
                <a:cubicBezTo>
                  <a:pt x="80" y="40"/>
                  <a:pt x="82" y="43"/>
                  <a:pt x="82" y="46"/>
                </a:cubicBezTo>
                <a:cubicBezTo>
                  <a:pt x="76" y="46"/>
                  <a:pt x="76" y="46"/>
                  <a:pt x="76" y="46"/>
                </a:cubicBezTo>
                <a:cubicBezTo>
                  <a:pt x="76" y="52"/>
                  <a:pt x="76" y="52"/>
                  <a:pt x="76" y="52"/>
                </a:cubicBezTo>
                <a:cubicBezTo>
                  <a:pt x="83" y="52"/>
                  <a:pt x="83" y="52"/>
                  <a:pt x="83" y="52"/>
                </a:cubicBezTo>
                <a:cubicBezTo>
                  <a:pt x="83" y="55"/>
                  <a:pt x="82" y="59"/>
                  <a:pt x="81" y="62"/>
                </a:cubicBezTo>
                <a:cubicBezTo>
                  <a:pt x="75" y="58"/>
                  <a:pt x="75" y="58"/>
                  <a:pt x="75" y="58"/>
                </a:cubicBezTo>
                <a:cubicBezTo>
                  <a:pt x="72" y="64"/>
                  <a:pt x="72" y="64"/>
                  <a:pt x="72" y="64"/>
                </a:cubicBezTo>
                <a:cubicBezTo>
                  <a:pt x="78" y="68"/>
                  <a:pt x="78" y="68"/>
                  <a:pt x="78" y="68"/>
                </a:cubicBezTo>
                <a:cubicBezTo>
                  <a:pt x="84" y="71"/>
                  <a:pt x="84" y="71"/>
                  <a:pt x="84" y="71"/>
                </a:cubicBezTo>
                <a:cubicBezTo>
                  <a:pt x="87" y="66"/>
                  <a:pt x="90" y="58"/>
                  <a:pt x="90" y="52"/>
                </a:cubicBezTo>
                <a:cubicBezTo>
                  <a:pt x="90" y="42"/>
                  <a:pt x="85" y="32"/>
                  <a:pt x="79" y="26"/>
                </a:cubicBezTo>
                <a:cubicBezTo>
                  <a:pt x="72" y="19"/>
                  <a:pt x="63" y="15"/>
                  <a:pt x="52" y="15"/>
                </a:cubicBezTo>
                <a:cubicBezTo>
                  <a:pt x="42" y="15"/>
                  <a:pt x="33" y="19"/>
                  <a:pt x="26" y="26"/>
                </a:cubicBezTo>
                <a:cubicBezTo>
                  <a:pt x="19" y="32"/>
                  <a:pt x="15" y="42"/>
                  <a:pt x="15" y="52"/>
                </a:cubicBezTo>
                <a:cubicBezTo>
                  <a:pt x="15" y="60"/>
                  <a:pt x="18" y="68"/>
                  <a:pt x="22" y="74"/>
                </a:cubicBezTo>
                <a:cubicBezTo>
                  <a:pt x="27" y="70"/>
                  <a:pt x="27" y="70"/>
                  <a:pt x="27" y="70"/>
                </a:cubicBezTo>
                <a:cubicBezTo>
                  <a:pt x="27" y="70"/>
                  <a:pt x="27" y="70"/>
                  <a:pt x="27" y="70"/>
                </a:cubicBezTo>
                <a:cubicBezTo>
                  <a:pt x="33" y="67"/>
                  <a:pt x="33" y="67"/>
                  <a:pt x="33" y="67"/>
                </a:cubicBezTo>
                <a:cubicBezTo>
                  <a:pt x="30" y="61"/>
                  <a:pt x="30" y="61"/>
                  <a:pt x="30" y="61"/>
                </a:cubicBezTo>
                <a:cubicBezTo>
                  <a:pt x="24" y="64"/>
                  <a:pt x="24" y="64"/>
                  <a:pt x="24" y="64"/>
                </a:cubicBezTo>
                <a:close/>
                <a:moveTo>
                  <a:pt x="53" y="51"/>
                </a:moveTo>
                <a:cubicBezTo>
                  <a:pt x="50" y="51"/>
                  <a:pt x="48" y="53"/>
                  <a:pt x="48" y="56"/>
                </a:cubicBezTo>
                <a:cubicBezTo>
                  <a:pt x="48" y="59"/>
                  <a:pt x="50" y="61"/>
                  <a:pt x="53" y="61"/>
                </a:cubicBezTo>
                <a:cubicBezTo>
                  <a:pt x="56" y="61"/>
                  <a:pt x="58" y="59"/>
                  <a:pt x="58" y="56"/>
                </a:cubicBezTo>
                <a:cubicBezTo>
                  <a:pt x="58" y="53"/>
                  <a:pt x="56" y="51"/>
                  <a:pt x="53" y="51"/>
                </a:cubicBezTo>
                <a:close/>
              </a:path>
            </a:pathLst>
          </a:custGeom>
          <a:solidFill>
            <a:schemeClr val="accent2"/>
          </a:solidFill>
          <a:ln w="28575" cap="flat" cmpd="sng" algn="ctr">
            <a:noFill/>
            <a:prstDash val="solid"/>
            <a:miter lim="800000"/>
          </a:ln>
          <a:effectLst/>
        </p:spPr>
        <p:txBody>
          <a:bodyPr lIns="68543" tIns="34272" rIns="68543" bIns="34272" anchor="ctr"/>
          <a:lstStyle/>
          <a:p>
            <a:pPr algn="ctr">
              <a:defRPr/>
            </a:pPr>
            <a:endParaRPr lang="zh-CN" altLang="en-US" kern="0">
              <a:solidFill>
                <a:prstClr val="white"/>
              </a:solidFill>
              <a:latin typeface="微软雅黑" panose="020B0503020204020204" pitchFamily="34" charset="-122"/>
              <a:ea typeface="微软雅黑" panose="020B0503020204020204" pitchFamily="34" charset="-122"/>
            </a:endParaRPr>
          </a:p>
        </p:txBody>
      </p:sp>
      <p:sp>
        <p:nvSpPr>
          <p:cNvPr id="62" name="圆角矩形 61"/>
          <p:cNvSpPr/>
          <p:nvPr/>
        </p:nvSpPr>
        <p:spPr bwMode="auto">
          <a:xfrm>
            <a:off x="1990053" y="3041405"/>
            <a:ext cx="2064594" cy="483523"/>
          </a:xfrm>
          <a:prstGeom prst="roundRect">
            <a:avLst>
              <a:gd name="adj" fmla="val 50000"/>
            </a:avLst>
          </a:prstGeom>
          <a:solidFill>
            <a:schemeClr val="accent1"/>
          </a:solidFill>
          <a:ln w="28575" cap="flat" cmpd="sng" algn="ctr">
            <a:noFill/>
            <a:prstDash val="solid"/>
            <a:miter lim="800000"/>
          </a:ln>
          <a:effectLst/>
        </p:spPr>
        <p:txBody>
          <a:bodyPr lIns="68543" tIns="34272" rIns="68543" bIns="34272" anchor="ctr"/>
          <a:lstStyle/>
          <a:p>
            <a:pPr algn="ctr">
              <a:defRPr/>
            </a:pPr>
            <a:endParaRPr lang="zh-CN" altLang="en-US" kern="0">
              <a:solidFill>
                <a:prstClr val="white"/>
              </a:solidFill>
              <a:latin typeface="微软雅黑" panose="020B0503020204020204" pitchFamily="34" charset="-122"/>
              <a:ea typeface="微软雅黑" panose="020B0503020204020204" pitchFamily="34" charset="-122"/>
            </a:endParaRPr>
          </a:p>
        </p:txBody>
      </p:sp>
      <p:sp>
        <p:nvSpPr>
          <p:cNvPr id="63" name="Freeform 22"/>
          <p:cNvSpPr>
            <a:spLocks noEditPoints="1"/>
          </p:cNvSpPr>
          <p:nvPr/>
        </p:nvSpPr>
        <p:spPr bwMode="auto">
          <a:xfrm>
            <a:off x="1336047" y="3082556"/>
            <a:ext cx="483383" cy="390933"/>
          </a:xfrm>
          <a:custGeom>
            <a:avLst/>
            <a:gdLst>
              <a:gd name="T0" fmla="*/ 2147483646 w 109"/>
              <a:gd name="T1" fmla="*/ 2147483646 h 88"/>
              <a:gd name="T2" fmla="*/ 2147483646 w 109"/>
              <a:gd name="T3" fmla="*/ 2147483646 h 88"/>
              <a:gd name="T4" fmla="*/ 2147483646 w 109"/>
              <a:gd name="T5" fmla="*/ 2147483646 h 88"/>
              <a:gd name="T6" fmla="*/ 2147483646 w 109"/>
              <a:gd name="T7" fmla="*/ 0 h 88"/>
              <a:gd name="T8" fmla="*/ 2147483646 w 109"/>
              <a:gd name="T9" fmla="*/ 2147483646 h 88"/>
              <a:gd name="T10" fmla="*/ 2147483646 w 109"/>
              <a:gd name="T11" fmla="*/ 2147483646 h 88"/>
              <a:gd name="T12" fmla="*/ 2147483646 w 109"/>
              <a:gd name="T13" fmla="*/ 2147483646 h 88"/>
              <a:gd name="T14" fmla="*/ 2147483646 w 109"/>
              <a:gd name="T15" fmla="*/ 2147483646 h 88"/>
              <a:gd name="T16" fmla="*/ 2147483646 w 109"/>
              <a:gd name="T17" fmla="*/ 2147483646 h 88"/>
              <a:gd name="T18" fmla="*/ 0 w 109"/>
              <a:gd name="T19" fmla="*/ 2147483646 h 88"/>
              <a:gd name="T20" fmla="*/ 2147483646 w 109"/>
              <a:gd name="T21" fmla="*/ 2147483646 h 88"/>
              <a:gd name="T22" fmla="*/ 2147483646 w 109"/>
              <a:gd name="T23" fmla="*/ 2147483646 h 88"/>
              <a:gd name="T24" fmla="*/ 2147483646 w 109"/>
              <a:gd name="T25" fmla="*/ 2147483646 h 88"/>
              <a:gd name="T26" fmla="*/ 2147483646 w 109"/>
              <a:gd name="T27" fmla="*/ 2147483646 h 88"/>
              <a:gd name="T28" fmla="*/ 2147483646 w 109"/>
              <a:gd name="T29" fmla="*/ 2147483646 h 88"/>
              <a:gd name="T30" fmla="*/ 2147483646 w 109"/>
              <a:gd name="T31" fmla="*/ 2147483646 h 88"/>
              <a:gd name="T32" fmla="*/ 2147483646 w 109"/>
              <a:gd name="T33" fmla="*/ 2147483646 h 88"/>
              <a:gd name="T34" fmla="*/ 2147483646 w 109"/>
              <a:gd name="T35" fmla="*/ 2147483646 h 88"/>
              <a:gd name="T36" fmla="*/ 2147483646 w 109"/>
              <a:gd name="T37" fmla="*/ 2147483646 h 88"/>
              <a:gd name="T38" fmla="*/ 2147483646 w 109"/>
              <a:gd name="T39" fmla="*/ 2147483646 h 88"/>
              <a:gd name="T40" fmla="*/ 2147483646 w 109"/>
              <a:gd name="T41" fmla="*/ 2147483646 h 88"/>
              <a:gd name="T42" fmla="*/ 2147483646 w 109"/>
              <a:gd name="T43" fmla="*/ 2147483646 h 88"/>
              <a:gd name="T44" fmla="*/ 2147483646 w 109"/>
              <a:gd name="T45" fmla="*/ 2147483646 h 88"/>
              <a:gd name="T46" fmla="*/ 2147483646 w 109"/>
              <a:gd name="T47" fmla="*/ 2147483646 h 88"/>
              <a:gd name="T48" fmla="*/ 2147483646 w 109"/>
              <a:gd name="T49" fmla="*/ 2147483646 h 88"/>
              <a:gd name="T50" fmla="*/ 2147483646 w 109"/>
              <a:gd name="T51" fmla="*/ 2147483646 h 88"/>
              <a:gd name="T52" fmla="*/ 2147483646 w 109"/>
              <a:gd name="T53" fmla="*/ 2147483646 h 88"/>
              <a:gd name="T54" fmla="*/ 2147483646 w 109"/>
              <a:gd name="T55" fmla="*/ 2147483646 h 88"/>
              <a:gd name="T56" fmla="*/ 2147483646 w 109"/>
              <a:gd name="T57" fmla="*/ 2147483646 h 88"/>
              <a:gd name="T58" fmla="*/ 2147483646 w 109"/>
              <a:gd name="T59" fmla="*/ 2147483646 h 88"/>
              <a:gd name="T60" fmla="*/ 2147483646 w 109"/>
              <a:gd name="T61" fmla="*/ 2147483646 h 88"/>
              <a:gd name="T62" fmla="*/ 2147483646 w 109"/>
              <a:gd name="T63" fmla="*/ 2147483646 h 88"/>
              <a:gd name="T64" fmla="*/ 2147483646 w 109"/>
              <a:gd name="T65" fmla="*/ 2147483646 h 88"/>
              <a:gd name="T66" fmla="*/ 2147483646 w 109"/>
              <a:gd name="T67" fmla="*/ 2147483646 h 8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09" h="88">
                <a:moveTo>
                  <a:pt x="80" y="88"/>
                </a:moveTo>
                <a:cubicBezTo>
                  <a:pt x="86" y="88"/>
                  <a:pt x="86" y="88"/>
                  <a:pt x="86" y="88"/>
                </a:cubicBezTo>
                <a:cubicBezTo>
                  <a:pt x="86" y="44"/>
                  <a:pt x="86" y="44"/>
                  <a:pt x="86" y="44"/>
                </a:cubicBezTo>
                <a:cubicBezTo>
                  <a:pt x="84" y="44"/>
                  <a:pt x="84" y="44"/>
                  <a:pt x="84" y="44"/>
                </a:cubicBezTo>
                <a:cubicBezTo>
                  <a:pt x="82" y="70"/>
                  <a:pt x="82" y="70"/>
                  <a:pt x="82" y="70"/>
                </a:cubicBezTo>
                <a:cubicBezTo>
                  <a:pt x="80" y="71"/>
                  <a:pt x="80" y="71"/>
                  <a:pt x="80" y="71"/>
                </a:cubicBezTo>
                <a:cubicBezTo>
                  <a:pt x="80" y="88"/>
                  <a:pt x="80" y="88"/>
                  <a:pt x="80" y="88"/>
                </a:cubicBezTo>
                <a:close/>
                <a:moveTo>
                  <a:pt x="109" y="0"/>
                </a:moveTo>
                <a:cubicBezTo>
                  <a:pt x="100" y="17"/>
                  <a:pt x="100" y="17"/>
                  <a:pt x="100" y="17"/>
                </a:cubicBezTo>
                <a:cubicBezTo>
                  <a:pt x="92" y="33"/>
                  <a:pt x="92" y="33"/>
                  <a:pt x="92" y="33"/>
                </a:cubicBezTo>
                <a:cubicBezTo>
                  <a:pt x="84" y="22"/>
                  <a:pt x="84" y="22"/>
                  <a:pt x="84" y="22"/>
                </a:cubicBezTo>
                <a:cubicBezTo>
                  <a:pt x="80" y="25"/>
                  <a:pt x="80" y="25"/>
                  <a:pt x="80" y="25"/>
                </a:cubicBezTo>
                <a:cubicBezTo>
                  <a:pt x="77" y="64"/>
                  <a:pt x="77" y="64"/>
                  <a:pt x="77" y="64"/>
                </a:cubicBezTo>
                <a:cubicBezTo>
                  <a:pt x="67" y="68"/>
                  <a:pt x="67" y="68"/>
                  <a:pt x="67" y="68"/>
                </a:cubicBezTo>
                <a:cubicBezTo>
                  <a:pt x="48" y="50"/>
                  <a:pt x="48" y="50"/>
                  <a:pt x="48" y="50"/>
                </a:cubicBezTo>
                <a:cubicBezTo>
                  <a:pt x="37" y="73"/>
                  <a:pt x="37" y="73"/>
                  <a:pt x="37" y="73"/>
                </a:cubicBezTo>
                <a:cubicBezTo>
                  <a:pt x="26" y="73"/>
                  <a:pt x="26" y="73"/>
                  <a:pt x="26" y="73"/>
                </a:cubicBezTo>
                <a:cubicBezTo>
                  <a:pt x="19" y="63"/>
                  <a:pt x="19" y="63"/>
                  <a:pt x="19" y="63"/>
                </a:cubicBezTo>
                <a:cubicBezTo>
                  <a:pt x="4" y="67"/>
                  <a:pt x="4" y="67"/>
                  <a:pt x="4" y="67"/>
                </a:cubicBezTo>
                <a:cubicBezTo>
                  <a:pt x="0" y="56"/>
                  <a:pt x="0" y="56"/>
                  <a:pt x="0" y="56"/>
                </a:cubicBezTo>
                <a:cubicBezTo>
                  <a:pt x="20" y="50"/>
                  <a:pt x="20" y="50"/>
                  <a:pt x="20" y="50"/>
                </a:cubicBezTo>
                <a:cubicBezTo>
                  <a:pt x="25" y="48"/>
                  <a:pt x="25" y="48"/>
                  <a:pt x="25" y="48"/>
                </a:cubicBezTo>
                <a:cubicBezTo>
                  <a:pt x="27" y="52"/>
                  <a:pt x="27" y="52"/>
                  <a:pt x="27" y="52"/>
                </a:cubicBezTo>
                <a:cubicBezTo>
                  <a:pt x="30" y="57"/>
                  <a:pt x="30" y="57"/>
                  <a:pt x="30" y="57"/>
                </a:cubicBezTo>
                <a:cubicBezTo>
                  <a:pt x="40" y="37"/>
                  <a:pt x="40" y="37"/>
                  <a:pt x="40" y="37"/>
                </a:cubicBezTo>
                <a:cubicBezTo>
                  <a:pt x="44" y="29"/>
                  <a:pt x="44" y="29"/>
                  <a:pt x="44" y="29"/>
                </a:cubicBezTo>
                <a:cubicBezTo>
                  <a:pt x="50" y="35"/>
                  <a:pt x="50" y="35"/>
                  <a:pt x="50" y="35"/>
                </a:cubicBezTo>
                <a:cubicBezTo>
                  <a:pt x="66" y="50"/>
                  <a:pt x="66" y="50"/>
                  <a:pt x="66" y="50"/>
                </a:cubicBezTo>
                <a:cubicBezTo>
                  <a:pt x="68" y="21"/>
                  <a:pt x="68" y="21"/>
                  <a:pt x="68" y="21"/>
                </a:cubicBezTo>
                <a:cubicBezTo>
                  <a:pt x="68" y="18"/>
                  <a:pt x="68" y="18"/>
                  <a:pt x="68" y="18"/>
                </a:cubicBezTo>
                <a:cubicBezTo>
                  <a:pt x="71" y="16"/>
                  <a:pt x="71" y="16"/>
                  <a:pt x="71" y="16"/>
                </a:cubicBezTo>
                <a:cubicBezTo>
                  <a:pt x="78" y="12"/>
                  <a:pt x="78" y="12"/>
                  <a:pt x="78" y="12"/>
                </a:cubicBezTo>
                <a:cubicBezTo>
                  <a:pt x="72" y="2"/>
                  <a:pt x="72" y="2"/>
                  <a:pt x="72" y="2"/>
                </a:cubicBezTo>
                <a:cubicBezTo>
                  <a:pt x="90" y="1"/>
                  <a:pt x="90" y="1"/>
                  <a:pt x="90" y="1"/>
                </a:cubicBezTo>
                <a:cubicBezTo>
                  <a:pt x="109" y="0"/>
                  <a:pt x="109" y="0"/>
                  <a:pt x="109" y="0"/>
                </a:cubicBezTo>
                <a:close/>
                <a:moveTo>
                  <a:pt x="22" y="88"/>
                </a:moveTo>
                <a:cubicBezTo>
                  <a:pt x="24" y="88"/>
                  <a:pt x="27" y="88"/>
                  <a:pt x="29" y="88"/>
                </a:cubicBezTo>
                <a:cubicBezTo>
                  <a:pt x="29" y="80"/>
                  <a:pt x="29" y="80"/>
                  <a:pt x="29" y="80"/>
                </a:cubicBezTo>
                <a:cubicBezTo>
                  <a:pt x="23" y="81"/>
                  <a:pt x="23" y="81"/>
                  <a:pt x="23" y="81"/>
                </a:cubicBezTo>
                <a:cubicBezTo>
                  <a:pt x="22" y="79"/>
                  <a:pt x="22" y="79"/>
                  <a:pt x="22" y="79"/>
                </a:cubicBezTo>
                <a:cubicBezTo>
                  <a:pt x="22" y="88"/>
                  <a:pt x="22" y="88"/>
                  <a:pt x="22" y="88"/>
                </a:cubicBezTo>
                <a:close/>
                <a:moveTo>
                  <a:pt x="11" y="88"/>
                </a:moveTo>
                <a:cubicBezTo>
                  <a:pt x="17" y="88"/>
                  <a:pt x="17" y="88"/>
                  <a:pt x="17" y="88"/>
                </a:cubicBezTo>
                <a:cubicBezTo>
                  <a:pt x="17" y="71"/>
                  <a:pt x="17" y="71"/>
                  <a:pt x="17" y="71"/>
                </a:cubicBezTo>
                <a:cubicBezTo>
                  <a:pt x="17" y="71"/>
                  <a:pt x="17" y="71"/>
                  <a:pt x="17" y="71"/>
                </a:cubicBezTo>
                <a:cubicBezTo>
                  <a:pt x="11" y="73"/>
                  <a:pt x="11" y="73"/>
                  <a:pt x="11" y="73"/>
                </a:cubicBezTo>
                <a:cubicBezTo>
                  <a:pt x="11" y="88"/>
                  <a:pt x="11" y="88"/>
                  <a:pt x="11" y="88"/>
                </a:cubicBezTo>
                <a:close/>
                <a:moveTo>
                  <a:pt x="34" y="88"/>
                </a:moveTo>
                <a:cubicBezTo>
                  <a:pt x="36" y="88"/>
                  <a:pt x="38" y="88"/>
                  <a:pt x="40" y="88"/>
                </a:cubicBezTo>
                <a:cubicBezTo>
                  <a:pt x="40" y="79"/>
                  <a:pt x="40" y="79"/>
                  <a:pt x="40" y="79"/>
                </a:cubicBezTo>
                <a:cubicBezTo>
                  <a:pt x="40" y="80"/>
                  <a:pt x="40" y="80"/>
                  <a:pt x="40" y="80"/>
                </a:cubicBezTo>
                <a:cubicBezTo>
                  <a:pt x="34" y="80"/>
                  <a:pt x="34" y="80"/>
                  <a:pt x="34" y="80"/>
                </a:cubicBezTo>
                <a:cubicBezTo>
                  <a:pt x="34" y="88"/>
                  <a:pt x="34" y="88"/>
                  <a:pt x="34" y="88"/>
                </a:cubicBezTo>
                <a:close/>
                <a:moveTo>
                  <a:pt x="45" y="88"/>
                </a:moveTo>
                <a:cubicBezTo>
                  <a:pt x="47" y="88"/>
                  <a:pt x="50" y="88"/>
                  <a:pt x="52" y="88"/>
                </a:cubicBezTo>
                <a:cubicBezTo>
                  <a:pt x="52" y="63"/>
                  <a:pt x="52" y="63"/>
                  <a:pt x="52" y="63"/>
                </a:cubicBezTo>
                <a:cubicBezTo>
                  <a:pt x="49" y="60"/>
                  <a:pt x="49" y="60"/>
                  <a:pt x="49" y="60"/>
                </a:cubicBezTo>
                <a:cubicBezTo>
                  <a:pt x="45" y="69"/>
                  <a:pt x="45" y="69"/>
                  <a:pt x="45" y="69"/>
                </a:cubicBezTo>
                <a:cubicBezTo>
                  <a:pt x="45" y="88"/>
                  <a:pt x="45" y="88"/>
                  <a:pt x="45" y="88"/>
                </a:cubicBezTo>
                <a:close/>
                <a:moveTo>
                  <a:pt x="57" y="88"/>
                </a:moveTo>
                <a:cubicBezTo>
                  <a:pt x="59" y="88"/>
                  <a:pt x="61" y="88"/>
                  <a:pt x="63" y="88"/>
                </a:cubicBezTo>
                <a:cubicBezTo>
                  <a:pt x="63" y="73"/>
                  <a:pt x="63" y="73"/>
                  <a:pt x="63" y="73"/>
                </a:cubicBezTo>
                <a:cubicBezTo>
                  <a:pt x="57" y="67"/>
                  <a:pt x="57" y="67"/>
                  <a:pt x="57" y="67"/>
                </a:cubicBezTo>
                <a:cubicBezTo>
                  <a:pt x="57" y="88"/>
                  <a:pt x="57" y="88"/>
                  <a:pt x="57" y="88"/>
                </a:cubicBezTo>
                <a:close/>
                <a:moveTo>
                  <a:pt x="68" y="88"/>
                </a:moveTo>
                <a:cubicBezTo>
                  <a:pt x="70" y="88"/>
                  <a:pt x="73" y="88"/>
                  <a:pt x="75" y="88"/>
                </a:cubicBezTo>
                <a:cubicBezTo>
                  <a:pt x="75" y="72"/>
                  <a:pt x="75" y="72"/>
                  <a:pt x="75" y="72"/>
                </a:cubicBezTo>
                <a:cubicBezTo>
                  <a:pt x="68" y="75"/>
                  <a:pt x="68" y="75"/>
                  <a:pt x="68" y="75"/>
                </a:cubicBezTo>
                <a:lnTo>
                  <a:pt x="68" y="88"/>
                </a:lnTo>
                <a:close/>
              </a:path>
            </a:pathLst>
          </a:custGeom>
          <a:solidFill>
            <a:schemeClr val="accent1"/>
          </a:solidFill>
          <a:ln w="28575" cap="flat" cmpd="sng" algn="ctr">
            <a:noFill/>
            <a:prstDash val="solid"/>
            <a:miter lim="800000"/>
          </a:ln>
          <a:effectLst/>
        </p:spPr>
        <p:txBody>
          <a:bodyPr lIns="68543" tIns="34272" rIns="68543" bIns="34272" anchor="ctr"/>
          <a:lstStyle/>
          <a:p>
            <a:pPr algn="ctr">
              <a:defRPr/>
            </a:pPr>
            <a:endParaRPr lang="zh-CN" altLang="en-US" kern="0">
              <a:solidFill>
                <a:prstClr val="white"/>
              </a:solidFill>
              <a:latin typeface="微软雅黑" panose="020B0503020204020204" pitchFamily="34" charset="-122"/>
              <a:ea typeface="微软雅黑" panose="020B0503020204020204" pitchFamily="34" charset="-122"/>
            </a:endParaRPr>
          </a:p>
        </p:txBody>
      </p:sp>
      <p:sp>
        <p:nvSpPr>
          <p:cNvPr id="64" name="圆角矩形 63"/>
          <p:cNvSpPr/>
          <p:nvPr/>
        </p:nvSpPr>
        <p:spPr bwMode="auto">
          <a:xfrm>
            <a:off x="1964083" y="3883283"/>
            <a:ext cx="2065591" cy="485324"/>
          </a:xfrm>
          <a:prstGeom prst="roundRect">
            <a:avLst>
              <a:gd name="adj" fmla="val 50000"/>
            </a:avLst>
          </a:prstGeom>
          <a:solidFill>
            <a:schemeClr val="accent2"/>
          </a:solidFill>
          <a:ln w="28575" cap="flat" cmpd="sng" algn="ctr">
            <a:noFill/>
            <a:prstDash val="solid"/>
            <a:miter lim="800000"/>
          </a:ln>
          <a:effectLst/>
        </p:spPr>
        <p:txBody>
          <a:bodyPr lIns="68543" tIns="34272" rIns="68543" bIns="34272" anchor="ctr"/>
          <a:lstStyle/>
          <a:p>
            <a:pPr algn="ctr">
              <a:defRPr/>
            </a:pPr>
            <a:endParaRPr lang="zh-CN" altLang="en-US" kern="0">
              <a:solidFill>
                <a:prstClr val="white"/>
              </a:solidFill>
              <a:latin typeface="微软雅黑" panose="020B0503020204020204" pitchFamily="34" charset="-122"/>
              <a:ea typeface="微软雅黑" panose="020B0503020204020204" pitchFamily="34" charset="-122"/>
            </a:endParaRPr>
          </a:p>
        </p:txBody>
      </p:sp>
      <p:sp>
        <p:nvSpPr>
          <p:cNvPr id="65" name="Freeform 24"/>
          <p:cNvSpPr>
            <a:spLocks noEditPoints="1"/>
          </p:cNvSpPr>
          <p:nvPr/>
        </p:nvSpPr>
        <p:spPr bwMode="auto">
          <a:xfrm>
            <a:off x="1331640" y="3884998"/>
            <a:ext cx="471385" cy="486952"/>
          </a:xfrm>
          <a:custGeom>
            <a:avLst/>
            <a:gdLst>
              <a:gd name="T0" fmla="*/ 2147483646 w 89"/>
              <a:gd name="T1" fmla="*/ 2147483646 h 92"/>
              <a:gd name="T2" fmla="*/ 2147483646 w 89"/>
              <a:gd name="T3" fmla="*/ 2147483646 h 92"/>
              <a:gd name="T4" fmla="*/ 2147483646 w 89"/>
              <a:gd name="T5" fmla="*/ 2147483646 h 92"/>
              <a:gd name="T6" fmla="*/ 2147483646 w 89"/>
              <a:gd name="T7" fmla="*/ 2147483646 h 92"/>
              <a:gd name="T8" fmla="*/ 2147483646 w 89"/>
              <a:gd name="T9" fmla="*/ 2147483646 h 92"/>
              <a:gd name="T10" fmla="*/ 2147483646 w 89"/>
              <a:gd name="T11" fmla="*/ 2147483646 h 92"/>
              <a:gd name="T12" fmla="*/ 2147483646 w 89"/>
              <a:gd name="T13" fmla="*/ 2147483646 h 92"/>
              <a:gd name="T14" fmla="*/ 2147483646 w 89"/>
              <a:gd name="T15" fmla="*/ 2147483646 h 92"/>
              <a:gd name="T16" fmla="*/ 2147483646 w 89"/>
              <a:gd name="T17" fmla="*/ 2147483646 h 92"/>
              <a:gd name="T18" fmla="*/ 2147483646 w 89"/>
              <a:gd name="T19" fmla="*/ 2147483646 h 92"/>
              <a:gd name="T20" fmla="*/ 2147483646 w 89"/>
              <a:gd name="T21" fmla="*/ 2147483646 h 92"/>
              <a:gd name="T22" fmla="*/ 2147483646 w 89"/>
              <a:gd name="T23" fmla="*/ 2147483646 h 92"/>
              <a:gd name="T24" fmla="*/ 2147483646 w 89"/>
              <a:gd name="T25" fmla="*/ 2147483646 h 92"/>
              <a:gd name="T26" fmla="*/ 2147483646 w 89"/>
              <a:gd name="T27" fmla="*/ 2147483646 h 92"/>
              <a:gd name="T28" fmla="*/ 2147483646 w 89"/>
              <a:gd name="T29" fmla="*/ 2147483646 h 92"/>
              <a:gd name="T30" fmla="*/ 2147483646 w 89"/>
              <a:gd name="T31" fmla="*/ 2147483646 h 92"/>
              <a:gd name="T32" fmla="*/ 2147483646 w 89"/>
              <a:gd name="T33" fmla="*/ 2147483646 h 92"/>
              <a:gd name="T34" fmla="*/ 2147483646 w 89"/>
              <a:gd name="T35" fmla="*/ 2147483646 h 92"/>
              <a:gd name="T36" fmla="*/ 2147483646 w 89"/>
              <a:gd name="T37" fmla="*/ 2147483646 h 92"/>
              <a:gd name="T38" fmla="*/ 2147483646 w 89"/>
              <a:gd name="T39" fmla="*/ 2147483646 h 92"/>
              <a:gd name="T40" fmla="*/ 2147483646 w 89"/>
              <a:gd name="T41" fmla="*/ 2147483646 h 92"/>
              <a:gd name="T42" fmla="*/ 2147483646 w 89"/>
              <a:gd name="T43" fmla="*/ 2147483646 h 92"/>
              <a:gd name="T44" fmla="*/ 2147483646 w 89"/>
              <a:gd name="T45" fmla="*/ 2147483646 h 92"/>
              <a:gd name="T46" fmla="*/ 2147483646 w 89"/>
              <a:gd name="T47" fmla="*/ 2147483646 h 92"/>
              <a:gd name="T48" fmla="*/ 2147483646 w 89"/>
              <a:gd name="T49" fmla="*/ 2147483646 h 92"/>
              <a:gd name="T50" fmla="*/ 2147483646 w 89"/>
              <a:gd name="T51" fmla="*/ 2147483646 h 92"/>
              <a:gd name="T52" fmla="*/ 2147483646 w 89"/>
              <a:gd name="T53" fmla="*/ 2147483646 h 92"/>
              <a:gd name="T54" fmla="*/ 2147483646 w 89"/>
              <a:gd name="T55" fmla="*/ 2147483646 h 92"/>
              <a:gd name="T56" fmla="*/ 2147483646 w 89"/>
              <a:gd name="T57" fmla="*/ 2147483646 h 92"/>
              <a:gd name="T58" fmla="*/ 2147483646 w 89"/>
              <a:gd name="T59" fmla="*/ 2147483646 h 92"/>
              <a:gd name="T60" fmla="*/ 2147483646 w 89"/>
              <a:gd name="T61" fmla="*/ 2147483646 h 92"/>
              <a:gd name="T62" fmla="*/ 2147483646 w 89"/>
              <a:gd name="T63" fmla="*/ 2147483646 h 92"/>
              <a:gd name="T64" fmla="*/ 2147483646 w 89"/>
              <a:gd name="T65" fmla="*/ 2147483646 h 92"/>
              <a:gd name="T66" fmla="*/ 2147483646 w 89"/>
              <a:gd name="T67" fmla="*/ 2147483646 h 92"/>
              <a:gd name="T68" fmla="*/ 2147483646 w 89"/>
              <a:gd name="T69" fmla="*/ 2147483646 h 92"/>
              <a:gd name="T70" fmla="*/ 2147483646 w 89"/>
              <a:gd name="T71" fmla="*/ 2147483646 h 92"/>
              <a:gd name="T72" fmla="*/ 2147483646 w 89"/>
              <a:gd name="T73" fmla="*/ 2147483646 h 9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89" h="92">
                <a:moveTo>
                  <a:pt x="45" y="0"/>
                </a:moveTo>
                <a:cubicBezTo>
                  <a:pt x="40" y="0"/>
                  <a:pt x="35" y="5"/>
                  <a:pt x="35" y="11"/>
                </a:cubicBezTo>
                <a:cubicBezTo>
                  <a:pt x="35" y="16"/>
                  <a:pt x="40" y="21"/>
                  <a:pt x="45" y="21"/>
                </a:cubicBezTo>
                <a:cubicBezTo>
                  <a:pt x="51" y="21"/>
                  <a:pt x="56" y="16"/>
                  <a:pt x="56" y="11"/>
                </a:cubicBezTo>
                <a:cubicBezTo>
                  <a:pt x="56" y="5"/>
                  <a:pt x="51" y="0"/>
                  <a:pt x="45" y="0"/>
                </a:cubicBezTo>
                <a:close/>
                <a:moveTo>
                  <a:pt x="70" y="10"/>
                </a:moveTo>
                <a:cubicBezTo>
                  <a:pt x="65" y="10"/>
                  <a:pt x="61" y="14"/>
                  <a:pt x="61" y="18"/>
                </a:cubicBezTo>
                <a:cubicBezTo>
                  <a:pt x="61" y="23"/>
                  <a:pt x="65" y="27"/>
                  <a:pt x="70" y="27"/>
                </a:cubicBezTo>
                <a:cubicBezTo>
                  <a:pt x="74" y="27"/>
                  <a:pt x="78" y="23"/>
                  <a:pt x="78" y="18"/>
                </a:cubicBezTo>
                <a:cubicBezTo>
                  <a:pt x="78" y="14"/>
                  <a:pt x="74" y="10"/>
                  <a:pt x="70" y="10"/>
                </a:cubicBezTo>
                <a:close/>
                <a:moveTo>
                  <a:pt x="30" y="52"/>
                </a:moveTo>
                <a:cubicBezTo>
                  <a:pt x="30" y="55"/>
                  <a:pt x="30" y="55"/>
                  <a:pt x="30" y="55"/>
                </a:cubicBezTo>
                <a:cubicBezTo>
                  <a:pt x="30" y="55"/>
                  <a:pt x="30" y="55"/>
                  <a:pt x="30" y="55"/>
                </a:cubicBezTo>
                <a:cubicBezTo>
                  <a:pt x="32" y="85"/>
                  <a:pt x="32" y="85"/>
                  <a:pt x="32" y="85"/>
                </a:cubicBezTo>
                <a:cubicBezTo>
                  <a:pt x="24" y="85"/>
                  <a:pt x="24" y="85"/>
                  <a:pt x="24" y="85"/>
                </a:cubicBezTo>
                <a:cubicBezTo>
                  <a:pt x="22" y="59"/>
                  <a:pt x="22" y="59"/>
                  <a:pt x="22" y="59"/>
                </a:cubicBezTo>
                <a:cubicBezTo>
                  <a:pt x="19" y="59"/>
                  <a:pt x="19" y="59"/>
                  <a:pt x="19" y="59"/>
                </a:cubicBezTo>
                <a:cubicBezTo>
                  <a:pt x="17" y="85"/>
                  <a:pt x="17" y="85"/>
                  <a:pt x="17" y="85"/>
                </a:cubicBezTo>
                <a:cubicBezTo>
                  <a:pt x="10" y="85"/>
                  <a:pt x="10" y="85"/>
                  <a:pt x="10" y="85"/>
                </a:cubicBezTo>
                <a:cubicBezTo>
                  <a:pt x="11" y="55"/>
                  <a:pt x="11" y="55"/>
                  <a:pt x="11" y="55"/>
                </a:cubicBezTo>
                <a:cubicBezTo>
                  <a:pt x="10" y="43"/>
                  <a:pt x="10" y="43"/>
                  <a:pt x="10" y="43"/>
                </a:cubicBezTo>
                <a:cubicBezTo>
                  <a:pt x="4" y="53"/>
                  <a:pt x="4" y="53"/>
                  <a:pt x="4" y="53"/>
                </a:cubicBezTo>
                <a:cubicBezTo>
                  <a:pt x="0" y="50"/>
                  <a:pt x="0" y="50"/>
                  <a:pt x="0" y="50"/>
                </a:cubicBezTo>
                <a:cubicBezTo>
                  <a:pt x="10" y="28"/>
                  <a:pt x="10" y="28"/>
                  <a:pt x="10" y="28"/>
                </a:cubicBezTo>
                <a:cubicBezTo>
                  <a:pt x="16" y="28"/>
                  <a:pt x="16" y="28"/>
                  <a:pt x="16" y="28"/>
                </a:cubicBezTo>
                <a:cubicBezTo>
                  <a:pt x="21" y="35"/>
                  <a:pt x="21" y="35"/>
                  <a:pt x="21" y="35"/>
                </a:cubicBezTo>
                <a:cubicBezTo>
                  <a:pt x="26" y="28"/>
                  <a:pt x="26" y="28"/>
                  <a:pt x="26" y="28"/>
                </a:cubicBezTo>
                <a:cubicBezTo>
                  <a:pt x="31" y="28"/>
                  <a:pt x="31" y="28"/>
                  <a:pt x="31" y="28"/>
                </a:cubicBezTo>
                <a:cubicBezTo>
                  <a:pt x="33" y="24"/>
                  <a:pt x="33" y="24"/>
                  <a:pt x="33" y="24"/>
                </a:cubicBezTo>
                <a:cubicBezTo>
                  <a:pt x="44" y="24"/>
                  <a:pt x="44" y="24"/>
                  <a:pt x="44" y="24"/>
                </a:cubicBezTo>
                <a:cubicBezTo>
                  <a:pt x="43" y="25"/>
                  <a:pt x="43" y="25"/>
                  <a:pt x="43" y="25"/>
                </a:cubicBezTo>
                <a:cubicBezTo>
                  <a:pt x="44" y="27"/>
                  <a:pt x="44" y="27"/>
                  <a:pt x="44" y="27"/>
                </a:cubicBezTo>
                <a:cubicBezTo>
                  <a:pt x="41" y="44"/>
                  <a:pt x="41" y="44"/>
                  <a:pt x="41" y="44"/>
                </a:cubicBezTo>
                <a:cubicBezTo>
                  <a:pt x="45" y="48"/>
                  <a:pt x="45" y="48"/>
                  <a:pt x="45" y="48"/>
                </a:cubicBezTo>
                <a:cubicBezTo>
                  <a:pt x="45" y="48"/>
                  <a:pt x="45" y="48"/>
                  <a:pt x="45" y="48"/>
                </a:cubicBezTo>
                <a:cubicBezTo>
                  <a:pt x="45" y="48"/>
                  <a:pt x="45" y="48"/>
                  <a:pt x="45" y="48"/>
                </a:cubicBezTo>
                <a:cubicBezTo>
                  <a:pt x="45" y="48"/>
                  <a:pt x="45" y="48"/>
                  <a:pt x="45" y="48"/>
                </a:cubicBezTo>
                <a:cubicBezTo>
                  <a:pt x="45" y="48"/>
                  <a:pt x="45" y="48"/>
                  <a:pt x="45" y="48"/>
                </a:cubicBezTo>
                <a:cubicBezTo>
                  <a:pt x="49" y="44"/>
                  <a:pt x="49" y="44"/>
                  <a:pt x="49" y="44"/>
                </a:cubicBezTo>
                <a:cubicBezTo>
                  <a:pt x="47" y="27"/>
                  <a:pt x="47" y="27"/>
                  <a:pt x="47" y="27"/>
                </a:cubicBezTo>
                <a:cubicBezTo>
                  <a:pt x="48" y="25"/>
                  <a:pt x="48" y="25"/>
                  <a:pt x="48" y="25"/>
                </a:cubicBezTo>
                <a:cubicBezTo>
                  <a:pt x="47" y="24"/>
                  <a:pt x="47" y="24"/>
                  <a:pt x="47" y="24"/>
                </a:cubicBezTo>
                <a:cubicBezTo>
                  <a:pt x="58" y="24"/>
                  <a:pt x="58" y="24"/>
                  <a:pt x="58" y="24"/>
                </a:cubicBezTo>
                <a:cubicBezTo>
                  <a:pt x="59" y="28"/>
                  <a:pt x="59" y="28"/>
                  <a:pt x="59" y="28"/>
                </a:cubicBezTo>
                <a:cubicBezTo>
                  <a:pt x="64" y="28"/>
                  <a:pt x="64" y="28"/>
                  <a:pt x="64" y="28"/>
                </a:cubicBezTo>
                <a:cubicBezTo>
                  <a:pt x="70" y="35"/>
                  <a:pt x="70" y="35"/>
                  <a:pt x="70" y="35"/>
                </a:cubicBezTo>
                <a:cubicBezTo>
                  <a:pt x="75" y="28"/>
                  <a:pt x="75" y="28"/>
                  <a:pt x="75" y="28"/>
                </a:cubicBezTo>
                <a:cubicBezTo>
                  <a:pt x="80" y="28"/>
                  <a:pt x="80" y="28"/>
                  <a:pt x="80" y="28"/>
                </a:cubicBezTo>
                <a:cubicBezTo>
                  <a:pt x="89" y="48"/>
                  <a:pt x="89" y="48"/>
                  <a:pt x="89" y="48"/>
                </a:cubicBezTo>
                <a:cubicBezTo>
                  <a:pt x="85" y="51"/>
                  <a:pt x="85" y="51"/>
                  <a:pt x="85" y="51"/>
                </a:cubicBezTo>
                <a:cubicBezTo>
                  <a:pt x="79" y="41"/>
                  <a:pt x="79" y="41"/>
                  <a:pt x="79" y="41"/>
                </a:cubicBezTo>
                <a:cubicBezTo>
                  <a:pt x="79" y="55"/>
                  <a:pt x="79" y="55"/>
                  <a:pt x="79" y="55"/>
                </a:cubicBezTo>
                <a:cubicBezTo>
                  <a:pt x="79" y="55"/>
                  <a:pt x="79" y="55"/>
                  <a:pt x="79" y="55"/>
                </a:cubicBezTo>
                <a:cubicBezTo>
                  <a:pt x="80" y="85"/>
                  <a:pt x="80" y="85"/>
                  <a:pt x="80" y="85"/>
                </a:cubicBezTo>
                <a:cubicBezTo>
                  <a:pt x="72" y="85"/>
                  <a:pt x="72" y="85"/>
                  <a:pt x="72" y="85"/>
                </a:cubicBezTo>
                <a:cubicBezTo>
                  <a:pt x="71" y="59"/>
                  <a:pt x="71" y="59"/>
                  <a:pt x="71" y="59"/>
                </a:cubicBezTo>
                <a:cubicBezTo>
                  <a:pt x="68" y="59"/>
                  <a:pt x="68" y="59"/>
                  <a:pt x="68" y="59"/>
                </a:cubicBezTo>
                <a:cubicBezTo>
                  <a:pt x="66" y="85"/>
                  <a:pt x="66" y="85"/>
                  <a:pt x="66" y="85"/>
                </a:cubicBezTo>
                <a:cubicBezTo>
                  <a:pt x="59" y="85"/>
                  <a:pt x="59" y="85"/>
                  <a:pt x="59" y="85"/>
                </a:cubicBezTo>
                <a:cubicBezTo>
                  <a:pt x="60" y="55"/>
                  <a:pt x="60" y="55"/>
                  <a:pt x="60" y="55"/>
                </a:cubicBezTo>
                <a:cubicBezTo>
                  <a:pt x="60" y="53"/>
                  <a:pt x="60" y="53"/>
                  <a:pt x="60" y="53"/>
                </a:cubicBezTo>
                <a:cubicBezTo>
                  <a:pt x="57" y="55"/>
                  <a:pt x="57" y="55"/>
                  <a:pt x="57" y="55"/>
                </a:cubicBezTo>
                <a:cubicBezTo>
                  <a:pt x="58" y="92"/>
                  <a:pt x="58" y="92"/>
                  <a:pt x="58" y="92"/>
                </a:cubicBezTo>
                <a:cubicBezTo>
                  <a:pt x="49" y="92"/>
                  <a:pt x="49" y="92"/>
                  <a:pt x="49" y="92"/>
                </a:cubicBezTo>
                <a:cubicBezTo>
                  <a:pt x="47" y="61"/>
                  <a:pt x="47" y="61"/>
                  <a:pt x="47" y="61"/>
                </a:cubicBezTo>
                <a:cubicBezTo>
                  <a:pt x="43" y="61"/>
                  <a:pt x="43" y="61"/>
                  <a:pt x="43" y="61"/>
                </a:cubicBezTo>
                <a:cubicBezTo>
                  <a:pt x="42" y="92"/>
                  <a:pt x="42" y="92"/>
                  <a:pt x="42" y="92"/>
                </a:cubicBezTo>
                <a:cubicBezTo>
                  <a:pt x="32" y="92"/>
                  <a:pt x="32" y="92"/>
                  <a:pt x="32" y="92"/>
                </a:cubicBezTo>
                <a:cubicBezTo>
                  <a:pt x="34" y="55"/>
                  <a:pt x="34" y="55"/>
                  <a:pt x="34" y="55"/>
                </a:cubicBezTo>
                <a:cubicBezTo>
                  <a:pt x="30" y="52"/>
                  <a:pt x="30" y="52"/>
                  <a:pt x="30" y="52"/>
                </a:cubicBezTo>
                <a:close/>
                <a:moveTo>
                  <a:pt x="21" y="10"/>
                </a:moveTo>
                <a:cubicBezTo>
                  <a:pt x="16" y="10"/>
                  <a:pt x="13" y="14"/>
                  <a:pt x="13" y="18"/>
                </a:cubicBezTo>
                <a:cubicBezTo>
                  <a:pt x="13" y="23"/>
                  <a:pt x="16" y="27"/>
                  <a:pt x="21" y="27"/>
                </a:cubicBezTo>
                <a:cubicBezTo>
                  <a:pt x="25" y="27"/>
                  <a:pt x="29" y="23"/>
                  <a:pt x="29" y="18"/>
                </a:cubicBezTo>
                <a:cubicBezTo>
                  <a:pt x="29" y="14"/>
                  <a:pt x="25" y="10"/>
                  <a:pt x="21" y="10"/>
                </a:cubicBezTo>
                <a:close/>
              </a:path>
            </a:pathLst>
          </a:custGeom>
          <a:solidFill>
            <a:schemeClr val="accent2"/>
          </a:solidFill>
          <a:ln w="28575" cap="flat" cmpd="sng" algn="ctr">
            <a:noFill/>
            <a:prstDash val="solid"/>
            <a:miter lim="800000"/>
          </a:ln>
          <a:effectLst/>
        </p:spPr>
        <p:txBody>
          <a:bodyPr lIns="68543" tIns="34272" rIns="68543" bIns="34272" anchor="ctr"/>
          <a:lstStyle/>
          <a:p>
            <a:pPr algn="ctr">
              <a:defRPr/>
            </a:pPr>
            <a:endParaRPr lang="zh-CN" altLang="en-US" kern="0">
              <a:solidFill>
                <a:prstClr val="white"/>
              </a:solidFill>
              <a:latin typeface="微软雅黑" panose="020B0503020204020204" pitchFamily="34" charset="-122"/>
              <a:ea typeface="微软雅黑" panose="020B0503020204020204" pitchFamily="34" charset="-122"/>
            </a:endParaRPr>
          </a:p>
        </p:txBody>
      </p:sp>
      <p:sp>
        <p:nvSpPr>
          <p:cNvPr id="66" name="TextBox 65"/>
          <p:cNvSpPr txBox="1"/>
          <p:nvPr/>
        </p:nvSpPr>
        <p:spPr>
          <a:xfrm>
            <a:off x="4192467" y="2202590"/>
            <a:ext cx="3547885" cy="438545"/>
          </a:xfrm>
          <a:prstGeom prst="rect">
            <a:avLst/>
          </a:prstGeom>
          <a:noFill/>
        </p:spPr>
        <p:txBody>
          <a:bodyPr wrap="square" lIns="68543" tIns="34272" rIns="68543" bIns="34272" rtlCol="0">
            <a:spAutoFit/>
          </a:bodyPr>
          <a:lstStyle/>
          <a:p>
            <a:pPr>
              <a:spcBef>
                <a:spcPct val="0"/>
              </a:spcBef>
            </a:pPr>
            <a:r>
              <a:rPr lang="zh-CN" altLang="en-US" sz="1200" dirty="0">
                <a:latin typeface="微软雅黑" panose="020B0503020204020204" pitchFamily="34" charset="-122"/>
                <a:ea typeface="微软雅黑" panose="020B0503020204020204" pitchFamily="34" charset="-122"/>
              </a:rPr>
              <a:t>这里可以添加主要内容这里可以添加主要内容这里可以添加主要内容这里可以添加主要</a:t>
            </a:r>
            <a:r>
              <a:rPr lang="zh-CN" altLang="en-US" sz="1200" dirty="0" smtClean="0">
                <a:latin typeface="微软雅黑" panose="020B0503020204020204" pitchFamily="34" charset="-122"/>
                <a:ea typeface="微软雅黑" panose="020B0503020204020204" pitchFamily="34" charset="-122"/>
              </a:rPr>
              <a:t>内容</a:t>
            </a:r>
            <a:r>
              <a:rPr lang="zh-CN" altLang="en-US" sz="1200" dirty="0">
                <a:latin typeface="微软雅黑" panose="020B0503020204020204" pitchFamily="34" charset="-122"/>
                <a:ea typeface="微软雅黑" panose="020B0503020204020204" pitchFamily="34" charset="-122"/>
              </a:rPr>
              <a:t>。</a:t>
            </a:r>
          </a:p>
        </p:txBody>
      </p:sp>
      <p:sp>
        <p:nvSpPr>
          <p:cNvPr id="67" name="TextBox 66"/>
          <p:cNvSpPr txBox="1"/>
          <p:nvPr/>
        </p:nvSpPr>
        <p:spPr>
          <a:xfrm>
            <a:off x="4192467" y="3044806"/>
            <a:ext cx="3547885" cy="438545"/>
          </a:xfrm>
          <a:prstGeom prst="rect">
            <a:avLst/>
          </a:prstGeom>
          <a:noFill/>
        </p:spPr>
        <p:txBody>
          <a:bodyPr wrap="square" lIns="68543" tIns="34272" rIns="68543" bIns="34272" rtlCol="0">
            <a:spAutoFit/>
          </a:bodyPr>
          <a:lstStyle/>
          <a:p>
            <a:pPr>
              <a:spcBef>
                <a:spcPct val="0"/>
              </a:spcBef>
            </a:pPr>
            <a:r>
              <a:rPr lang="zh-CN" altLang="en-US" sz="1200" dirty="0">
                <a:latin typeface="微软雅黑" panose="020B0503020204020204" pitchFamily="34" charset="-122"/>
                <a:ea typeface="微软雅黑" panose="020B0503020204020204" pitchFamily="34" charset="-122"/>
              </a:rPr>
              <a:t>这里可以添加主要内容这里可以添加主要内容这里可以添加主要内容这里可以添加主要</a:t>
            </a:r>
            <a:r>
              <a:rPr lang="zh-CN" altLang="en-US" sz="1200" dirty="0" smtClean="0">
                <a:latin typeface="微软雅黑" panose="020B0503020204020204" pitchFamily="34" charset="-122"/>
                <a:ea typeface="微软雅黑" panose="020B0503020204020204" pitchFamily="34" charset="-122"/>
              </a:rPr>
              <a:t>内容。</a:t>
            </a:r>
            <a:endParaRPr lang="zh-CN" altLang="en-US" sz="1200" dirty="0">
              <a:latin typeface="微软雅黑" panose="020B0503020204020204" pitchFamily="34" charset="-122"/>
              <a:ea typeface="微软雅黑" panose="020B0503020204020204" pitchFamily="34" charset="-122"/>
            </a:endParaRPr>
          </a:p>
        </p:txBody>
      </p:sp>
      <p:sp>
        <p:nvSpPr>
          <p:cNvPr id="68" name="TextBox 67"/>
          <p:cNvSpPr txBox="1"/>
          <p:nvPr/>
        </p:nvSpPr>
        <p:spPr>
          <a:xfrm>
            <a:off x="4192467" y="3886685"/>
            <a:ext cx="3547885" cy="438545"/>
          </a:xfrm>
          <a:prstGeom prst="rect">
            <a:avLst/>
          </a:prstGeom>
          <a:noFill/>
        </p:spPr>
        <p:txBody>
          <a:bodyPr wrap="square" lIns="68543" tIns="34272" rIns="68543" bIns="34272" rtlCol="0">
            <a:spAutoFit/>
          </a:bodyPr>
          <a:lstStyle/>
          <a:p>
            <a:pPr>
              <a:spcBef>
                <a:spcPct val="0"/>
              </a:spcBef>
            </a:pPr>
            <a:r>
              <a:rPr lang="zh-CN" altLang="en-US" sz="1200" dirty="0">
                <a:latin typeface="微软雅黑" panose="020B0503020204020204" pitchFamily="34" charset="-122"/>
                <a:ea typeface="微软雅黑" panose="020B0503020204020204" pitchFamily="34" charset="-122"/>
              </a:rPr>
              <a:t>这里可以添加主要内容这里可以添加主要内容这里可以添加主要内容这里可以添加主要</a:t>
            </a:r>
            <a:r>
              <a:rPr lang="zh-CN" altLang="en-US" sz="1200" dirty="0" smtClean="0">
                <a:latin typeface="微软雅黑" panose="020B0503020204020204" pitchFamily="34" charset="-122"/>
                <a:ea typeface="微软雅黑" panose="020B0503020204020204" pitchFamily="34" charset="-122"/>
              </a:rPr>
              <a:t>内容。</a:t>
            </a:r>
            <a:endParaRPr lang="zh-CN" altLang="en-US" sz="1200" dirty="0">
              <a:latin typeface="微软雅黑" panose="020B0503020204020204" pitchFamily="34" charset="-122"/>
              <a:ea typeface="微软雅黑" panose="020B0503020204020204" pitchFamily="34" charset="-122"/>
            </a:endParaRPr>
          </a:p>
        </p:txBody>
      </p:sp>
      <p:sp>
        <p:nvSpPr>
          <p:cNvPr id="69" name="TextBox 68"/>
          <p:cNvSpPr txBox="1"/>
          <p:nvPr/>
        </p:nvSpPr>
        <p:spPr>
          <a:xfrm>
            <a:off x="4192467" y="1352476"/>
            <a:ext cx="3547885" cy="438545"/>
          </a:xfrm>
          <a:prstGeom prst="rect">
            <a:avLst/>
          </a:prstGeom>
          <a:noFill/>
        </p:spPr>
        <p:txBody>
          <a:bodyPr wrap="square" lIns="68543" tIns="34272" rIns="68543" bIns="34272" rtlCol="0">
            <a:spAutoFit/>
          </a:bodyPr>
          <a:lstStyle/>
          <a:p>
            <a:pPr>
              <a:spcBef>
                <a:spcPct val="0"/>
              </a:spcBef>
            </a:pPr>
            <a:r>
              <a:rPr lang="zh-CN" altLang="en-US" sz="1200" dirty="0">
                <a:latin typeface="微软雅黑" panose="020B0503020204020204" pitchFamily="34" charset="-122"/>
                <a:ea typeface="微软雅黑" panose="020B0503020204020204" pitchFamily="34" charset="-122"/>
              </a:rPr>
              <a:t>这里可以添加主要内容这里可以添加主要内容这里可以添加主要内容这里可以添加主要</a:t>
            </a:r>
            <a:r>
              <a:rPr lang="zh-CN" altLang="en-US" sz="1200" dirty="0" smtClean="0">
                <a:latin typeface="微软雅黑" panose="020B0503020204020204" pitchFamily="34" charset="-122"/>
                <a:ea typeface="微软雅黑" panose="020B0503020204020204" pitchFamily="34" charset="-122"/>
              </a:rPr>
              <a:t>内容。</a:t>
            </a:r>
            <a:endParaRPr lang="zh-CN" altLang="en-US" sz="1200" dirty="0">
              <a:latin typeface="微软雅黑" panose="020B0503020204020204" pitchFamily="34" charset="-122"/>
              <a:ea typeface="微软雅黑" panose="020B0503020204020204" pitchFamily="34" charset="-122"/>
            </a:endParaRPr>
          </a:p>
        </p:txBody>
      </p:sp>
      <p:sp>
        <p:nvSpPr>
          <p:cNvPr id="70" name="文本框 12"/>
          <p:cNvSpPr txBox="1"/>
          <p:nvPr/>
        </p:nvSpPr>
        <p:spPr bwMode="auto">
          <a:xfrm>
            <a:off x="2329979" y="2285344"/>
            <a:ext cx="1369531" cy="315435"/>
          </a:xfrm>
          <a:prstGeom prst="rect">
            <a:avLst/>
          </a:prstGeom>
          <a:noFill/>
          <a:ln>
            <a:noFill/>
          </a:ln>
        </p:spPr>
        <p:txBody>
          <a:bodyPr wrap="none" lIns="68543" tIns="34272" rIns="68543" bIns="34272">
            <a:spAutoFit/>
          </a:bodyPr>
          <a:lstStyle/>
          <a:p>
            <a:pPr>
              <a:defRPr/>
            </a:pPr>
            <a:r>
              <a:rPr lang="zh-CN" altLang="en-US" b="1" kern="0" dirty="0" smtClean="0">
                <a:solidFill>
                  <a:prstClr val="white"/>
                </a:solidFill>
                <a:latin typeface="微软雅黑" panose="020B0503020204020204" pitchFamily="34" charset="-122"/>
                <a:ea typeface="微软雅黑" panose="020B0503020204020204" pitchFamily="34" charset="-122"/>
              </a:rPr>
              <a:t>点击输入标题</a:t>
            </a:r>
            <a:endParaRPr lang="en-US" altLang="zh-CN" b="1" kern="0" dirty="0">
              <a:solidFill>
                <a:prstClr val="white"/>
              </a:solidFill>
              <a:latin typeface="微软雅黑" panose="020B0503020204020204" pitchFamily="34" charset="-122"/>
              <a:ea typeface="微软雅黑" panose="020B0503020204020204" pitchFamily="34" charset="-122"/>
            </a:endParaRPr>
          </a:p>
        </p:txBody>
      </p:sp>
      <p:sp>
        <p:nvSpPr>
          <p:cNvPr id="71" name="文本框 12"/>
          <p:cNvSpPr txBox="1"/>
          <p:nvPr/>
        </p:nvSpPr>
        <p:spPr bwMode="auto">
          <a:xfrm>
            <a:off x="2303241" y="3122247"/>
            <a:ext cx="1369531" cy="315435"/>
          </a:xfrm>
          <a:prstGeom prst="rect">
            <a:avLst/>
          </a:prstGeom>
          <a:noFill/>
          <a:ln>
            <a:noFill/>
          </a:ln>
        </p:spPr>
        <p:txBody>
          <a:bodyPr wrap="none" lIns="68543" tIns="34272" rIns="68543" bIns="34272">
            <a:spAutoFit/>
          </a:bodyPr>
          <a:lstStyle/>
          <a:p>
            <a:pPr>
              <a:defRPr/>
            </a:pPr>
            <a:r>
              <a:rPr lang="zh-CN" altLang="en-US" b="1" kern="0" dirty="0" smtClean="0">
                <a:solidFill>
                  <a:prstClr val="white"/>
                </a:solidFill>
                <a:latin typeface="微软雅黑" panose="020B0503020204020204" pitchFamily="34" charset="-122"/>
                <a:ea typeface="微软雅黑" panose="020B0503020204020204" pitchFamily="34" charset="-122"/>
              </a:rPr>
              <a:t>点击输入标题</a:t>
            </a:r>
            <a:endParaRPr lang="en-US" altLang="zh-CN" b="1" kern="0" dirty="0">
              <a:solidFill>
                <a:prstClr val="white"/>
              </a:solidFill>
              <a:latin typeface="微软雅黑" panose="020B0503020204020204" pitchFamily="34" charset="-122"/>
              <a:ea typeface="微软雅黑" panose="020B0503020204020204" pitchFamily="34" charset="-122"/>
            </a:endParaRPr>
          </a:p>
        </p:txBody>
      </p:sp>
      <p:sp>
        <p:nvSpPr>
          <p:cNvPr id="72" name="文本框 12"/>
          <p:cNvSpPr txBox="1"/>
          <p:nvPr/>
        </p:nvSpPr>
        <p:spPr bwMode="auto">
          <a:xfrm>
            <a:off x="2329979" y="3970170"/>
            <a:ext cx="1369531" cy="315435"/>
          </a:xfrm>
          <a:prstGeom prst="rect">
            <a:avLst/>
          </a:prstGeom>
          <a:noFill/>
          <a:ln>
            <a:noFill/>
          </a:ln>
        </p:spPr>
        <p:txBody>
          <a:bodyPr wrap="none" lIns="68543" tIns="34272" rIns="68543" bIns="34272">
            <a:spAutoFit/>
          </a:bodyPr>
          <a:lstStyle/>
          <a:p>
            <a:pPr>
              <a:defRPr/>
            </a:pPr>
            <a:r>
              <a:rPr lang="zh-CN" altLang="en-US" b="1" kern="0" dirty="0" smtClean="0">
                <a:solidFill>
                  <a:prstClr val="white"/>
                </a:solidFill>
                <a:latin typeface="微软雅黑" panose="020B0503020204020204" pitchFamily="34" charset="-122"/>
                <a:ea typeface="微软雅黑" panose="020B0503020204020204" pitchFamily="34" charset="-122"/>
              </a:rPr>
              <a:t>点击输入标题</a:t>
            </a:r>
            <a:endParaRPr lang="en-US" altLang="zh-CN" b="1" kern="0" dirty="0">
              <a:solidFill>
                <a:prstClr val="white"/>
              </a:solidFill>
              <a:latin typeface="微软雅黑" panose="020B0503020204020204" pitchFamily="34" charset="-122"/>
              <a:ea typeface="微软雅黑" panose="020B0503020204020204" pitchFamily="34" charset="-122"/>
            </a:endParaRPr>
          </a:p>
        </p:txBody>
      </p:sp>
      <p:sp>
        <p:nvSpPr>
          <p:cNvPr id="18" name="TextBox 17"/>
          <p:cNvSpPr txBox="1"/>
          <p:nvPr/>
        </p:nvSpPr>
        <p:spPr>
          <a:xfrm>
            <a:off x="355782" y="205624"/>
            <a:ext cx="2236510" cy="400110"/>
          </a:xfrm>
          <a:prstGeom prst="rect">
            <a:avLst/>
          </a:prstGeom>
          <a:noFill/>
        </p:spPr>
        <p:txBody>
          <a:bodyPr wrap="none" rtlCol="0">
            <a:spAutoFit/>
          </a:bodyPr>
          <a:lstStyle/>
          <a:p>
            <a:r>
              <a:rPr lang="zh-CN" altLang="en-US" sz="2000" b="1" dirty="0" smtClean="0">
                <a:solidFill>
                  <a:schemeClr val="accent1"/>
                </a:solidFill>
                <a:latin typeface="微软雅黑" pitchFamily="34" charset="-122"/>
                <a:ea typeface="微软雅黑" pitchFamily="34" charset="-122"/>
              </a:rPr>
              <a:t>点击添加标题文本</a:t>
            </a:r>
            <a:endParaRPr lang="zh-CN" altLang="en-US" sz="2000" b="1" dirty="0">
              <a:solidFill>
                <a:schemeClr val="accent1"/>
              </a:solidFill>
              <a:latin typeface="微软雅黑" pitchFamily="34" charset="-122"/>
              <a:ea typeface="微软雅黑" pitchFamily="34" charset="-122"/>
            </a:endParaRPr>
          </a:p>
        </p:txBody>
      </p:sp>
      <p:sp>
        <p:nvSpPr>
          <p:cNvPr id="19" name="TextBox 18"/>
          <p:cNvSpPr txBox="1"/>
          <p:nvPr/>
        </p:nvSpPr>
        <p:spPr>
          <a:xfrm>
            <a:off x="7682019" y="195037"/>
            <a:ext cx="1138453" cy="461665"/>
          </a:xfrm>
          <a:prstGeom prst="rect">
            <a:avLst/>
          </a:prstGeom>
          <a:noFill/>
        </p:spPr>
        <p:txBody>
          <a:bodyPr wrap="none" rtlCol="0">
            <a:spAutoFit/>
          </a:bodyPr>
          <a:lstStyle/>
          <a:p>
            <a:r>
              <a:rPr lang="en-US" altLang="zh-CN" sz="2400" dirty="0" smtClean="0">
                <a:solidFill>
                  <a:schemeClr val="accent2"/>
                </a:solidFill>
                <a:latin typeface="Eras Bold ITC" panose="020B0907030504020204" pitchFamily="34" charset="0"/>
                <a:ea typeface="微软雅黑" panose="020B0503020204020204" pitchFamily="34" charset="-122"/>
              </a:rPr>
              <a:t>LOGO</a:t>
            </a:r>
            <a:endParaRPr lang="zh-CN" altLang="en-US" sz="2400" dirty="0">
              <a:solidFill>
                <a:schemeClr val="accent2"/>
              </a:solidFill>
              <a:latin typeface="Eras Bold ITC" panose="020B0907030504020204" pitchFamily="34" charset="0"/>
              <a:ea typeface="微软雅黑" panose="020B0503020204020204" pitchFamily="34" charset="-122"/>
            </a:endParaRPr>
          </a:p>
        </p:txBody>
      </p:sp>
    </p:spTree>
    <p:extLst>
      <p:ext uri="{BB962C8B-B14F-4D97-AF65-F5344CB8AC3E}">
        <p14:creationId xmlns:p14="http://schemas.microsoft.com/office/powerpoint/2010/main" val="3779177265"/>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9"/>
                                        </p:tgtEl>
                                        <p:attrNameLst>
                                          <p:attrName>style.visibility</p:attrName>
                                        </p:attrNameLst>
                                      </p:cBhvr>
                                      <p:to>
                                        <p:strVal val="visible"/>
                                      </p:to>
                                    </p:set>
                                    <p:anim calcmode="lin" valueType="num">
                                      <p:cBhvr additive="base">
                                        <p:cTn id="7" dur="500" fill="hold"/>
                                        <p:tgtEl>
                                          <p:spTgt spid="59"/>
                                        </p:tgtEl>
                                        <p:attrNameLst>
                                          <p:attrName>ppt_x</p:attrName>
                                        </p:attrNameLst>
                                      </p:cBhvr>
                                      <p:tavLst>
                                        <p:tav tm="0">
                                          <p:val>
                                            <p:strVal val="0-#ppt_w/2"/>
                                          </p:val>
                                        </p:tav>
                                        <p:tav tm="100000">
                                          <p:val>
                                            <p:strVal val="#ppt_x"/>
                                          </p:val>
                                        </p:tav>
                                      </p:tavLst>
                                    </p:anim>
                                    <p:anim calcmode="lin" valueType="num">
                                      <p:cBhvr additive="base">
                                        <p:cTn id="8" dur="500" fill="hold"/>
                                        <p:tgtEl>
                                          <p:spTgt spid="59"/>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1"/>
                                        </p:tgtEl>
                                        <p:attrNameLst>
                                          <p:attrName>style.visibility</p:attrName>
                                        </p:attrNameLst>
                                      </p:cBhvr>
                                      <p:to>
                                        <p:strVal val="visible"/>
                                      </p:to>
                                    </p:set>
                                    <p:anim calcmode="lin" valueType="num">
                                      <p:cBhvr additive="base">
                                        <p:cTn id="11" dur="500" fill="hold"/>
                                        <p:tgtEl>
                                          <p:spTgt spid="61"/>
                                        </p:tgtEl>
                                        <p:attrNameLst>
                                          <p:attrName>ppt_x</p:attrName>
                                        </p:attrNameLst>
                                      </p:cBhvr>
                                      <p:tavLst>
                                        <p:tav tm="0">
                                          <p:val>
                                            <p:strVal val="0-#ppt_w/2"/>
                                          </p:val>
                                        </p:tav>
                                        <p:tav tm="100000">
                                          <p:val>
                                            <p:strVal val="#ppt_x"/>
                                          </p:val>
                                        </p:tav>
                                      </p:tavLst>
                                    </p:anim>
                                    <p:anim calcmode="lin" valueType="num">
                                      <p:cBhvr additive="base">
                                        <p:cTn id="12" dur="500" fill="hold"/>
                                        <p:tgtEl>
                                          <p:spTgt spid="61"/>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63"/>
                                        </p:tgtEl>
                                        <p:attrNameLst>
                                          <p:attrName>style.visibility</p:attrName>
                                        </p:attrNameLst>
                                      </p:cBhvr>
                                      <p:to>
                                        <p:strVal val="visible"/>
                                      </p:to>
                                    </p:set>
                                    <p:anim calcmode="lin" valueType="num">
                                      <p:cBhvr additive="base">
                                        <p:cTn id="15" dur="500" fill="hold"/>
                                        <p:tgtEl>
                                          <p:spTgt spid="63"/>
                                        </p:tgtEl>
                                        <p:attrNameLst>
                                          <p:attrName>ppt_x</p:attrName>
                                        </p:attrNameLst>
                                      </p:cBhvr>
                                      <p:tavLst>
                                        <p:tav tm="0">
                                          <p:val>
                                            <p:strVal val="0-#ppt_w/2"/>
                                          </p:val>
                                        </p:tav>
                                        <p:tav tm="100000">
                                          <p:val>
                                            <p:strVal val="#ppt_x"/>
                                          </p:val>
                                        </p:tav>
                                      </p:tavLst>
                                    </p:anim>
                                    <p:anim calcmode="lin" valueType="num">
                                      <p:cBhvr additive="base">
                                        <p:cTn id="16" dur="500" fill="hold"/>
                                        <p:tgtEl>
                                          <p:spTgt spid="63"/>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65"/>
                                        </p:tgtEl>
                                        <p:attrNameLst>
                                          <p:attrName>style.visibility</p:attrName>
                                        </p:attrNameLst>
                                      </p:cBhvr>
                                      <p:to>
                                        <p:strVal val="visible"/>
                                      </p:to>
                                    </p:set>
                                    <p:anim calcmode="lin" valueType="num">
                                      <p:cBhvr additive="base">
                                        <p:cTn id="19" dur="500" fill="hold"/>
                                        <p:tgtEl>
                                          <p:spTgt spid="65"/>
                                        </p:tgtEl>
                                        <p:attrNameLst>
                                          <p:attrName>ppt_x</p:attrName>
                                        </p:attrNameLst>
                                      </p:cBhvr>
                                      <p:tavLst>
                                        <p:tav tm="0">
                                          <p:val>
                                            <p:strVal val="0-#ppt_w/2"/>
                                          </p:val>
                                        </p:tav>
                                        <p:tav tm="100000">
                                          <p:val>
                                            <p:strVal val="#ppt_x"/>
                                          </p:val>
                                        </p:tav>
                                      </p:tavLst>
                                    </p:anim>
                                    <p:anim calcmode="lin" valueType="num">
                                      <p:cBhvr additive="base">
                                        <p:cTn id="20" dur="500" fill="hold"/>
                                        <p:tgtEl>
                                          <p:spTgt spid="65"/>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57"/>
                                        </p:tgtEl>
                                        <p:attrNameLst>
                                          <p:attrName>style.visibility</p:attrName>
                                        </p:attrNameLst>
                                      </p:cBhvr>
                                      <p:to>
                                        <p:strVal val="visible"/>
                                      </p:to>
                                    </p:set>
                                    <p:anim calcmode="lin" valueType="num">
                                      <p:cBhvr additive="base">
                                        <p:cTn id="23" dur="500" fill="hold"/>
                                        <p:tgtEl>
                                          <p:spTgt spid="57"/>
                                        </p:tgtEl>
                                        <p:attrNameLst>
                                          <p:attrName>ppt_x</p:attrName>
                                        </p:attrNameLst>
                                      </p:cBhvr>
                                      <p:tavLst>
                                        <p:tav tm="0">
                                          <p:val>
                                            <p:strVal val="1+#ppt_w/2"/>
                                          </p:val>
                                        </p:tav>
                                        <p:tav tm="100000">
                                          <p:val>
                                            <p:strVal val="#ppt_x"/>
                                          </p:val>
                                        </p:tav>
                                      </p:tavLst>
                                    </p:anim>
                                    <p:anim calcmode="lin" valueType="num">
                                      <p:cBhvr additive="base">
                                        <p:cTn id="24" dur="500" fill="hold"/>
                                        <p:tgtEl>
                                          <p:spTgt spid="57"/>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60"/>
                                        </p:tgtEl>
                                        <p:attrNameLst>
                                          <p:attrName>style.visibility</p:attrName>
                                        </p:attrNameLst>
                                      </p:cBhvr>
                                      <p:to>
                                        <p:strVal val="visible"/>
                                      </p:to>
                                    </p:set>
                                    <p:anim calcmode="lin" valueType="num">
                                      <p:cBhvr additive="base">
                                        <p:cTn id="27" dur="500" fill="hold"/>
                                        <p:tgtEl>
                                          <p:spTgt spid="60"/>
                                        </p:tgtEl>
                                        <p:attrNameLst>
                                          <p:attrName>ppt_x</p:attrName>
                                        </p:attrNameLst>
                                      </p:cBhvr>
                                      <p:tavLst>
                                        <p:tav tm="0">
                                          <p:val>
                                            <p:strVal val="1+#ppt_w/2"/>
                                          </p:val>
                                        </p:tav>
                                        <p:tav tm="100000">
                                          <p:val>
                                            <p:strVal val="#ppt_x"/>
                                          </p:val>
                                        </p:tav>
                                      </p:tavLst>
                                    </p:anim>
                                    <p:anim calcmode="lin" valueType="num">
                                      <p:cBhvr additive="base">
                                        <p:cTn id="28" dur="500" fill="hold"/>
                                        <p:tgtEl>
                                          <p:spTgt spid="60"/>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62"/>
                                        </p:tgtEl>
                                        <p:attrNameLst>
                                          <p:attrName>style.visibility</p:attrName>
                                        </p:attrNameLst>
                                      </p:cBhvr>
                                      <p:to>
                                        <p:strVal val="visible"/>
                                      </p:to>
                                    </p:set>
                                    <p:anim calcmode="lin" valueType="num">
                                      <p:cBhvr additive="base">
                                        <p:cTn id="31" dur="500" fill="hold"/>
                                        <p:tgtEl>
                                          <p:spTgt spid="62"/>
                                        </p:tgtEl>
                                        <p:attrNameLst>
                                          <p:attrName>ppt_x</p:attrName>
                                        </p:attrNameLst>
                                      </p:cBhvr>
                                      <p:tavLst>
                                        <p:tav tm="0">
                                          <p:val>
                                            <p:strVal val="1+#ppt_w/2"/>
                                          </p:val>
                                        </p:tav>
                                        <p:tav tm="100000">
                                          <p:val>
                                            <p:strVal val="#ppt_x"/>
                                          </p:val>
                                        </p:tav>
                                      </p:tavLst>
                                    </p:anim>
                                    <p:anim calcmode="lin" valueType="num">
                                      <p:cBhvr additive="base">
                                        <p:cTn id="32" dur="500" fill="hold"/>
                                        <p:tgtEl>
                                          <p:spTgt spid="62"/>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64"/>
                                        </p:tgtEl>
                                        <p:attrNameLst>
                                          <p:attrName>style.visibility</p:attrName>
                                        </p:attrNameLst>
                                      </p:cBhvr>
                                      <p:to>
                                        <p:strVal val="visible"/>
                                      </p:to>
                                    </p:set>
                                    <p:anim calcmode="lin" valueType="num">
                                      <p:cBhvr additive="base">
                                        <p:cTn id="35" dur="500" fill="hold"/>
                                        <p:tgtEl>
                                          <p:spTgt spid="64"/>
                                        </p:tgtEl>
                                        <p:attrNameLst>
                                          <p:attrName>ppt_x</p:attrName>
                                        </p:attrNameLst>
                                      </p:cBhvr>
                                      <p:tavLst>
                                        <p:tav tm="0">
                                          <p:val>
                                            <p:strVal val="1+#ppt_w/2"/>
                                          </p:val>
                                        </p:tav>
                                        <p:tav tm="100000">
                                          <p:val>
                                            <p:strVal val="#ppt_x"/>
                                          </p:val>
                                        </p:tav>
                                      </p:tavLst>
                                    </p:anim>
                                    <p:anim calcmode="lin" valueType="num">
                                      <p:cBhvr additive="base">
                                        <p:cTn id="36" dur="500" fill="hold"/>
                                        <p:tgtEl>
                                          <p:spTgt spid="64"/>
                                        </p:tgtEl>
                                        <p:attrNameLst>
                                          <p:attrName>ppt_y</p:attrName>
                                        </p:attrNameLst>
                                      </p:cBhvr>
                                      <p:tavLst>
                                        <p:tav tm="0">
                                          <p:val>
                                            <p:strVal val="#ppt_y"/>
                                          </p:val>
                                        </p:tav>
                                        <p:tav tm="100000">
                                          <p:val>
                                            <p:strVal val="#ppt_y"/>
                                          </p:val>
                                        </p:tav>
                                      </p:tavLst>
                                    </p:anim>
                                  </p:childTnLst>
                                </p:cTn>
                              </p:par>
                              <p:par>
                                <p:cTn id="37" presetID="41" presetClass="entr" presetSubtype="0" fill="hold" grpId="0" nodeType="withEffect">
                                  <p:stCondLst>
                                    <p:cond delay="0"/>
                                  </p:stCondLst>
                                  <p:iterate type="lt">
                                    <p:tmPct val="10000"/>
                                  </p:iterate>
                                  <p:childTnLst>
                                    <p:set>
                                      <p:cBhvr>
                                        <p:cTn id="38" dur="1" fill="hold">
                                          <p:stCondLst>
                                            <p:cond delay="0"/>
                                          </p:stCondLst>
                                        </p:cTn>
                                        <p:tgtEl>
                                          <p:spTgt spid="58"/>
                                        </p:tgtEl>
                                        <p:attrNameLst>
                                          <p:attrName>style.visibility</p:attrName>
                                        </p:attrNameLst>
                                      </p:cBhvr>
                                      <p:to>
                                        <p:strVal val="visible"/>
                                      </p:to>
                                    </p:set>
                                    <p:anim calcmode="lin" valueType="num">
                                      <p:cBhvr>
                                        <p:cTn id="39" dur="500" fill="hold"/>
                                        <p:tgtEl>
                                          <p:spTgt spid="58"/>
                                        </p:tgtEl>
                                        <p:attrNameLst>
                                          <p:attrName>ppt_x</p:attrName>
                                        </p:attrNameLst>
                                      </p:cBhvr>
                                      <p:tavLst>
                                        <p:tav tm="0">
                                          <p:val>
                                            <p:strVal val="#ppt_x"/>
                                          </p:val>
                                        </p:tav>
                                        <p:tav tm="50000">
                                          <p:val>
                                            <p:strVal val="#ppt_x+.1"/>
                                          </p:val>
                                        </p:tav>
                                        <p:tav tm="100000">
                                          <p:val>
                                            <p:strVal val="#ppt_x"/>
                                          </p:val>
                                        </p:tav>
                                      </p:tavLst>
                                    </p:anim>
                                    <p:anim calcmode="lin" valueType="num">
                                      <p:cBhvr>
                                        <p:cTn id="40" dur="500" fill="hold"/>
                                        <p:tgtEl>
                                          <p:spTgt spid="58"/>
                                        </p:tgtEl>
                                        <p:attrNameLst>
                                          <p:attrName>ppt_y</p:attrName>
                                        </p:attrNameLst>
                                      </p:cBhvr>
                                      <p:tavLst>
                                        <p:tav tm="0">
                                          <p:val>
                                            <p:strVal val="#ppt_y"/>
                                          </p:val>
                                        </p:tav>
                                        <p:tav tm="100000">
                                          <p:val>
                                            <p:strVal val="#ppt_y"/>
                                          </p:val>
                                        </p:tav>
                                      </p:tavLst>
                                    </p:anim>
                                    <p:anim calcmode="lin" valueType="num">
                                      <p:cBhvr>
                                        <p:cTn id="41" dur="500" fill="hold"/>
                                        <p:tgtEl>
                                          <p:spTgt spid="58"/>
                                        </p:tgtEl>
                                        <p:attrNameLst>
                                          <p:attrName>ppt_h</p:attrName>
                                        </p:attrNameLst>
                                      </p:cBhvr>
                                      <p:tavLst>
                                        <p:tav tm="0">
                                          <p:val>
                                            <p:strVal val="#ppt_h/10"/>
                                          </p:val>
                                        </p:tav>
                                        <p:tav tm="50000">
                                          <p:val>
                                            <p:strVal val="#ppt_h+.01"/>
                                          </p:val>
                                        </p:tav>
                                        <p:tav tm="100000">
                                          <p:val>
                                            <p:strVal val="#ppt_h"/>
                                          </p:val>
                                        </p:tav>
                                      </p:tavLst>
                                    </p:anim>
                                    <p:anim calcmode="lin" valueType="num">
                                      <p:cBhvr>
                                        <p:cTn id="42" dur="500" fill="hold"/>
                                        <p:tgtEl>
                                          <p:spTgt spid="58"/>
                                        </p:tgtEl>
                                        <p:attrNameLst>
                                          <p:attrName>ppt_w</p:attrName>
                                        </p:attrNameLst>
                                      </p:cBhvr>
                                      <p:tavLst>
                                        <p:tav tm="0">
                                          <p:val>
                                            <p:strVal val="#ppt_w/10"/>
                                          </p:val>
                                        </p:tav>
                                        <p:tav tm="50000">
                                          <p:val>
                                            <p:strVal val="#ppt_w+.01"/>
                                          </p:val>
                                        </p:tav>
                                        <p:tav tm="100000">
                                          <p:val>
                                            <p:strVal val="#ppt_w"/>
                                          </p:val>
                                        </p:tav>
                                      </p:tavLst>
                                    </p:anim>
                                    <p:animEffect transition="in" filter="fade">
                                      <p:cBhvr>
                                        <p:cTn id="43" dur="500" tmFilter="0,0; .5, 1; 1, 1"/>
                                        <p:tgtEl>
                                          <p:spTgt spid="58"/>
                                        </p:tgtEl>
                                      </p:cBhvr>
                                    </p:animEffect>
                                  </p:childTnLst>
                                </p:cTn>
                              </p:par>
                            </p:childTnLst>
                          </p:cTn>
                        </p:par>
                        <p:par>
                          <p:cTn id="44" fill="hold">
                            <p:stCondLst>
                              <p:cond delay="750"/>
                            </p:stCondLst>
                            <p:childTnLst>
                              <p:par>
                                <p:cTn id="45" presetID="42" presetClass="entr" presetSubtype="0" fill="hold" grpId="0" nodeType="afterEffect">
                                  <p:stCondLst>
                                    <p:cond delay="0"/>
                                  </p:stCondLst>
                                  <p:childTnLst>
                                    <p:set>
                                      <p:cBhvr>
                                        <p:cTn id="46" dur="1" fill="hold">
                                          <p:stCondLst>
                                            <p:cond delay="0"/>
                                          </p:stCondLst>
                                        </p:cTn>
                                        <p:tgtEl>
                                          <p:spTgt spid="69"/>
                                        </p:tgtEl>
                                        <p:attrNameLst>
                                          <p:attrName>style.visibility</p:attrName>
                                        </p:attrNameLst>
                                      </p:cBhvr>
                                      <p:to>
                                        <p:strVal val="visible"/>
                                      </p:to>
                                    </p:set>
                                    <p:animEffect transition="in" filter="fade">
                                      <p:cBhvr>
                                        <p:cTn id="47" dur="1000"/>
                                        <p:tgtEl>
                                          <p:spTgt spid="69"/>
                                        </p:tgtEl>
                                      </p:cBhvr>
                                    </p:animEffect>
                                    <p:anim calcmode="lin" valueType="num">
                                      <p:cBhvr>
                                        <p:cTn id="48" dur="1000" fill="hold"/>
                                        <p:tgtEl>
                                          <p:spTgt spid="69"/>
                                        </p:tgtEl>
                                        <p:attrNameLst>
                                          <p:attrName>ppt_x</p:attrName>
                                        </p:attrNameLst>
                                      </p:cBhvr>
                                      <p:tavLst>
                                        <p:tav tm="0">
                                          <p:val>
                                            <p:strVal val="#ppt_x"/>
                                          </p:val>
                                        </p:tav>
                                        <p:tav tm="100000">
                                          <p:val>
                                            <p:strVal val="#ppt_x"/>
                                          </p:val>
                                        </p:tav>
                                      </p:tavLst>
                                    </p:anim>
                                    <p:anim calcmode="lin" valueType="num">
                                      <p:cBhvr>
                                        <p:cTn id="49" dur="1000" fill="hold"/>
                                        <p:tgtEl>
                                          <p:spTgt spid="69"/>
                                        </p:tgtEl>
                                        <p:attrNameLst>
                                          <p:attrName>ppt_y</p:attrName>
                                        </p:attrNameLst>
                                      </p:cBhvr>
                                      <p:tavLst>
                                        <p:tav tm="0">
                                          <p:val>
                                            <p:strVal val="#ppt_y+.1"/>
                                          </p:val>
                                        </p:tav>
                                        <p:tav tm="100000">
                                          <p:val>
                                            <p:strVal val="#ppt_y"/>
                                          </p:val>
                                        </p:tav>
                                      </p:tavLst>
                                    </p:anim>
                                  </p:childTnLst>
                                </p:cTn>
                              </p:par>
                            </p:childTnLst>
                          </p:cTn>
                        </p:par>
                        <p:par>
                          <p:cTn id="50" fill="hold">
                            <p:stCondLst>
                              <p:cond delay="1750"/>
                            </p:stCondLst>
                            <p:childTnLst>
                              <p:par>
                                <p:cTn id="51" presetID="41" presetClass="entr" presetSubtype="0" fill="hold" grpId="0" nodeType="afterEffect">
                                  <p:stCondLst>
                                    <p:cond delay="0"/>
                                  </p:stCondLst>
                                  <p:iterate type="lt">
                                    <p:tmPct val="10000"/>
                                  </p:iterate>
                                  <p:childTnLst>
                                    <p:set>
                                      <p:cBhvr>
                                        <p:cTn id="52" dur="1" fill="hold">
                                          <p:stCondLst>
                                            <p:cond delay="0"/>
                                          </p:stCondLst>
                                        </p:cTn>
                                        <p:tgtEl>
                                          <p:spTgt spid="70"/>
                                        </p:tgtEl>
                                        <p:attrNameLst>
                                          <p:attrName>style.visibility</p:attrName>
                                        </p:attrNameLst>
                                      </p:cBhvr>
                                      <p:to>
                                        <p:strVal val="visible"/>
                                      </p:to>
                                    </p:set>
                                    <p:anim calcmode="lin" valueType="num">
                                      <p:cBhvr>
                                        <p:cTn id="53" dur="500" fill="hold"/>
                                        <p:tgtEl>
                                          <p:spTgt spid="70"/>
                                        </p:tgtEl>
                                        <p:attrNameLst>
                                          <p:attrName>ppt_x</p:attrName>
                                        </p:attrNameLst>
                                      </p:cBhvr>
                                      <p:tavLst>
                                        <p:tav tm="0">
                                          <p:val>
                                            <p:strVal val="#ppt_x"/>
                                          </p:val>
                                        </p:tav>
                                        <p:tav tm="50000">
                                          <p:val>
                                            <p:strVal val="#ppt_x+.1"/>
                                          </p:val>
                                        </p:tav>
                                        <p:tav tm="100000">
                                          <p:val>
                                            <p:strVal val="#ppt_x"/>
                                          </p:val>
                                        </p:tav>
                                      </p:tavLst>
                                    </p:anim>
                                    <p:anim calcmode="lin" valueType="num">
                                      <p:cBhvr>
                                        <p:cTn id="54" dur="500" fill="hold"/>
                                        <p:tgtEl>
                                          <p:spTgt spid="70"/>
                                        </p:tgtEl>
                                        <p:attrNameLst>
                                          <p:attrName>ppt_y</p:attrName>
                                        </p:attrNameLst>
                                      </p:cBhvr>
                                      <p:tavLst>
                                        <p:tav tm="0">
                                          <p:val>
                                            <p:strVal val="#ppt_y"/>
                                          </p:val>
                                        </p:tav>
                                        <p:tav tm="100000">
                                          <p:val>
                                            <p:strVal val="#ppt_y"/>
                                          </p:val>
                                        </p:tav>
                                      </p:tavLst>
                                    </p:anim>
                                    <p:anim calcmode="lin" valueType="num">
                                      <p:cBhvr>
                                        <p:cTn id="55" dur="500" fill="hold"/>
                                        <p:tgtEl>
                                          <p:spTgt spid="70"/>
                                        </p:tgtEl>
                                        <p:attrNameLst>
                                          <p:attrName>ppt_h</p:attrName>
                                        </p:attrNameLst>
                                      </p:cBhvr>
                                      <p:tavLst>
                                        <p:tav tm="0">
                                          <p:val>
                                            <p:strVal val="#ppt_h/10"/>
                                          </p:val>
                                        </p:tav>
                                        <p:tav tm="50000">
                                          <p:val>
                                            <p:strVal val="#ppt_h+.01"/>
                                          </p:val>
                                        </p:tav>
                                        <p:tav tm="100000">
                                          <p:val>
                                            <p:strVal val="#ppt_h"/>
                                          </p:val>
                                        </p:tav>
                                      </p:tavLst>
                                    </p:anim>
                                    <p:anim calcmode="lin" valueType="num">
                                      <p:cBhvr>
                                        <p:cTn id="56" dur="500" fill="hold"/>
                                        <p:tgtEl>
                                          <p:spTgt spid="70"/>
                                        </p:tgtEl>
                                        <p:attrNameLst>
                                          <p:attrName>ppt_w</p:attrName>
                                        </p:attrNameLst>
                                      </p:cBhvr>
                                      <p:tavLst>
                                        <p:tav tm="0">
                                          <p:val>
                                            <p:strVal val="#ppt_w/10"/>
                                          </p:val>
                                        </p:tav>
                                        <p:tav tm="50000">
                                          <p:val>
                                            <p:strVal val="#ppt_w+.01"/>
                                          </p:val>
                                        </p:tav>
                                        <p:tav tm="100000">
                                          <p:val>
                                            <p:strVal val="#ppt_w"/>
                                          </p:val>
                                        </p:tav>
                                      </p:tavLst>
                                    </p:anim>
                                    <p:animEffect transition="in" filter="fade">
                                      <p:cBhvr>
                                        <p:cTn id="57" dur="500" tmFilter="0,0; .5, 1; 1, 1"/>
                                        <p:tgtEl>
                                          <p:spTgt spid="70"/>
                                        </p:tgtEl>
                                      </p:cBhvr>
                                    </p:animEffect>
                                  </p:childTnLst>
                                </p:cTn>
                              </p:par>
                            </p:childTnLst>
                          </p:cTn>
                        </p:par>
                        <p:par>
                          <p:cTn id="58" fill="hold">
                            <p:stCondLst>
                              <p:cond delay="2500"/>
                            </p:stCondLst>
                            <p:childTnLst>
                              <p:par>
                                <p:cTn id="59" presetID="42" presetClass="entr" presetSubtype="0" fill="hold" grpId="0" nodeType="afterEffect">
                                  <p:stCondLst>
                                    <p:cond delay="0"/>
                                  </p:stCondLst>
                                  <p:childTnLst>
                                    <p:set>
                                      <p:cBhvr>
                                        <p:cTn id="60" dur="1" fill="hold">
                                          <p:stCondLst>
                                            <p:cond delay="0"/>
                                          </p:stCondLst>
                                        </p:cTn>
                                        <p:tgtEl>
                                          <p:spTgt spid="66"/>
                                        </p:tgtEl>
                                        <p:attrNameLst>
                                          <p:attrName>style.visibility</p:attrName>
                                        </p:attrNameLst>
                                      </p:cBhvr>
                                      <p:to>
                                        <p:strVal val="visible"/>
                                      </p:to>
                                    </p:set>
                                    <p:animEffect transition="in" filter="fade">
                                      <p:cBhvr>
                                        <p:cTn id="61" dur="1000"/>
                                        <p:tgtEl>
                                          <p:spTgt spid="66"/>
                                        </p:tgtEl>
                                      </p:cBhvr>
                                    </p:animEffect>
                                    <p:anim calcmode="lin" valueType="num">
                                      <p:cBhvr>
                                        <p:cTn id="62" dur="1000" fill="hold"/>
                                        <p:tgtEl>
                                          <p:spTgt spid="66"/>
                                        </p:tgtEl>
                                        <p:attrNameLst>
                                          <p:attrName>ppt_x</p:attrName>
                                        </p:attrNameLst>
                                      </p:cBhvr>
                                      <p:tavLst>
                                        <p:tav tm="0">
                                          <p:val>
                                            <p:strVal val="#ppt_x"/>
                                          </p:val>
                                        </p:tav>
                                        <p:tav tm="100000">
                                          <p:val>
                                            <p:strVal val="#ppt_x"/>
                                          </p:val>
                                        </p:tav>
                                      </p:tavLst>
                                    </p:anim>
                                    <p:anim calcmode="lin" valueType="num">
                                      <p:cBhvr>
                                        <p:cTn id="63" dur="1000" fill="hold"/>
                                        <p:tgtEl>
                                          <p:spTgt spid="66"/>
                                        </p:tgtEl>
                                        <p:attrNameLst>
                                          <p:attrName>ppt_y</p:attrName>
                                        </p:attrNameLst>
                                      </p:cBhvr>
                                      <p:tavLst>
                                        <p:tav tm="0">
                                          <p:val>
                                            <p:strVal val="#ppt_y+.1"/>
                                          </p:val>
                                        </p:tav>
                                        <p:tav tm="100000">
                                          <p:val>
                                            <p:strVal val="#ppt_y"/>
                                          </p:val>
                                        </p:tav>
                                      </p:tavLst>
                                    </p:anim>
                                  </p:childTnLst>
                                </p:cTn>
                              </p:par>
                            </p:childTnLst>
                          </p:cTn>
                        </p:par>
                        <p:par>
                          <p:cTn id="64" fill="hold">
                            <p:stCondLst>
                              <p:cond delay="3500"/>
                            </p:stCondLst>
                            <p:childTnLst>
                              <p:par>
                                <p:cTn id="65" presetID="41" presetClass="entr" presetSubtype="0" fill="hold" grpId="0" nodeType="afterEffect">
                                  <p:stCondLst>
                                    <p:cond delay="0"/>
                                  </p:stCondLst>
                                  <p:iterate type="lt">
                                    <p:tmPct val="10000"/>
                                  </p:iterate>
                                  <p:childTnLst>
                                    <p:set>
                                      <p:cBhvr>
                                        <p:cTn id="66" dur="1" fill="hold">
                                          <p:stCondLst>
                                            <p:cond delay="0"/>
                                          </p:stCondLst>
                                        </p:cTn>
                                        <p:tgtEl>
                                          <p:spTgt spid="71"/>
                                        </p:tgtEl>
                                        <p:attrNameLst>
                                          <p:attrName>style.visibility</p:attrName>
                                        </p:attrNameLst>
                                      </p:cBhvr>
                                      <p:to>
                                        <p:strVal val="visible"/>
                                      </p:to>
                                    </p:set>
                                    <p:anim calcmode="lin" valueType="num">
                                      <p:cBhvr>
                                        <p:cTn id="67" dur="500" fill="hold"/>
                                        <p:tgtEl>
                                          <p:spTgt spid="71"/>
                                        </p:tgtEl>
                                        <p:attrNameLst>
                                          <p:attrName>ppt_x</p:attrName>
                                        </p:attrNameLst>
                                      </p:cBhvr>
                                      <p:tavLst>
                                        <p:tav tm="0">
                                          <p:val>
                                            <p:strVal val="#ppt_x"/>
                                          </p:val>
                                        </p:tav>
                                        <p:tav tm="50000">
                                          <p:val>
                                            <p:strVal val="#ppt_x+.1"/>
                                          </p:val>
                                        </p:tav>
                                        <p:tav tm="100000">
                                          <p:val>
                                            <p:strVal val="#ppt_x"/>
                                          </p:val>
                                        </p:tav>
                                      </p:tavLst>
                                    </p:anim>
                                    <p:anim calcmode="lin" valueType="num">
                                      <p:cBhvr>
                                        <p:cTn id="68" dur="500" fill="hold"/>
                                        <p:tgtEl>
                                          <p:spTgt spid="71"/>
                                        </p:tgtEl>
                                        <p:attrNameLst>
                                          <p:attrName>ppt_y</p:attrName>
                                        </p:attrNameLst>
                                      </p:cBhvr>
                                      <p:tavLst>
                                        <p:tav tm="0">
                                          <p:val>
                                            <p:strVal val="#ppt_y"/>
                                          </p:val>
                                        </p:tav>
                                        <p:tav tm="100000">
                                          <p:val>
                                            <p:strVal val="#ppt_y"/>
                                          </p:val>
                                        </p:tav>
                                      </p:tavLst>
                                    </p:anim>
                                    <p:anim calcmode="lin" valueType="num">
                                      <p:cBhvr>
                                        <p:cTn id="69" dur="500" fill="hold"/>
                                        <p:tgtEl>
                                          <p:spTgt spid="71"/>
                                        </p:tgtEl>
                                        <p:attrNameLst>
                                          <p:attrName>ppt_h</p:attrName>
                                        </p:attrNameLst>
                                      </p:cBhvr>
                                      <p:tavLst>
                                        <p:tav tm="0">
                                          <p:val>
                                            <p:strVal val="#ppt_h/10"/>
                                          </p:val>
                                        </p:tav>
                                        <p:tav tm="50000">
                                          <p:val>
                                            <p:strVal val="#ppt_h+.01"/>
                                          </p:val>
                                        </p:tav>
                                        <p:tav tm="100000">
                                          <p:val>
                                            <p:strVal val="#ppt_h"/>
                                          </p:val>
                                        </p:tav>
                                      </p:tavLst>
                                    </p:anim>
                                    <p:anim calcmode="lin" valueType="num">
                                      <p:cBhvr>
                                        <p:cTn id="70" dur="500" fill="hold"/>
                                        <p:tgtEl>
                                          <p:spTgt spid="71"/>
                                        </p:tgtEl>
                                        <p:attrNameLst>
                                          <p:attrName>ppt_w</p:attrName>
                                        </p:attrNameLst>
                                      </p:cBhvr>
                                      <p:tavLst>
                                        <p:tav tm="0">
                                          <p:val>
                                            <p:strVal val="#ppt_w/10"/>
                                          </p:val>
                                        </p:tav>
                                        <p:tav tm="50000">
                                          <p:val>
                                            <p:strVal val="#ppt_w+.01"/>
                                          </p:val>
                                        </p:tav>
                                        <p:tav tm="100000">
                                          <p:val>
                                            <p:strVal val="#ppt_w"/>
                                          </p:val>
                                        </p:tav>
                                      </p:tavLst>
                                    </p:anim>
                                    <p:animEffect transition="in" filter="fade">
                                      <p:cBhvr>
                                        <p:cTn id="71" dur="500" tmFilter="0,0; .5, 1; 1, 1"/>
                                        <p:tgtEl>
                                          <p:spTgt spid="71"/>
                                        </p:tgtEl>
                                      </p:cBhvr>
                                    </p:animEffect>
                                  </p:childTnLst>
                                </p:cTn>
                              </p:par>
                            </p:childTnLst>
                          </p:cTn>
                        </p:par>
                        <p:par>
                          <p:cTn id="72" fill="hold">
                            <p:stCondLst>
                              <p:cond delay="4250"/>
                            </p:stCondLst>
                            <p:childTnLst>
                              <p:par>
                                <p:cTn id="73" presetID="42" presetClass="entr" presetSubtype="0" fill="hold" grpId="0" nodeType="afterEffect">
                                  <p:stCondLst>
                                    <p:cond delay="0"/>
                                  </p:stCondLst>
                                  <p:childTnLst>
                                    <p:set>
                                      <p:cBhvr>
                                        <p:cTn id="74" dur="1" fill="hold">
                                          <p:stCondLst>
                                            <p:cond delay="0"/>
                                          </p:stCondLst>
                                        </p:cTn>
                                        <p:tgtEl>
                                          <p:spTgt spid="67"/>
                                        </p:tgtEl>
                                        <p:attrNameLst>
                                          <p:attrName>style.visibility</p:attrName>
                                        </p:attrNameLst>
                                      </p:cBhvr>
                                      <p:to>
                                        <p:strVal val="visible"/>
                                      </p:to>
                                    </p:set>
                                    <p:animEffect transition="in" filter="fade">
                                      <p:cBhvr>
                                        <p:cTn id="75" dur="1000"/>
                                        <p:tgtEl>
                                          <p:spTgt spid="67"/>
                                        </p:tgtEl>
                                      </p:cBhvr>
                                    </p:animEffect>
                                    <p:anim calcmode="lin" valueType="num">
                                      <p:cBhvr>
                                        <p:cTn id="76" dur="1000" fill="hold"/>
                                        <p:tgtEl>
                                          <p:spTgt spid="67"/>
                                        </p:tgtEl>
                                        <p:attrNameLst>
                                          <p:attrName>ppt_x</p:attrName>
                                        </p:attrNameLst>
                                      </p:cBhvr>
                                      <p:tavLst>
                                        <p:tav tm="0">
                                          <p:val>
                                            <p:strVal val="#ppt_x"/>
                                          </p:val>
                                        </p:tav>
                                        <p:tav tm="100000">
                                          <p:val>
                                            <p:strVal val="#ppt_x"/>
                                          </p:val>
                                        </p:tav>
                                      </p:tavLst>
                                    </p:anim>
                                    <p:anim calcmode="lin" valueType="num">
                                      <p:cBhvr>
                                        <p:cTn id="77" dur="1000" fill="hold"/>
                                        <p:tgtEl>
                                          <p:spTgt spid="67"/>
                                        </p:tgtEl>
                                        <p:attrNameLst>
                                          <p:attrName>ppt_y</p:attrName>
                                        </p:attrNameLst>
                                      </p:cBhvr>
                                      <p:tavLst>
                                        <p:tav tm="0">
                                          <p:val>
                                            <p:strVal val="#ppt_y+.1"/>
                                          </p:val>
                                        </p:tav>
                                        <p:tav tm="100000">
                                          <p:val>
                                            <p:strVal val="#ppt_y"/>
                                          </p:val>
                                        </p:tav>
                                      </p:tavLst>
                                    </p:anim>
                                  </p:childTnLst>
                                </p:cTn>
                              </p:par>
                            </p:childTnLst>
                          </p:cTn>
                        </p:par>
                        <p:par>
                          <p:cTn id="78" fill="hold">
                            <p:stCondLst>
                              <p:cond delay="5250"/>
                            </p:stCondLst>
                            <p:childTnLst>
                              <p:par>
                                <p:cTn id="79" presetID="41" presetClass="entr" presetSubtype="0" fill="hold" grpId="0" nodeType="afterEffect">
                                  <p:stCondLst>
                                    <p:cond delay="0"/>
                                  </p:stCondLst>
                                  <p:iterate type="lt">
                                    <p:tmPct val="10000"/>
                                  </p:iterate>
                                  <p:childTnLst>
                                    <p:set>
                                      <p:cBhvr>
                                        <p:cTn id="80" dur="1" fill="hold">
                                          <p:stCondLst>
                                            <p:cond delay="0"/>
                                          </p:stCondLst>
                                        </p:cTn>
                                        <p:tgtEl>
                                          <p:spTgt spid="72"/>
                                        </p:tgtEl>
                                        <p:attrNameLst>
                                          <p:attrName>style.visibility</p:attrName>
                                        </p:attrNameLst>
                                      </p:cBhvr>
                                      <p:to>
                                        <p:strVal val="visible"/>
                                      </p:to>
                                    </p:set>
                                    <p:anim calcmode="lin" valueType="num">
                                      <p:cBhvr>
                                        <p:cTn id="81" dur="500" fill="hold"/>
                                        <p:tgtEl>
                                          <p:spTgt spid="72"/>
                                        </p:tgtEl>
                                        <p:attrNameLst>
                                          <p:attrName>ppt_x</p:attrName>
                                        </p:attrNameLst>
                                      </p:cBhvr>
                                      <p:tavLst>
                                        <p:tav tm="0">
                                          <p:val>
                                            <p:strVal val="#ppt_x"/>
                                          </p:val>
                                        </p:tav>
                                        <p:tav tm="50000">
                                          <p:val>
                                            <p:strVal val="#ppt_x+.1"/>
                                          </p:val>
                                        </p:tav>
                                        <p:tav tm="100000">
                                          <p:val>
                                            <p:strVal val="#ppt_x"/>
                                          </p:val>
                                        </p:tav>
                                      </p:tavLst>
                                    </p:anim>
                                    <p:anim calcmode="lin" valueType="num">
                                      <p:cBhvr>
                                        <p:cTn id="82" dur="500" fill="hold"/>
                                        <p:tgtEl>
                                          <p:spTgt spid="72"/>
                                        </p:tgtEl>
                                        <p:attrNameLst>
                                          <p:attrName>ppt_y</p:attrName>
                                        </p:attrNameLst>
                                      </p:cBhvr>
                                      <p:tavLst>
                                        <p:tav tm="0">
                                          <p:val>
                                            <p:strVal val="#ppt_y"/>
                                          </p:val>
                                        </p:tav>
                                        <p:tav tm="100000">
                                          <p:val>
                                            <p:strVal val="#ppt_y"/>
                                          </p:val>
                                        </p:tav>
                                      </p:tavLst>
                                    </p:anim>
                                    <p:anim calcmode="lin" valueType="num">
                                      <p:cBhvr>
                                        <p:cTn id="83" dur="500" fill="hold"/>
                                        <p:tgtEl>
                                          <p:spTgt spid="72"/>
                                        </p:tgtEl>
                                        <p:attrNameLst>
                                          <p:attrName>ppt_h</p:attrName>
                                        </p:attrNameLst>
                                      </p:cBhvr>
                                      <p:tavLst>
                                        <p:tav tm="0">
                                          <p:val>
                                            <p:strVal val="#ppt_h/10"/>
                                          </p:val>
                                        </p:tav>
                                        <p:tav tm="50000">
                                          <p:val>
                                            <p:strVal val="#ppt_h+.01"/>
                                          </p:val>
                                        </p:tav>
                                        <p:tav tm="100000">
                                          <p:val>
                                            <p:strVal val="#ppt_h"/>
                                          </p:val>
                                        </p:tav>
                                      </p:tavLst>
                                    </p:anim>
                                    <p:anim calcmode="lin" valueType="num">
                                      <p:cBhvr>
                                        <p:cTn id="84" dur="500" fill="hold"/>
                                        <p:tgtEl>
                                          <p:spTgt spid="72"/>
                                        </p:tgtEl>
                                        <p:attrNameLst>
                                          <p:attrName>ppt_w</p:attrName>
                                        </p:attrNameLst>
                                      </p:cBhvr>
                                      <p:tavLst>
                                        <p:tav tm="0">
                                          <p:val>
                                            <p:strVal val="#ppt_w/10"/>
                                          </p:val>
                                        </p:tav>
                                        <p:tav tm="50000">
                                          <p:val>
                                            <p:strVal val="#ppt_w+.01"/>
                                          </p:val>
                                        </p:tav>
                                        <p:tav tm="100000">
                                          <p:val>
                                            <p:strVal val="#ppt_w"/>
                                          </p:val>
                                        </p:tav>
                                      </p:tavLst>
                                    </p:anim>
                                    <p:animEffect transition="in" filter="fade">
                                      <p:cBhvr>
                                        <p:cTn id="85" dur="500" tmFilter="0,0; .5, 1; 1, 1"/>
                                        <p:tgtEl>
                                          <p:spTgt spid="72"/>
                                        </p:tgtEl>
                                      </p:cBhvr>
                                    </p:animEffect>
                                  </p:childTnLst>
                                </p:cTn>
                              </p:par>
                            </p:childTnLst>
                          </p:cTn>
                        </p:par>
                        <p:par>
                          <p:cTn id="86" fill="hold">
                            <p:stCondLst>
                              <p:cond delay="6000"/>
                            </p:stCondLst>
                            <p:childTnLst>
                              <p:par>
                                <p:cTn id="87" presetID="42" presetClass="entr" presetSubtype="0" fill="hold" grpId="0" nodeType="afterEffect">
                                  <p:stCondLst>
                                    <p:cond delay="0"/>
                                  </p:stCondLst>
                                  <p:childTnLst>
                                    <p:set>
                                      <p:cBhvr>
                                        <p:cTn id="88" dur="1" fill="hold">
                                          <p:stCondLst>
                                            <p:cond delay="0"/>
                                          </p:stCondLst>
                                        </p:cTn>
                                        <p:tgtEl>
                                          <p:spTgt spid="68"/>
                                        </p:tgtEl>
                                        <p:attrNameLst>
                                          <p:attrName>style.visibility</p:attrName>
                                        </p:attrNameLst>
                                      </p:cBhvr>
                                      <p:to>
                                        <p:strVal val="visible"/>
                                      </p:to>
                                    </p:set>
                                    <p:animEffect transition="in" filter="fade">
                                      <p:cBhvr>
                                        <p:cTn id="89" dur="1000"/>
                                        <p:tgtEl>
                                          <p:spTgt spid="68"/>
                                        </p:tgtEl>
                                      </p:cBhvr>
                                    </p:animEffect>
                                    <p:anim calcmode="lin" valueType="num">
                                      <p:cBhvr>
                                        <p:cTn id="90" dur="1000" fill="hold"/>
                                        <p:tgtEl>
                                          <p:spTgt spid="68"/>
                                        </p:tgtEl>
                                        <p:attrNameLst>
                                          <p:attrName>ppt_x</p:attrName>
                                        </p:attrNameLst>
                                      </p:cBhvr>
                                      <p:tavLst>
                                        <p:tav tm="0">
                                          <p:val>
                                            <p:strVal val="#ppt_x"/>
                                          </p:val>
                                        </p:tav>
                                        <p:tav tm="100000">
                                          <p:val>
                                            <p:strVal val="#ppt_x"/>
                                          </p:val>
                                        </p:tav>
                                      </p:tavLst>
                                    </p:anim>
                                    <p:anim calcmode="lin" valueType="num">
                                      <p:cBhvr>
                                        <p:cTn id="91" dur="1000" fill="hold"/>
                                        <p:tgtEl>
                                          <p:spTgt spid="6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8" grpId="0"/>
      <p:bldP spid="59" grpId="0" animBg="1"/>
      <p:bldP spid="60" grpId="0" animBg="1"/>
      <p:bldP spid="61" grpId="0" animBg="1"/>
      <p:bldP spid="62" grpId="0" animBg="1"/>
      <p:bldP spid="63" grpId="0" animBg="1"/>
      <p:bldP spid="64" grpId="0" animBg="1"/>
      <p:bldP spid="65" grpId="0" animBg="1"/>
      <p:bldP spid="66" grpId="0"/>
      <p:bldP spid="67" grpId="0"/>
      <p:bldP spid="68" grpId="0"/>
      <p:bldP spid="69" grpId="0"/>
      <p:bldP spid="70" grpId="0"/>
      <p:bldP spid="71" grpId="0"/>
      <p:bldP spid="7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a:off x="2339753" y="1643229"/>
            <a:ext cx="6804248" cy="1648601"/>
          </a:xfrm>
          <a:prstGeom prst="rect">
            <a:avLst/>
          </a:prstGeom>
          <a:solidFill>
            <a:schemeClr val="accent1"/>
          </a:solidFill>
          <a:ln w="9525">
            <a:noFill/>
            <a:miter lim="800000"/>
            <a:headEnd/>
            <a:tailEnd/>
          </a:ln>
        </p:spPr>
        <p:txBody>
          <a:bodyPr wrap="none" anchor="ctr"/>
          <a:lstStyle/>
          <a:p>
            <a:endParaRPr lang="zh-CN" altLang="en-US" sz="1600">
              <a:latin typeface="Calibri" pitchFamily="34" charset="0"/>
            </a:endParaRPr>
          </a:p>
        </p:txBody>
      </p:sp>
      <p:sp>
        <p:nvSpPr>
          <p:cNvPr id="23" name="矩形 22"/>
          <p:cNvSpPr/>
          <p:nvPr/>
        </p:nvSpPr>
        <p:spPr>
          <a:xfrm>
            <a:off x="1" y="1643229"/>
            <a:ext cx="2339751" cy="16486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105235" fontAlgn="auto">
              <a:spcBef>
                <a:spcPts val="0"/>
              </a:spcBef>
              <a:spcAft>
                <a:spcPts val="0"/>
              </a:spcAft>
              <a:defRPr/>
            </a:pPr>
            <a:endParaRPr lang="zh-CN" altLang="en-US" sz="1600"/>
          </a:p>
        </p:txBody>
      </p:sp>
      <p:sp>
        <p:nvSpPr>
          <p:cNvPr id="24" name="Text Box 2"/>
          <p:cNvSpPr txBox="1">
            <a:spLocks noChangeArrowheads="1"/>
          </p:cNvSpPr>
          <p:nvPr/>
        </p:nvSpPr>
        <p:spPr bwMode="auto">
          <a:xfrm>
            <a:off x="2699792" y="1923678"/>
            <a:ext cx="4858820" cy="646331"/>
          </a:xfrm>
          <a:prstGeom prst="rect">
            <a:avLst/>
          </a:prstGeom>
          <a:noFill/>
          <a:ln w="9525">
            <a:noFill/>
            <a:miter lim="800000"/>
            <a:headEnd/>
            <a:tailEnd/>
          </a:ln>
        </p:spPr>
        <p:txBody>
          <a:bodyPr wrap="square">
            <a:spAutoFit/>
          </a:bodyPr>
          <a:lstStyle/>
          <a:p>
            <a:pPr lvl="0">
              <a:defRPr/>
            </a:pPr>
            <a:r>
              <a:rPr lang="zh-CN" altLang="en-US" sz="3600" b="1" kern="0" dirty="0" smtClean="0">
                <a:solidFill>
                  <a:schemeClr val="bg1"/>
                </a:solidFill>
                <a:latin typeface="微软雅黑" pitchFamily="34" charset="-122"/>
                <a:ea typeface="微软雅黑" pitchFamily="34" charset="-122"/>
              </a:rPr>
              <a:t>在此输入过渡页标题</a:t>
            </a:r>
            <a:endParaRPr lang="zh-CN" altLang="en-US" sz="3600" b="1" kern="0" dirty="0">
              <a:solidFill>
                <a:schemeClr val="bg1"/>
              </a:solidFill>
              <a:latin typeface="微软雅黑" pitchFamily="34" charset="-122"/>
              <a:ea typeface="微软雅黑" pitchFamily="34" charset="-122"/>
            </a:endParaRPr>
          </a:p>
        </p:txBody>
      </p:sp>
      <p:sp>
        <p:nvSpPr>
          <p:cNvPr id="25" name="Text Box 2"/>
          <p:cNvSpPr txBox="1">
            <a:spLocks noChangeArrowheads="1"/>
          </p:cNvSpPr>
          <p:nvPr/>
        </p:nvSpPr>
        <p:spPr bwMode="auto">
          <a:xfrm>
            <a:off x="2749180" y="2643758"/>
            <a:ext cx="4809432" cy="307777"/>
          </a:xfrm>
          <a:prstGeom prst="rect">
            <a:avLst/>
          </a:prstGeom>
          <a:noFill/>
          <a:ln w="9525">
            <a:noFill/>
            <a:miter lim="800000"/>
            <a:headEnd/>
            <a:tailEnd/>
          </a:ln>
        </p:spPr>
        <p:txBody>
          <a:bodyPr wrap="square">
            <a:spAutoFit/>
          </a:bodyPr>
          <a:lstStyle/>
          <a:p>
            <a:pPr lvl="0">
              <a:defRPr/>
            </a:pPr>
            <a:r>
              <a:rPr lang="zh-CN" altLang="en-US" sz="1400" kern="0" dirty="0">
                <a:solidFill>
                  <a:schemeClr val="bg1"/>
                </a:solidFill>
                <a:latin typeface="微软雅黑" pitchFamily="34" charset="-122"/>
                <a:ea typeface="微软雅黑" pitchFamily="34" charset="-122"/>
              </a:rPr>
              <a:t>点击</a:t>
            </a:r>
            <a:r>
              <a:rPr lang="zh-CN" altLang="en-US" sz="1400" kern="0" dirty="0" smtClean="0">
                <a:solidFill>
                  <a:schemeClr val="bg1"/>
                </a:solidFill>
                <a:latin typeface="微软雅黑" pitchFamily="34" charset="-122"/>
                <a:ea typeface="微软雅黑" pitchFamily="34" charset="-122"/>
              </a:rPr>
              <a:t>录入</a:t>
            </a:r>
            <a:r>
              <a:rPr lang="zh-CN" altLang="en-US" sz="1400" kern="0" dirty="0">
                <a:solidFill>
                  <a:schemeClr val="bg1"/>
                </a:solidFill>
                <a:latin typeface="微软雅黑" pitchFamily="34" charset="-122"/>
                <a:ea typeface="微软雅黑" pitchFamily="34" charset="-122"/>
              </a:rPr>
              <a:t>此部分的内容及说明，</a:t>
            </a:r>
            <a:r>
              <a:rPr lang="zh-CN" altLang="en-US" sz="1400" kern="0" dirty="0" smtClean="0">
                <a:solidFill>
                  <a:schemeClr val="bg1"/>
                </a:solidFill>
                <a:latin typeface="微软雅黑" pitchFamily="34" charset="-122"/>
                <a:ea typeface="微软雅黑" pitchFamily="34" charset="-122"/>
              </a:rPr>
              <a:t>简单扼要。</a:t>
            </a:r>
            <a:endParaRPr lang="zh-CN" altLang="en-US" sz="1400" kern="0" dirty="0">
              <a:solidFill>
                <a:schemeClr val="bg1"/>
              </a:solidFill>
              <a:latin typeface="微软雅黑" pitchFamily="34" charset="-122"/>
              <a:ea typeface="微软雅黑" pitchFamily="34" charset="-122"/>
            </a:endParaRPr>
          </a:p>
        </p:txBody>
      </p:sp>
      <p:sp>
        <p:nvSpPr>
          <p:cNvPr id="7" name="TextBox 6"/>
          <p:cNvSpPr txBox="1"/>
          <p:nvPr/>
        </p:nvSpPr>
        <p:spPr>
          <a:xfrm>
            <a:off x="499526" y="1773272"/>
            <a:ext cx="1353256" cy="1446550"/>
          </a:xfrm>
          <a:prstGeom prst="rect">
            <a:avLst/>
          </a:prstGeom>
          <a:noFill/>
        </p:spPr>
        <p:txBody>
          <a:bodyPr wrap="none" rtlCol="0">
            <a:spAutoFit/>
          </a:bodyPr>
          <a:lstStyle/>
          <a:p>
            <a:pPr algn="ctr"/>
            <a:r>
              <a:rPr lang="en-US" altLang="zh-CN" sz="8800" dirty="0" smtClean="0">
                <a:solidFill>
                  <a:schemeClr val="bg1"/>
                </a:solidFill>
                <a:latin typeface="Impact" panose="020B0806030902050204" pitchFamily="34" charset="0"/>
                <a:ea typeface="微软雅黑" panose="020B0503020204020204" pitchFamily="34" charset="-122"/>
              </a:rPr>
              <a:t>04</a:t>
            </a:r>
            <a:endParaRPr lang="zh-CN" altLang="en-US" sz="8800" dirty="0">
              <a:solidFill>
                <a:schemeClr val="bg1"/>
              </a:solidFill>
              <a:latin typeface="Impact" panose="020B0806030902050204" pitchFamily="34" charset="0"/>
              <a:ea typeface="微软雅黑" panose="020B0503020204020204" pitchFamily="34" charset="-122"/>
            </a:endParaRPr>
          </a:p>
        </p:txBody>
      </p:sp>
    </p:spTree>
    <p:extLst>
      <p:ext uri="{BB962C8B-B14F-4D97-AF65-F5344CB8AC3E}">
        <p14:creationId xmlns:p14="http://schemas.microsoft.com/office/powerpoint/2010/main" val="931121593"/>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1+#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49" presetClass="entr" presetSubtype="0" decel="10000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p:cTn id="16" dur="500" fill="hold"/>
                                        <p:tgtEl>
                                          <p:spTgt spid="7"/>
                                        </p:tgtEl>
                                        <p:attrNameLst>
                                          <p:attrName>ppt_w</p:attrName>
                                        </p:attrNameLst>
                                      </p:cBhvr>
                                      <p:tavLst>
                                        <p:tav tm="0">
                                          <p:val>
                                            <p:fltVal val="0"/>
                                          </p:val>
                                        </p:tav>
                                        <p:tav tm="100000">
                                          <p:val>
                                            <p:strVal val="#ppt_w"/>
                                          </p:val>
                                        </p:tav>
                                      </p:tavLst>
                                    </p:anim>
                                    <p:anim calcmode="lin" valueType="num">
                                      <p:cBhvr>
                                        <p:cTn id="17" dur="500" fill="hold"/>
                                        <p:tgtEl>
                                          <p:spTgt spid="7"/>
                                        </p:tgtEl>
                                        <p:attrNameLst>
                                          <p:attrName>ppt_h</p:attrName>
                                        </p:attrNameLst>
                                      </p:cBhvr>
                                      <p:tavLst>
                                        <p:tav tm="0">
                                          <p:val>
                                            <p:fltVal val="0"/>
                                          </p:val>
                                        </p:tav>
                                        <p:tav tm="100000">
                                          <p:val>
                                            <p:strVal val="#ppt_h"/>
                                          </p:val>
                                        </p:tav>
                                      </p:tavLst>
                                    </p:anim>
                                    <p:anim calcmode="lin" valueType="num">
                                      <p:cBhvr>
                                        <p:cTn id="18" dur="500" fill="hold"/>
                                        <p:tgtEl>
                                          <p:spTgt spid="7"/>
                                        </p:tgtEl>
                                        <p:attrNameLst>
                                          <p:attrName>style.rotation</p:attrName>
                                        </p:attrNameLst>
                                      </p:cBhvr>
                                      <p:tavLst>
                                        <p:tav tm="0">
                                          <p:val>
                                            <p:fltVal val="360"/>
                                          </p:val>
                                        </p:tav>
                                        <p:tav tm="100000">
                                          <p:val>
                                            <p:fltVal val="0"/>
                                          </p:val>
                                        </p:tav>
                                      </p:tavLst>
                                    </p:anim>
                                    <p:animEffect transition="in" filter="fade">
                                      <p:cBhvr>
                                        <p:cTn id="19" dur="500"/>
                                        <p:tgtEl>
                                          <p:spTgt spid="7"/>
                                        </p:tgtEl>
                                      </p:cBhvr>
                                    </p:animEffect>
                                  </p:childTnLst>
                                </p:cTn>
                              </p:par>
                            </p:childTnLst>
                          </p:cTn>
                        </p:par>
                        <p:par>
                          <p:cTn id="20" fill="hold">
                            <p:stCondLst>
                              <p:cond delay="1000"/>
                            </p:stCondLst>
                            <p:childTnLst>
                              <p:par>
                                <p:cTn id="21" presetID="41" presetClass="entr" presetSubtype="0" fill="hold" grpId="0" nodeType="afterEffect">
                                  <p:stCondLst>
                                    <p:cond delay="0"/>
                                  </p:stCondLst>
                                  <p:iterate type="lt">
                                    <p:tmPct val="10000"/>
                                  </p:iterate>
                                  <p:childTnLst>
                                    <p:set>
                                      <p:cBhvr>
                                        <p:cTn id="22" dur="1" fill="hold">
                                          <p:stCondLst>
                                            <p:cond delay="0"/>
                                          </p:stCondLst>
                                        </p:cTn>
                                        <p:tgtEl>
                                          <p:spTgt spid="24"/>
                                        </p:tgtEl>
                                        <p:attrNameLst>
                                          <p:attrName>style.visibility</p:attrName>
                                        </p:attrNameLst>
                                      </p:cBhvr>
                                      <p:to>
                                        <p:strVal val="visible"/>
                                      </p:to>
                                    </p:set>
                                    <p:anim calcmode="lin" valueType="num">
                                      <p:cBhvr>
                                        <p:cTn id="23" dur="800" fill="hold"/>
                                        <p:tgtEl>
                                          <p:spTgt spid="24"/>
                                        </p:tgtEl>
                                        <p:attrNameLst>
                                          <p:attrName>ppt_x</p:attrName>
                                        </p:attrNameLst>
                                      </p:cBhvr>
                                      <p:tavLst>
                                        <p:tav tm="0">
                                          <p:val>
                                            <p:strVal val="#ppt_x"/>
                                          </p:val>
                                        </p:tav>
                                        <p:tav tm="50000">
                                          <p:val>
                                            <p:strVal val="#ppt_x+.1"/>
                                          </p:val>
                                        </p:tav>
                                        <p:tav tm="100000">
                                          <p:val>
                                            <p:strVal val="#ppt_x"/>
                                          </p:val>
                                        </p:tav>
                                      </p:tavLst>
                                    </p:anim>
                                    <p:anim calcmode="lin" valueType="num">
                                      <p:cBhvr>
                                        <p:cTn id="24" dur="800" fill="hold"/>
                                        <p:tgtEl>
                                          <p:spTgt spid="24"/>
                                        </p:tgtEl>
                                        <p:attrNameLst>
                                          <p:attrName>ppt_y</p:attrName>
                                        </p:attrNameLst>
                                      </p:cBhvr>
                                      <p:tavLst>
                                        <p:tav tm="0">
                                          <p:val>
                                            <p:strVal val="#ppt_y"/>
                                          </p:val>
                                        </p:tav>
                                        <p:tav tm="100000">
                                          <p:val>
                                            <p:strVal val="#ppt_y"/>
                                          </p:val>
                                        </p:tav>
                                      </p:tavLst>
                                    </p:anim>
                                    <p:anim calcmode="lin" valueType="num">
                                      <p:cBhvr>
                                        <p:cTn id="25" dur="800" fill="hold"/>
                                        <p:tgtEl>
                                          <p:spTgt spid="24"/>
                                        </p:tgtEl>
                                        <p:attrNameLst>
                                          <p:attrName>ppt_h</p:attrName>
                                        </p:attrNameLst>
                                      </p:cBhvr>
                                      <p:tavLst>
                                        <p:tav tm="0">
                                          <p:val>
                                            <p:strVal val="#ppt_h/10"/>
                                          </p:val>
                                        </p:tav>
                                        <p:tav tm="50000">
                                          <p:val>
                                            <p:strVal val="#ppt_h+.01"/>
                                          </p:val>
                                        </p:tav>
                                        <p:tav tm="100000">
                                          <p:val>
                                            <p:strVal val="#ppt_h"/>
                                          </p:val>
                                        </p:tav>
                                      </p:tavLst>
                                    </p:anim>
                                    <p:anim calcmode="lin" valueType="num">
                                      <p:cBhvr>
                                        <p:cTn id="26" dur="800" fill="hold"/>
                                        <p:tgtEl>
                                          <p:spTgt spid="24"/>
                                        </p:tgtEl>
                                        <p:attrNameLst>
                                          <p:attrName>ppt_w</p:attrName>
                                        </p:attrNameLst>
                                      </p:cBhvr>
                                      <p:tavLst>
                                        <p:tav tm="0">
                                          <p:val>
                                            <p:strVal val="#ppt_w/10"/>
                                          </p:val>
                                        </p:tav>
                                        <p:tav tm="50000">
                                          <p:val>
                                            <p:strVal val="#ppt_w+.01"/>
                                          </p:val>
                                        </p:tav>
                                        <p:tav tm="100000">
                                          <p:val>
                                            <p:strVal val="#ppt_w"/>
                                          </p:val>
                                        </p:tav>
                                      </p:tavLst>
                                    </p:anim>
                                    <p:animEffect transition="in" filter="fade">
                                      <p:cBhvr>
                                        <p:cTn id="27" dur="800" tmFilter="0,0; .5, 1; 1, 1"/>
                                        <p:tgtEl>
                                          <p:spTgt spid="24"/>
                                        </p:tgtEl>
                                      </p:cBhvr>
                                    </p:animEffect>
                                  </p:childTnLst>
                                </p:cTn>
                              </p:par>
                            </p:childTnLst>
                          </p:cTn>
                        </p:par>
                        <p:par>
                          <p:cTn id="28" fill="hold">
                            <p:stCondLst>
                              <p:cond delay="2440"/>
                            </p:stCondLst>
                            <p:childTnLst>
                              <p:par>
                                <p:cTn id="29" presetID="22" presetClass="entr" presetSubtype="4"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wipe(down)">
                                      <p:cBhvr>
                                        <p:cTn id="3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p:bldP spid="25" grpId="0"/>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五边形 25"/>
          <p:cNvSpPr/>
          <p:nvPr/>
        </p:nvSpPr>
        <p:spPr bwMode="auto">
          <a:xfrm>
            <a:off x="2212172" y="1447848"/>
            <a:ext cx="1258035" cy="386488"/>
          </a:xfrm>
          <a:prstGeom prst="homePlate">
            <a:avLst/>
          </a:prstGeom>
          <a:solidFill>
            <a:schemeClr val="accent1"/>
          </a:solidFill>
          <a:ln w="3175" cap="flat" cmpd="sng">
            <a:noFill/>
            <a:bevel/>
            <a:headEnd/>
            <a:tailEnd/>
          </a:ln>
        </p:spPr>
        <p:txBody>
          <a:bodyPr lIns="62118" tIns="31058" rIns="62118" bIns="31058" anchor="ctr"/>
          <a:lstStyle/>
          <a:p>
            <a:pPr algn="ctr"/>
            <a:endParaRPr lang="zh-CN" altLang="en-US" sz="1400" b="1" dirty="0">
              <a:solidFill>
                <a:srgbClr val="F8F8F8"/>
              </a:solidFill>
              <a:latin typeface="Arial" pitchFamily="34" charset="0"/>
              <a:ea typeface="微软雅黑" pitchFamily="34" charset="-122"/>
            </a:endParaRPr>
          </a:p>
        </p:txBody>
      </p:sp>
      <p:sp>
        <p:nvSpPr>
          <p:cNvPr id="27" name="TextBox 22"/>
          <p:cNvSpPr txBox="1">
            <a:spLocks noChangeArrowheads="1"/>
          </p:cNvSpPr>
          <p:nvPr/>
        </p:nvSpPr>
        <p:spPr bwMode="auto">
          <a:xfrm>
            <a:off x="2348493" y="1509526"/>
            <a:ext cx="1056462" cy="251094"/>
          </a:xfrm>
          <a:prstGeom prst="rect">
            <a:avLst/>
          </a:prstGeom>
          <a:noFill/>
          <a:ln w="3175" cap="flat" cmpd="sng">
            <a:noFill/>
            <a:bevel/>
            <a:headEnd/>
            <a:tailEnd/>
          </a:ln>
        </p:spPr>
        <p:txBody>
          <a:bodyPr lIns="62118" tIns="31058" rIns="62118" bIns="31058" anchor="ctr"/>
          <a:lstStyle>
            <a:defPPr>
              <a:defRPr lang="zh-CN"/>
            </a:defPPr>
            <a:lvl1pPr algn="ctr">
              <a:defRPr sz="2000" b="1">
                <a:solidFill>
                  <a:srgbClr val="F8F8F8"/>
                </a:solidFill>
                <a:ea typeface="微软雅黑" pitchFamily="34" charset="-122"/>
              </a:defRPr>
            </a:lvl1pPr>
          </a:lstStyle>
          <a:p>
            <a:pPr algn="l"/>
            <a:r>
              <a:rPr lang="zh-CN" altLang="en-US" sz="1100" dirty="0"/>
              <a:t>添加标题</a:t>
            </a:r>
          </a:p>
        </p:txBody>
      </p:sp>
      <p:sp>
        <p:nvSpPr>
          <p:cNvPr id="28" name="五边形 27"/>
          <p:cNvSpPr/>
          <p:nvPr/>
        </p:nvSpPr>
        <p:spPr bwMode="auto">
          <a:xfrm>
            <a:off x="2212171" y="2638075"/>
            <a:ext cx="1258036" cy="386488"/>
          </a:xfrm>
          <a:prstGeom prst="homePlate">
            <a:avLst/>
          </a:prstGeom>
          <a:solidFill>
            <a:schemeClr val="accent1"/>
          </a:solidFill>
          <a:ln w="3175" cap="flat" cmpd="sng">
            <a:noFill/>
            <a:bevel/>
            <a:headEnd/>
            <a:tailEnd/>
          </a:ln>
        </p:spPr>
        <p:txBody>
          <a:bodyPr lIns="62118" tIns="31058" rIns="62118" bIns="31058" anchor="ctr"/>
          <a:lstStyle/>
          <a:p>
            <a:pPr algn="ctr"/>
            <a:endParaRPr lang="zh-CN" altLang="en-US" sz="1400" b="1" dirty="0">
              <a:solidFill>
                <a:srgbClr val="F8F8F8"/>
              </a:solidFill>
              <a:latin typeface="Arial" pitchFamily="34" charset="0"/>
              <a:ea typeface="微软雅黑" pitchFamily="34" charset="-122"/>
            </a:endParaRPr>
          </a:p>
        </p:txBody>
      </p:sp>
      <p:sp>
        <p:nvSpPr>
          <p:cNvPr id="29" name="TextBox 22"/>
          <p:cNvSpPr txBox="1">
            <a:spLocks noChangeArrowheads="1"/>
          </p:cNvSpPr>
          <p:nvPr/>
        </p:nvSpPr>
        <p:spPr bwMode="auto">
          <a:xfrm>
            <a:off x="2354164" y="2714277"/>
            <a:ext cx="1050789" cy="251094"/>
          </a:xfrm>
          <a:prstGeom prst="rect">
            <a:avLst/>
          </a:prstGeom>
          <a:noFill/>
          <a:ln w="3175" cap="flat" cmpd="sng">
            <a:noFill/>
            <a:bevel/>
            <a:headEnd/>
            <a:tailEnd/>
          </a:ln>
        </p:spPr>
        <p:txBody>
          <a:bodyPr lIns="62118" tIns="31058" rIns="62118" bIns="31058" anchor="ctr"/>
          <a:lstStyle>
            <a:defPPr>
              <a:defRPr lang="zh-CN"/>
            </a:defPPr>
            <a:lvl1pPr algn="ctr">
              <a:defRPr sz="2000" b="1">
                <a:solidFill>
                  <a:srgbClr val="F8F8F8"/>
                </a:solidFill>
                <a:ea typeface="微软雅黑" pitchFamily="34" charset="-122"/>
              </a:defRPr>
            </a:lvl1pPr>
          </a:lstStyle>
          <a:p>
            <a:pPr algn="l"/>
            <a:r>
              <a:rPr lang="zh-CN" altLang="en-US" sz="1100" dirty="0"/>
              <a:t>添加标题</a:t>
            </a:r>
          </a:p>
        </p:txBody>
      </p:sp>
      <p:sp>
        <p:nvSpPr>
          <p:cNvPr id="30" name="五边形 29"/>
          <p:cNvSpPr/>
          <p:nvPr/>
        </p:nvSpPr>
        <p:spPr bwMode="auto">
          <a:xfrm>
            <a:off x="2212171" y="3885006"/>
            <a:ext cx="1258036" cy="386488"/>
          </a:xfrm>
          <a:prstGeom prst="homePlate">
            <a:avLst/>
          </a:prstGeom>
          <a:solidFill>
            <a:schemeClr val="accent1"/>
          </a:solidFill>
          <a:ln w="3175" cap="flat" cmpd="sng">
            <a:noFill/>
            <a:bevel/>
            <a:headEnd/>
            <a:tailEnd/>
          </a:ln>
        </p:spPr>
        <p:txBody>
          <a:bodyPr lIns="62118" tIns="31058" rIns="62118" bIns="31058" anchor="ctr"/>
          <a:lstStyle/>
          <a:p>
            <a:pPr algn="ctr"/>
            <a:endParaRPr lang="zh-CN" altLang="en-US" sz="1400" b="1" dirty="0">
              <a:solidFill>
                <a:srgbClr val="F8F8F8"/>
              </a:solidFill>
              <a:latin typeface="Arial" pitchFamily="34" charset="0"/>
              <a:ea typeface="微软雅黑" pitchFamily="34" charset="-122"/>
            </a:endParaRPr>
          </a:p>
        </p:txBody>
      </p:sp>
      <p:sp>
        <p:nvSpPr>
          <p:cNvPr id="31" name="TextBox 22"/>
          <p:cNvSpPr txBox="1">
            <a:spLocks noChangeArrowheads="1"/>
          </p:cNvSpPr>
          <p:nvPr/>
        </p:nvSpPr>
        <p:spPr bwMode="auto">
          <a:xfrm>
            <a:off x="2354164" y="3947512"/>
            <a:ext cx="1050789" cy="251094"/>
          </a:xfrm>
          <a:prstGeom prst="rect">
            <a:avLst/>
          </a:prstGeom>
          <a:noFill/>
          <a:ln w="3175" cap="flat" cmpd="sng">
            <a:noFill/>
            <a:bevel/>
            <a:headEnd/>
            <a:tailEnd/>
          </a:ln>
        </p:spPr>
        <p:txBody>
          <a:bodyPr lIns="62118" tIns="31058" rIns="62118" bIns="31058" anchor="ctr"/>
          <a:lstStyle>
            <a:defPPr>
              <a:defRPr lang="zh-CN"/>
            </a:defPPr>
            <a:lvl1pPr algn="ctr">
              <a:defRPr sz="2000" b="1">
                <a:solidFill>
                  <a:srgbClr val="F8F8F8"/>
                </a:solidFill>
                <a:ea typeface="微软雅黑" pitchFamily="34" charset="-122"/>
              </a:defRPr>
            </a:lvl1pPr>
          </a:lstStyle>
          <a:p>
            <a:pPr algn="l"/>
            <a:r>
              <a:rPr lang="zh-CN" altLang="en-US" sz="1100" dirty="0"/>
              <a:t>添加标题</a:t>
            </a:r>
          </a:p>
        </p:txBody>
      </p:sp>
      <p:sp>
        <p:nvSpPr>
          <p:cNvPr id="32" name="任意多边形 31"/>
          <p:cNvSpPr/>
          <p:nvPr/>
        </p:nvSpPr>
        <p:spPr bwMode="auto">
          <a:xfrm>
            <a:off x="1496934" y="1629211"/>
            <a:ext cx="855695" cy="1204749"/>
          </a:xfrm>
          <a:custGeom>
            <a:avLst/>
            <a:gdLst>
              <a:gd name="connsiteX0" fmla="*/ 0 w 1092530"/>
              <a:gd name="connsiteY0" fmla="*/ 1068780 h 1068780"/>
              <a:gd name="connsiteX1" fmla="*/ 1092530 w 1092530"/>
              <a:gd name="connsiteY1" fmla="*/ 0 h 1068780"/>
            </a:gdLst>
            <a:ahLst/>
            <a:cxnLst>
              <a:cxn ang="0">
                <a:pos x="connsiteX0" y="connsiteY0"/>
              </a:cxn>
              <a:cxn ang="0">
                <a:pos x="connsiteX1" y="connsiteY1"/>
              </a:cxn>
            </a:cxnLst>
            <a:rect l="l" t="t" r="r" b="b"/>
            <a:pathLst>
              <a:path w="1092530" h="1068780">
                <a:moveTo>
                  <a:pt x="0" y="1068780"/>
                </a:moveTo>
                <a:lnTo>
                  <a:pt x="1092530" y="0"/>
                </a:lnTo>
              </a:path>
            </a:pathLst>
          </a:custGeom>
          <a:ln>
            <a:solidFill>
              <a:schemeClr val="tx1">
                <a:lumMod val="65000"/>
                <a:lumOff val="35000"/>
              </a:schemeClr>
            </a:solidFill>
            <a:headEnd type="oval"/>
            <a:tailEnd type="oval"/>
          </a:ln>
        </p:spPr>
        <p:style>
          <a:lnRef idx="1">
            <a:schemeClr val="dk1"/>
          </a:lnRef>
          <a:fillRef idx="0">
            <a:schemeClr val="dk1"/>
          </a:fillRef>
          <a:effectRef idx="0">
            <a:schemeClr val="dk1"/>
          </a:effectRef>
          <a:fontRef idx="minor">
            <a:schemeClr val="tx1"/>
          </a:fontRef>
        </p:style>
        <p:txBody>
          <a:bodyPr lIns="62118" tIns="31058" rIns="62118" bIns="31058" anchor="ctr">
            <a:sp3d/>
          </a:bodyPr>
          <a:lstStyle/>
          <a:p>
            <a:pPr algn="ctr" eaLnBrk="0" fontAlgn="ctr" hangingPunct="0">
              <a:buClr>
                <a:srgbClr val="FF0000"/>
              </a:buClr>
              <a:buSzPct val="70000"/>
              <a:defRPr/>
            </a:pPr>
            <a:endParaRPr lang="zh-CN" altLang="en-US" sz="1100" b="1" dirty="0">
              <a:solidFill>
                <a:schemeClr val="bg1"/>
              </a:solidFill>
              <a:latin typeface="微软雅黑" pitchFamily="34" charset="-122"/>
              <a:ea typeface="微软雅黑" pitchFamily="34" charset="-122"/>
            </a:endParaRPr>
          </a:p>
        </p:txBody>
      </p:sp>
      <p:sp>
        <p:nvSpPr>
          <p:cNvPr id="33" name="任意多边形 32"/>
          <p:cNvSpPr/>
          <p:nvPr/>
        </p:nvSpPr>
        <p:spPr bwMode="auto">
          <a:xfrm flipV="1">
            <a:off x="1496936" y="2850912"/>
            <a:ext cx="855695" cy="1227338"/>
          </a:xfrm>
          <a:custGeom>
            <a:avLst/>
            <a:gdLst>
              <a:gd name="connsiteX0" fmla="*/ 0 w 1092530"/>
              <a:gd name="connsiteY0" fmla="*/ 1068780 h 1068780"/>
              <a:gd name="connsiteX1" fmla="*/ 1092530 w 1092530"/>
              <a:gd name="connsiteY1" fmla="*/ 0 h 1068780"/>
            </a:gdLst>
            <a:ahLst/>
            <a:cxnLst>
              <a:cxn ang="0">
                <a:pos x="connsiteX0" y="connsiteY0"/>
              </a:cxn>
              <a:cxn ang="0">
                <a:pos x="connsiteX1" y="connsiteY1"/>
              </a:cxn>
            </a:cxnLst>
            <a:rect l="l" t="t" r="r" b="b"/>
            <a:pathLst>
              <a:path w="1092530" h="1068780">
                <a:moveTo>
                  <a:pt x="0" y="1068780"/>
                </a:moveTo>
                <a:lnTo>
                  <a:pt x="1092530" y="0"/>
                </a:lnTo>
              </a:path>
            </a:pathLst>
          </a:custGeom>
          <a:ln>
            <a:solidFill>
              <a:schemeClr val="tx1">
                <a:lumMod val="65000"/>
                <a:lumOff val="35000"/>
              </a:schemeClr>
            </a:solidFill>
            <a:headEnd type="oval"/>
            <a:tailEnd type="oval"/>
          </a:ln>
        </p:spPr>
        <p:style>
          <a:lnRef idx="1">
            <a:schemeClr val="dk1"/>
          </a:lnRef>
          <a:fillRef idx="0">
            <a:schemeClr val="dk1"/>
          </a:fillRef>
          <a:effectRef idx="0">
            <a:schemeClr val="dk1"/>
          </a:effectRef>
          <a:fontRef idx="minor">
            <a:schemeClr val="tx1"/>
          </a:fontRef>
        </p:style>
        <p:txBody>
          <a:bodyPr lIns="62118" tIns="31058" rIns="62118" bIns="31058" anchor="ctr">
            <a:sp3d/>
          </a:bodyPr>
          <a:lstStyle/>
          <a:p>
            <a:pPr algn="ctr" eaLnBrk="0" fontAlgn="ctr" hangingPunct="0">
              <a:buClr>
                <a:srgbClr val="FF0000"/>
              </a:buClr>
              <a:buSzPct val="70000"/>
              <a:defRPr/>
            </a:pPr>
            <a:endParaRPr lang="zh-CN" altLang="en-US" sz="1100" b="1" dirty="0">
              <a:solidFill>
                <a:schemeClr val="bg1"/>
              </a:solidFill>
              <a:latin typeface="微软雅黑" pitchFamily="34" charset="-122"/>
              <a:ea typeface="微软雅黑" pitchFamily="34" charset="-122"/>
            </a:endParaRPr>
          </a:p>
        </p:txBody>
      </p:sp>
      <p:cxnSp>
        <p:nvCxnSpPr>
          <p:cNvPr id="34" name="直接连接符 33"/>
          <p:cNvCxnSpPr/>
          <p:nvPr/>
        </p:nvCxnSpPr>
        <p:spPr bwMode="auto">
          <a:xfrm>
            <a:off x="1496934" y="2850908"/>
            <a:ext cx="855695" cy="2"/>
          </a:xfrm>
          <a:prstGeom prst="line">
            <a:avLst/>
          </a:prstGeom>
          <a:ln>
            <a:solidFill>
              <a:schemeClr val="tx1">
                <a:lumMod val="65000"/>
                <a:lumOff val="35000"/>
              </a:schemeClr>
            </a:solidFill>
            <a:headEnd type="oval"/>
            <a:tailEnd type="oval"/>
          </a:ln>
          <a:extLst/>
        </p:spPr>
        <p:style>
          <a:lnRef idx="1">
            <a:schemeClr val="dk1"/>
          </a:lnRef>
          <a:fillRef idx="0">
            <a:schemeClr val="dk1"/>
          </a:fillRef>
          <a:effectRef idx="0">
            <a:schemeClr val="dk1"/>
          </a:effectRef>
          <a:fontRef idx="minor">
            <a:schemeClr val="tx1"/>
          </a:fontRef>
        </p:style>
      </p:cxnSp>
      <p:sp>
        <p:nvSpPr>
          <p:cNvPr id="35" name="椭圆 34"/>
          <p:cNvSpPr>
            <a:spLocks noChangeArrowheads="1"/>
          </p:cNvSpPr>
          <p:nvPr/>
        </p:nvSpPr>
        <p:spPr bwMode="auto">
          <a:xfrm>
            <a:off x="964699" y="2379807"/>
            <a:ext cx="943005" cy="942204"/>
          </a:xfrm>
          <a:prstGeom prst="ellipse">
            <a:avLst/>
          </a:prstGeom>
          <a:solidFill>
            <a:schemeClr val="accent1"/>
          </a:solidFill>
          <a:ln w="3175" cap="flat" cmpd="sng">
            <a:noFill/>
            <a:bevel/>
            <a:headEnd/>
            <a:tailEnd/>
          </a:ln>
          <a:extLst/>
        </p:spPr>
        <p:txBody>
          <a:bodyPr lIns="62118" tIns="31058" rIns="62118" bIns="31058" anchor="ctr"/>
          <a:lstStyle/>
          <a:p>
            <a:pPr algn="ctr"/>
            <a:r>
              <a:rPr lang="zh-CN" altLang="en-US" sz="1400" b="1" dirty="0">
                <a:solidFill>
                  <a:srgbClr val="F8F8F8"/>
                </a:solidFill>
                <a:ea typeface="微软雅黑" pitchFamily="34" charset="-122"/>
              </a:rPr>
              <a:t>添加</a:t>
            </a:r>
            <a:endParaRPr lang="en-US" altLang="zh-CN" sz="1400" b="1" dirty="0">
              <a:solidFill>
                <a:srgbClr val="F8F8F8"/>
              </a:solidFill>
              <a:ea typeface="微软雅黑" pitchFamily="34" charset="-122"/>
            </a:endParaRPr>
          </a:p>
          <a:p>
            <a:pPr algn="ctr"/>
            <a:r>
              <a:rPr lang="zh-CN" altLang="en-US" sz="1400" b="1" dirty="0">
                <a:solidFill>
                  <a:srgbClr val="F8F8F8"/>
                </a:solidFill>
                <a:ea typeface="微软雅黑" pitchFamily="34" charset="-122"/>
              </a:rPr>
              <a:t>标题</a:t>
            </a:r>
          </a:p>
        </p:txBody>
      </p:sp>
      <p:sp>
        <p:nvSpPr>
          <p:cNvPr id="36" name="右弧形箭头 35"/>
          <p:cNvSpPr/>
          <p:nvPr/>
        </p:nvSpPr>
        <p:spPr>
          <a:xfrm>
            <a:off x="6435667" y="1389622"/>
            <a:ext cx="673760" cy="1408981"/>
          </a:xfrm>
          <a:prstGeom prst="curvedLeftArrow">
            <a:avLst/>
          </a:prstGeom>
          <a:solidFill>
            <a:schemeClr val="accent2"/>
          </a:solidFill>
          <a:ln w="19050">
            <a:noFill/>
          </a:ln>
        </p:spPr>
        <p:txBody>
          <a:bodyPr vert="horz" wrap="square" lIns="55905" tIns="27953" rIns="55905" bIns="27953" numCol="1" anchor="t" anchorCtr="0" compatLnSpc="1">
            <a:prstTxWarp prst="textNoShape">
              <a:avLst/>
            </a:prstTxWarp>
          </a:bodyPr>
          <a:lstStyle/>
          <a:p>
            <a:endParaRPr lang="zh-CN" altLang="en-US" sz="1100" kern="0">
              <a:solidFill>
                <a:schemeClr val="bg2">
                  <a:lumMod val="10000"/>
                </a:schemeClr>
              </a:solidFill>
              <a:latin typeface="Calibri"/>
              <a:ea typeface="微软雅黑"/>
            </a:endParaRPr>
          </a:p>
        </p:txBody>
      </p:sp>
      <p:sp>
        <p:nvSpPr>
          <p:cNvPr id="37" name="右弧形箭头 36"/>
          <p:cNvSpPr/>
          <p:nvPr/>
        </p:nvSpPr>
        <p:spPr>
          <a:xfrm>
            <a:off x="6442502" y="2801444"/>
            <a:ext cx="666924" cy="1557403"/>
          </a:xfrm>
          <a:prstGeom prst="curvedLeftArrow">
            <a:avLst/>
          </a:prstGeom>
          <a:solidFill>
            <a:schemeClr val="accent2"/>
          </a:solidFill>
          <a:ln w="19050">
            <a:noFill/>
          </a:ln>
        </p:spPr>
        <p:txBody>
          <a:bodyPr vert="horz" wrap="square" lIns="55905" tIns="27953" rIns="55905" bIns="27953" numCol="1" anchor="t" anchorCtr="0" compatLnSpc="1">
            <a:prstTxWarp prst="textNoShape">
              <a:avLst/>
            </a:prstTxWarp>
          </a:bodyPr>
          <a:lstStyle/>
          <a:p>
            <a:endParaRPr lang="zh-CN" altLang="en-US" sz="1100" kern="0">
              <a:solidFill>
                <a:schemeClr val="bg2">
                  <a:lumMod val="10000"/>
                </a:schemeClr>
              </a:solidFill>
              <a:latin typeface="Calibri"/>
              <a:ea typeface="微软雅黑"/>
            </a:endParaRPr>
          </a:p>
        </p:txBody>
      </p:sp>
      <p:sp>
        <p:nvSpPr>
          <p:cNvPr id="38" name="右弧形箭头 37"/>
          <p:cNvSpPr/>
          <p:nvPr/>
        </p:nvSpPr>
        <p:spPr>
          <a:xfrm rot="10800000" flipH="1">
            <a:off x="6243302" y="1696865"/>
            <a:ext cx="770430" cy="2285921"/>
          </a:xfrm>
          <a:prstGeom prst="curvedLeftArrow">
            <a:avLst/>
          </a:prstGeom>
          <a:solidFill>
            <a:schemeClr val="accent1"/>
          </a:solidFill>
          <a:ln w="19050">
            <a:noFill/>
          </a:ln>
        </p:spPr>
        <p:txBody>
          <a:bodyPr vert="horz" wrap="square" lIns="55905" tIns="27953" rIns="55905" bIns="27953" numCol="1" anchor="t" anchorCtr="0" compatLnSpc="1">
            <a:prstTxWarp prst="textNoShape">
              <a:avLst/>
            </a:prstTxWarp>
          </a:bodyPr>
          <a:lstStyle/>
          <a:p>
            <a:endParaRPr lang="zh-CN" altLang="en-US" sz="1100" kern="0">
              <a:solidFill>
                <a:schemeClr val="bg2">
                  <a:lumMod val="10000"/>
                </a:schemeClr>
              </a:solidFill>
              <a:latin typeface="Calibri"/>
              <a:ea typeface="微软雅黑"/>
            </a:endParaRPr>
          </a:p>
        </p:txBody>
      </p:sp>
      <p:sp>
        <p:nvSpPr>
          <p:cNvPr id="39" name="TextBox 31"/>
          <p:cNvSpPr txBox="1"/>
          <p:nvPr/>
        </p:nvSpPr>
        <p:spPr>
          <a:xfrm>
            <a:off x="7064536" y="2724738"/>
            <a:ext cx="828020" cy="230170"/>
          </a:xfrm>
          <a:prstGeom prst="rect">
            <a:avLst/>
          </a:prstGeom>
          <a:noFill/>
        </p:spPr>
        <p:txBody>
          <a:bodyPr wrap="square" lIns="62118" tIns="31058" rIns="62118" bIns="31058" rtlCol="0">
            <a:spAutoFit/>
          </a:bodyPr>
          <a:lstStyle/>
          <a:p>
            <a:pPr algn="ctr"/>
            <a:r>
              <a:rPr lang="zh-CN" altLang="en-US" sz="1100" b="1" dirty="0">
                <a:solidFill>
                  <a:schemeClr val="accent1"/>
                </a:solidFill>
                <a:latin typeface="Broadway BT"/>
                <a:ea typeface="微软雅黑"/>
              </a:rPr>
              <a:t>补充性文字</a:t>
            </a:r>
          </a:p>
        </p:txBody>
      </p:sp>
      <p:sp>
        <p:nvSpPr>
          <p:cNvPr id="40" name="TextBox 31"/>
          <p:cNvSpPr txBox="1"/>
          <p:nvPr/>
        </p:nvSpPr>
        <p:spPr>
          <a:xfrm>
            <a:off x="7200364" y="3471893"/>
            <a:ext cx="828020" cy="230170"/>
          </a:xfrm>
          <a:prstGeom prst="rect">
            <a:avLst/>
          </a:prstGeom>
          <a:noFill/>
        </p:spPr>
        <p:txBody>
          <a:bodyPr wrap="square" lIns="62118" tIns="31058" rIns="62118" bIns="31058" rtlCol="0">
            <a:spAutoFit/>
          </a:bodyPr>
          <a:lstStyle/>
          <a:p>
            <a:pPr algn="ctr"/>
            <a:r>
              <a:rPr lang="zh-CN" altLang="en-US" sz="1100" b="1" dirty="0">
                <a:solidFill>
                  <a:schemeClr val="accent1"/>
                </a:solidFill>
                <a:latin typeface="Broadway BT"/>
                <a:ea typeface="微软雅黑"/>
              </a:rPr>
              <a:t>补充性文字</a:t>
            </a:r>
          </a:p>
        </p:txBody>
      </p:sp>
      <p:sp>
        <p:nvSpPr>
          <p:cNvPr id="41" name="TextBox 31"/>
          <p:cNvSpPr txBox="1"/>
          <p:nvPr/>
        </p:nvSpPr>
        <p:spPr>
          <a:xfrm>
            <a:off x="7200364" y="1958569"/>
            <a:ext cx="828020" cy="230170"/>
          </a:xfrm>
          <a:prstGeom prst="rect">
            <a:avLst/>
          </a:prstGeom>
          <a:noFill/>
        </p:spPr>
        <p:txBody>
          <a:bodyPr wrap="square" lIns="62118" tIns="31058" rIns="62118" bIns="31058" rtlCol="0">
            <a:spAutoFit/>
          </a:bodyPr>
          <a:lstStyle/>
          <a:p>
            <a:pPr algn="ctr"/>
            <a:r>
              <a:rPr lang="zh-CN" altLang="en-US" sz="1100" b="1" dirty="0">
                <a:solidFill>
                  <a:schemeClr val="accent1"/>
                </a:solidFill>
                <a:latin typeface="Broadway BT"/>
                <a:ea typeface="微软雅黑"/>
              </a:rPr>
              <a:t>补充性文字</a:t>
            </a:r>
          </a:p>
        </p:txBody>
      </p:sp>
      <p:sp>
        <p:nvSpPr>
          <p:cNvPr id="42" name="圆角矩形 41"/>
          <p:cNvSpPr/>
          <p:nvPr/>
        </p:nvSpPr>
        <p:spPr bwMode="auto">
          <a:xfrm>
            <a:off x="3102216" y="2413043"/>
            <a:ext cx="3049152" cy="875738"/>
          </a:xfrm>
          <a:prstGeom prst="roundRect">
            <a:avLst>
              <a:gd name="adj" fmla="val 9992"/>
            </a:avLst>
          </a:prstGeom>
          <a:solidFill>
            <a:schemeClr val="bg1">
              <a:lumMod val="95000"/>
            </a:schemeClr>
          </a:solidFill>
          <a:ln w="3175" cap="flat" cmpd="sng">
            <a:solidFill>
              <a:schemeClr val="bg1">
                <a:lumMod val="50000"/>
              </a:schemeClr>
            </a:solidFill>
            <a:bevel/>
            <a:headEnd/>
            <a:tailEnd/>
          </a:ln>
        </p:spPr>
        <p:txBody>
          <a:bodyPr lIns="62118" tIns="31058" rIns="62118" bIns="31058" anchor="ctr"/>
          <a:lstStyle/>
          <a:p>
            <a:pPr lvl="2"/>
            <a:endParaRPr lang="zh-CN" altLang="en-US" sz="1000" dirty="0">
              <a:solidFill>
                <a:schemeClr val="accent2">
                  <a:lumMod val="75000"/>
                </a:schemeClr>
              </a:solidFill>
            </a:endParaRPr>
          </a:p>
        </p:txBody>
      </p:sp>
      <p:sp>
        <p:nvSpPr>
          <p:cNvPr id="43" name="圆角矩形 42"/>
          <p:cNvSpPr/>
          <p:nvPr/>
        </p:nvSpPr>
        <p:spPr bwMode="auto">
          <a:xfrm>
            <a:off x="3102216" y="3640228"/>
            <a:ext cx="3049152" cy="875738"/>
          </a:xfrm>
          <a:prstGeom prst="roundRect">
            <a:avLst>
              <a:gd name="adj" fmla="val 9992"/>
            </a:avLst>
          </a:prstGeom>
          <a:solidFill>
            <a:schemeClr val="bg1">
              <a:lumMod val="95000"/>
            </a:schemeClr>
          </a:solidFill>
          <a:ln w="3175" cap="flat" cmpd="sng">
            <a:solidFill>
              <a:schemeClr val="bg1">
                <a:lumMod val="50000"/>
              </a:schemeClr>
            </a:solidFill>
            <a:bevel/>
            <a:headEnd/>
            <a:tailEnd/>
          </a:ln>
        </p:spPr>
        <p:txBody>
          <a:bodyPr lIns="62118" tIns="31058" rIns="62118" bIns="31058" anchor="ctr"/>
          <a:lstStyle/>
          <a:p>
            <a:pPr lvl="2"/>
            <a:endParaRPr lang="zh-CN" altLang="en-US" sz="1000" dirty="0">
              <a:solidFill>
                <a:schemeClr val="accent2">
                  <a:lumMod val="75000"/>
                </a:schemeClr>
              </a:solidFill>
              <a:latin typeface="Arial" pitchFamily="34" charset="0"/>
              <a:ea typeface="宋体" pitchFamily="2" charset="-122"/>
            </a:endParaRPr>
          </a:p>
        </p:txBody>
      </p:sp>
      <p:sp>
        <p:nvSpPr>
          <p:cNvPr id="44" name="圆角矩形 43"/>
          <p:cNvSpPr/>
          <p:nvPr/>
        </p:nvSpPr>
        <p:spPr bwMode="auto">
          <a:xfrm>
            <a:off x="3102216" y="1197914"/>
            <a:ext cx="3049152" cy="875738"/>
          </a:xfrm>
          <a:prstGeom prst="roundRect">
            <a:avLst>
              <a:gd name="adj" fmla="val 9992"/>
            </a:avLst>
          </a:prstGeom>
          <a:solidFill>
            <a:schemeClr val="bg1">
              <a:lumMod val="95000"/>
            </a:schemeClr>
          </a:solidFill>
          <a:ln w="3175" cap="flat" cmpd="sng">
            <a:solidFill>
              <a:schemeClr val="bg1">
                <a:lumMod val="50000"/>
              </a:schemeClr>
            </a:solidFill>
            <a:bevel/>
            <a:headEnd/>
            <a:tailEnd/>
          </a:ln>
        </p:spPr>
        <p:txBody>
          <a:bodyPr lIns="62118" tIns="31058" rIns="62118" bIns="31058" anchor="ctr"/>
          <a:lstStyle/>
          <a:p>
            <a:pPr lvl="2"/>
            <a:endParaRPr lang="zh-CN" altLang="en-US" sz="1000" dirty="0">
              <a:solidFill>
                <a:schemeClr val="accent2">
                  <a:lumMod val="75000"/>
                </a:schemeClr>
              </a:solidFill>
              <a:latin typeface="Arial" pitchFamily="34" charset="0"/>
              <a:ea typeface="宋体" pitchFamily="2" charset="-122"/>
            </a:endParaRPr>
          </a:p>
        </p:txBody>
      </p:sp>
      <p:sp>
        <p:nvSpPr>
          <p:cNvPr id="45" name="TextBox 32"/>
          <p:cNvSpPr txBox="1">
            <a:spLocks noChangeArrowheads="1"/>
          </p:cNvSpPr>
          <p:nvPr/>
        </p:nvSpPr>
        <p:spPr bwMode="auto">
          <a:xfrm>
            <a:off x="3293873" y="3859782"/>
            <a:ext cx="2657989" cy="471122"/>
          </a:xfrm>
          <a:prstGeom prst="rect">
            <a:avLst/>
          </a:prstGeom>
          <a:noFill/>
          <a:ln w="3175" cap="flat" cmpd="sng">
            <a:noFill/>
            <a:bevel/>
            <a:headEnd/>
            <a:tailEnd/>
          </a:ln>
        </p:spPr>
        <p:txBody>
          <a:bodyPr lIns="62118" tIns="31058" rIns="62118" bIns="31058" anchor="ctr"/>
          <a:lstStyle>
            <a:defPPr>
              <a:defRPr lang="zh-CN"/>
            </a:defPPr>
            <a:lvl1pPr algn="ctr">
              <a:defRPr>
                <a:solidFill>
                  <a:srgbClr val="FFFFFF"/>
                </a:solidFill>
                <a:ea typeface="微软雅黑" pitchFamily="34" charset="-122"/>
              </a:defRPr>
            </a:lvl1pPr>
          </a:lstStyle>
          <a:p>
            <a:pPr algn="l"/>
            <a:r>
              <a:rPr lang="zh-CN" altLang="en-US" sz="1200" dirty="0">
                <a:solidFill>
                  <a:schemeClr val="tx1">
                    <a:lumMod val="75000"/>
                    <a:lumOff val="25000"/>
                  </a:schemeClr>
                </a:solidFill>
              </a:rPr>
              <a:t>您的内容打在这里，或者通过复制您的文本后，在此框中选择粘贴，并选择只保留文字。</a:t>
            </a:r>
          </a:p>
        </p:txBody>
      </p:sp>
      <p:sp>
        <p:nvSpPr>
          <p:cNvPr id="46" name="TextBox 32"/>
          <p:cNvSpPr txBox="1">
            <a:spLocks noChangeArrowheads="1"/>
          </p:cNvSpPr>
          <p:nvPr/>
        </p:nvSpPr>
        <p:spPr bwMode="auto">
          <a:xfrm>
            <a:off x="3282250" y="2567155"/>
            <a:ext cx="2657989" cy="471122"/>
          </a:xfrm>
          <a:prstGeom prst="rect">
            <a:avLst/>
          </a:prstGeom>
          <a:noFill/>
          <a:ln w="3175" cap="flat" cmpd="sng">
            <a:noFill/>
            <a:bevel/>
            <a:headEnd/>
            <a:tailEnd/>
          </a:ln>
        </p:spPr>
        <p:txBody>
          <a:bodyPr lIns="62118" tIns="31058" rIns="62118" bIns="31058" anchor="ctr"/>
          <a:lstStyle>
            <a:defPPr>
              <a:defRPr lang="zh-CN"/>
            </a:defPPr>
            <a:lvl1pPr algn="ctr">
              <a:defRPr>
                <a:solidFill>
                  <a:srgbClr val="FFFFFF"/>
                </a:solidFill>
                <a:ea typeface="微软雅黑" pitchFamily="34" charset="-122"/>
              </a:defRPr>
            </a:lvl1pPr>
          </a:lstStyle>
          <a:p>
            <a:pPr algn="l"/>
            <a:r>
              <a:rPr lang="zh-CN" altLang="en-US" sz="1200" dirty="0">
                <a:solidFill>
                  <a:schemeClr val="tx1">
                    <a:lumMod val="75000"/>
                    <a:lumOff val="25000"/>
                  </a:schemeClr>
                </a:solidFill>
              </a:rPr>
              <a:t>您的内容打在这里，或者通过复制您的文本后，在此框中选择粘贴，并选择只保留文字。</a:t>
            </a:r>
          </a:p>
        </p:txBody>
      </p:sp>
      <p:sp>
        <p:nvSpPr>
          <p:cNvPr id="47" name="TextBox 32"/>
          <p:cNvSpPr txBox="1">
            <a:spLocks noChangeArrowheads="1"/>
          </p:cNvSpPr>
          <p:nvPr/>
        </p:nvSpPr>
        <p:spPr bwMode="auto">
          <a:xfrm>
            <a:off x="3286197" y="1393735"/>
            <a:ext cx="2657989" cy="471122"/>
          </a:xfrm>
          <a:prstGeom prst="rect">
            <a:avLst/>
          </a:prstGeom>
          <a:noFill/>
          <a:ln w="3175" cap="flat" cmpd="sng">
            <a:noFill/>
            <a:bevel/>
            <a:headEnd/>
            <a:tailEnd/>
          </a:ln>
        </p:spPr>
        <p:txBody>
          <a:bodyPr lIns="62118" tIns="31058" rIns="62118" bIns="31058" anchor="ctr"/>
          <a:lstStyle>
            <a:defPPr>
              <a:defRPr lang="zh-CN"/>
            </a:defPPr>
            <a:lvl1pPr algn="ctr">
              <a:defRPr>
                <a:solidFill>
                  <a:srgbClr val="FFFFFF"/>
                </a:solidFill>
                <a:ea typeface="微软雅黑" pitchFamily="34" charset="-122"/>
              </a:defRPr>
            </a:lvl1pPr>
          </a:lstStyle>
          <a:p>
            <a:pPr algn="l"/>
            <a:r>
              <a:rPr lang="zh-CN" altLang="en-US" sz="1200" dirty="0">
                <a:solidFill>
                  <a:schemeClr val="tx1">
                    <a:lumMod val="75000"/>
                    <a:lumOff val="25000"/>
                  </a:schemeClr>
                </a:solidFill>
              </a:rPr>
              <a:t>您的内容打在这里，或者通过复制您的文本后，在此框中选择粘贴，并选择只保留文字。</a:t>
            </a:r>
          </a:p>
        </p:txBody>
      </p:sp>
      <p:sp>
        <p:nvSpPr>
          <p:cNvPr id="24" name="TextBox 23"/>
          <p:cNvSpPr txBox="1"/>
          <p:nvPr/>
        </p:nvSpPr>
        <p:spPr>
          <a:xfrm>
            <a:off x="355782" y="205624"/>
            <a:ext cx="2236510" cy="400110"/>
          </a:xfrm>
          <a:prstGeom prst="rect">
            <a:avLst/>
          </a:prstGeom>
          <a:noFill/>
        </p:spPr>
        <p:txBody>
          <a:bodyPr wrap="none" rtlCol="0">
            <a:spAutoFit/>
          </a:bodyPr>
          <a:lstStyle/>
          <a:p>
            <a:r>
              <a:rPr lang="zh-CN" altLang="en-US" sz="2000" b="1" dirty="0" smtClean="0">
                <a:solidFill>
                  <a:schemeClr val="accent1"/>
                </a:solidFill>
                <a:latin typeface="微软雅黑" pitchFamily="34" charset="-122"/>
                <a:ea typeface="微软雅黑" pitchFamily="34" charset="-122"/>
              </a:rPr>
              <a:t>点击添加标题文本</a:t>
            </a:r>
            <a:endParaRPr lang="zh-CN" altLang="en-US" sz="2000" b="1" dirty="0">
              <a:solidFill>
                <a:schemeClr val="accent1"/>
              </a:solidFill>
              <a:latin typeface="微软雅黑" pitchFamily="34" charset="-122"/>
              <a:ea typeface="微软雅黑" pitchFamily="34" charset="-122"/>
            </a:endParaRPr>
          </a:p>
        </p:txBody>
      </p:sp>
      <p:sp>
        <p:nvSpPr>
          <p:cNvPr id="25" name="TextBox 24"/>
          <p:cNvSpPr txBox="1"/>
          <p:nvPr/>
        </p:nvSpPr>
        <p:spPr>
          <a:xfrm>
            <a:off x="7682019" y="195037"/>
            <a:ext cx="1138453" cy="461665"/>
          </a:xfrm>
          <a:prstGeom prst="rect">
            <a:avLst/>
          </a:prstGeom>
          <a:noFill/>
        </p:spPr>
        <p:txBody>
          <a:bodyPr wrap="none" rtlCol="0">
            <a:spAutoFit/>
          </a:bodyPr>
          <a:lstStyle/>
          <a:p>
            <a:r>
              <a:rPr lang="en-US" altLang="zh-CN" sz="2400" dirty="0" smtClean="0">
                <a:solidFill>
                  <a:schemeClr val="accent2"/>
                </a:solidFill>
                <a:latin typeface="Eras Bold ITC" panose="020B0907030504020204" pitchFamily="34" charset="0"/>
                <a:ea typeface="微软雅黑" panose="020B0503020204020204" pitchFamily="34" charset="-122"/>
              </a:rPr>
              <a:t>LOGO</a:t>
            </a:r>
            <a:endParaRPr lang="zh-CN" altLang="en-US" sz="2400" dirty="0">
              <a:solidFill>
                <a:schemeClr val="accent2"/>
              </a:solidFill>
              <a:latin typeface="Eras Bold ITC" panose="020B0907030504020204" pitchFamily="34" charset="0"/>
              <a:ea typeface="微软雅黑" panose="020B0503020204020204" pitchFamily="34" charset="-122"/>
            </a:endParaRPr>
          </a:p>
        </p:txBody>
      </p:sp>
    </p:spTree>
    <p:extLst>
      <p:ext uri="{BB962C8B-B14F-4D97-AF65-F5344CB8AC3E}">
        <p14:creationId xmlns:p14="http://schemas.microsoft.com/office/powerpoint/2010/main" val="2027118107"/>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heel(1)">
                                      <p:cBhvr>
                                        <p:cTn id="7" dur="500"/>
                                        <p:tgtEl>
                                          <p:spTgt spid="35"/>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wipe(down)">
                                      <p:cBhvr>
                                        <p:cTn id="11" dur="500"/>
                                        <p:tgtEl>
                                          <p:spTgt spid="32"/>
                                        </p:tgtEl>
                                      </p:cBhvr>
                                    </p:animEffect>
                                  </p:childTnLst>
                                </p:cTn>
                              </p:par>
                            </p:childTnLst>
                          </p:cTn>
                        </p:par>
                        <p:par>
                          <p:cTn id="12" fill="hold">
                            <p:stCondLst>
                              <p:cond delay="1000"/>
                            </p:stCondLst>
                            <p:childTnLst>
                              <p:par>
                                <p:cTn id="13" presetID="31" presetClass="entr" presetSubtype="0"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p:cTn id="15" dur="300" fill="hold"/>
                                        <p:tgtEl>
                                          <p:spTgt spid="26"/>
                                        </p:tgtEl>
                                        <p:attrNameLst>
                                          <p:attrName>ppt_w</p:attrName>
                                        </p:attrNameLst>
                                      </p:cBhvr>
                                      <p:tavLst>
                                        <p:tav tm="0">
                                          <p:val>
                                            <p:fltVal val="0"/>
                                          </p:val>
                                        </p:tav>
                                        <p:tav tm="100000">
                                          <p:val>
                                            <p:strVal val="#ppt_w"/>
                                          </p:val>
                                        </p:tav>
                                      </p:tavLst>
                                    </p:anim>
                                    <p:anim calcmode="lin" valueType="num">
                                      <p:cBhvr>
                                        <p:cTn id="16" dur="300" fill="hold"/>
                                        <p:tgtEl>
                                          <p:spTgt spid="26"/>
                                        </p:tgtEl>
                                        <p:attrNameLst>
                                          <p:attrName>ppt_h</p:attrName>
                                        </p:attrNameLst>
                                      </p:cBhvr>
                                      <p:tavLst>
                                        <p:tav tm="0">
                                          <p:val>
                                            <p:fltVal val="0"/>
                                          </p:val>
                                        </p:tav>
                                        <p:tav tm="100000">
                                          <p:val>
                                            <p:strVal val="#ppt_h"/>
                                          </p:val>
                                        </p:tav>
                                      </p:tavLst>
                                    </p:anim>
                                    <p:anim calcmode="lin" valueType="num">
                                      <p:cBhvr>
                                        <p:cTn id="17" dur="300" fill="hold"/>
                                        <p:tgtEl>
                                          <p:spTgt spid="26"/>
                                        </p:tgtEl>
                                        <p:attrNameLst>
                                          <p:attrName>style.rotation</p:attrName>
                                        </p:attrNameLst>
                                      </p:cBhvr>
                                      <p:tavLst>
                                        <p:tav tm="0">
                                          <p:val>
                                            <p:fltVal val="90"/>
                                          </p:val>
                                        </p:tav>
                                        <p:tav tm="100000">
                                          <p:val>
                                            <p:fltVal val="0"/>
                                          </p:val>
                                        </p:tav>
                                      </p:tavLst>
                                    </p:anim>
                                    <p:animEffect transition="in" filter="fade">
                                      <p:cBhvr>
                                        <p:cTn id="18" dur="300"/>
                                        <p:tgtEl>
                                          <p:spTgt spid="26"/>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anim calcmode="lin" valueType="num">
                                      <p:cBhvr>
                                        <p:cTn id="21" dur="300" fill="hold"/>
                                        <p:tgtEl>
                                          <p:spTgt spid="27"/>
                                        </p:tgtEl>
                                        <p:attrNameLst>
                                          <p:attrName>ppt_w</p:attrName>
                                        </p:attrNameLst>
                                      </p:cBhvr>
                                      <p:tavLst>
                                        <p:tav tm="0">
                                          <p:val>
                                            <p:fltVal val="0"/>
                                          </p:val>
                                        </p:tav>
                                        <p:tav tm="100000">
                                          <p:val>
                                            <p:strVal val="#ppt_w"/>
                                          </p:val>
                                        </p:tav>
                                      </p:tavLst>
                                    </p:anim>
                                    <p:anim calcmode="lin" valueType="num">
                                      <p:cBhvr>
                                        <p:cTn id="22" dur="300" fill="hold"/>
                                        <p:tgtEl>
                                          <p:spTgt spid="27"/>
                                        </p:tgtEl>
                                        <p:attrNameLst>
                                          <p:attrName>ppt_h</p:attrName>
                                        </p:attrNameLst>
                                      </p:cBhvr>
                                      <p:tavLst>
                                        <p:tav tm="0">
                                          <p:val>
                                            <p:fltVal val="0"/>
                                          </p:val>
                                        </p:tav>
                                        <p:tav tm="100000">
                                          <p:val>
                                            <p:strVal val="#ppt_h"/>
                                          </p:val>
                                        </p:tav>
                                      </p:tavLst>
                                    </p:anim>
                                    <p:anim calcmode="lin" valueType="num">
                                      <p:cBhvr>
                                        <p:cTn id="23" dur="300" fill="hold"/>
                                        <p:tgtEl>
                                          <p:spTgt spid="27"/>
                                        </p:tgtEl>
                                        <p:attrNameLst>
                                          <p:attrName>style.rotation</p:attrName>
                                        </p:attrNameLst>
                                      </p:cBhvr>
                                      <p:tavLst>
                                        <p:tav tm="0">
                                          <p:val>
                                            <p:fltVal val="90"/>
                                          </p:val>
                                        </p:tav>
                                        <p:tav tm="100000">
                                          <p:val>
                                            <p:fltVal val="0"/>
                                          </p:val>
                                        </p:tav>
                                      </p:tavLst>
                                    </p:anim>
                                    <p:animEffect transition="in" filter="fade">
                                      <p:cBhvr>
                                        <p:cTn id="24" dur="300"/>
                                        <p:tgtEl>
                                          <p:spTgt spid="27"/>
                                        </p:tgtEl>
                                      </p:cBhvr>
                                    </p:animEffect>
                                  </p:childTnLst>
                                </p:cTn>
                              </p:par>
                            </p:childTnLst>
                          </p:cTn>
                        </p:par>
                        <p:par>
                          <p:cTn id="25" fill="hold">
                            <p:stCondLst>
                              <p:cond delay="1300"/>
                            </p:stCondLst>
                            <p:childTnLst>
                              <p:par>
                                <p:cTn id="26" presetID="22" presetClass="entr" presetSubtype="8" fill="hold" grpId="0" nodeType="afterEffect">
                                  <p:stCondLst>
                                    <p:cond delay="0"/>
                                  </p:stCondLst>
                                  <p:childTnLst>
                                    <p:set>
                                      <p:cBhvr>
                                        <p:cTn id="27" dur="1" fill="hold">
                                          <p:stCondLst>
                                            <p:cond delay="0"/>
                                          </p:stCondLst>
                                        </p:cTn>
                                        <p:tgtEl>
                                          <p:spTgt spid="47"/>
                                        </p:tgtEl>
                                        <p:attrNameLst>
                                          <p:attrName>style.visibility</p:attrName>
                                        </p:attrNameLst>
                                      </p:cBhvr>
                                      <p:to>
                                        <p:strVal val="visible"/>
                                      </p:to>
                                    </p:set>
                                    <p:animEffect transition="in" filter="wipe(left)">
                                      <p:cBhvr>
                                        <p:cTn id="28" dur="500"/>
                                        <p:tgtEl>
                                          <p:spTgt spid="47"/>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44"/>
                                        </p:tgtEl>
                                        <p:attrNameLst>
                                          <p:attrName>style.visibility</p:attrName>
                                        </p:attrNameLst>
                                      </p:cBhvr>
                                      <p:to>
                                        <p:strVal val="visible"/>
                                      </p:to>
                                    </p:set>
                                    <p:animEffect transition="in" filter="wipe(left)">
                                      <p:cBhvr>
                                        <p:cTn id="31" dur="500"/>
                                        <p:tgtEl>
                                          <p:spTgt spid="44"/>
                                        </p:tgtEl>
                                      </p:cBhvr>
                                    </p:animEffect>
                                  </p:childTnLst>
                                </p:cTn>
                              </p:par>
                            </p:childTnLst>
                          </p:cTn>
                        </p:par>
                        <p:par>
                          <p:cTn id="32" fill="hold">
                            <p:stCondLst>
                              <p:cond delay="1800"/>
                            </p:stCondLst>
                            <p:childTnLst>
                              <p:par>
                                <p:cTn id="33" presetID="22" presetClass="entr" presetSubtype="8" fill="hold" nodeType="afterEffect">
                                  <p:stCondLst>
                                    <p:cond delay="0"/>
                                  </p:stCondLst>
                                  <p:childTnLst>
                                    <p:set>
                                      <p:cBhvr>
                                        <p:cTn id="34" dur="1" fill="hold">
                                          <p:stCondLst>
                                            <p:cond delay="0"/>
                                          </p:stCondLst>
                                        </p:cTn>
                                        <p:tgtEl>
                                          <p:spTgt spid="34"/>
                                        </p:tgtEl>
                                        <p:attrNameLst>
                                          <p:attrName>style.visibility</p:attrName>
                                        </p:attrNameLst>
                                      </p:cBhvr>
                                      <p:to>
                                        <p:strVal val="visible"/>
                                      </p:to>
                                    </p:set>
                                    <p:animEffect transition="in" filter="wipe(left)">
                                      <p:cBhvr>
                                        <p:cTn id="35" dur="500"/>
                                        <p:tgtEl>
                                          <p:spTgt spid="34"/>
                                        </p:tgtEl>
                                      </p:cBhvr>
                                    </p:animEffect>
                                  </p:childTnLst>
                                </p:cTn>
                              </p:par>
                            </p:childTnLst>
                          </p:cTn>
                        </p:par>
                        <p:par>
                          <p:cTn id="36" fill="hold">
                            <p:stCondLst>
                              <p:cond delay="2300"/>
                            </p:stCondLst>
                            <p:childTnLst>
                              <p:par>
                                <p:cTn id="37" presetID="31" presetClass="entr" presetSubtype="0" fill="hold" grpId="0" nodeType="afterEffect">
                                  <p:stCondLst>
                                    <p:cond delay="0"/>
                                  </p:stCondLst>
                                  <p:childTnLst>
                                    <p:set>
                                      <p:cBhvr>
                                        <p:cTn id="38" dur="1" fill="hold">
                                          <p:stCondLst>
                                            <p:cond delay="0"/>
                                          </p:stCondLst>
                                        </p:cTn>
                                        <p:tgtEl>
                                          <p:spTgt spid="28"/>
                                        </p:tgtEl>
                                        <p:attrNameLst>
                                          <p:attrName>style.visibility</p:attrName>
                                        </p:attrNameLst>
                                      </p:cBhvr>
                                      <p:to>
                                        <p:strVal val="visible"/>
                                      </p:to>
                                    </p:set>
                                    <p:anim calcmode="lin" valueType="num">
                                      <p:cBhvr>
                                        <p:cTn id="39" dur="300" fill="hold"/>
                                        <p:tgtEl>
                                          <p:spTgt spid="28"/>
                                        </p:tgtEl>
                                        <p:attrNameLst>
                                          <p:attrName>ppt_w</p:attrName>
                                        </p:attrNameLst>
                                      </p:cBhvr>
                                      <p:tavLst>
                                        <p:tav tm="0">
                                          <p:val>
                                            <p:fltVal val="0"/>
                                          </p:val>
                                        </p:tav>
                                        <p:tav tm="100000">
                                          <p:val>
                                            <p:strVal val="#ppt_w"/>
                                          </p:val>
                                        </p:tav>
                                      </p:tavLst>
                                    </p:anim>
                                    <p:anim calcmode="lin" valueType="num">
                                      <p:cBhvr>
                                        <p:cTn id="40" dur="300" fill="hold"/>
                                        <p:tgtEl>
                                          <p:spTgt spid="28"/>
                                        </p:tgtEl>
                                        <p:attrNameLst>
                                          <p:attrName>ppt_h</p:attrName>
                                        </p:attrNameLst>
                                      </p:cBhvr>
                                      <p:tavLst>
                                        <p:tav tm="0">
                                          <p:val>
                                            <p:fltVal val="0"/>
                                          </p:val>
                                        </p:tav>
                                        <p:tav tm="100000">
                                          <p:val>
                                            <p:strVal val="#ppt_h"/>
                                          </p:val>
                                        </p:tav>
                                      </p:tavLst>
                                    </p:anim>
                                    <p:anim calcmode="lin" valueType="num">
                                      <p:cBhvr>
                                        <p:cTn id="41" dur="300" fill="hold"/>
                                        <p:tgtEl>
                                          <p:spTgt spid="28"/>
                                        </p:tgtEl>
                                        <p:attrNameLst>
                                          <p:attrName>style.rotation</p:attrName>
                                        </p:attrNameLst>
                                      </p:cBhvr>
                                      <p:tavLst>
                                        <p:tav tm="0">
                                          <p:val>
                                            <p:fltVal val="90"/>
                                          </p:val>
                                        </p:tav>
                                        <p:tav tm="100000">
                                          <p:val>
                                            <p:fltVal val="0"/>
                                          </p:val>
                                        </p:tav>
                                      </p:tavLst>
                                    </p:anim>
                                    <p:animEffect transition="in" filter="fade">
                                      <p:cBhvr>
                                        <p:cTn id="42" dur="300"/>
                                        <p:tgtEl>
                                          <p:spTgt spid="28"/>
                                        </p:tgtEl>
                                      </p:cBhvr>
                                    </p:animEffect>
                                  </p:childTnLst>
                                </p:cTn>
                              </p:par>
                              <p:par>
                                <p:cTn id="43" presetID="31" presetClass="entr" presetSubtype="0" fill="hold" grpId="0" nodeType="withEffect">
                                  <p:stCondLst>
                                    <p:cond delay="0"/>
                                  </p:stCondLst>
                                  <p:childTnLst>
                                    <p:set>
                                      <p:cBhvr>
                                        <p:cTn id="44" dur="1" fill="hold">
                                          <p:stCondLst>
                                            <p:cond delay="0"/>
                                          </p:stCondLst>
                                        </p:cTn>
                                        <p:tgtEl>
                                          <p:spTgt spid="29"/>
                                        </p:tgtEl>
                                        <p:attrNameLst>
                                          <p:attrName>style.visibility</p:attrName>
                                        </p:attrNameLst>
                                      </p:cBhvr>
                                      <p:to>
                                        <p:strVal val="visible"/>
                                      </p:to>
                                    </p:set>
                                    <p:anim calcmode="lin" valueType="num">
                                      <p:cBhvr>
                                        <p:cTn id="45" dur="300" fill="hold"/>
                                        <p:tgtEl>
                                          <p:spTgt spid="29"/>
                                        </p:tgtEl>
                                        <p:attrNameLst>
                                          <p:attrName>ppt_w</p:attrName>
                                        </p:attrNameLst>
                                      </p:cBhvr>
                                      <p:tavLst>
                                        <p:tav tm="0">
                                          <p:val>
                                            <p:fltVal val="0"/>
                                          </p:val>
                                        </p:tav>
                                        <p:tav tm="100000">
                                          <p:val>
                                            <p:strVal val="#ppt_w"/>
                                          </p:val>
                                        </p:tav>
                                      </p:tavLst>
                                    </p:anim>
                                    <p:anim calcmode="lin" valueType="num">
                                      <p:cBhvr>
                                        <p:cTn id="46" dur="300" fill="hold"/>
                                        <p:tgtEl>
                                          <p:spTgt spid="29"/>
                                        </p:tgtEl>
                                        <p:attrNameLst>
                                          <p:attrName>ppt_h</p:attrName>
                                        </p:attrNameLst>
                                      </p:cBhvr>
                                      <p:tavLst>
                                        <p:tav tm="0">
                                          <p:val>
                                            <p:fltVal val="0"/>
                                          </p:val>
                                        </p:tav>
                                        <p:tav tm="100000">
                                          <p:val>
                                            <p:strVal val="#ppt_h"/>
                                          </p:val>
                                        </p:tav>
                                      </p:tavLst>
                                    </p:anim>
                                    <p:anim calcmode="lin" valueType="num">
                                      <p:cBhvr>
                                        <p:cTn id="47" dur="300" fill="hold"/>
                                        <p:tgtEl>
                                          <p:spTgt spid="29"/>
                                        </p:tgtEl>
                                        <p:attrNameLst>
                                          <p:attrName>style.rotation</p:attrName>
                                        </p:attrNameLst>
                                      </p:cBhvr>
                                      <p:tavLst>
                                        <p:tav tm="0">
                                          <p:val>
                                            <p:fltVal val="90"/>
                                          </p:val>
                                        </p:tav>
                                        <p:tav tm="100000">
                                          <p:val>
                                            <p:fltVal val="0"/>
                                          </p:val>
                                        </p:tav>
                                      </p:tavLst>
                                    </p:anim>
                                    <p:animEffect transition="in" filter="fade">
                                      <p:cBhvr>
                                        <p:cTn id="48" dur="300"/>
                                        <p:tgtEl>
                                          <p:spTgt spid="29"/>
                                        </p:tgtEl>
                                      </p:cBhvr>
                                    </p:animEffect>
                                  </p:childTnLst>
                                </p:cTn>
                              </p:par>
                            </p:childTnLst>
                          </p:cTn>
                        </p:par>
                        <p:par>
                          <p:cTn id="49" fill="hold">
                            <p:stCondLst>
                              <p:cond delay="2600"/>
                            </p:stCondLst>
                            <p:childTnLst>
                              <p:par>
                                <p:cTn id="50" presetID="22" presetClass="entr" presetSubtype="8" fill="hold" grpId="0" nodeType="after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wipe(left)">
                                      <p:cBhvr>
                                        <p:cTn id="52" dur="500"/>
                                        <p:tgtEl>
                                          <p:spTgt spid="42"/>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46"/>
                                        </p:tgtEl>
                                        <p:attrNameLst>
                                          <p:attrName>style.visibility</p:attrName>
                                        </p:attrNameLst>
                                      </p:cBhvr>
                                      <p:to>
                                        <p:strVal val="visible"/>
                                      </p:to>
                                    </p:set>
                                    <p:animEffect transition="in" filter="wipe(left)">
                                      <p:cBhvr>
                                        <p:cTn id="55" dur="500"/>
                                        <p:tgtEl>
                                          <p:spTgt spid="46"/>
                                        </p:tgtEl>
                                      </p:cBhvr>
                                    </p:animEffect>
                                  </p:childTnLst>
                                </p:cTn>
                              </p:par>
                            </p:childTnLst>
                          </p:cTn>
                        </p:par>
                        <p:par>
                          <p:cTn id="56" fill="hold">
                            <p:stCondLst>
                              <p:cond delay="3100"/>
                            </p:stCondLst>
                            <p:childTnLst>
                              <p:par>
                                <p:cTn id="57" presetID="22" presetClass="entr" presetSubtype="8" fill="hold" grpId="0" nodeType="afterEffect">
                                  <p:stCondLst>
                                    <p:cond delay="0"/>
                                  </p:stCondLst>
                                  <p:childTnLst>
                                    <p:set>
                                      <p:cBhvr>
                                        <p:cTn id="58" dur="1" fill="hold">
                                          <p:stCondLst>
                                            <p:cond delay="0"/>
                                          </p:stCondLst>
                                        </p:cTn>
                                        <p:tgtEl>
                                          <p:spTgt spid="33"/>
                                        </p:tgtEl>
                                        <p:attrNameLst>
                                          <p:attrName>style.visibility</p:attrName>
                                        </p:attrNameLst>
                                      </p:cBhvr>
                                      <p:to>
                                        <p:strVal val="visible"/>
                                      </p:to>
                                    </p:set>
                                    <p:animEffect transition="in" filter="wipe(left)">
                                      <p:cBhvr>
                                        <p:cTn id="59" dur="500"/>
                                        <p:tgtEl>
                                          <p:spTgt spid="33"/>
                                        </p:tgtEl>
                                      </p:cBhvr>
                                    </p:animEffect>
                                  </p:childTnLst>
                                </p:cTn>
                              </p:par>
                            </p:childTnLst>
                          </p:cTn>
                        </p:par>
                        <p:par>
                          <p:cTn id="60" fill="hold">
                            <p:stCondLst>
                              <p:cond delay="3600"/>
                            </p:stCondLst>
                            <p:childTnLst>
                              <p:par>
                                <p:cTn id="61" presetID="31" presetClass="entr" presetSubtype="0" fill="hold" grpId="0" nodeType="afterEffect">
                                  <p:stCondLst>
                                    <p:cond delay="0"/>
                                  </p:stCondLst>
                                  <p:childTnLst>
                                    <p:set>
                                      <p:cBhvr>
                                        <p:cTn id="62" dur="1" fill="hold">
                                          <p:stCondLst>
                                            <p:cond delay="0"/>
                                          </p:stCondLst>
                                        </p:cTn>
                                        <p:tgtEl>
                                          <p:spTgt spid="30"/>
                                        </p:tgtEl>
                                        <p:attrNameLst>
                                          <p:attrName>style.visibility</p:attrName>
                                        </p:attrNameLst>
                                      </p:cBhvr>
                                      <p:to>
                                        <p:strVal val="visible"/>
                                      </p:to>
                                    </p:set>
                                    <p:anim calcmode="lin" valueType="num">
                                      <p:cBhvr>
                                        <p:cTn id="63" dur="300" fill="hold"/>
                                        <p:tgtEl>
                                          <p:spTgt spid="30"/>
                                        </p:tgtEl>
                                        <p:attrNameLst>
                                          <p:attrName>ppt_w</p:attrName>
                                        </p:attrNameLst>
                                      </p:cBhvr>
                                      <p:tavLst>
                                        <p:tav tm="0">
                                          <p:val>
                                            <p:fltVal val="0"/>
                                          </p:val>
                                        </p:tav>
                                        <p:tav tm="100000">
                                          <p:val>
                                            <p:strVal val="#ppt_w"/>
                                          </p:val>
                                        </p:tav>
                                      </p:tavLst>
                                    </p:anim>
                                    <p:anim calcmode="lin" valueType="num">
                                      <p:cBhvr>
                                        <p:cTn id="64" dur="300" fill="hold"/>
                                        <p:tgtEl>
                                          <p:spTgt spid="30"/>
                                        </p:tgtEl>
                                        <p:attrNameLst>
                                          <p:attrName>ppt_h</p:attrName>
                                        </p:attrNameLst>
                                      </p:cBhvr>
                                      <p:tavLst>
                                        <p:tav tm="0">
                                          <p:val>
                                            <p:fltVal val="0"/>
                                          </p:val>
                                        </p:tav>
                                        <p:tav tm="100000">
                                          <p:val>
                                            <p:strVal val="#ppt_h"/>
                                          </p:val>
                                        </p:tav>
                                      </p:tavLst>
                                    </p:anim>
                                    <p:anim calcmode="lin" valueType="num">
                                      <p:cBhvr>
                                        <p:cTn id="65" dur="300" fill="hold"/>
                                        <p:tgtEl>
                                          <p:spTgt spid="30"/>
                                        </p:tgtEl>
                                        <p:attrNameLst>
                                          <p:attrName>style.rotation</p:attrName>
                                        </p:attrNameLst>
                                      </p:cBhvr>
                                      <p:tavLst>
                                        <p:tav tm="0">
                                          <p:val>
                                            <p:fltVal val="90"/>
                                          </p:val>
                                        </p:tav>
                                        <p:tav tm="100000">
                                          <p:val>
                                            <p:fltVal val="0"/>
                                          </p:val>
                                        </p:tav>
                                      </p:tavLst>
                                    </p:anim>
                                    <p:animEffect transition="in" filter="fade">
                                      <p:cBhvr>
                                        <p:cTn id="66" dur="300"/>
                                        <p:tgtEl>
                                          <p:spTgt spid="30"/>
                                        </p:tgtEl>
                                      </p:cBhvr>
                                    </p:animEffect>
                                  </p:childTnLst>
                                </p:cTn>
                              </p:par>
                              <p:par>
                                <p:cTn id="67" presetID="31" presetClass="entr" presetSubtype="0" fill="hold" grpId="0" nodeType="withEffect">
                                  <p:stCondLst>
                                    <p:cond delay="0"/>
                                  </p:stCondLst>
                                  <p:childTnLst>
                                    <p:set>
                                      <p:cBhvr>
                                        <p:cTn id="68" dur="1" fill="hold">
                                          <p:stCondLst>
                                            <p:cond delay="0"/>
                                          </p:stCondLst>
                                        </p:cTn>
                                        <p:tgtEl>
                                          <p:spTgt spid="31"/>
                                        </p:tgtEl>
                                        <p:attrNameLst>
                                          <p:attrName>style.visibility</p:attrName>
                                        </p:attrNameLst>
                                      </p:cBhvr>
                                      <p:to>
                                        <p:strVal val="visible"/>
                                      </p:to>
                                    </p:set>
                                    <p:anim calcmode="lin" valueType="num">
                                      <p:cBhvr>
                                        <p:cTn id="69" dur="300" fill="hold"/>
                                        <p:tgtEl>
                                          <p:spTgt spid="31"/>
                                        </p:tgtEl>
                                        <p:attrNameLst>
                                          <p:attrName>ppt_w</p:attrName>
                                        </p:attrNameLst>
                                      </p:cBhvr>
                                      <p:tavLst>
                                        <p:tav tm="0">
                                          <p:val>
                                            <p:fltVal val="0"/>
                                          </p:val>
                                        </p:tav>
                                        <p:tav tm="100000">
                                          <p:val>
                                            <p:strVal val="#ppt_w"/>
                                          </p:val>
                                        </p:tav>
                                      </p:tavLst>
                                    </p:anim>
                                    <p:anim calcmode="lin" valueType="num">
                                      <p:cBhvr>
                                        <p:cTn id="70" dur="300" fill="hold"/>
                                        <p:tgtEl>
                                          <p:spTgt spid="31"/>
                                        </p:tgtEl>
                                        <p:attrNameLst>
                                          <p:attrName>ppt_h</p:attrName>
                                        </p:attrNameLst>
                                      </p:cBhvr>
                                      <p:tavLst>
                                        <p:tav tm="0">
                                          <p:val>
                                            <p:fltVal val="0"/>
                                          </p:val>
                                        </p:tav>
                                        <p:tav tm="100000">
                                          <p:val>
                                            <p:strVal val="#ppt_h"/>
                                          </p:val>
                                        </p:tav>
                                      </p:tavLst>
                                    </p:anim>
                                    <p:anim calcmode="lin" valueType="num">
                                      <p:cBhvr>
                                        <p:cTn id="71" dur="300" fill="hold"/>
                                        <p:tgtEl>
                                          <p:spTgt spid="31"/>
                                        </p:tgtEl>
                                        <p:attrNameLst>
                                          <p:attrName>style.rotation</p:attrName>
                                        </p:attrNameLst>
                                      </p:cBhvr>
                                      <p:tavLst>
                                        <p:tav tm="0">
                                          <p:val>
                                            <p:fltVal val="90"/>
                                          </p:val>
                                        </p:tav>
                                        <p:tav tm="100000">
                                          <p:val>
                                            <p:fltVal val="0"/>
                                          </p:val>
                                        </p:tav>
                                      </p:tavLst>
                                    </p:anim>
                                    <p:animEffect transition="in" filter="fade">
                                      <p:cBhvr>
                                        <p:cTn id="72" dur="300"/>
                                        <p:tgtEl>
                                          <p:spTgt spid="31"/>
                                        </p:tgtEl>
                                      </p:cBhvr>
                                    </p:animEffect>
                                  </p:childTnLst>
                                </p:cTn>
                              </p:par>
                            </p:childTnLst>
                          </p:cTn>
                        </p:par>
                        <p:par>
                          <p:cTn id="73" fill="hold">
                            <p:stCondLst>
                              <p:cond delay="3900"/>
                            </p:stCondLst>
                            <p:childTnLst>
                              <p:par>
                                <p:cTn id="74" presetID="22" presetClass="entr" presetSubtype="8" fill="hold" grpId="0" nodeType="afterEffect">
                                  <p:stCondLst>
                                    <p:cond delay="0"/>
                                  </p:stCondLst>
                                  <p:childTnLst>
                                    <p:set>
                                      <p:cBhvr>
                                        <p:cTn id="75" dur="1" fill="hold">
                                          <p:stCondLst>
                                            <p:cond delay="0"/>
                                          </p:stCondLst>
                                        </p:cTn>
                                        <p:tgtEl>
                                          <p:spTgt spid="43"/>
                                        </p:tgtEl>
                                        <p:attrNameLst>
                                          <p:attrName>style.visibility</p:attrName>
                                        </p:attrNameLst>
                                      </p:cBhvr>
                                      <p:to>
                                        <p:strVal val="visible"/>
                                      </p:to>
                                    </p:set>
                                    <p:animEffect transition="in" filter="wipe(left)">
                                      <p:cBhvr>
                                        <p:cTn id="76" dur="500"/>
                                        <p:tgtEl>
                                          <p:spTgt spid="43"/>
                                        </p:tgtEl>
                                      </p:cBhvr>
                                    </p:animEffect>
                                  </p:childTnLst>
                                </p:cTn>
                              </p:par>
                              <p:par>
                                <p:cTn id="77" presetID="22" presetClass="entr" presetSubtype="8" fill="hold" grpId="0" nodeType="withEffect">
                                  <p:stCondLst>
                                    <p:cond delay="0"/>
                                  </p:stCondLst>
                                  <p:childTnLst>
                                    <p:set>
                                      <p:cBhvr>
                                        <p:cTn id="78" dur="1" fill="hold">
                                          <p:stCondLst>
                                            <p:cond delay="0"/>
                                          </p:stCondLst>
                                        </p:cTn>
                                        <p:tgtEl>
                                          <p:spTgt spid="45"/>
                                        </p:tgtEl>
                                        <p:attrNameLst>
                                          <p:attrName>style.visibility</p:attrName>
                                        </p:attrNameLst>
                                      </p:cBhvr>
                                      <p:to>
                                        <p:strVal val="visible"/>
                                      </p:to>
                                    </p:set>
                                    <p:animEffect transition="in" filter="wipe(left)">
                                      <p:cBhvr>
                                        <p:cTn id="79" dur="500"/>
                                        <p:tgtEl>
                                          <p:spTgt spid="45"/>
                                        </p:tgtEl>
                                      </p:cBhvr>
                                    </p:animEffect>
                                  </p:childTnLst>
                                </p:cTn>
                              </p:par>
                            </p:childTnLst>
                          </p:cTn>
                        </p:par>
                        <p:par>
                          <p:cTn id="80" fill="hold">
                            <p:stCondLst>
                              <p:cond delay="4400"/>
                            </p:stCondLst>
                            <p:childTnLst>
                              <p:par>
                                <p:cTn id="81" presetID="22" presetClass="entr" presetSubtype="1" fill="hold" grpId="0" nodeType="afterEffect">
                                  <p:stCondLst>
                                    <p:cond delay="0"/>
                                  </p:stCondLst>
                                  <p:childTnLst>
                                    <p:set>
                                      <p:cBhvr>
                                        <p:cTn id="82" dur="1" fill="hold">
                                          <p:stCondLst>
                                            <p:cond delay="0"/>
                                          </p:stCondLst>
                                        </p:cTn>
                                        <p:tgtEl>
                                          <p:spTgt spid="36"/>
                                        </p:tgtEl>
                                        <p:attrNameLst>
                                          <p:attrName>style.visibility</p:attrName>
                                        </p:attrNameLst>
                                      </p:cBhvr>
                                      <p:to>
                                        <p:strVal val="visible"/>
                                      </p:to>
                                    </p:set>
                                    <p:animEffect transition="in" filter="wipe(up)">
                                      <p:cBhvr>
                                        <p:cTn id="83" dur="500"/>
                                        <p:tgtEl>
                                          <p:spTgt spid="36"/>
                                        </p:tgtEl>
                                      </p:cBhvr>
                                    </p:animEffect>
                                  </p:childTnLst>
                                </p:cTn>
                              </p:par>
                            </p:childTnLst>
                          </p:cTn>
                        </p:par>
                        <p:par>
                          <p:cTn id="84" fill="hold">
                            <p:stCondLst>
                              <p:cond delay="4900"/>
                            </p:stCondLst>
                            <p:childTnLst>
                              <p:par>
                                <p:cTn id="85" presetID="16" presetClass="entr" presetSubtype="37" fill="hold" grpId="0" nodeType="afterEffect">
                                  <p:stCondLst>
                                    <p:cond delay="0"/>
                                  </p:stCondLst>
                                  <p:childTnLst>
                                    <p:set>
                                      <p:cBhvr>
                                        <p:cTn id="86" dur="1" fill="hold">
                                          <p:stCondLst>
                                            <p:cond delay="0"/>
                                          </p:stCondLst>
                                        </p:cTn>
                                        <p:tgtEl>
                                          <p:spTgt spid="41"/>
                                        </p:tgtEl>
                                        <p:attrNameLst>
                                          <p:attrName>style.visibility</p:attrName>
                                        </p:attrNameLst>
                                      </p:cBhvr>
                                      <p:to>
                                        <p:strVal val="visible"/>
                                      </p:to>
                                    </p:set>
                                    <p:animEffect transition="in" filter="barn(outVertical)">
                                      <p:cBhvr>
                                        <p:cTn id="87" dur="500"/>
                                        <p:tgtEl>
                                          <p:spTgt spid="41"/>
                                        </p:tgtEl>
                                      </p:cBhvr>
                                    </p:animEffect>
                                  </p:childTnLst>
                                </p:cTn>
                              </p:par>
                            </p:childTnLst>
                          </p:cTn>
                        </p:par>
                        <p:par>
                          <p:cTn id="88" fill="hold">
                            <p:stCondLst>
                              <p:cond delay="5400"/>
                            </p:stCondLst>
                            <p:childTnLst>
                              <p:par>
                                <p:cTn id="89" presetID="22" presetClass="entr" presetSubtype="1" fill="hold" grpId="0" nodeType="afterEffect">
                                  <p:stCondLst>
                                    <p:cond delay="0"/>
                                  </p:stCondLst>
                                  <p:childTnLst>
                                    <p:set>
                                      <p:cBhvr>
                                        <p:cTn id="90" dur="1" fill="hold">
                                          <p:stCondLst>
                                            <p:cond delay="0"/>
                                          </p:stCondLst>
                                        </p:cTn>
                                        <p:tgtEl>
                                          <p:spTgt spid="37"/>
                                        </p:tgtEl>
                                        <p:attrNameLst>
                                          <p:attrName>style.visibility</p:attrName>
                                        </p:attrNameLst>
                                      </p:cBhvr>
                                      <p:to>
                                        <p:strVal val="visible"/>
                                      </p:to>
                                    </p:set>
                                    <p:animEffect transition="in" filter="wipe(up)">
                                      <p:cBhvr>
                                        <p:cTn id="91" dur="500"/>
                                        <p:tgtEl>
                                          <p:spTgt spid="37"/>
                                        </p:tgtEl>
                                      </p:cBhvr>
                                    </p:animEffect>
                                  </p:childTnLst>
                                </p:cTn>
                              </p:par>
                            </p:childTnLst>
                          </p:cTn>
                        </p:par>
                        <p:par>
                          <p:cTn id="92" fill="hold">
                            <p:stCondLst>
                              <p:cond delay="5900"/>
                            </p:stCondLst>
                            <p:childTnLst>
                              <p:par>
                                <p:cTn id="93" presetID="16" presetClass="entr" presetSubtype="37" fill="hold" grpId="0" nodeType="afterEffect">
                                  <p:stCondLst>
                                    <p:cond delay="0"/>
                                  </p:stCondLst>
                                  <p:childTnLst>
                                    <p:set>
                                      <p:cBhvr>
                                        <p:cTn id="94" dur="1" fill="hold">
                                          <p:stCondLst>
                                            <p:cond delay="0"/>
                                          </p:stCondLst>
                                        </p:cTn>
                                        <p:tgtEl>
                                          <p:spTgt spid="40"/>
                                        </p:tgtEl>
                                        <p:attrNameLst>
                                          <p:attrName>style.visibility</p:attrName>
                                        </p:attrNameLst>
                                      </p:cBhvr>
                                      <p:to>
                                        <p:strVal val="visible"/>
                                      </p:to>
                                    </p:set>
                                    <p:animEffect transition="in" filter="barn(outVertical)">
                                      <p:cBhvr>
                                        <p:cTn id="95" dur="500"/>
                                        <p:tgtEl>
                                          <p:spTgt spid="40"/>
                                        </p:tgtEl>
                                      </p:cBhvr>
                                    </p:animEffect>
                                  </p:childTnLst>
                                </p:cTn>
                              </p:par>
                            </p:childTnLst>
                          </p:cTn>
                        </p:par>
                        <p:par>
                          <p:cTn id="96" fill="hold">
                            <p:stCondLst>
                              <p:cond delay="6400"/>
                            </p:stCondLst>
                            <p:childTnLst>
                              <p:par>
                                <p:cTn id="97" presetID="22" presetClass="entr" presetSubtype="4" fill="hold" grpId="0" nodeType="afterEffect">
                                  <p:stCondLst>
                                    <p:cond delay="0"/>
                                  </p:stCondLst>
                                  <p:childTnLst>
                                    <p:set>
                                      <p:cBhvr>
                                        <p:cTn id="98" dur="1" fill="hold">
                                          <p:stCondLst>
                                            <p:cond delay="0"/>
                                          </p:stCondLst>
                                        </p:cTn>
                                        <p:tgtEl>
                                          <p:spTgt spid="38"/>
                                        </p:tgtEl>
                                        <p:attrNameLst>
                                          <p:attrName>style.visibility</p:attrName>
                                        </p:attrNameLst>
                                      </p:cBhvr>
                                      <p:to>
                                        <p:strVal val="visible"/>
                                      </p:to>
                                    </p:set>
                                    <p:animEffect transition="in" filter="wipe(down)">
                                      <p:cBhvr>
                                        <p:cTn id="99" dur="500"/>
                                        <p:tgtEl>
                                          <p:spTgt spid="38"/>
                                        </p:tgtEl>
                                      </p:cBhvr>
                                    </p:animEffect>
                                  </p:childTnLst>
                                </p:cTn>
                              </p:par>
                            </p:childTnLst>
                          </p:cTn>
                        </p:par>
                        <p:par>
                          <p:cTn id="100" fill="hold">
                            <p:stCondLst>
                              <p:cond delay="6900"/>
                            </p:stCondLst>
                            <p:childTnLst>
                              <p:par>
                                <p:cTn id="101" presetID="16" presetClass="entr" presetSubtype="37" fill="hold" grpId="0" nodeType="afterEffect">
                                  <p:stCondLst>
                                    <p:cond delay="0"/>
                                  </p:stCondLst>
                                  <p:childTnLst>
                                    <p:set>
                                      <p:cBhvr>
                                        <p:cTn id="102" dur="1" fill="hold">
                                          <p:stCondLst>
                                            <p:cond delay="0"/>
                                          </p:stCondLst>
                                        </p:cTn>
                                        <p:tgtEl>
                                          <p:spTgt spid="39"/>
                                        </p:tgtEl>
                                        <p:attrNameLst>
                                          <p:attrName>style.visibility</p:attrName>
                                        </p:attrNameLst>
                                      </p:cBhvr>
                                      <p:to>
                                        <p:strVal val="visible"/>
                                      </p:to>
                                    </p:set>
                                    <p:animEffect transition="in" filter="barn(outVertical)">
                                      <p:cBhvr>
                                        <p:cTn id="103"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p:bldP spid="28" grpId="0" animBg="1"/>
      <p:bldP spid="29" grpId="0"/>
      <p:bldP spid="30" grpId="0" animBg="1"/>
      <p:bldP spid="31" grpId="0"/>
      <p:bldP spid="32" grpId="0" animBg="1"/>
      <p:bldP spid="33" grpId="0" animBg="1"/>
      <p:bldP spid="35" grpId="0" animBg="1"/>
      <p:bldP spid="36" grpId="0" animBg="1"/>
      <p:bldP spid="37" grpId="0" animBg="1"/>
      <p:bldP spid="38" grpId="0" animBg="1"/>
      <p:bldP spid="39" grpId="0"/>
      <p:bldP spid="40" grpId="0"/>
      <p:bldP spid="41" grpId="0"/>
      <p:bldP spid="42" grpId="0" animBg="1"/>
      <p:bldP spid="43" grpId="0" animBg="1"/>
      <p:bldP spid="44" grpId="0" animBg="1"/>
      <p:bldP spid="45" grpId="0"/>
      <p:bldP spid="46" grpId="0"/>
      <p:bldP spid="4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8"/>
          <p:cNvGrpSpPr>
            <a:grpSpLocks/>
          </p:cNvGrpSpPr>
          <p:nvPr/>
        </p:nvGrpSpPr>
        <p:grpSpPr bwMode="auto">
          <a:xfrm>
            <a:off x="2366628" y="1131590"/>
            <a:ext cx="1442867" cy="845091"/>
            <a:chOff x="0" y="0"/>
            <a:chExt cx="9801" cy="6692"/>
          </a:xfrm>
          <a:solidFill>
            <a:schemeClr val="accent1"/>
          </a:solidFill>
        </p:grpSpPr>
        <p:sp>
          <p:nvSpPr>
            <p:cNvPr id="22" name="曲线 948"/>
            <p:cNvSpPr>
              <a:spLocks/>
            </p:cNvSpPr>
            <p:nvPr/>
          </p:nvSpPr>
          <p:spPr bwMode="auto">
            <a:xfrm>
              <a:off x="2263" y="0"/>
              <a:ext cx="5780" cy="6693"/>
            </a:xfrm>
            <a:custGeom>
              <a:avLst/>
              <a:gdLst>
                <a:gd name="T0" fmla="*/ 13513 w 21600"/>
                <a:gd name="T1" fmla="*/ 693 h 21600"/>
                <a:gd name="T2" fmla="*/ 15646 w 21600"/>
                <a:gd name="T3" fmla="*/ 2743 h 21600"/>
                <a:gd name="T4" fmla="*/ 16293 w 21600"/>
                <a:gd name="T5" fmla="*/ 5076 h 21600"/>
                <a:gd name="T6" fmla="*/ 14013 w 21600"/>
                <a:gd name="T7" fmla="*/ 10033 h 21600"/>
                <a:gd name="T8" fmla="*/ 15000 w 21600"/>
                <a:gd name="T9" fmla="*/ 12047 h 21600"/>
                <a:gd name="T10" fmla="*/ 18939 w 21600"/>
                <a:gd name="T11" fmla="*/ 12550 h 21600"/>
                <a:gd name="T12" fmla="*/ 20878 w 21600"/>
                <a:gd name="T13" fmla="*/ 15742 h 21600"/>
                <a:gd name="T14" fmla="*/ 21054 w 21600"/>
                <a:gd name="T15" fmla="*/ 19957 h 21600"/>
                <a:gd name="T16" fmla="*/ 9652 w 21600"/>
                <a:gd name="T17" fmla="*/ 21374 h 21600"/>
                <a:gd name="T18" fmla="*/ 455 w 21600"/>
                <a:gd name="T19" fmla="*/ 19563 h 21600"/>
                <a:gd name="T20" fmla="*/ 2201 w 21600"/>
                <a:gd name="T21" fmla="*/ 13225 h 21600"/>
                <a:gd name="T22" fmla="*/ 6270 w 21600"/>
                <a:gd name="T23" fmla="*/ 12189 h 21600"/>
                <a:gd name="T24" fmla="*/ 7447 w 21600"/>
                <a:gd name="T25" fmla="*/ 10075 h 21600"/>
                <a:gd name="T26" fmla="*/ 5239 w 21600"/>
                <a:gd name="T27" fmla="*/ 4682 h 21600"/>
                <a:gd name="T28" fmla="*/ 8512 w 21600"/>
                <a:gd name="T29" fmla="*/ 603 h 21600"/>
                <a:gd name="T30" fmla="*/ 12963 w 21600"/>
                <a:gd name="T31" fmla="*/ 542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00" h="21600">
                  <a:moveTo>
                    <a:pt x="13513" y="693"/>
                  </a:moveTo>
                  <a:cubicBezTo>
                    <a:pt x="14488" y="1348"/>
                    <a:pt x="15048" y="1452"/>
                    <a:pt x="15646" y="2743"/>
                  </a:cubicBezTo>
                  <a:cubicBezTo>
                    <a:pt x="16244" y="4034"/>
                    <a:pt x="16241" y="4282"/>
                    <a:pt x="16293" y="5076"/>
                  </a:cubicBezTo>
                  <a:cubicBezTo>
                    <a:pt x="16607" y="8768"/>
                    <a:pt x="14540" y="9197"/>
                    <a:pt x="14013" y="10033"/>
                  </a:cubicBezTo>
                  <a:cubicBezTo>
                    <a:pt x="13983" y="10846"/>
                    <a:pt x="14152" y="11627"/>
                    <a:pt x="15000" y="12047"/>
                  </a:cubicBezTo>
                  <a:cubicBezTo>
                    <a:pt x="15852" y="12466"/>
                    <a:pt x="17732" y="11766"/>
                    <a:pt x="18939" y="12550"/>
                  </a:cubicBezTo>
                  <a:cubicBezTo>
                    <a:pt x="20146" y="13335"/>
                    <a:pt x="20280" y="14170"/>
                    <a:pt x="20878" y="15742"/>
                  </a:cubicBezTo>
                  <a:cubicBezTo>
                    <a:pt x="21476" y="17314"/>
                    <a:pt x="21600" y="19224"/>
                    <a:pt x="21054" y="19957"/>
                  </a:cubicBezTo>
                  <a:cubicBezTo>
                    <a:pt x="17698" y="20802"/>
                    <a:pt x="13826" y="21600"/>
                    <a:pt x="9652" y="21374"/>
                  </a:cubicBezTo>
                  <a:cubicBezTo>
                    <a:pt x="5478" y="21309"/>
                    <a:pt x="1401" y="21306"/>
                    <a:pt x="455" y="19563"/>
                  </a:cubicBezTo>
                  <a:cubicBezTo>
                    <a:pt x="0" y="17398"/>
                    <a:pt x="1278" y="14700"/>
                    <a:pt x="2201" y="13225"/>
                  </a:cubicBezTo>
                  <a:cubicBezTo>
                    <a:pt x="3124" y="11750"/>
                    <a:pt x="5422" y="12308"/>
                    <a:pt x="6270" y="12189"/>
                  </a:cubicBezTo>
                  <a:cubicBezTo>
                    <a:pt x="7119" y="12069"/>
                    <a:pt x="7773" y="11634"/>
                    <a:pt x="7447" y="10075"/>
                  </a:cubicBezTo>
                  <a:cubicBezTo>
                    <a:pt x="6147" y="8565"/>
                    <a:pt x="4854" y="6609"/>
                    <a:pt x="5239" y="4682"/>
                  </a:cubicBezTo>
                  <a:cubicBezTo>
                    <a:pt x="5624" y="2756"/>
                    <a:pt x="6917" y="1368"/>
                    <a:pt x="8512" y="603"/>
                  </a:cubicBezTo>
                  <a:cubicBezTo>
                    <a:pt x="10108" y="0"/>
                    <a:pt x="12186" y="258"/>
                    <a:pt x="12963" y="542"/>
                  </a:cubicBezTo>
                </a:path>
              </a:pathLst>
            </a:custGeom>
            <a:grpFill/>
            <a:ln w="3175" cap="flat" cmpd="sng">
              <a:noFill/>
              <a:bevel/>
              <a:headEnd/>
              <a:tailEnd/>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23" name="曲线 948"/>
            <p:cNvSpPr>
              <a:spLocks/>
            </p:cNvSpPr>
            <p:nvPr/>
          </p:nvSpPr>
          <p:spPr bwMode="auto">
            <a:xfrm>
              <a:off x="0" y="0"/>
              <a:ext cx="3885" cy="4606"/>
            </a:xfrm>
            <a:custGeom>
              <a:avLst/>
              <a:gdLst>
                <a:gd name="T0" fmla="*/ 13877 w 21600"/>
                <a:gd name="T1" fmla="*/ 647 h 21600"/>
                <a:gd name="T2" fmla="*/ 16040 w 21600"/>
                <a:gd name="T3" fmla="*/ 2715 h 21600"/>
                <a:gd name="T4" fmla="*/ 16690 w 21600"/>
                <a:gd name="T5" fmla="*/ 5069 h 21600"/>
                <a:gd name="T6" fmla="*/ 14383 w 21600"/>
                <a:gd name="T7" fmla="*/ 10068 h 21600"/>
                <a:gd name="T8" fmla="*/ 15495 w 21600"/>
                <a:gd name="T9" fmla="*/ 11986 h 21600"/>
                <a:gd name="T10" fmla="*/ 18725 w 21600"/>
                <a:gd name="T11" fmla="*/ 12460 h 21600"/>
                <a:gd name="T12" fmla="*/ 20932 w 21600"/>
                <a:gd name="T13" fmla="*/ 14790 h 21600"/>
                <a:gd name="T14" fmla="*/ 16796 w 21600"/>
                <a:gd name="T15" fmla="*/ 15475 h 21600"/>
                <a:gd name="T16" fmla="*/ 12020 w 21600"/>
                <a:gd name="T17" fmla="*/ 21529 h 21600"/>
                <a:gd name="T18" fmla="*/ 394 w 21600"/>
                <a:gd name="T19" fmla="*/ 19836 h 21600"/>
                <a:gd name="T20" fmla="*/ 2429 w 21600"/>
                <a:gd name="T21" fmla="*/ 13290 h 21600"/>
                <a:gd name="T22" fmla="*/ 6549 w 21600"/>
                <a:gd name="T23" fmla="*/ 12244 h 21600"/>
                <a:gd name="T24" fmla="*/ 7739 w 21600"/>
                <a:gd name="T25" fmla="*/ 10110 h 21600"/>
                <a:gd name="T26" fmla="*/ 5504 w 21600"/>
                <a:gd name="T27" fmla="*/ 4670 h 21600"/>
                <a:gd name="T28" fmla="*/ 8817 w 21600"/>
                <a:gd name="T29" fmla="*/ 553 h 21600"/>
                <a:gd name="T30" fmla="*/ 13321 w 21600"/>
                <a:gd name="T31" fmla="*/ 492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00" h="21600">
                  <a:moveTo>
                    <a:pt x="13877" y="647"/>
                  </a:moveTo>
                  <a:cubicBezTo>
                    <a:pt x="14867" y="1308"/>
                    <a:pt x="15434" y="1411"/>
                    <a:pt x="16040" y="2715"/>
                  </a:cubicBezTo>
                  <a:cubicBezTo>
                    <a:pt x="16646" y="4018"/>
                    <a:pt x="16640" y="4267"/>
                    <a:pt x="16690" y="5069"/>
                  </a:cubicBezTo>
                  <a:cubicBezTo>
                    <a:pt x="17013" y="8792"/>
                    <a:pt x="14917" y="9229"/>
                    <a:pt x="14383" y="10068"/>
                  </a:cubicBezTo>
                  <a:cubicBezTo>
                    <a:pt x="14355" y="10889"/>
                    <a:pt x="14639" y="11559"/>
                    <a:pt x="15495" y="11986"/>
                  </a:cubicBezTo>
                  <a:cubicBezTo>
                    <a:pt x="16357" y="12408"/>
                    <a:pt x="17902" y="11906"/>
                    <a:pt x="18725" y="12460"/>
                  </a:cubicBezTo>
                  <a:cubicBezTo>
                    <a:pt x="19948" y="13252"/>
                    <a:pt x="20326" y="13205"/>
                    <a:pt x="20932" y="14790"/>
                  </a:cubicBezTo>
                  <a:cubicBezTo>
                    <a:pt x="21600" y="16375"/>
                    <a:pt x="17352" y="14734"/>
                    <a:pt x="16796" y="15475"/>
                  </a:cubicBezTo>
                  <a:cubicBezTo>
                    <a:pt x="13399" y="16328"/>
                    <a:pt x="13365" y="19349"/>
                    <a:pt x="12020" y="21529"/>
                  </a:cubicBezTo>
                  <a:cubicBezTo>
                    <a:pt x="7794" y="21431"/>
                    <a:pt x="1356" y="21600"/>
                    <a:pt x="394" y="19836"/>
                  </a:cubicBezTo>
                  <a:cubicBezTo>
                    <a:pt x="0" y="17651"/>
                    <a:pt x="1495" y="14781"/>
                    <a:pt x="2429" y="13290"/>
                  </a:cubicBezTo>
                  <a:cubicBezTo>
                    <a:pt x="3363" y="11803"/>
                    <a:pt x="5693" y="12366"/>
                    <a:pt x="6549" y="12244"/>
                  </a:cubicBezTo>
                  <a:cubicBezTo>
                    <a:pt x="7405" y="12127"/>
                    <a:pt x="8067" y="11686"/>
                    <a:pt x="7739" y="10110"/>
                  </a:cubicBezTo>
                  <a:cubicBezTo>
                    <a:pt x="6421" y="8591"/>
                    <a:pt x="5115" y="6616"/>
                    <a:pt x="5504" y="4670"/>
                  </a:cubicBezTo>
                  <a:cubicBezTo>
                    <a:pt x="5893" y="2729"/>
                    <a:pt x="7205" y="1327"/>
                    <a:pt x="8817" y="553"/>
                  </a:cubicBezTo>
                  <a:cubicBezTo>
                    <a:pt x="10435" y="0"/>
                    <a:pt x="12537" y="206"/>
                    <a:pt x="13321" y="492"/>
                  </a:cubicBezTo>
                </a:path>
              </a:pathLst>
            </a:custGeom>
            <a:grpFill/>
            <a:ln w="3175" cap="flat" cmpd="sng">
              <a:noFill/>
              <a:bevel/>
              <a:headEnd/>
              <a:tailEnd/>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sp>
          <p:nvSpPr>
            <p:cNvPr id="24" name="曲线 950"/>
            <p:cNvSpPr>
              <a:spLocks/>
            </p:cNvSpPr>
            <p:nvPr/>
          </p:nvSpPr>
          <p:spPr bwMode="auto">
            <a:xfrm>
              <a:off x="6721" y="290"/>
              <a:ext cx="3080" cy="4121"/>
            </a:xfrm>
            <a:custGeom>
              <a:avLst/>
              <a:gdLst>
                <a:gd name="T0" fmla="*/ 2749 w 21600"/>
                <a:gd name="T1" fmla="*/ 9083 h 21600"/>
                <a:gd name="T2" fmla="*/ 4130 w 21600"/>
                <a:gd name="T3" fmla="*/ 2148 h 21600"/>
                <a:gd name="T4" fmla="*/ 10743 w 21600"/>
                <a:gd name="T5" fmla="*/ 15 h 21600"/>
                <a:gd name="T6" fmla="*/ 15989 w 21600"/>
                <a:gd name="T7" fmla="*/ 1839 h 21600"/>
                <a:gd name="T8" fmla="*/ 17686 w 21600"/>
                <a:gd name="T9" fmla="*/ 5309 h 21600"/>
                <a:gd name="T10" fmla="*/ 17897 w 21600"/>
                <a:gd name="T11" fmla="*/ 8611 h 21600"/>
                <a:gd name="T12" fmla="*/ 16564 w 21600"/>
                <a:gd name="T13" fmla="*/ 9764 h 21600"/>
                <a:gd name="T14" fmla="*/ 14250 w 21600"/>
                <a:gd name="T15" fmla="*/ 10393 h 21600"/>
                <a:gd name="T16" fmla="*/ 13198 w 21600"/>
                <a:gd name="T17" fmla="*/ 12385 h 21600"/>
                <a:gd name="T18" fmla="*/ 14811 w 21600"/>
                <a:gd name="T19" fmla="*/ 13643 h 21600"/>
                <a:gd name="T20" fmla="*/ 18738 w 21600"/>
                <a:gd name="T21" fmla="*/ 14010 h 21600"/>
                <a:gd name="T22" fmla="*/ 20520 w 21600"/>
                <a:gd name="T23" fmla="*/ 14953 h 21600"/>
                <a:gd name="T24" fmla="*/ 21263 w 21600"/>
                <a:gd name="T25" fmla="*/ 17207 h 21600"/>
                <a:gd name="T26" fmla="*/ 21123 w 21600"/>
                <a:gd name="T27" fmla="*/ 20247 h 21600"/>
                <a:gd name="T28" fmla="*/ 9481 w 21600"/>
                <a:gd name="T29" fmla="*/ 21400 h 21600"/>
                <a:gd name="T30" fmla="*/ 5273 w 21600"/>
                <a:gd name="T31" fmla="*/ 16159 h 21600"/>
                <a:gd name="T32" fmla="*/ 855 w 21600"/>
                <a:gd name="T33" fmla="*/ 15635 h 21600"/>
                <a:gd name="T34" fmla="*/ 715 w 21600"/>
                <a:gd name="T35" fmla="*/ 14534 h 21600"/>
                <a:gd name="T36" fmla="*/ 3352 w 21600"/>
                <a:gd name="T37" fmla="*/ 13779 h 21600"/>
                <a:gd name="T38" fmla="*/ 6480 w 21600"/>
                <a:gd name="T39" fmla="*/ 13538 h 21600"/>
                <a:gd name="T40" fmla="*/ 7307 w 21600"/>
                <a:gd name="T41" fmla="*/ 11651 h 21600"/>
                <a:gd name="T42" fmla="*/ 6255 w 21600"/>
                <a:gd name="T43" fmla="*/ 11180 h 21600"/>
                <a:gd name="T44" fmla="*/ 5414 w 21600"/>
                <a:gd name="T45" fmla="*/ 9922 h 21600"/>
                <a:gd name="T46" fmla="*/ 3590 w 21600"/>
                <a:gd name="T47" fmla="*/ 9712 h 21600"/>
                <a:gd name="T48" fmla="*/ 3029 w 21600"/>
                <a:gd name="T49" fmla="*/ 945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1600" h="21600">
                  <a:moveTo>
                    <a:pt x="2749" y="9083"/>
                  </a:moveTo>
                  <a:cubicBezTo>
                    <a:pt x="2959" y="7605"/>
                    <a:pt x="2531" y="3962"/>
                    <a:pt x="4130" y="2148"/>
                  </a:cubicBezTo>
                  <a:cubicBezTo>
                    <a:pt x="5729" y="372"/>
                    <a:pt x="8485" y="0"/>
                    <a:pt x="10743" y="15"/>
                  </a:cubicBezTo>
                  <a:cubicBezTo>
                    <a:pt x="13002" y="36"/>
                    <a:pt x="14601" y="780"/>
                    <a:pt x="15989" y="1839"/>
                  </a:cubicBezTo>
                  <a:cubicBezTo>
                    <a:pt x="17378" y="2898"/>
                    <a:pt x="17280" y="3915"/>
                    <a:pt x="17686" y="5309"/>
                  </a:cubicBezTo>
                  <a:cubicBezTo>
                    <a:pt x="18121" y="6703"/>
                    <a:pt x="18121" y="7720"/>
                    <a:pt x="17897" y="8611"/>
                  </a:cubicBezTo>
                  <a:cubicBezTo>
                    <a:pt x="17672" y="9502"/>
                    <a:pt x="17294" y="9408"/>
                    <a:pt x="16564" y="9764"/>
                  </a:cubicBezTo>
                  <a:cubicBezTo>
                    <a:pt x="15835" y="10121"/>
                    <a:pt x="14923" y="9869"/>
                    <a:pt x="14250" y="10393"/>
                  </a:cubicBezTo>
                  <a:cubicBezTo>
                    <a:pt x="13577" y="10917"/>
                    <a:pt x="13086" y="11735"/>
                    <a:pt x="13198" y="12385"/>
                  </a:cubicBezTo>
                  <a:cubicBezTo>
                    <a:pt x="13310" y="13035"/>
                    <a:pt x="13703" y="13318"/>
                    <a:pt x="14811" y="13643"/>
                  </a:cubicBezTo>
                  <a:cubicBezTo>
                    <a:pt x="15919" y="13968"/>
                    <a:pt x="17609" y="13748"/>
                    <a:pt x="18738" y="14010"/>
                  </a:cubicBezTo>
                  <a:cubicBezTo>
                    <a:pt x="19874" y="14272"/>
                    <a:pt x="19987" y="14314"/>
                    <a:pt x="20520" y="14953"/>
                  </a:cubicBezTo>
                  <a:cubicBezTo>
                    <a:pt x="20996" y="15593"/>
                    <a:pt x="21137" y="16148"/>
                    <a:pt x="21263" y="17207"/>
                  </a:cubicBezTo>
                  <a:cubicBezTo>
                    <a:pt x="21389" y="18266"/>
                    <a:pt x="21600" y="19786"/>
                    <a:pt x="21123" y="20247"/>
                  </a:cubicBezTo>
                  <a:cubicBezTo>
                    <a:pt x="18766" y="21086"/>
                    <a:pt x="13584" y="21600"/>
                    <a:pt x="9481" y="21400"/>
                  </a:cubicBezTo>
                  <a:cubicBezTo>
                    <a:pt x="8738" y="19587"/>
                    <a:pt x="7020" y="17312"/>
                    <a:pt x="5273" y="16159"/>
                  </a:cubicBezTo>
                  <a:cubicBezTo>
                    <a:pt x="3548" y="15006"/>
                    <a:pt x="1767" y="15960"/>
                    <a:pt x="855" y="15635"/>
                  </a:cubicBezTo>
                  <a:cubicBezTo>
                    <a:pt x="0" y="15310"/>
                    <a:pt x="252" y="14922"/>
                    <a:pt x="715" y="14534"/>
                  </a:cubicBezTo>
                  <a:cubicBezTo>
                    <a:pt x="1178" y="14146"/>
                    <a:pt x="2202" y="13978"/>
                    <a:pt x="3352" y="13779"/>
                  </a:cubicBezTo>
                  <a:cubicBezTo>
                    <a:pt x="4502" y="13580"/>
                    <a:pt x="5638" y="13947"/>
                    <a:pt x="6480" y="13538"/>
                  </a:cubicBezTo>
                  <a:cubicBezTo>
                    <a:pt x="7293" y="13129"/>
                    <a:pt x="7349" y="12123"/>
                    <a:pt x="7307" y="11651"/>
                  </a:cubicBezTo>
                  <a:cubicBezTo>
                    <a:pt x="7265" y="11180"/>
                    <a:pt x="6634" y="11525"/>
                    <a:pt x="6255" y="11180"/>
                  </a:cubicBezTo>
                  <a:cubicBezTo>
                    <a:pt x="5876" y="10834"/>
                    <a:pt x="5947" y="10215"/>
                    <a:pt x="5414" y="9922"/>
                  </a:cubicBezTo>
                  <a:cubicBezTo>
                    <a:pt x="4881" y="9628"/>
                    <a:pt x="4067" y="9806"/>
                    <a:pt x="3590" y="9712"/>
                  </a:cubicBezTo>
                  <a:cubicBezTo>
                    <a:pt x="3113" y="9618"/>
                    <a:pt x="3106" y="9497"/>
                    <a:pt x="3029" y="9450"/>
                  </a:cubicBezTo>
                </a:path>
              </a:pathLst>
            </a:custGeom>
            <a:grpFill/>
            <a:ln w="3175" cap="flat" cmpd="sng">
              <a:noFill/>
              <a:bevel/>
              <a:headEnd/>
              <a:tailEnd/>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grpSp>
      <p:grpSp>
        <p:nvGrpSpPr>
          <p:cNvPr id="25" name="Group 12"/>
          <p:cNvGrpSpPr>
            <a:grpSpLocks/>
          </p:cNvGrpSpPr>
          <p:nvPr/>
        </p:nvGrpSpPr>
        <p:grpSpPr bwMode="auto">
          <a:xfrm>
            <a:off x="5120293" y="1131590"/>
            <a:ext cx="1442867" cy="845091"/>
            <a:chOff x="0" y="0"/>
            <a:chExt cx="9801" cy="6692"/>
          </a:xfrm>
          <a:solidFill>
            <a:schemeClr val="accent2"/>
          </a:solidFill>
        </p:grpSpPr>
        <p:sp>
          <p:nvSpPr>
            <p:cNvPr id="45" name="曲线 948"/>
            <p:cNvSpPr>
              <a:spLocks/>
            </p:cNvSpPr>
            <p:nvPr/>
          </p:nvSpPr>
          <p:spPr bwMode="auto">
            <a:xfrm>
              <a:off x="2263" y="0"/>
              <a:ext cx="5780" cy="6693"/>
            </a:xfrm>
            <a:custGeom>
              <a:avLst/>
              <a:gdLst>
                <a:gd name="T0" fmla="*/ 13513 w 21600"/>
                <a:gd name="T1" fmla="*/ 693 h 21600"/>
                <a:gd name="T2" fmla="*/ 15646 w 21600"/>
                <a:gd name="T3" fmla="*/ 2743 h 21600"/>
                <a:gd name="T4" fmla="*/ 16293 w 21600"/>
                <a:gd name="T5" fmla="*/ 5076 h 21600"/>
                <a:gd name="T6" fmla="*/ 14013 w 21600"/>
                <a:gd name="T7" fmla="*/ 10033 h 21600"/>
                <a:gd name="T8" fmla="*/ 15000 w 21600"/>
                <a:gd name="T9" fmla="*/ 12047 h 21600"/>
                <a:gd name="T10" fmla="*/ 18939 w 21600"/>
                <a:gd name="T11" fmla="*/ 12550 h 21600"/>
                <a:gd name="T12" fmla="*/ 20878 w 21600"/>
                <a:gd name="T13" fmla="*/ 15742 h 21600"/>
                <a:gd name="T14" fmla="*/ 21054 w 21600"/>
                <a:gd name="T15" fmla="*/ 19957 h 21600"/>
                <a:gd name="T16" fmla="*/ 9652 w 21600"/>
                <a:gd name="T17" fmla="*/ 21374 h 21600"/>
                <a:gd name="T18" fmla="*/ 455 w 21600"/>
                <a:gd name="T19" fmla="*/ 19563 h 21600"/>
                <a:gd name="T20" fmla="*/ 2201 w 21600"/>
                <a:gd name="T21" fmla="*/ 13225 h 21600"/>
                <a:gd name="T22" fmla="*/ 6270 w 21600"/>
                <a:gd name="T23" fmla="*/ 12189 h 21600"/>
                <a:gd name="T24" fmla="*/ 7447 w 21600"/>
                <a:gd name="T25" fmla="*/ 10075 h 21600"/>
                <a:gd name="T26" fmla="*/ 5239 w 21600"/>
                <a:gd name="T27" fmla="*/ 4682 h 21600"/>
                <a:gd name="T28" fmla="*/ 8512 w 21600"/>
                <a:gd name="T29" fmla="*/ 603 h 21600"/>
                <a:gd name="T30" fmla="*/ 12963 w 21600"/>
                <a:gd name="T31" fmla="*/ 542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00" h="21600">
                  <a:moveTo>
                    <a:pt x="13513" y="693"/>
                  </a:moveTo>
                  <a:cubicBezTo>
                    <a:pt x="14488" y="1348"/>
                    <a:pt x="15048" y="1452"/>
                    <a:pt x="15646" y="2743"/>
                  </a:cubicBezTo>
                  <a:cubicBezTo>
                    <a:pt x="16244" y="4034"/>
                    <a:pt x="16241" y="4282"/>
                    <a:pt x="16293" y="5076"/>
                  </a:cubicBezTo>
                  <a:cubicBezTo>
                    <a:pt x="16607" y="8768"/>
                    <a:pt x="14540" y="9197"/>
                    <a:pt x="14013" y="10033"/>
                  </a:cubicBezTo>
                  <a:cubicBezTo>
                    <a:pt x="13983" y="10846"/>
                    <a:pt x="14152" y="11627"/>
                    <a:pt x="15000" y="12047"/>
                  </a:cubicBezTo>
                  <a:cubicBezTo>
                    <a:pt x="15852" y="12466"/>
                    <a:pt x="17732" y="11766"/>
                    <a:pt x="18939" y="12550"/>
                  </a:cubicBezTo>
                  <a:cubicBezTo>
                    <a:pt x="20146" y="13335"/>
                    <a:pt x="20280" y="14170"/>
                    <a:pt x="20878" y="15742"/>
                  </a:cubicBezTo>
                  <a:cubicBezTo>
                    <a:pt x="21476" y="17314"/>
                    <a:pt x="21600" y="19224"/>
                    <a:pt x="21054" y="19957"/>
                  </a:cubicBezTo>
                  <a:cubicBezTo>
                    <a:pt x="17698" y="20802"/>
                    <a:pt x="13826" y="21600"/>
                    <a:pt x="9652" y="21374"/>
                  </a:cubicBezTo>
                  <a:cubicBezTo>
                    <a:pt x="5478" y="21309"/>
                    <a:pt x="1401" y="21306"/>
                    <a:pt x="455" y="19563"/>
                  </a:cubicBezTo>
                  <a:cubicBezTo>
                    <a:pt x="0" y="17398"/>
                    <a:pt x="1278" y="14700"/>
                    <a:pt x="2201" y="13225"/>
                  </a:cubicBezTo>
                  <a:cubicBezTo>
                    <a:pt x="3124" y="11750"/>
                    <a:pt x="5422" y="12308"/>
                    <a:pt x="6270" y="12189"/>
                  </a:cubicBezTo>
                  <a:cubicBezTo>
                    <a:pt x="7119" y="12069"/>
                    <a:pt x="7773" y="11634"/>
                    <a:pt x="7447" y="10075"/>
                  </a:cubicBezTo>
                  <a:cubicBezTo>
                    <a:pt x="6147" y="8565"/>
                    <a:pt x="4854" y="6609"/>
                    <a:pt x="5239" y="4682"/>
                  </a:cubicBezTo>
                  <a:cubicBezTo>
                    <a:pt x="5624" y="2756"/>
                    <a:pt x="6917" y="1368"/>
                    <a:pt x="8512" y="603"/>
                  </a:cubicBezTo>
                  <a:cubicBezTo>
                    <a:pt x="10108" y="0"/>
                    <a:pt x="12186" y="258"/>
                    <a:pt x="12963" y="542"/>
                  </a:cubicBezTo>
                </a:path>
              </a:pathLst>
            </a:custGeom>
            <a:grpFill/>
            <a:ln w="3175" cap="flat" cmpd="sng">
              <a:noFill/>
              <a:bevel/>
              <a:headEnd/>
              <a:tailEnd/>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lang="zh-CN" altLang="en-US" sz="1400" b="1">
                <a:solidFill>
                  <a:srgbClr val="F8F8F8"/>
                </a:solidFill>
                <a:ea typeface="微软雅黑" pitchFamily="34" charset="-122"/>
              </a:endParaRPr>
            </a:p>
          </p:txBody>
        </p:sp>
        <p:sp>
          <p:nvSpPr>
            <p:cNvPr id="46" name="曲线 948"/>
            <p:cNvSpPr>
              <a:spLocks/>
            </p:cNvSpPr>
            <p:nvPr/>
          </p:nvSpPr>
          <p:spPr bwMode="auto">
            <a:xfrm>
              <a:off x="0" y="0"/>
              <a:ext cx="3885" cy="4606"/>
            </a:xfrm>
            <a:custGeom>
              <a:avLst/>
              <a:gdLst>
                <a:gd name="T0" fmla="*/ 13877 w 21600"/>
                <a:gd name="T1" fmla="*/ 647 h 21600"/>
                <a:gd name="T2" fmla="*/ 16040 w 21600"/>
                <a:gd name="T3" fmla="*/ 2715 h 21600"/>
                <a:gd name="T4" fmla="*/ 16690 w 21600"/>
                <a:gd name="T5" fmla="*/ 5069 h 21600"/>
                <a:gd name="T6" fmla="*/ 14383 w 21600"/>
                <a:gd name="T7" fmla="*/ 10068 h 21600"/>
                <a:gd name="T8" fmla="*/ 15495 w 21600"/>
                <a:gd name="T9" fmla="*/ 11986 h 21600"/>
                <a:gd name="T10" fmla="*/ 18725 w 21600"/>
                <a:gd name="T11" fmla="*/ 12460 h 21600"/>
                <a:gd name="T12" fmla="*/ 20932 w 21600"/>
                <a:gd name="T13" fmla="*/ 14790 h 21600"/>
                <a:gd name="T14" fmla="*/ 16796 w 21600"/>
                <a:gd name="T15" fmla="*/ 15475 h 21600"/>
                <a:gd name="T16" fmla="*/ 12020 w 21600"/>
                <a:gd name="T17" fmla="*/ 21529 h 21600"/>
                <a:gd name="T18" fmla="*/ 394 w 21600"/>
                <a:gd name="T19" fmla="*/ 19836 h 21600"/>
                <a:gd name="T20" fmla="*/ 2429 w 21600"/>
                <a:gd name="T21" fmla="*/ 13290 h 21600"/>
                <a:gd name="T22" fmla="*/ 6549 w 21600"/>
                <a:gd name="T23" fmla="*/ 12244 h 21600"/>
                <a:gd name="T24" fmla="*/ 7739 w 21600"/>
                <a:gd name="T25" fmla="*/ 10110 h 21600"/>
                <a:gd name="T26" fmla="*/ 5504 w 21600"/>
                <a:gd name="T27" fmla="*/ 4670 h 21600"/>
                <a:gd name="T28" fmla="*/ 8817 w 21600"/>
                <a:gd name="T29" fmla="*/ 553 h 21600"/>
                <a:gd name="T30" fmla="*/ 13321 w 21600"/>
                <a:gd name="T31" fmla="*/ 492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00" h="21600">
                  <a:moveTo>
                    <a:pt x="13877" y="647"/>
                  </a:moveTo>
                  <a:cubicBezTo>
                    <a:pt x="14867" y="1308"/>
                    <a:pt x="15434" y="1411"/>
                    <a:pt x="16040" y="2715"/>
                  </a:cubicBezTo>
                  <a:cubicBezTo>
                    <a:pt x="16646" y="4018"/>
                    <a:pt x="16640" y="4267"/>
                    <a:pt x="16690" y="5069"/>
                  </a:cubicBezTo>
                  <a:cubicBezTo>
                    <a:pt x="17013" y="8792"/>
                    <a:pt x="14917" y="9229"/>
                    <a:pt x="14383" y="10068"/>
                  </a:cubicBezTo>
                  <a:cubicBezTo>
                    <a:pt x="14355" y="10889"/>
                    <a:pt x="14639" y="11559"/>
                    <a:pt x="15495" y="11986"/>
                  </a:cubicBezTo>
                  <a:cubicBezTo>
                    <a:pt x="16357" y="12408"/>
                    <a:pt x="17902" y="11906"/>
                    <a:pt x="18725" y="12460"/>
                  </a:cubicBezTo>
                  <a:cubicBezTo>
                    <a:pt x="19948" y="13252"/>
                    <a:pt x="20326" y="13205"/>
                    <a:pt x="20932" y="14790"/>
                  </a:cubicBezTo>
                  <a:cubicBezTo>
                    <a:pt x="21600" y="16375"/>
                    <a:pt x="17352" y="14734"/>
                    <a:pt x="16796" y="15475"/>
                  </a:cubicBezTo>
                  <a:cubicBezTo>
                    <a:pt x="13399" y="16328"/>
                    <a:pt x="13365" y="19349"/>
                    <a:pt x="12020" y="21529"/>
                  </a:cubicBezTo>
                  <a:cubicBezTo>
                    <a:pt x="7794" y="21431"/>
                    <a:pt x="1356" y="21600"/>
                    <a:pt x="394" y="19836"/>
                  </a:cubicBezTo>
                  <a:cubicBezTo>
                    <a:pt x="0" y="17651"/>
                    <a:pt x="1495" y="14781"/>
                    <a:pt x="2429" y="13290"/>
                  </a:cubicBezTo>
                  <a:cubicBezTo>
                    <a:pt x="3363" y="11803"/>
                    <a:pt x="5693" y="12366"/>
                    <a:pt x="6549" y="12244"/>
                  </a:cubicBezTo>
                  <a:cubicBezTo>
                    <a:pt x="7405" y="12127"/>
                    <a:pt x="8067" y="11686"/>
                    <a:pt x="7739" y="10110"/>
                  </a:cubicBezTo>
                  <a:cubicBezTo>
                    <a:pt x="6421" y="8591"/>
                    <a:pt x="5115" y="6616"/>
                    <a:pt x="5504" y="4670"/>
                  </a:cubicBezTo>
                  <a:cubicBezTo>
                    <a:pt x="5893" y="2729"/>
                    <a:pt x="7205" y="1327"/>
                    <a:pt x="8817" y="553"/>
                  </a:cubicBezTo>
                  <a:cubicBezTo>
                    <a:pt x="10435" y="0"/>
                    <a:pt x="12537" y="206"/>
                    <a:pt x="13321" y="492"/>
                  </a:cubicBezTo>
                </a:path>
              </a:pathLst>
            </a:custGeom>
            <a:grpFill/>
            <a:ln w="3175" cap="flat" cmpd="sng">
              <a:noFill/>
              <a:bevel/>
              <a:headEnd/>
              <a:tailEnd/>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lang="zh-CN" altLang="en-US" sz="1400" b="1">
                <a:solidFill>
                  <a:srgbClr val="F8F8F8"/>
                </a:solidFill>
                <a:ea typeface="微软雅黑" pitchFamily="34" charset="-122"/>
              </a:endParaRPr>
            </a:p>
          </p:txBody>
        </p:sp>
        <p:sp>
          <p:nvSpPr>
            <p:cNvPr id="47" name="曲线 950"/>
            <p:cNvSpPr>
              <a:spLocks/>
            </p:cNvSpPr>
            <p:nvPr/>
          </p:nvSpPr>
          <p:spPr bwMode="auto">
            <a:xfrm>
              <a:off x="6721" y="290"/>
              <a:ext cx="3080" cy="4121"/>
            </a:xfrm>
            <a:custGeom>
              <a:avLst/>
              <a:gdLst>
                <a:gd name="T0" fmla="*/ 2749 w 21600"/>
                <a:gd name="T1" fmla="*/ 9083 h 21600"/>
                <a:gd name="T2" fmla="*/ 4130 w 21600"/>
                <a:gd name="T3" fmla="*/ 2148 h 21600"/>
                <a:gd name="T4" fmla="*/ 10743 w 21600"/>
                <a:gd name="T5" fmla="*/ 15 h 21600"/>
                <a:gd name="T6" fmla="*/ 15989 w 21600"/>
                <a:gd name="T7" fmla="*/ 1839 h 21600"/>
                <a:gd name="T8" fmla="*/ 17686 w 21600"/>
                <a:gd name="T9" fmla="*/ 5309 h 21600"/>
                <a:gd name="T10" fmla="*/ 17897 w 21600"/>
                <a:gd name="T11" fmla="*/ 8611 h 21600"/>
                <a:gd name="T12" fmla="*/ 16564 w 21600"/>
                <a:gd name="T13" fmla="*/ 9764 h 21600"/>
                <a:gd name="T14" fmla="*/ 14250 w 21600"/>
                <a:gd name="T15" fmla="*/ 10393 h 21600"/>
                <a:gd name="T16" fmla="*/ 13198 w 21600"/>
                <a:gd name="T17" fmla="*/ 12385 h 21600"/>
                <a:gd name="T18" fmla="*/ 14811 w 21600"/>
                <a:gd name="T19" fmla="*/ 13643 h 21600"/>
                <a:gd name="T20" fmla="*/ 18738 w 21600"/>
                <a:gd name="T21" fmla="*/ 14010 h 21600"/>
                <a:gd name="T22" fmla="*/ 20520 w 21600"/>
                <a:gd name="T23" fmla="*/ 14953 h 21600"/>
                <a:gd name="T24" fmla="*/ 21263 w 21600"/>
                <a:gd name="T25" fmla="*/ 17207 h 21600"/>
                <a:gd name="T26" fmla="*/ 21123 w 21600"/>
                <a:gd name="T27" fmla="*/ 20247 h 21600"/>
                <a:gd name="T28" fmla="*/ 9481 w 21600"/>
                <a:gd name="T29" fmla="*/ 21400 h 21600"/>
                <a:gd name="T30" fmla="*/ 5273 w 21600"/>
                <a:gd name="T31" fmla="*/ 16159 h 21600"/>
                <a:gd name="T32" fmla="*/ 855 w 21600"/>
                <a:gd name="T33" fmla="*/ 15635 h 21600"/>
                <a:gd name="T34" fmla="*/ 715 w 21600"/>
                <a:gd name="T35" fmla="*/ 14534 h 21600"/>
                <a:gd name="T36" fmla="*/ 3352 w 21600"/>
                <a:gd name="T37" fmla="*/ 13779 h 21600"/>
                <a:gd name="T38" fmla="*/ 6480 w 21600"/>
                <a:gd name="T39" fmla="*/ 13538 h 21600"/>
                <a:gd name="T40" fmla="*/ 7307 w 21600"/>
                <a:gd name="T41" fmla="*/ 11651 h 21600"/>
                <a:gd name="T42" fmla="*/ 6255 w 21600"/>
                <a:gd name="T43" fmla="*/ 11180 h 21600"/>
                <a:gd name="T44" fmla="*/ 5414 w 21600"/>
                <a:gd name="T45" fmla="*/ 9922 h 21600"/>
                <a:gd name="T46" fmla="*/ 3590 w 21600"/>
                <a:gd name="T47" fmla="*/ 9712 h 21600"/>
                <a:gd name="T48" fmla="*/ 3029 w 21600"/>
                <a:gd name="T49" fmla="*/ 945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1600" h="21600">
                  <a:moveTo>
                    <a:pt x="2749" y="9083"/>
                  </a:moveTo>
                  <a:cubicBezTo>
                    <a:pt x="2959" y="7605"/>
                    <a:pt x="2531" y="3962"/>
                    <a:pt x="4130" y="2148"/>
                  </a:cubicBezTo>
                  <a:cubicBezTo>
                    <a:pt x="5729" y="372"/>
                    <a:pt x="8485" y="0"/>
                    <a:pt x="10743" y="15"/>
                  </a:cubicBezTo>
                  <a:cubicBezTo>
                    <a:pt x="13002" y="36"/>
                    <a:pt x="14601" y="780"/>
                    <a:pt x="15989" y="1839"/>
                  </a:cubicBezTo>
                  <a:cubicBezTo>
                    <a:pt x="17378" y="2898"/>
                    <a:pt x="17280" y="3915"/>
                    <a:pt x="17686" y="5309"/>
                  </a:cubicBezTo>
                  <a:cubicBezTo>
                    <a:pt x="18121" y="6703"/>
                    <a:pt x="18121" y="7720"/>
                    <a:pt x="17897" y="8611"/>
                  </a:cubicBezTo>
                  <a:cubicBezTo>
                    <a:pt x="17672" y="9502"/>
                    <a:pt x="17294" y="9408"/>
                    <a:pt x="16564" y="9764"/>
                  </a:cubicBezTo>
                  <a:cubicBezTo>
                    <a:pt x="15835" y="10121"/>
                    <a:pt x="14923" y="9869"/>
                    <a:pt x="14250" y="10393"/>
                  </a:cubicBezTo>
                  <a:cubicBezTo>
                    <a:pt x="13577" y="10917"/>
                    <a:pt x="13086" y="11735"/>
                    <a:pt x="13198" y="12385"/>
                  </a:cubicBezTo>
                  <a:cubicBezTo>
                    <a:pt x="13310" y="13035"/>
                    <a:pt x="13703" y="13318"/>
                    <a:pt x="14811" y="13643"/>
                  </a:cubicBezTo>
                  <a:cubicBezTo>
                    <a:pt x="15919" y="13968"/>
                    <a:pt x="17609" y="13748"/>
                    <a:pt x="18738" y="14010"/>
                  </a:cubicBezTo>
                  <a:cubicBezTo>
                    <a:pt x="19874" y="14272"/>
                    <a:pt x="19987" y="14314"/>
                    <a:pt x="20520" y="14953"/>
                  </a:cubicBezTo>
                  <a:cubicBezTo>
                    <a:pt x="20996" y="15593"/>
                    <a:pt x="21137" y="16148"/>
                    <a:pt x="21263" y="17207"/>
                  </a:cubicBezTo>
                  <a:cubicBezTo>
                    <a:pt x="21389" y="18266"/>
                    <a:pt x="21600" y="19786"/>
                    <a:pt x="21123" y="20247"/>
                  </a:cubicBezTo>
                  <a:cubicBezTo>
                    <a:pt x="18766" y="21086"/>
                    <a:pt x="13584" y="21600"/>
                    <a:pt x="9481" y="21400"/>
                  </a:cubicBezTo>
                  <a:cubicBezTo>
                    <a:pt x="8738" y="19587"/>
                    <a:pt x="7020" y="17312"/>
                    <a:pt x="5273" y="16159"/>
                  </a:cubicBezTo>
                  <a:cubicBezTo>
                    <a:pt x="3548" y="15006"/>
                    <a:pt x="1767" y="15960"/>
                    <a:pt x="855" y="15635"/>
                  </a:cubicBezTo>
                  <a:cubicBezTo>
                    <a:pt x="0" y="15310"/>
                    <a:pt x="252" y="14922"/>
                    <a:pt x="715" y="14534"/>
                  </a:cubicBezTo>
                  <a:cubicBezTo>
                    <a:pt x="1178" y="14146"/>
                    <a:pt x="2202" y="13978"/>
                    <a:pt x="3352" y="13779"/>
                  </a:cubicBezTo>
                  <a:cubicBezTo>
                    <a:pt x="4502" y="13580"/>
                    <a:pt x="5638" y="13947"/>
                    <a:pt x="6480" y="13538"/>
                  </a:cubicBezTo>
                  <a:cubicBezTo>
                    <a:pt x="7293" y="13129"/>
                    <a:pt x="7349" y="12123"/>
                    <a:pt x="7307" y="11651"/>
                  </a:cubicBezTo>
                  <a:cubicBezTo>
                    <a:pt x="7265" y="11180"/>
                    <a:pt x="6634" y="11525"/>
                    <a:pt x="6255" y="11180"/>
                  </a:cubicBezTo>
                  <a:cubicBezTo>
                    <a:pt x="5876" y="10834"/>
                    <a:pt x="5947" y="10215"/>
                    <a:pt x="5414" y="9922"/>
                  </a:cubicBezTo>
                  <a:cubicBezTo>
                    <a:pt x="4881" y="9628"/>
                    <a:pt x="4067" y="9806"/>
                    <a:pt x="3590" y="9712"/>
                  </a:cubicBezTo>
                  <a:cubicBezTo>
                    <a:pt x="3113" y="9618"/>
                    <a:pt x="3106" y="9497"/>
                    <a:pt x="3029" y="9450"/>
                  </a:cubicBezTo>
                </a:path>
              </a:pathLst>
            </a:custGeom>
            <a:grpFill/>
            <a:ln w="3175" cap="flat" cmpd="sng">
              <a:noFill/>
              <a:bevel/>
              <a:headEnd/>
              <a:tailEnd/>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lang="zh-CN" altLang="en-US" sz="1400" b="1">
                <a:solidFill>
                  <a:srgbClr val="F8F8F8"/>
                </a:solidFill>
                <a:ea typeface="微软雅黑" pitchFamily="34" charset="-122"/>
              </a:endParaRPr>
            </a:p>
          </p:txBody>
        </p:sp>
      </p:grpSp>
      <p:sp>
        <p:nvSpPr>
          <p:cNvPr id="48" name="Text Box 16"/>
          <p:cNvSpPr txBox="1">
            <a:spLocks noChangeArrowheads="1"/>
          </p:cNvSpPr>
          <p:nvPr/>
        </p:nvSpPr>
        <p:spPr bwMode="auto">
          <a:xfrm>
            <a:off x="2366628" y="2091043"/>
            <a:ext cx="1611874" cy="251094"/>
          </a:xfrm>
          <a:prstGeom prst="rect">
            <a:avLst/>
          </a:prstGeom>
          <a:solidFill>
            <a:schemeClr val="accent1"/>
          </a:solidFill>
          <a:ln w="3175" cap="flat" cmpd="sng">
            <a:noFill/>
            <a:bevel/>
            <a:headEnd/>
            <a:tailEnd/>
          </a:ln>
        </p:spPr>
        <p:txBody>
          <a:bodyPr lIns="62118" tIns="31058" rIns="62118" bIns="31058" anchor="ctr"/>
          <a:lstStyle>
            <a:defPPr>
              <a:defRPr lang="zh-CN"/>
            </a:defPPr>
          </a:lstStyle>
          <a:p>
            <a:pPr algn="ctr">
              <a:lnSpc>
                <a:spcPct val="130000"/>
              </a:lnSpc>
            </a:pPr>
            <a:r>
              <a:rPr lang="en-US" altLang="zh-CN" sz="1100" b="1" dirty="0">
                <a:solidFill>
                  <a:srgbClr val="F8F8F8"/>
                </a:solidFill>
                <a:latin typeface="微软雅黑" pitchFamily="34" charset="-122"/>
                <a:ea typeface="微软雅黑" pitchFamily="34" charset="-122"/>
              </a:rPr>
              <a:t>A</a:t>
            </a:r>
            <a:r>
              <a:rPr lang="zh-CN" altLang="en-US" sz="1100" b="1" dirty="0">
                <a:solidFill>
                  <a:srgbClr val="F8F8F8"/>
                </a:solidFill>
                <a:latin typeface="微软雅黑" pitchFamily="34" charset="-122"/>
                <a:ea typeface="微软雅黑" pitchFamily="34" charset="-122"/>
              </a:rPr>
              <a:t>团队</a:t>
            </a:r>
          </a:p>
        </p:txBody>
      </p:sp>
      <p:sp>
        <p:nvSpPr>
          <p:cNvPr id="49" name="Rectangle 17"/>
          <p:cNvSpPr>
            <a:spLocks noChangeArrowheads="1"/>
          </p:cNvSpPr>
          <p:nvPr/>
        </p:nvSpPr>
        <p:spPr bwMode="auto">
          <a:xfrm>
            <a:off x="2366629" y="2384607"/>
            <a:ext cx="1612953" cy="1462218"/>
          </a:xfrm>
          <a:prstGeom prst="rect">
            <a:avLst/>
          </a:prstGeom>
          <a:solidFill>
            <a:schemeClr val="accent1"/>
          </a:solidFill>
          <a:ln>
            <a:noFill/>
          </a:ln>
          <a:effectLst/>
          <a:extLst/>
        </p:spPr>
        <p:txBody>
          <a:bodyPr lIns="62118" tIns="31058" rIns="62118" bIns="31058" anchor="ctr"/>
          <a:lstStyle/>
          <a:p>
            <a:pPr>
              <a:lnSpc>
                <a:spcPct val="130000"/>
              </a:lnSpc>
            </a:pPr>
            <a:endParaRPr lang="zh-CN" altLang="en-US" sz="1000">
              <a:latin typeface="微软雅黑" pitchFamily="34" charset="-122"/>
              <a:ea typeface="微软雅黑" pitchFamily="34" charset="-122"/>
            </a:endParaRPr>
          </a:p>
        </p:txBody>
      </p:sp>
      <p:sp>
        <p:nvSpPr>
          <p:cNvPr id="50" name="Text Box 18"/>
          <p:cNvSpPr txBox="1">
            <a:spLocks noChangeArrowheads="1"/>
          </p:cNvSpPr>
          <p:nvPr/>
        </p:nvSpPr>
        <p:spPr bwMode="auto">
          <a:xfrm>
            <a:off x="5119215" y="2091044"/>
            <a:ext cx="1612953" cy="272019"/>
          </a:xfrm>
          <a:prstGeom prst="rect">
            <a:avLst/>
          </a:prstGeom>
          <a:solidFill>
            <a:schemeClr val="accent2"/>
          </a:solidFill>
          <a:ln w="3175" cap="flat" cmpd="sng">
            <a:noFill/>
            <a:bevel/>
            <a:headEnd/>
            <a:tailEnd/>
          </a:ln>
        </p:spPr>
        <p:txBody>
          <a:bodyPr lIns="62118" tIns="31058" rIns="62118" bIns="31058" anchor="ctr"/>
          <a:lstStyle>
            <a:defPPr>
              <a:defRPr lang="zh-CN"/>
            </a:defPPr>
            <a:lvl1pPr algn="ctr">
              <a:defRPr sz="2000" b="1">
                <a:solidFill>
                  <a:srgbClr val="F8F8F8"/>
                </a:solidFill>
                <a:ea typeface="微软雅黑" pitchFamily="34" charset="-122"/>
              </a:defRPr>
            </a:lvl1pPr>
          </a:lstStyle>
          <a:p>
            <a:pPr>
              <a:lnSpc>
                <a:spcPct val="130000"/>
              </a:lnSpc>
            </a:pPr>
            <a:r>
              <a:rPr lang="en-US" altLang="zh-CN" sz="1100" dirty="0">
                <a:latin typeface="微软雅黑" pitchFamily="34" charset="-122"/>
              </a:rPr>
              <a:t>B</a:t>
            </a:r>
            <a:r>
              <a:rPr lang="zh-CN" altLang="en-US" sz="1100" dirty="0">
                <a:latin typeface="微软雅黑" pitchFamily="34" charset="-122"/>
              </a:rPr>
              <a:t>团队</a:t>
            </a:r>
          </a:p>
        </p:txBody>
      </p:sp>
      <p:sp>
        <p:nvSpPr>
          <p:cNvPr id="51" name="Rectangle 19"/>
          <p:cNvSpPr>
            <a:spLocks noChangeArrowheads="1"/>
          </p:cNvSpPr>
          <p:nvPr/>
        </p:nvSpPr>
        <p:spPr bwMode="auto">
          <a:xfrm>
            <a:off x="5119215" y="2384607"/>
            <a:ext cx="1612953" cy="1462218"/>
          </a:xfrm>
          <a:prstGeom prst="rect">
            <a:avLst/>
          </a:prstGeom>
          <a:solidFill>
            <a:schemeClr val="accent2"/>
          </a:solidFill>
          <a:ln>
            <a:noFill/>
          </a:ln>
          <a:effectLst/>
          <a:extLst/>
        </p:spPr>
        <p:txBody>
          <a:bodyPr lIns="62118" tIns="31058" rIns="62118" bIns="31058" anchor="ctr"/>
          <a:lstStyle/>
          <a:p>
            <a:pPr>
              <a:lnSpc>
                <a:spcPct val="130000"/>
              </a:lnSpc>
            </a:pPr>
            <a:endParaRPr lang="zh-CN" altLang="en-US" sz="1000">
              <a:latin typeface="微软雅黑" pitchFamily="34" charset="-122"/>
              <a:ea typeface="微软雅黑" pitchFamily="34" charset="-122"/>
            </a:endParaRPr>
          </a:p>
        </p:txBody>
      </p:sp>
      <p:sp>
        <p:nvSpPr>
          <p:cNvPr id="52" name="Text Box 20"/>
          <p:cNvSpPr txBox="1">
            <a:spLocks noChangeArrowheads="1"/>
          </p:cNvSpPr>
          <p:nvPr/>
        </p:nvSpPr>
        <p:spPr bwMode="auto">
          <a:xfrm>
            <a:off x="2486306" y="2481759"/>
            <a:ext cx="1401631" cy="1239648"/>
          </a:xfrm>
          <a:prstGeom prst="rect">
            <a:avLst/>
          </a:prstGeom>
          <a:noFill/>
          <a:ln>
            <a:noFill/>
          </a:ln>
          <a:effectLst/>
          <a:extLst/>
        </p:spPr>
        <p:txBody>
          <a:bodyPr lIns="62118" tIns="31058" rIns="62118" bIns="31058">
            <a:spAutoFit/>
          </a:bodyPr>
          <a:lstStyle/>
          <a:p>
            <a:pPr>
              <a:lnSpc>
                <a:spcPct val="130000"/>
              </a:lnSpc>
            </a:pPr>
            <a:r>
              <a:rPr lang="zh-CN" altLang="en-US" sz="1200" dirty="0">
                <a:solidFill>
                  <a:srgbClr val="F8F8F8"/>
                </a:solidFill>
                <a:latin typeface="微软雅黑" pitchFamily="34" charset="-122"/>
                <a:ea typeface="微软雅黑" pitchFamily="34" charset="-122"/>
              </a:rPr>
              <a:t>您的内容打在这里，或者通过复制您的文本后，在此框中选择粘贴，并选择只保留文字。</a:t>
            </a:r>
          </a:p>
        </p:txBody>
      </p:sp>
      <p:sp>
        <p:nvSpPr>
          <p:cNvPr id="53" name="Text Box 21"/>
          <p:cNvSpPr txBox="1">
            <a:spLocks noChangeArrowheads="1"/>
          </p:cNvSpPr>
          <p:nvPr/>
        </p:nvSpPr>
        <p:spPr bwMode="auto">
          <a:xfrm>
            <a:off x="5239970" y="2481759"/>
            <a:ext cx="1401631" cy="1239648"/>
          </a:xfrm>
          <a:prstGeom prst="rect">
            <a:avLst/>
          </a:prstGeom>
          <a:noFill/>
          <a:ln>
            <a:noFill/>
          </a:ln>
          <a:effectLst/>
          <a:extLst/>
        </p:spPr>
        <p:txBody>
          <a:bodyPr lIns="62118" tIns="31058" rIns="62118" bIns="31058">
            <a:spAutoFit/>
          </a:bodyPr>
          <a:lstStyle/>
          <a:p>
            <a:pPr>
              <a:lnSpc>
                <a:spcPct val="130000"/>
              </a:lnSpc>
            </a:pPr>
            <a:r>
              <a:rPr lang="zh-CN" altLang="en-US" sz="1200" dirty="0">
                <a:solidFill>
                  <a:srgbClr val="F8F8F8"/>
                </a:solidFill>
                <a:latin typeface="微软雅黑" pitchFamily="34" charset="-122"/>
                <a:ea typeface="微软雅黑" pitchFamily="34" charset="-122"/>
              </a:rPr>
              <a:t>您的内容打在这里，或者通过复制您的文本后，在此框中选择粘贴，并选择只保留文字。</a:t>
            </a:r>
          </a:p>
        </p:txBody>
      </p:sp>
      <p:grpSp>
        <p:nvGrpSpPr>
          <p:cNvPr id="54" name="Group 22"/>
          <p:cNvGrpSpPr>
            <a:grpSpLocks/>
          </p:cNvGrpSpPr>
          <p:nvPr/>
        </p:nvGrpSpPr>
        <p:grpSpPr bwMode="auto">
          <a:xfrm>
            <a:off x="4199673" y="2005143"/>
            <a:ext cx="733160" cy="733910"/>
            <a:chOff x="0" y="0"/>
            <a:chExt cx="1700" cy="1700"/>
          </a:xfrm>
          <a:solidFill>
            <a:schemeClr val="bg1">
              <a:lumMod val="65000"/>
            </a:schemeClr>
          </a:solidFill>
        </p:grpSpPr>
        <p:sp>
          <p:nvSpPr>
            <p:cNvPr id="55" name="Oval 23"/>
            <p:cNvSpPr>
              <a:spLocks noChangeArrowheads="1"/>
            </p:cNvSpPr>
            <p:nvPr/>
          </p:nvSpPr>
          <p:spPr bwMode="auto">
            <a:xfrm>
              <a:off x="0" y="0"/>
              <a:ext cx="1700" cy="1700"/>
            </a:xfrm>
            <a:prstGeom prst="ellipse">
              <a:avLst/>
            </a:prstGeom>
            <a:solidFill>
              <a:schemeClr val="accent2"/>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30000"/>
                </a:lnSpc>
              </a:pPr>
              <a:endParaRPr lang="zh-CN" altLang="en-US" sz="1000">
                <a:latin typeface="微软雅黑" pitchFamily="34" charset="-122"/>
                <a:ea typeface="微软雅黑" pitchFamily="34" charset="-122"/>
              </a:endParaRPr>
            </a:p>
          </p:txBody>
        </p:sp>
        <p:sp>
          <p:nvSpPr>
            <p:cNvPr id="56" name="WordArt 24"/>
            <p:cNvSpPr>
              <a:spLocks noChangeArrowheads="1" noChangeShapeType="1"/>
            </p:cNvSpPr>
            <p:nvPr/>
          </p:nvSpPr>
          <p:spPr bwMode="auto">
            <a:xfrm>
              <a:off x="215" y="350"/>
              <a:ext cx="1245" cy="950"/>
            </a:xfrm>
            <a:prstGeom prst="rect">
              <a:avLst/>
            </a:prstGeom>
            <a:noFill/>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lnSpc>
                  <a:spcPct val="130000"/>
                </a:lnSpc>
              </a:pPr>
              <a:r>
                <a:rPr lang="en-US" altLang="zh-CN" sz="1000" b="1" dirty="0">
                  <a:solidFill>
                    <a:srgbClr val="F8F8F8"/>
                  </a:solidFill>
                  <a:latin typeface="微软雅黑" pitchFamily="34" charset="-122"/>
                  <a:ea typeface="微软雅黑" pitchFamily="34" charset="-122"/>
                </a:rPr>
                <a:t>VS</a:t>
              </a:r>
              <a:endParaRPr lang="zh-CN" altLang="en-US" sz="1000" b="1" dirty="0">
                <a:solidFill>
                  <a:srgbClr val="F8F8F8"/>
                </a:solidFill>
                <a:latin typeface="微软雅黑" pitchFamily="34" charset="-122"/>
                <a:ea typeface="微软雅黑" pitchFamily="34" charset="-122"/>
              </a:endParaRPr>
            </a:p>
          </p:txBody>
        </p:sp>
      </p:grpSp>
      <p:sp>
        <p:nvSpPr>
          <p:cNvPr id="57" name="Rectangle 269"/>
          <p:cNvSpPr/>
          <p:nvPr/>
        </p:nvSpPr>
        <p:spPr>
          <a:xfrm>
            <a:off x="1115616" y="4062849"/>
            <a:ext cx="6984776" cy="5971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2118" tIns="31058" rIns="62118" bIns="31058" rtlCol="0" anchor="ctr"/>
          <a:lstStyle/>
          <a:p>
            <a:pPr algn="ctr"/>
            <a:endParaRPr lang="en-US" sz="700">
              <a:solidFill>
                <a:schemeClr val="accent1">
                  <a:lumMod val="75000"/>
                </a:schemeClr>
              </a:solidFill>
              <a:latin typeface="微软雅黑" pitchFamily="34" charset="-122"/>
              <a:ea typeface="微软雅黑" pitchFamily="34" charset="-122"/>
            </a:endParaRPr>
          </a:p>
        </p:txBody>
      </p:sp>
      <p:sp>
        <p:nvSpPr>
          <p:cNvPr id="58" name="Text Box 7"/>
          <p:cNvSpPr txBox="1">
            <a:spLocks noChangeArrowheads="1"/>
          </p:cNvSpPr>
          <p:nvPr/>
        </p:nvSpPr>
        <p:spPr bwMode="auto">
          <a:xfrm>
            <a:off x="1547664" y="4099883"/>
            <a:ext cx="5986642" cy="488091"/>
          </a:xfrm>
          <a:prstGeom prst="rect">
            <a:avLst/>
          </a:prstGeom>
          <a:noFill/>
          <a:ln w="9525">
            <a:noFill/>
            <a:miter lim="800000"/>
            <a:headEnd/>
            <a:tailEnd/>
          </a:ln>
        </p:spPr>
        <p:txBody>
          <a:bodyPr wrap="square" lIns="31058" tIns="15530" rIns="31058" bIns="15530" anchor="ctr">
            <a:spAutoFit/>
          </a:bodyPr>
          <a:lstStyle/>
          <a:p>
            <a:pPr algn="ctr" defTabSz="739264">
              <a:lnSpc>
                <a:spcPct val="130000"/>
              </a:lnSpc>
            </a:pPr>
            <a:r>
              <a:rPr lang="zh-CN" altLang="en-US" sz="1200" dirty="0">
                <a:solidFill>
                  <a:schemeClr val="bg1"/>
                </a:solidFill>
                <a:latin typeface="微软雅黑" pitchFamily="34" charset="-122"/>
                <a:ea typeface="微软雅黑" pitchFamily="34" charset="-122"/>
                <a:cs typeface="Open Sans Semibold" pitchFamily="34" charset="0"/>
              </a:rPr>
              <a:t>您的内容打在这里，或者通过复制您的文本后，在此框中选择粘贴，并选择只保留文字。在此录入上述图表的综合描述说明，在此录入上述图表的综合描述说明。</a:t>
            </a:r>
            <a:endParaRPr lang="en-US" sz="1200" dirty="0">
              <a:solidFill>
                <a:schemeClr val="bg1"/>
              </a:solidFill>
              <a:latin typeface="微软雅黑" pitchFamily="34" charset="-122"/>
              <a:ea typeface="微软雅黑" pitchFamily="34" charset="-122"/>
              <a:cs typeface="Open Sans Semibold" pitchFamily="34" charset="0"/>
            </a:endParaRPr>
          </a:p>
        </p:txBody>
      </p:sp>
      <p:sp>
        <p:nvSpPr>
          <p:cNvPr id="26" name="TextBox 25"/>
          <p:cNvSpPr txBox="1"/>
          <p:nvPr/>
        </p:nvSpPr>
        <p:spPr>
          <a:xfrm>
            <a:off x="355782" y="205624"/>
            <a:ext cx="2236510" cy="400110"/>
          </a:xfrm>
          <a:prstGeom prst="rect">
            <a:avLst/>
          </a:prstGeom>
          <a:noFill/>
        </p:spPr>
        <p:txBody>
          <a:bodyPr wrap="none" rtlCol="0">
            <a:spAutoFit/>
          </a:bodyPr>
          <a:lstStyle/>
          <a:p>
            <a:r>
              <a:rPr lang="zh-CN" altLang="en-US" sz="2000" b="1" dirty="0" smtClean="0">
                <a:solidFill>
                  <a:schemeClr val="accent1"/>
                </a:solidFill>
                <a:latin typeface="微软雅黑" pitchFamily="34" charset="-122"/>
                <a:ea typeface="微软雅黑" pitchFamily="34" charset="-122"/>
              </a:rPr>
              <a:t>点击添加标题文本</a:t>
            </a:r>
            <a:endParaRPr lang="zh-CN" altLang="en-US" sz="2000" b="1" dirty="0">
              <a:solidFill>
                <a:schemeClr val="accent1"/>
              </a:solidFill>
              <a:latin typeface="微软雅黑" pitchFamily="34" charset="-122"/>
              <a:ea typeface="微软雅黑" pitchFamily="34" charset="-122"/>
            </a:endParaRPr>
          </a:p>
        </p:txBody>
      </p:sp>
      <p:sp>
        <p:nvSpPr>
          <p:cNvPr id="27" name="TextBox 26"/>
          <p:cNvSpPr txBox="1"/>
          <p:nvPr/>
        </p:nvSpPr>
        <p:spPr>
          <a:xfrm>
            <a:off x="7682019" y="195037"/>
            <a:ext cx="1138453" cy="461665"/>
          </a:xfrm>
          <a:prstGeom prst="rect">
            <a:avLst/>
          </a:prstGeom>
          <a:noFill/>
        </p:spPr>
        <p:txBody>
          <a:bodyPr wrap="none" rtlCol="0">
            <a:spAutoFit/>
          </a:bodyPr>
          <a:lstStyle/>
          <a:p>
            <a:r>
              <a:rPr lang="en-US" altLang="zh-CN" sz="2400" dirty="0" smtClean="0">
                <a:solidFill>
                  <a:schemeClr val="accent2"/>
                </a:solidFill>
                <a:latin typeface="Eras Bold ITC" panose="020B0907030504020204" pitchFamily="34" charset="0"/>
                <a:ea typeface="微软雅黑" panose="020B0503020204020204" pitchFamily="34" charset="-122"/>
              </a:rPr>
              <a:t>LOGO</a:t>
            </a:r>
            <a:endParaRPr lang="zh-CN" altLang="en-US" sz="2400" dirty="0">
              <a:solidFill>
                <a:schemeClr val="accent2"/>
              </a:solidFill>
              <a:latin typeface="Eras Bold ITC" panose="020B0907030504020204" pitchFamily="34" charset="0"/>
              <a:ea typeface="微软雅黑" panose="020B0503020204020204" pitchFamily="34" charset="-122"/>
            </a:endParaRPr>
          </a:p>
        </p:txBody>
      </p:sp>
    </p:spTree>
    <p:extLst>
      <p:ext uri="{BB962C8B-B14F-4D97-AF65-F5344CB8AC3E}">
        <p14:creationId xmlns:p14="http://schemas.microsoft.com/office/powerpoint/2010/main" val="1874952454"/>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200"/>
                                  </p:stCondLst>
                                  <p:childTnLst>
                                    <p:set>
                                      <p:cBhvr>
                                        <p:cTn id="10" dur="1" fill="hold">
                                          <p:stCondLst>
                                            <p:cond delay="0"/>
                                          </p:stCondLst>
                                        </p:cTn>
                                        <p:tgtEl>
                                          <p:spTgt spid="48"/>
                                        </p:tgtEl>
                                        <p:attrNameLst>
                                          <p:attrName>style.visibility</p:attrName>
                                        </p:attrNameLst>
                                      </p:cBhvr>
                                      <p:to>
                                        <p:strVal val="visible"/>
                                      </p:to>
                                    </p:set>
                                    <p:anim calcmode="lin" valueType="num">
                                      <p:cBhvr additive="base">
                                        <p:cTn id="11" dur="500" fill="hold"/>
                                        <p:tgtEl>
                                          <p:spTgt spid="48"/>
                                        </p:tgtEl>
                                        <p:attrNameLst>
                                          <p:attrName>ppt_x</p:attrName>
                                        </p:attrNameLst>
                                      </p:cBhvr>
                                      <p:tavLst>
                                        <p:tav tm="0">
                                          <p:val>
                                            <p:strVal val="#ppt_x"/>
                                          </p:val>
                                        </p:tav>
                                        <p:tav tm="100000">
                                          <p:val>
                                            <p:strVal val="#ppt_x"/>
                                          </p:val>
                                        </p:tav>
                                      </p:tavLst>
                                    </p:anim>
                                    <p:anim calcmode="lin" valueType="num">
                                      <p:cBhvr additive="base">
                                        <p:cTn id="12" dur="500" fill="hold"/>
                                        <p:tgtEl>
                                          <p:spTgt spid="48"/>
                                        </p:tgtEl>
                                        <p:attrNameLst>
                                          <p:attrName>ppt_y</p:attrName>
                                        </p:attrNameLst>
                                      </p:cBhvr>
                                      <p:tavLst>
                                        <p:tav tm="0">
                                          <p:val>
                                            <p:strVal val="0-#ppt_h/2"/>
                                          </p:val>
                                        </p:tav>
                                        <p:tav tm="100000">
                                          <p:val>
                                            <p:strVal val="#ppt_y"/>
                                          </p:val>
                                        </p:tav>
                                      </p:tavLst>
                                    </p:anim>
                                  </p:childTnLst>
                                </p:cTn>
                              </p:par>
                            </p:childTnLst>
                          </p:cTn>
                        </p:par>
                        <p:par>
                          <p:cTn id="13" fill="hold">
                            <p:stCondLst>
                              <p:cond delay="700"/>
                            </p:stCondLst>
                            <p:childTnLst>
                              <p:par>
                                <p:cTn id="14" presetID="22" presetClass="entr" presetSubtype="1" fill="hold" grpId="0" nodeType="afterEffect">
                                  <p:stCondLst>
                                    <p:cond delay="0"/>
                                  </p:stCondLst>
                                  <p:childTnLst>
                                    <p:set>
                                      <p:cBhvr>
                                        <p:cTn id="15" dur="1" fill="hold">
                                          <p:stCondLst>
                                            <p:cond delay="0"/>
                                          </p:stCondLst>
                                        </p:cTn>
                                        <p:tgtEl>
                                          <p:spTgt spid="49"/>
                                        </p:tgtEl>
                                        <p:attrNameLst>
                                          <p:attrName>style.visibility</p:attrName>
                                        </p:attrNameLst>
                                      </p:cBhvr>
                                      <p:to>
                                        <p:strVal val="visible"/>
                                      </p:to>
                                    </p:set>
                                    <p:animEffect transition="in" filter="wipe(up)">
                                      <p:cBhvr>
                                        <p:cTn id="16" dur="500"/>
                                        <p:tgtEl>
                                          <p:spTgt spid="49"/>
                                        </p:tgtEl>
                                      </p:cBhvr>
                                    </p:animEffect>
                                  </p:childTnLst>
                                </p:cTn>
                              </p:par>
                              <p:par>
                                <p:cTn id="17" presetID="22" presetClass="entr" presetSubtype="1" fill="hold" grpId="0" nodeType="withEffect">
                                  <p:stCondLst>
                                    <p:cond delay="600"/>
                                  </p:stCondLst>
                                  <p:childTnLst>
                                    <p:set>
                                      <p:cBhvr>
                                        <p:cTn id="18" dur="1" fill="hold">
                                          <p:stCondLst>
                                            <p:cond delay="0"/>
                                          </p:stCondLst>
                                        </p:cTn>
                                        <p:tgtEl>
                                          <p:spTgt spid="52"/>
                                        </p:tgtEl>
                                        <p:attrNameLst>
                                          <p:attrName>style.visibility</p:attrName>
                                        </p:attrNameLst>
                                      </p:cBhvr>
                                      <p:to>
                                        <p:strVal val="visible"/>
                                      </p:to>
                                    </p:set>
                                    <p:animEffect transition="in" filter="wipe(up)">
                                      <p:cBhvr>
                                        <p:cTn id="19" dur="500"/>
                                        <p:tgtEl>
                                          <p:spTgt spid="52"/>
                                        </p:tgtEl>
                                      </p:cBhvr>
                                    </p:animEffect>
                                  </p:childTnLst>
                                </p:cTn>
                              </p:par>
                            </p:childTnLst>
                          </p:cTn>
                        </p:par>
                        <p:par>
                          <p:cTn id="20" fill="hold">
                            <p:stCondLst>
                              <p:cond delay="1800"/>
                            </p:stCondLst>
                            <p:childTnLst>
                              <p:par>
                                <p:cTn id="21" presetID="2" presetClass="entr" presetSubtype="4" fill="hold" nodeType="afterEffect">
                                  <p:stCondLst>
                                    <p:cond delay="0"/>
                                  </p:stCondLst>
                                  <p:childTnLst>
                                    <p:set>
                                      <p:cBhvr>
                                        <p:cTn id="22" dur="1" fill="hold">
                                          <p:stCondLst>
                                            <p:cond delay="0"/>
                                          </p:stCondLst>
                                        </p:cTn>
                                        <p:tgtEl>
                                          <p:spTgt spid="25"/>
                                        </p:tgtEl>
                                        <p:attrNameLst>
                                          <p:attrName>style.visibility</p:attrName>
                                        </p:attrNameLst>
                                      </p:cBhvr>
                                      <p:to>
                                        <p:strVal val="visible"/>
                                      </p:to>
                                    </p:set>
                                    <p:anim calcmode="lin" valueType="num">
                                      <p:cBhvr additive="base">
                                        <p:cTn id="23" dur="500" fill="hold"/>
                                        <p:tgtEl>
                                          <p:spTgt spid="25"/>
                                        </p:tgtEl>
                                        <p:attrNameLst>
                                          <p:attrName>ppt_x</p:attrName>
                                        </p:attrNameLst>
                                      </p:cBhvr>
                                      <p:tavLst>
                                        <p:tav tm="0">
                                          <p:val>
                                            <p:strVal val="#ppt_x"/>
                                          </p:val>
                                        </p:tav>
                                        <p:tav tm="100000">
                                          <p:val>
                                            <p:strVal val="#ppt_x"/>
                                          </p:val>
                                        </p:tav>
                                      </p:tavLst>
                                    </p:anim>
                                    <p:anim calcmode="lin" valueType="num">
                                      <p:cBhvr additive="base">
                                        <p:cTn id="24" dur="500" fill="hold"/>
                                        <p:tgtEl>
                                          <p:spTgt spid="25"/>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200"/>
                                  </p:stCondLst>
                                  <p:childTnLst>
                                    <p:set>
                                      <p:cBhvr>
                                        <p:cTn id="26" dur="1" fill="hold">
                                          <p:stCondLst>
                                            <p:cond delay="0"/>
                                          </p:stCondLst>
                                        </p:cTn>
                                        <p:tgtEl>
                                          <p:spTgt spid="50"/>
                                        </p:tgtEl>
                                        <p:attrNameLst>
                                          <p:attrName>style.visibility</p:attrName>
                                        </p:attrNameLst>
                                      </p:cBhvr>
                                      <p:to>
                                        <p:strVal val="visible"/>
                                      </p:to>
                                    </p:set>
                                    <p:anim calcmode="lin" valueType="num">
                                      <p:cBhvr additive="base">
                                        <p:cTn id="27" dur="500" fill="hold"/>
                                        <p:tgtEl>
                                          <p:spTgt spid="50"/>
                                        </p:tgtEl>
                                        <p:attrNameLst>
                                          <p:attrName>ppt_x</p:attrName>
                                        </p:attrNameLst>
                                      </p:cBhvr>
                                      <p:tavLst>
                                        <p:tav tm="0">
                                          <p:val>
                                            <p:strVal val="#ppt_x"/>
                                          </p:val>
                                        </p:tav>
                                        <p:tav tm="100000">
                                          <p:val>
                                            <p:strVal val="#ppt_x"/>
                                          </p:val>
                                        </p:tav>
                                      </p:tavLst>
                                    </p:anim>
                                    <p:anim calcmode="lin" valueType="num">
                                      <p:cBhvr additive="base">
                                        <p:cTn id="28" dur="500" fill="hold"/>
                                        <p:tgtEl>
                                          <p:spTgt spid="50"/>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2" presetClass="entr" presetSubtype="1" fill="hold" grpId="0" nodeType="afterEffect">
                                  <p:stCondLst>
                                    <p:cond delay="0"/>
                                  </p:stCondLst>
                                  <p:childTnLst>
                                    <p:set>
                                      <p:cBhvr>
                                        <p:cTn id="31" dur="1" fill="hold">
                                          <p:stCondLst>
                                            <p:cond delay="0"/>
                                          </p:stCondLst>
                                        </p:cTn>
                                        <p:tgtEl>
                                          <p:spTgt spid="51"/>
                                        </p:tgtEl>
                                        <p:attrNameLst>
                                          <p:attrName>style.visibility</p:attrName>
                                        </p:attrNameLst>
                                      </p:cBhvr>
                                      <p:to>
                                        <p:strVal val="visible"/>
                                      </p:to>
                                    </p:set>
                                    <p:animEffect transition="in" filter="wipe(up)">
                                      <p:cBhvr>
                                        <p:cTn id="32" dur="500"/>
                                        <p:tgtEl>
                                          <p:spTgt spid="51"/>
                                        </p:tgtEl>
                                      </p:cBhvr>
                                    </p:animEffect>
                                  </p:childTnLst>
                                </p:cTn>
                              </p:par>
                            </p:childTnLst>
                          </p:cTn>
                        </p:par>
                        <p:par>
                          <p:cTn id="33" fill="hold">
                            <p:stCondLst>
                              <p:cond delay="3000"/>
                            </p:stCondLst>
                            <p:childTnLst>
                              <p:par>
                                <p:cTn id="34" presetID="22" presetClass="entr" presetSubtype="1" fill="hold" grpId="0" nodeType="afterEffect">
                                  <p:stCondLst>
                                    <p:cond delay="0"/>
                                  </p:stCondLst>
                                  <p:childTnLst>
                                    <p:set>
                                      <p:cBhvr>
                                        <p:cTn id="35" dur="1" fill="hold">
                                          <p:stCondLst>
                                            <p:cond delay="0"/>
                                          </p:stCondLst>
                                        </p:cTn>
                                        <p:tgtEl>
                                          <p:spTgt spid="53"/>
                                        </p:tgtEl>
                                        <p:attrNameLst>
                                          <p:attrName>style.visibility</p:attrName>
                                        </p:attrNameLst>
                                      </p:cBhvr>
                                      <p:to>
                                        <p:strVal val="visible"/>
                                      </p:to>
                                    </p:set>
                                    <p:animEffect transition="in" filter="wipe(up)">
                                      <p:cBhvr>
                                        <p:cTn id="36" dur="500"/>
                                        <p:tgtEl>
                                          <p:spTgt spid="53"/>
                                        </p:tgtEl>
                                      </p:cBhvr>
                                    </p:animEffect>
                                  </p:childTnLst>
                                </p:cTn>
                              </p:par>
                            </p:childTnLst>
                          </p:cTn>
                        </p:par>
                        <p:par>
                          <p:cTn id="37" fill="hold">
                            <p:stCondLst>
                              <p:cond delay="3500"/>
                            </p:stCondLst>
                            <p:childTnLst>
                              <p:par>
                                <p:cTn id="38" presetID="53" presetClass="entr" presetSubtype="16" fill="hold" nodeType="afterEffect">
                                  <p:stCondLst>
                                    <p:cond delay="0"/>
                                  </p:stCondLst>
                                  <p:childTnLst>
                                    <p:set>
                                      <p:cBhvr>
                                        <p:cTn id="39" dur="1" fill="hold">
                                          <p:stCondLst>
                                            <p:cond delay="0"/>
                                          </p:stCondLst>
                                        </p:cTn>
                                        <p:tgtEl>
                                          <p:spTgt spid="54"/>
                                        </p:tgtEl>
                                        <p:attrNameLst>
                                          <p:attrName>style.visibility</p:attrName>
                                        </p:attrNameLst>
                                      </p:cBhvr>
                                      <p:to>
                                        <p:strVal val="visible"/>
                                      </p:to>
                                    </p:set>
                                    <p:anim calcmode="lin" valueType="num">
                                      <p:cBhvr>
                                        <p:cTn id="40" dur="500" fill="hold"/>
                                        <p:tgtEl>
                                          <p:spTgt spid="54"/>
                                        </p:tgtEl>
                                        <p:attrNameLst>
                                          <p:attrName>ppt_w</p:attrName>
                                        </p:attrNameLst>
                                      </p:cBhvr>
                                      <p:tavLst>
                                        <p:tav tm="0">
                                          <p:val>
                                            <p:fltVal val="0"/>
                                          </p:val>
                                        </p:tav>
                                        <p:tav tm="100000">
                                          <p:val>
                                            <p:strVal val="#ppt_w"/>
                                          </p:val>
                                        </p:tav>
                                      </p:tavLst>
                                    </p:anim>
                                    <p:anim calcmode="lin" valueType="num">
                                      <p:cBhvr>
                                        <p:cTn id="41" dur="500" fill="hold"/>
                                        <p:tgtEl>
                                          <p:spTgt spid="54"/>
                                        </p:tgtEl>
                                        <p:attrNameLst>
                                          <p:attrName>ppt_h</p:attrName>
                                        </p:attrNameLst>
                                      </p:cBhvr>
                                      <p:tavLst>
                                        <p:tav tm="0">
                                          <p:val>
                                            <p:fltVal val="0"/>
                                          </p:val>
                                        </p:tav>
                                        <p:tav tm="100000">
                                          <p:val>
                                            <p:strVal val="#ppt_h"/>
                                          </p:val>
                                        </p:tav>
                                      </p:tavLst>
                                    </p:anim>
                                    <p:animEffect transition="in" filter="fade">
                                      <p:cBhvr>
                                        <p:cTn id="42" dur="500"/>
                                        <p:tgtEl>
                                          <p:spTgt spid="54"/>
                                        </p:tgtEl>
                                      </p:cBhvr>
                                    </p:animEffect>
                                  </p:childTnLst>
                                </p:cTn>
                              </p:par>
                            </p:childTnLst>
                          </p:cTn>
                        </p:par>
                        <p:par>
                          <p:cTn id="43" fill="hold">
                            <p:stCondLst>
                              <p:cond delay="4000"/>
                            </p:stCondLst>
                            <p:childTnLst>
                              <p:par>
                                <p:cTn id="44" presetID="2" presetClass="entr" presetSubtype="4" fill="hold" grpId="0" nodeType="afterEffect">
                                  <p:stCondLst>
                                    <p:cond delay="0"/>
                                  </p:stCondLst>
                                  <p:childTnLst>
                                    <p:set>
                                      <p:cBhvr>
                                        <p:cTn id="45" dur="1" fill="hold">
                                          <p:stCondLst>
                                            <p:cond delay="0"/>
                                          </p:stCondLst>
                                        </p:cTn>
                                        <p:tgtEl>
                                          <p:spTgt spid="57"/>
                                        </p:tgtEl>
                                        <p:attrNameLst>
                                          <p:attrName>style.visibility</p:attrName>
                                        </p:attrNameLst>
                                      </p:cBhvr>
                                      <p:to>
                                        <p:strVal val="visible"/>
                                      </p:to>
                                    </p:set>
                                    <p:anim calcmode="lin" valueType="num">
                                      <p:cBhvr additive="base">
                                        <p:cTn id="46" dur="250" fill="hold"/>
                                        <p:tgtEl>
                                          <p:spTgt spid="57"/>
                                        </p:tgtEl>
                                        <p:attrNameLst>
                                          <p:attrName>ppt_x</p:attrName>
                                        </p:attrNameLst>
                                      </p:cBhvr>
                                      <p:tavLst>
                                        <p:tav tm="0">
                                          <p:val>
                                            <p:strVal val="#ppt_x"/>
                                          </p:val>
                                        </p:tav>
                                        <p:tav tm="100000">
                                          <p:val>
                                            <p:strVal val="#ppt_x"/>
                                          </p:val>
                                        </p:tav>
                                      </p:tavLst>
                                    </p:anim>
                                    <p:anim calcmode="lin" valueType="num">
                                      <p:cBhvr additive="base">
                                        <p:cTn id="47" dur="250" fill="hold"/>
                                        <p:tgtEl>
                                          <p:spTgt spid="57"/>
                                        </p:tgtEl>
                                        <p:attrNameLst>
                                          <p:attrName>ppt_y</p:attrName>
                                        </p:attrNameLst>
                                      </p:cBhvr>
                                      <p:tavLst>
                                        <p:tav tm="0">
                                          <p:val>
                                            <p:strVal val="1+#ppt_h/2"/>
                                          </p:val>
                                        </p:tav>
                                        <p:tav tm="100000">
                                          <p:val>
                                            <p:strVal val="#ppt_y"/>
                                          </p:val>
                                        </p:tav>
                                      </p:tavLst>
                                    </p:anim>
                                  </p:childTnLst>
                                </p:cTn>
                              </p:par>
                            </p:childTnLst>
                          </p:cTn>
                        </p:par>
                        <p:par>
                          <p:cTn id="48" fill="hold">
                            <p:stCondLst>
                              <p:cond delay="4250"/>
                            </p:stCondLst>
                            <p:childTnLst>
                              <p:par>
                                <p:cTn id="49" presetID="2" presetClass="entr" presetSubtype="4" fill="hold" grpId="0" nodeType="afterEffect">
                                  <p:stCondLst>
                                    <p:cond delay="0"/>
                                  </p:stCondLst>
                                  <p:childTnLst>
                                    <p:set>
                                      <p:cBhvr>
                                        <p:cTn id="50" dur="1" fill="hold">
                                          <p:stCondLst>
                                            <p:cond delay="0"/>
                                          </p:stCondLst>
                                        </p:cTn>
                                        <p:tgtEl>
                                          <p:spTgt spid="58"/>
                                        </p:tgtEl>
                                        <p:attrNameLst>
                                          <p:attrName>style.visibility</p:attrName>
                                        </p:attrNameLst>
                                      </p:cBhvr>
                                      <p:to>
                                        <p:strVal val="visible"/>
                                      </p:to>
                                    </p:set>
                                    <p:anim calcmode="lin" valueType="num">
                                      <p:cBhvr additive="base">
                                        <p:cTn id="51" dur="250" fill="hold"/>
                                        <p:tgtEl>
                                          <p:spTgt spid="58"/>
                                        </p:tgtEl>
                                        <p:attrNameLst>
                                          <p:attrName>ppt_x</p:attrName>
                                        </p:attrNameLst>
                                      </p:cBhvr>
                                      <p:tavLst>
                                        <p:tav tm="0">
                                          <p:val>
                                            <p:strVal val="#ppt_x"/>
                                          </p:val>
                                        </p:tav>
                                        <p:tav tm="100000">
                                          <p:val>
                                            <p:strVal val="#ppt_x"/>
                                          </p:val>
                                        </p:tav>
                                      </p:tavLst>
                                    </p:anim>
                                    <p:anim calcmode="lin" valueType="num">
                                      <p:cBhvr additive="base">
                                        <p:cTn id="52" dur="250" fill="hold"/>
                                        <p:tgtEl>
                                          <p:spTgt spid="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bldLvl="0" animBg="1" autoUpdateAnimBg="0"/>
      <p:bldP spid="49" grpId="0" animBg="1"/>
      <p:bldP spid="50" grpId="0" bldLvl="0" animBg="1" autoUpdateAnimBg="0"/>
      <p:bldP spid="51" grpId="0" animBg="1"/>
      <p:bldP spid="52" grpId="0" bldLvl="0"/>
      <p:bldP spid="53" grpId="0"/>
      <p:bldP spid="57" grpId="0" animBg="1"/>
      <p:bldP spid="5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9"/>
          <p:cNvSpPr/>
          <p:nvPr/>
        </p:nvSpPr>
        <p:spPr bwMode="auto">
          <a:xfrm>
            <a:off x="6406538" y="2059480"/>
            <a:ext cx="1165115" cy="227883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866" tIns="27866" rIns="27866" bIns="27866" numCol="1" spcCol="0" rtlCol="0" fromWordArt="0" anchor="t" anchorCtr="0" forceAA="0" compatLnSpc="1">
            <a:prstTxWarp prst="textNoShape">
              <a:avLst/>
            </a:prstTxWarp>
            <a:noAutofit/>
          </a:bodyPr>
          <a:lstStyle/>
          <a:p>
            <a:pPr defTabSz="557131" fontAlgn="base">
              <a:lnSpc>
                <a:spcPct val="80000"/>
              </a:lnSpc>
              <a:spcBef>
                <a:spcPct val="0"/>
              </a:spcBef>
              <a:spcAft>
                <a:spcPct val="0"/>
              </a:spcAft>
            </a:pPr>
            <a:endParaRPr lang="en-US" altLang="zh-CN" sz="1200" spc="-31" dirty="0">
              <a:gradFill>
                <a:gsLst>
                  <a:gs pos="0">
                    <a:srgbClr val="FFFFFF"/>
                  </a:gs>
                  <a:gs pos="100000">
                    <a:srgbClr val="FFFFFF"/>
                  </a:gs>
                </a:gsLst>
                <a:lin ang="5400000" scaled="0"/>
              </a:gradFill>
              <a:latin typeface="微软雅黑" pitchFamily="34" charset="-122"/>
              <a:ea typeface="微软雅黑" pitchFamily="34" charset="-122"/>
              <a:cs typeface="Segoe UI" pitchFamily="34" charset="0"/>
            </a:endParaRPr>
          </a:p>
          <a:p>
            <a:pPr defTabSz="557131" fontAlgn="base">
              <a:lnSpc>
                <a:spcPct val="80000"/>
              </a:lnSpc>
              <a:spcBef>
                <a:spcPct val="0"/>
              </a:spcBef>
              <a:spcAft>
                <a:spcPct val="0"/>
              </a:spcAft>
            </a:pPr>
            <a:r>
              <a:rPr lang="zh-CN" altLang="en-US" sz="1200" spc="-31" dirty="0">
                <a:gradFill>
                  <a:gsLst>
                    <a:gs pos="0">
                      <a:srgbClr val="FFFFFF"/>
                    </a:gs>
                    <a:gs pos="100000">
                      <a:srgbClr val="FFFFFF"/>
                    </a:gs>
                  </a:gsLst>
                  <a:lin ang="5400000" scaled="0"/>
                </a:gradFill>
                <a:latin typeface="微软雅黑" pitchFamily="34" charset="-122"/>
                <a:ea typeface="微软雅黑" pitchFamily="34" charset="-122"/>
                <a:cs typeface="Segoe UI" pitchFamily="34" charset="0"/>
              </a:rPr>
              <a:t>单击添加标题</a:t>
            </a:r>
          </a:p>
        </p:txBody>
      </p:sp>
      <p:sp>
        <p:nvSpPr>
          <p:cNvPr id="4" name="Rectangle 68"/>
          <p:cNvSpPr/>
          <p:nvPr/>
        </p:nvSpPr>
        <p:spPr bwMode="auto">
          <a:xfrm>
            <a:off x="5174382" y="2059481"/>
            <a:ext cx="1165115" cy="1109415"/>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866" tIns="27866" rIns="27866" bIns="27866" numCol="1" spcCol="0" rtlCol="0" fromWordArt="0" anchor="t" anchorCtr="0" forceAA="0" compatLnSpc="1">
            <a:prstTxWarp prst="textNoShape">
              <a:avLst/>
            </a:prstTxWarp>
            <a:noAutofit/>
          </a:bodyPr>
          <a:lstStyle/>
          <a:p>
            <a:pPr defTabSz="557131" fontAlgn="base">
              <a:lnSpc>
                <a:spcPct val="80000"/>
              </a:lnSpc>
              <a:spcBef>
                <a:spcPct val="0"/>
              </a:spcBef>
              <a:spcAft>
                <a:spcPct val="0"/>
              </a:spcAft>
            </a:pPr>
            <a:endParaRPr lang="en-US" altLang="zh-CN" sz="1200" spc="-31" dirty="0">
              <a:gradFill>
                <a:gsLst>
                  <a:gs pos="0">
                    <a:srgbClr val="FFFFFF"/>
                  </a:gs>
                  <a:gs pos="100000">
                    <a:srgbClr val="FFFFFF"/>
                  </a:gs>
                </a:gsLst>
                <a:lin ang="5400000" scaled="0"/>
              </a:gradFill>
              <a:latin typeface="微软雅黑" pitchFamily="34" charset="-122"/>
              <a:ea typeface="微软雅黑" pitchFamily="34" charset="-122"/>
              <a:cs typeface="Segoe UI" pitchFamily="34" charset="0"/>
            </a:endParaRPr>
          </a:p>
          <a:p>
            <a:pPr defTabSz="557131" fontAlgn="base">
              <a:lnSpc>
                <a:spcPct val="80000"/>
              </a:lnSpc>
              <a:spcBef>
                <a:spcPct val="0"/>
              </a:spcBef>
              <a:spcAft>
                <a:spcPct val="0"/>
              </a:spcAft>
            </a:pPr>
            <a:endParaRPr lang="en-US" altLang="zh-CN" sz="1200" spc="-31" dirty="0">
              <a:gradFill>
                <a:gsLst>
                  <a:gs pos="0">
                    <a:srgbClr val="FFFFFF"/>
                  </a:gs>
                  <a:gs pos="100000">
                    <a:srgbClr val="FFFFFF"/>
                  </a:gs>
                </a:gsLst>
                <a:lin ang="5400000" scaled="0"/>
              </a:gradFill>
              <a:latin typeface="微软雅黑" pitchFamily="34" charset="-122"/>
              <a:ea typeface="微软雅黑" pitchFamily="34" charset="-122"/>
              <a:cs typeface="Segoe UI" pitchFamily="34" charset="0"/>
            </a:endParaRPr>
          </a:p>
          <a:p>
            <a:pPr defTabSz="557131" fontAlgn="base">
              <a:lnSpc>
                <a:spcPct val="80000"/>
              </a:lnSpc>
              <a:spcBef>
                <a:spcPct val="0"/>
              </a:spcBef>
              <a:spcAft>
                <a:spcPct val="0"/>
              </a:spcAft>
            </a:pPr>
            <a:endParaRPr lang="en-US" altLang="zh-CN" sz="1200" spc="-31" dirty="0">
              <a:gradFill>
                <a:gsLst>
                  <a:gs pos="0">
                    <a:srgbClr val="FFFFFF"/>
                  </a:gs>
                  <a:gs pos="100000">
                    <a:srgbClr val="FFFFFF"/>
                  </a:gs>
                </a:gsLst>
                <a:lin ang="5400000" scaled="0"/>
              </a:gradFill>
              <a:latin typeface="微软雅黑" pitchFamily="34" charset="-122"/>
              <a:ea typeface="微软雅黑" pitchFamily="34" charset="-122"/>
              <a:cs typeface="Segoe UI" pitchFamily="34" charset="0"/>
            </a:endParaRPr>
          </a:p>
          <a:p>
            <a:pPr defTabSz="557131" fontAlgn="base">
              <a:lnSpc>
                <a:spcPct val="80000"/>
              </a:lnSpc>
              <a:spcBef>
                <a:spcPct val="0"/>
              </a:spcBef>
              <a:spcAft>
                <a:spcPct val="0"/>
              </a:spcAft>
            </a:pPr>
            <a:endParaRPr lang="en-US" altLang="zh-CN" sz="1200" spc="-31" dirty="0">
              <a:gradFill>
                <a:gsLst>
                  <a:gs pos="0">
                    <a:srgbClr val="FFFFFF"/>
                  </a:gs>
                  <a:gs pos="100000">
                    <a:srgbClr val="FFFFFF"/>
                  </a:gs>
                </a:gsLst>
                <a:lin ang="5400000" scaled="0"/>
              </a:gradFill>
              <a:latin typeface="微软雅黑" pitchFamily="34" charset="-122"/>
              <a:ea typeface="微软雅黑" pitchFamily="34" charset="-122"/>
              <a:cs typeface="Segoe UI" pitchFamily="34" charset="0"/>
            </a:endParaRPr>
          </a:p>
          <a:p>
            <a:pPr defTabSz="557131" fontAlgn="base">
              <a:lnSpc>
                <a:spcPct val="80000"/>
              </a:lnSpc>
              <a:spcBef>
                <a:spcPct val="0"/>
              </a:spcBef>
              <a:spcAft>
                <a:spcPct val="0"/>
              </a:spcAft>
            </a:pPr>
            <a:endParaRPr lang="en-US" altLang="zh-CN" sz="1200" spc="-31" dirty="0">
              <a:gradFill>
                <a:gsLst>
                  <a:gs pos="0">
                    <a:srgbClr val="FFFFFF"/>
                  </a:gs>
                  <a:gs pos="100000">
                    <a:srgbClr val="FFFFFF"/>
                  </a:gs>
                </a:gsLst>
                <a:lin ang="5400000" scaled="0"/>
              </a:gradFill>
              <a:latin typeface="微软雅黑" pitchFamily="34" charset="-122"/>
              <a:ea typeface="微软雅黑" pitchFamily="34" charset="-122"/>
              <a:cs typeface="Segoe UI" pitchFamily="34" charset="0"/>
            </a:endParaRPr>
          </a:p>
          <a:p>
            <a:pPr defTabSz="557131" fontAlgn="base">
              <a:lnSpc>
                <a:spcPct val="80000"/>
              </a:lnSpc>
              <a:spcBef>
                <a:spcPct val="0"/>
              </a:spcBef>
              <a:spcAft>
                <a:spcPct val="0"/>
              </a:spcAft>
            </a:pPr>
            <a:r>
              <a:rPr lang="zh-CN" altLang="en-US" sz="1200" spc="-31" dirty="0">
                <a:gradFill>
                  <a:gsLst>
                    <a:gs pos="0">
                      <a:srgbClr val="FFFFFF"/>
                    </a:gs>
                    <a:gs pos="100000">
                      <a:srgbClr val="FFFFFF"/>
                    </a:gs>
                  </a:gsLst>
                  <a:lin ang="5400000" scaled="0"/>
                </a:gradFill>
                <a:latin typeface="微软雅黑" pitchFamily="34" charset="-122"/>
                <a:ea typeface="微软雅黑" pitchFamily="34" charset="-122"/>
                <a:cs typeface="Segoe UI" pitchFamily="34" charset="0"/>
              </a:rPr>
              <a:t>单击添加标题</a:t>
            </a:r>
          </a:p>
        </p:txBody>
      </p:sp>
      <p:sp>
        <p:nvSpPr>
          <p:cNvPr id="5" name="Rectangle 69"/>
          <p:cNvSpPr/>
          <p:nvPr/>
        </p:nvSpPr>
        <p:spPr bwMode="auto">
          <a:xfrm>
            <a:off x="5174382" y="3228904"/>
            <a:ext cx="1165115" cy="1109415"/>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866" tIns="27866" rIns="27866" bIns="27866" numCol="1" spcCol="0" rtlCol="0" fromWordArt="0" anchor="t" anchorCtr="0" forceAA="0" compatLnSpc="1">
            <a:prstTxWarp prst="textNoShape">
              <a:avLst/>
            </a:prstTxWarp>
            <a:noAutofit/>
          </a:bodyPr>
          <a:lstStyle/>
          <a:p>
            <a:pPr defTabSz="557131" fontAlgn="base">
              <a:lnSpc>
                <a:spcPct val="80000"/>
              </a:lnSpc>
              <a:spcBef>
                <a:spcPct val="0"/>
              </a:spcBef>
              <a:spcAft>
                <a:spcPct val="0"/>
              </a:spcAft>
            </a:pPr>
            <a:endParaRPr lang="en-US" altLang="zh-CN" sz="1200" spc="-31" dirty="0">
              <a:gradFill>
                <a:gsLst>
                  <a:gs pos="0">
                    <a:srgbClr val="FFFFFF"/>
                  </a:gs>
                  <a:gs pos="100000">
                    <a:srgbClr val="FFFFFF"/>
                  </a:gs>
                </a:gsLst>
                <a:lin ang="5400000" scaled="0"/>
              </a:gradFill>
              <a:latin typeface="微软雅黑" pitchFamily="34" charset="-122"/>
              <a:ea typeface="微软雅黑" pitchFamily="34" charset="-122"/>
              <a:cs typeface="Segoe UI" pitchFamily="34" charset="0"/>
            </a:endParaRPr>
          </a:p>
          <a:p>
            <a:pPr defTabSz="557131" fontAlgn="base">
              <a:lnSpc>
                <a:spcPct val="80000"/>
              </a:lnSpc>
              <a:spcBef>
                <a:spcPct val="0"/>
              </a:spcBef>
              <a:spcAft>
                <a:spcPct val="0"/>
              </a:spcAft>
            </a:pPr>
            <a:r>
              <a:rPr lang="zh-CN" altLang="en-US" sz="1200" spc="-31" dirty="0">
                <a:gradFill>
                  <a:gsLst>
                    <a:gs pos="0">
                      <a:srgbClr val="FFFFFF"/>
                    </a:gs>
                    <a:gs pos="100000">
                      <a:srgbClr val="FFFFFF"/>
                    </a:gs>
                  </a:gsLst>
                  <a:lin ang="5400000" scaled="0"/>
                </a:gradFill>
                <a:latin typeface="微软雅黑" pitchFamily="34" charset="-122"/>
                <a:ea typeface="微软雅黑" pitchFamily="34" charset="-122"/>
                <a:cs typeface="Segoe UI" pitchFamily="34" charset="0"/>
              </a:rPr>
              <a:t>单击添加标题</a:t>
            </a:r>
          </a:p>
        </p:txBody>
      </p:sp>
      <p:sp>
        <p:nvSpPr>
          <p:cNvPr id="6" name="Right Arrow 74"/>
          <p:cNvSpPr/>
          <p:nvPr/>
        </p:nvSpPr>
        <p:spPr bwMode="auto">
          <a:xfrm rot="16200000" flipV="1">
            <a:off x="6291250" y="3050715"/>
            <a:ext cx="2068558" cy="504697"/>
          </a:xfrm>
          <a:prstGeom prst="rightArrow">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55729" tIns="27866" rIns="55729" bIns="27866" numCol="1" rtlCol="0" anchor="ctr" anchorCtr="0" compatLnSpc="1">
            <a:prstTxWarp prst="textNoShape">
              <a:avLst/>
            </a:prstTxWarp>
          </a:bodyPr>
          <a:lstStyle/>
          <a:p>
            <a:pPr algn="ctr" defTabSz="557131" fontAlgn="base">
              <a:spcBef>
                <a:spcPct val="0"/>
              </a:spcBef>
              <a:spcAft>
                <a:spcPct val="0"/>
              </a:spcAft>
            </a:pPr>
            <a:endParaRPr lang="en-US" sz="1200" dirty="0">
              <a:gradFill>
                <a:gsLst>
                  <a:gs pos="0">
                    <a:srgbClr val="FFFFFF"/>
                  </a:gs>
                  <a:gs pos="100000">
                    <a:srgbClr val="FFFFFF"/>
                  </a:gs>
                </a:gsLst>
                <a:lin ang="5400000" scaled="0"/>
              </a:gradFill>
              <a:latin typeface="微软雅黑" pitchFamily="34" charset="-122"/>
              <a:ea typeface="微软雅黑" pitchFamily="34" charset="-122"/>
            </a:endParaRPr>
          </a:p>
        </p:txBody>
      </p:sp>
      <p:sp>
        <p:nvSpPr>
          <p:cNvPr id="7" name="TextBox 6"/>
          <p:cNvSpPr txBox="1"/>
          <p:nvPr/>
        </p:nvSpPr>
        <p:spPr>
          <a:xfrm>
            <a:off x="6536952" y="3206631"/>
            <a:ext cx="860972" cy="230833"/>
          </a:xfrm>
          <a:prstGeom prst="rect">
            <a:avLst/>
          </a:prstGeom>
          <a:noFill/>
        </p:spPr>
        <p:txBody>
          <a:bodyPr wrap="square" lIns="0" tIns="0" rIns="0" bIns="0" rtlCol="0">
            <a:spAutoFit/>
          </a:bodyPr>
          <a:lstStyle/>
          <a:p>
            <a:r>
              <a:rPr lang="en-US" sz="1500" b="1" dirty="0">
                <a:gradFill>
                  <a:gsLst>
                    <a:gs pos="0">
                      <a:srgbClr val="FFFFFF"/>
                    </a:gs>
                    <a:gs pos="86000">
                      <a:srgbClr val="FFFFFF"/>
                    </a:gs>
                  </a:gsLst>
                  <a:lin ang="5400000" scaled="0"/>
                </a:gradFill>
                <a:latin typeface="微软雅黑" pitchFamily="34" charset="-122"/>
                <a:ea typeface="微软雅黑" pitchFamily="34" charset="-122"/>
              </a:rPr>
              <a:t>+80%</a:t>
            </a:r>
          </a:p>
        </p:txBody>
      </p:sp>
      <p:sp>
        <p:nvSpPr>
          <p:cNvPr id="9" name="Right Arrow 76"/>
          <p:cNvSpPr/>
          <p:nvPr/>
        </p:nvSpPr>
        <p:spPr bwMode="auto">
          <a:xfrm rot="5400000" flipV="1">
            <a:off x="5747639" y="2139607"/>
            <a:ext cx="670465" cy="504697"/>
          </a:xfrm>
          <a:prstGeom prst="rightArrow">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55729" tIns="27866" rIns="55729" bIns="27866" numCol="1" rtlCol="0" anchor="ctr" anchorCtr="0" compatLnSpc="1">
            <a:prstTxWarp prst="textNoShape">
              <a:avLst/>
            </a:prstTxWarp>
          </a:bodyPr>
          <a:lstStyle/>
          <a:p>
            <a:pPr algn="ctr" defTabSz="557131" fontAlgn="base">
              <a:spcBef>
                <a:spcPct val="0"/>
              </a:spcBef>
              <a:spcAft>
                <a:spcPct val="0"/>
              </a:spcAft>
            </a:pPr>
            <a:endParaRPr lang="en-US" sz="1200" dirty="0">
              <a:gradFill>
                <a:gsLst>
                  <a:gs pos="0">
                    <a:srgbClr val="FFFFFF"/>
                  </a:gs>
                  <a:gs pos="100000">
                    <a:srgbClr val="FFFFFF"/>
                  </a:gs>
                </a:gsLst>
                <a:lin ang="5400000" scaled="0"/>
              </a:gradFill>
              <a:latin typeface="微软雅黑" pitchFamily="34" charset="-122"/>
              <a:ea typeface="微软雅黑" pitchFamily="34" charset="-122"/>
            </a:endParaRPr>
          </a:p>
        </p:txBody>
      </p:sp>
      <p:sp>
        <p:nvSpPr>
          <p:cNvPr id="10" name="TextBox 9"/>
          <p:cNvSpPr txBox="1"/>
          <p:nvPr/>
        </p:nvSpPr>
        <p:spPr>
          <a:xfrm>
            <a:off x="5301045" y="3917279"/>
            <a:ext cx="998412" cy="230833"/>
          </a:xfrm>
          <a:prstGeom prst="rect">
            <a:avLst/>
          </a:prstGeom>
          <a:noFill/>
        </p:spPr>
        <p:txBody>
          <a:bodyPr wrap="square" lIns="0" tIns="0" rIns="0" bIns="0" rtlCol="0">
            <a:spAutoFit/>
          </a:bodyPr>
          <a:lstStyle/>
          <a:p>
            <a:r>
              <a:rPr lang="en-US" sz="1500" b="1" dirty="0">
                <a:gradFill>
                  <a:gsLst>
                    <a:gs pos="0">
                      <a:srgbClr val="FFFFFF"/>
                    </a:gs>
                    <a:gs pos="86000">
                      <a:srgbClr val="FFFFFF"/>
                    </a:gs>
                  </a:gsLst>
                  <a:lin ang="5400000" scaled="0"/>
                </a:gradFill>
                <a:latin typeface="微软雅黑" pitchFamily="34" charset="-122"/>
                <a:ea typeface="微软雅黑" pitchFamily="34" charset="-122"/>
              </a:rPr>
              <a:t>+50%</a:t>
            </a:r>
          </a:p>
        </p:txBody>
      </p:sp>
      <p:sp>
        <p:nvSpPr>
          <p:cNvPr id="11" name="Right Arrow 78"/>
          <p:cNvSpPr/>
          <p:nvPr/>
        </p:nvSpPr>
        <p:spPr bwMode="auto">
          <a:xfrm rot="16200000">
            <a:off x="5678989" y="3680479"/>
            <a:ext cx="807770" cy="504697"/>
          </a:xfrm>
          <a:prstGeom prst="rightArrow">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55729" tIns="27866" rIns="55729" bIns="27866" numCol="1" rtlCol="0" anchor="ctr" anchorCtr="0" compatLnSpc="1">
            <a:prstTxWarp prst="textNoShape">
              <a:avLst/>
            </a:prstTxWarp>
          </a:bodyPr>
          <a:lstStyle/>
          <a:p>
            <a:pPr algn="ctr" defTabSz="557131" fontAlgn="base">
              <a:spcBef>
                <a:spcPct val="0"/>
              </a:spcBef>
              <a:spcAft>
                <a:spcPct val="0"/>
              </a:spcAft>
            </a:pPr>
            <a:endParaRPr lang="en-US" sz="1200" dirty="0">
              <a:gradFill>
                <a:gsLst>
                  <a:gs pos="0">
                    <a:srgbClr val="FFFFFF"/>
                  </a:gs>
                  <a:gs pos="100000">
                    <a:srgbClr val="FFFFFF"/>
                  </a:gs>
                </a:gsLst>
                <a:lin ang="5400000" scaled="0"/>
              </a:gradFill>
              <a:latin typeface="微软雅黑" pitchFamily="34" charset="-122"/>
              <a:ea typeface="微软雅黑" pitchFamily="34" charset="-122"/>
            </a:endParaRPr>
          </a:p>
        </p:txBody>
      </p:sp>
      <p:sp>
        <p:nvSpPr>
          <p:cNvPr id="12" name="TextBox 11"/>
          <p:cNvSpPr txBox="1"/>
          <p:nvPr/>
        </p:nvSpPr>
        <p:spPr>
          <a:xfrm>
            <a:off x="5276510" y="2226030"/>
            <a:ext cx="998411" cy="230833"/>
          </a:xfrm>
          <a:prstGeom prst="rect">
            <a:avLst/>
          </a:prstGeom>
          <a:noFill/>
        </p:spPr>
        <p:txBody>
          <a:bodyPr wrap="square" lIns="0" tIns="0" rIns="0" bIns="0" rtlCol="0">
            <a:spAutoFit/>
          </a:bodyPr>
          <a:lstStyle/>
          <a:p>
            <a:r>
              <a:rPr lang="en-US" sz="1500" b="1" dirty="0">
                <a:gradFill>
                  <a:gsLst>
                    <a:gs pos="0">
                      <a:srgbClr val="FFFFFF"/>
                    </a:gs>
                    <a:gs pos="86000">
                      <a:srgbClr val="FFFFFF"/>
                    </a:gs>
                  </a:gsLst>
                  <a:lin ang="5400000" scaled="0"/>
                </a:gradFill>
                <a:latin typeface="微软雅黑" pitchFamily="34" charset="-122"/>
                <a:ea typeface="微软雅黑" pitchFamily="34" charset="-122"/>
              </a:rPr>
              <a:t>-30%   </a:t>
            </a:r>
          </a:p>
        </p:txBody>
      </p:sp>
      <p:graphicFrame>
        <p:nvGraphicFramePr>
          <p:cNvPr id="13" name="Chart 2"/>
          <p:cNvGraphicFramePr/>
          <p:nvPr>
            <p:extLst>
              <p:ext uri="{D42A27DB-BD31-4B8C-83A1-F6EECF244321}">
                <p14:modId xmlns:p14="http://schemas.microsoft.com/office/powerpoint/2010/main" val="1372511154"/>
              </p:ext>
            </p:extLst>
          </p:nvPr>
        </p:nvGraphicFramePr>
        <p:xfrm>
          <a:off x="1413895" y="1707654"/>
          <a:ext cx="3653916" cy="2733178"/>
        </p:xfrm>
        <a:graphic>
          <a:graphicData uri="http://schemas.openxmlformats.org/drawingml/2006/chart">
            <c:chart xmlns:c="http://schemas.openxmlformats.org/drawingml/2006/chart" xmlns:r="http://schemas.openxmlformats.org/officeDocument/2006/relationships" r:id="rId3"/>
          </a:graphicData>
        </a:graphic>
      </p:graphicFrame>
      <p:sp>
        <p:nvSpPr>
          <p:cNvPr id="14" name="Content Placeholder 2"/>
          <p:cNvSpPr txBox="1">
            <a:spLocks/>
          </p:cNvSpPr>
          <p:nvPr/>
        </p:nvSpPr>
        <p:spPr>
          <a:xfrm>
            <a:off x="1122464" y="1438945"/>
            <a:ext cx="2729456" cy="888635"/>
          </a:xfrm>
          <a:prstGeom prst="rect">
            <a:avLst/>
          </a:prstGeom>
        </p:spPr>
        <p:txBody>
          <a:bodyPr lIns="68580" tIns="34290" rIns="68580" bIns="3429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None/>
            </a:pPr>
            <a:r>
              <a:rPr lang="zh-CN" altLang="en-US" sz="1200" dirty="0">
                <a:latin typeface="微软雅黑" pitchFamily="34" charset="-122"/>
                <a:ea typeface="微软雅黑" pitchFamily="34" charset="-122"/>
              </a:rPr>
              <a:t>您的内容打在这里，或者通过复制您的文本后，在此框中选择粘贴，并选择只保留文字</a:t>
            </a:r>
            <a:r>
              <a:rPr lang="zh-CN" altLang="en-US" sz="1200" dirty="0" smtClean="0">
                <a:latin typeface="微软雅黑" pitchFamily="34" charset="-122"/>
                <a:ea typeface="微软雅黑" pitchFamily="34" charset="-122"/>
              </a:rPr>
              <a:t>。</a:t>
            </a:r>
            <a:endParaRPr lang="en-US" sz="1200" dirty="0">
              <a:latin typeface="微软雅黑" pitchFamily="34" charset="-122"/>
              <a:ea typeface="微软雅黑" pitchFamily="34" charset="-122"/>
            </a:endParaRPr>
          </a:p>
        </p:txBody>
      </p:sp>
      <p:sp>
        <p:nvSpPr>
          <p:cNvPr id="15" name="Title 13"/>
          <p:cNvSpPr txBox="1">
            <a:spLocks/>
          </p:cNvSpPr>
          <p:nvPr/>
        </p:nvSpPr>
        <p:spPr>
          <a:xfrm>
            <a:off x="1108862" y="1052494"/>
            <a:ext cx="2163319" cy="439136"/>
          </a:xfrm>
          <a:prstGeom prst="rect">
            <a:avLst/>
          </a:prstGeom>
        </p:spPr>
        <p:txBody>
          <a:bodyPr vert="horz" lIns="68580" tIns="34290" rIns="68580" bIns="3429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zh-CN" altLang="en-US" sz="1400" b="1" dirty="0">
                <a:solidFill>
                  <a:schemeClr val="accent1"/>
                </a:solidFill>
                <a:latin typeface="微软雅黑" pitchFamily="34" charset="-122"/>
                <a:ea typeface="微软雅黑" pitchFamily="34" charset="-122"/>
              </a:rPr>
              <a:t>单击此处添加标题</a:t>
            </a:r>
          </a:p>
        </p:txBody>
      </p:sp>
      <p:sp>
        <p:nvSpPr>
          <p:cNvPr id="16" name="矩形 15"/>
          <p:cNvSpPr/>
          <p:nvPr/>
        </p:nvSpPr>
        <p:spPr>
          <a:xfrm>
            <a:off x="1533618" y="4439540"/>
            <a:ext cx="840743" cy="241605"/>
          </a:xfrm>
          <a:prstGeom prst="rect">
            <a:avLst/>
          </a:prstGeom>
        </p:spPr>
        <p:txBody>
          <a:bodyPr wrap="none" lIns="68580" tIns="34290" rIns="68580" bIns="34290">
            <a:spAutoFit/>
          </a:bodyPr>
          <a:lstStyle/>
          <a:p>
            <a:pPr defTabSz="557131" fontAlgn="base">
              <a:lnSpc>
                <a:spcPct val="80000"/>
              </a:lnSpc>
              <a:spcBef>
                <a:spcPct val="0"/>
              </a:spcBef>
              <a:spcAft>
                <a:spcPct val="0"/>
              </a:spcAft>
            </a:pPr>
            <a:r>
              <a:rPr lang="zh-CN" altLang="en-US" sz="1400" spc="-31" dirty="0">
                <a:solidFill>
                  <a:schemeClr val="tx1">
                    <a:lumMod val="85000"/>
                    <a:lumOff val="15000"/>
                  </a:schemeClr>
                </a:solidFill>
                <a:latin typeface="微软雅黑" pitchFamily="34" charset="-122"/>
                <a:ea typeface="微软雅黑" pitchFamily="34" charset="-122"/>
                <a:cs typeface="Segoe UI" pitchFamily="34" charset="0"/>
              </a:rPr>
              <a:t>添加标题</a:t>
            </a:r>
          </a:p>
        </p:txBody>
      </p:sp>
      <p:sp>
        <p:nvSpPr>
          <p:cNvPr id="17" name="矩形 16"/>
          <p:cNvSpPr/>
          <p:nvPr/>
        </p:nvSpPr>
        <p:spPr>
          <a:xfrm>
            <a:off x="2391703" y="4439540"/>
            <a:ext cx="840743" cy="241605"/>
          </a:xfrm>
          <a:prstGeom prst="rect">
            <a:avLst/>
          </a:prstGeom>
        </p:spPr>
        <p:txBody>
          <a:bodyPr wrap="none" lIns="68580" tIns="34290" rIns="68580" bIns="34290">
            <a:spAutoFit/>
          </a:bodyPr>
          <a:lstStyle/>
          <a:p>
            <a:pPr defTabSz="557131" fontAlgn="base">
              <a:lnSpc>
                <a:spcPct val="80000"/>
              </a:lnSpc>
              <a:spcBef>
                <a:spcPct val="0"/>
              </a:spcBef>
              <a:spcAft>
                <a:spcPct val="0"/>
              </a:spcAft>
            </a:pPr>
            <a:r>
              <a:rPr lang="zh-CN" altLang="en-US" sz="1400" spc="-31" dirty="0">
                <a:solidFill>
                  <a:schemeClr val="tx1">
                    <a:lumMod val="85000"/>
                    <a:lumOff val="15000"/>
                  </a:schemeClr>
                </a:solidFill>
                <a:latin typeface="微软雅黑" pitchFamily="34" charset="-122"/>
                <a:ea typeface="微软雅黑" pitchFamily="34" charset="-122"/>
                <a:cs typeface="Segoe UI" pitchFamily="34" charset="0"/>
              </a:rPr>
              <a:t>添加标题</a:t>
            </a:r>
          </a:p>
        </p:txBody>
      </p:sp>
      <p:sp>
        <p:nvSpPr>
          <p:cNvPr id="18" name="矩形 17"/>
          <p:cNvSpPr/>
          <p:nvPr/>
        </p:nvSpPr>
        <p:spPr>
          <a:xfrm>
            <a:off x="3272181" y="4439540"/>
            <a:ext cx="840743" cy="241605"/>
          </a:xfrm>
          <a:prstGeom prst="rect">
            <a:avLst/>
          </a:prstGeom>
        </p:spPr>
        <p:txBody>
          <a:bodyPr wrap="none" lIns="68580" tIns="34290" rIns="68580" bIns="34290">
            <a:spAutoFit/>
          </a:bodyPr>
          <a:lstStyle/>
          <a:p>
            <a:pPr defTabSz="557131" fontAlgn="base">
              <a:lnSpc>
                <a:spcPct val="80000"/>
              </a:lnSpc>
              <a:spcBef>
                <a:spcPct val="0"/>
              </a:spcBef>
              <a:spcAft>
                <a:spcPct val="0"/>
              </a:spcAft>
            </a:pPr>
            <a:r>
              <a:rPr lang="zh-CN" altLang="en-US" sz="1400" spc="-31" dirty="0">
                <a:solidFill>
                  <a:schemeClr val="tx1">
                    <a:lumMod val="85000"/>
                    <a:lumOff val="15000"/>
                  </a:schemeClr>
                </a:solidFill>
                <a:latin typeface="微软雅黑" pitchFamily="34" charset="-122"/>
                <a:ea typeface="微软雅黑" pitchFamily="34" charset="-122"/>
                <a:cs typeface="Segoe UI" pitchFamily="34" charset="0"/>
              </a:rPr>
              <a:t>添加标题</a:t>
            </a:r>
          </a:p>
        </p:txBody>
      </p:sp>
      <p:sp>
        <p:nvSpPr>
          <p:cNvPr id="19" name="矩形 18"/>
          <p:cNvSpPr/>
          <p:nvPr/>
        </p:nvSpPr>
        <p:spPr>
          <a:xfrm>
            <a:off x="4160111" y="4439540"/>
            <a:ext cx="840743" cy="241605"/>
          </a:xfrm>
          <a:prstGeom prst="rect">
            <a:avLst/>
          </a:prstGeom>
        </p:spPr>
        <p:txBody>
          <a:bodyPr wrap="none" lIns="68580" tIns="34290" rIns="68580" bIns="34290">
            <a:spAutoFit/>
          </a:bodyPr>
          <a:lstStyle/>
          <a:p>
            <a:pPr defTabSz="557131" fontAlgn="base">
              <a:lnSpc>
                <a:spcPct val="80000"/>
              </a:lnSpc>
              <a:spcBef>
                <a:spcPct val="0"/>
              </a:spcBef>
              <a:spcAft>
                <a:spcPct val="0"/>
              </a:spcAft>
            </a:pPr>
            <a:r>
              <a:rPr lang="zh-CN" altLang="en-US" sz="1400" spc="-31" dirty="0">
                <a:solidFill>
                  <a:schemeClr val="tx1">
                    <a:lumMod val="85000"/>
                    <a:lumOff val="15000"/>
                  </a:schemeClr>
                </a:solidFill>
                <a:latin typeface="微软雅黑" pitchFamily="34" charset="-122"/>
                <a:ea typeface="微软雅黑" pitchFamily="34" charset="-122"/>
                <a:cs typeface="Segoe UI" pitchFamily="34" charset="0"/>
              </a:rPr>
              <a:t>添加标题</a:t>
            </a:r>
          </a:p>
        </p:txBody>
      </p:sp>
      <p:sp>
        <p:nvSpPr>
          <p:cNvPr id="20" name="TextBox 19"/>
          <p:cNvSpPr txBox="1"/>
          <p:nvPr/>
        </p:nvSpPr>
        <p:spPr>
          <a:xfrm>
            <a:off x="355782" y="205624"/>
            <a:ext cx="2236510" cy="400110"/>
          </a:xfrm>
          <a:prstGeom prst="rect">
            <a:avLst/>
          </a:prstGeom>
          <a:noFill/>
        </p:spPr>
        <p:txBody>
          <a:bodyPr wrap="none" rtlCol="0">
            <a:spAutoFit/>
          </a:bodyPr>
          <a:lstStyle/>
          <a:p>
            <a:r>
              <a:rPr lang="zh-CN" altLang="en-US" sz="2000" b="1" dirty="0" smtClean="0">
                <a:solidFill>
                  <a:schemeClr val="accent1"/>
                </a:solidFill>
                <a:latin typeface="微软雅黑" pitchFamily="34" charset="-122"/>
                <a:ea typeface="微软雅黑" pitchFamily="34" charset="-122"/>
              </a:rPr>
              <a:t>点击添加标题文本</a:t>
            </a:r>
            <a:endParaRPr lang="zh-CN" altLang="en-US" sz="2000" b="1" dirty="0">
              <a:solidFill>
                <a:schemeClr val="accent1"/>
              </a:solidFill>
              <a:latin typeface="微软雅黑" pitchFamily="34" charset="-122"/>
              <a:ea typeface="微软雅黑" pitchFamily="34" charset="-122"/>
            </a:endParaRPr>
          </a:p>
        </p:txBody>
      </p:sp>
      <p:sp>
        <p:nvSpPr>
          <p:cNvPr id="21" name="TextBox 20"/>
          <p:cNvSpPr txBox="1"/>
          <p:nvPr/>
        </p:nvSpPr>
        <p:spPr>
          <a:xfrm>
            <a:off x="7682019" y="195037"/>
            <a:ext cx="1138453" cy="461665"/>
          </a:xfrm>
          <a:prstGeom prst="rect">
            <a:avLst/>
          </a:prstGeom>
          <a:noFill/>
        </p:spPr>
        <p:txBody>
          <a:bodyPr wrap="none" rtlCol="0">
            <a:spAutoFit/>
          </a:bodyPr>
          <a:lstStyle/>
          <a:p>
            <a:r>
              <a:rPr lang="en-US" altLang="zh-CN" sz="2400" dirty="0" smtClean="0">
                <a:solidFill>
                  <a:schemeClr val="accent2"/>
                </a:solidFill>
                <a:latin typeface="Eras Bold ITC" panose="020B0907030504020204" pitchFamily="34" charset="0"/>
                <a:ea typeface="微软雅黑" panose="020B0503020204020204" pitchFamily="34" charset="-122"/>
              </a:rPr>
              <a:t>LOGO</a:t>
            </a:r>
            <a:endParaRPr lang="zh-CN" altLang="en-US" sz="2400" dirty="0">
              <a:solidFill>
                <a:schemeClr val="accent2"/>
              </a:solidFill>
              <a:latin typeface="Eras Bold ITC" panose="020B0907030504020204" pitchFamily="34" charset="0"/>
              <a:ea typeface="微软雅黑" panose="020B0503020204020204" pitchFamily="34" charset="-122"/>
            </a:endParaRPr>
          </a:p>
        </p:txBody>
      </p:sp>
    </p:spTree>
    <p:extLst>
      <p:ext uri="{BB962C8B-B14F-4D97-AF65-F5344CB8AC3E}">
        <p14:creationId xmlns:p14="http://schemas.microsoft.com/office/powerpoint/2010/main" val="1372983585"/>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down)">
                                      <p:cBhvr>
                                        <p:cTn id="10" dur="500"/>
                                        <p:tgtEl>
                                          <p:spTgt spid="17"/>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wipe(down)">
                                      <p:cBhvr>
                                        <p:cTn id="13" dur="500"/>
                                        <p:tgtEl>
                                          <p:spTgt spid="18"/>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down)">
                                      <p:cBhvr>
                                        <p:cTn id="16" dur="500"/>
                                        <p:tgtEl>
                                          <p:spTgt spid="19"/>
                                        </p:tgtEl>
                                      </p:cBhvr>
                                    </p:animEffect>
                                  </p:childTnLst>
                                </p:cTn>
                              </p:par>
                            </p:childTnLst>
                          </p:cTn>
                        </p:par>
                        <p:par>
                          <p:cTn id="17" fill="hold">
                            <p:stCondLst>
                              <p:cond delay="500"/>
                            </p:stCondLst>
                            <p:childTnLst>
                              <p:par>
                                <p:cTn id="18" presetID="22" presetClass="entr" presetSubtype="4" fill="hold" grpId="0"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down)">
                                      <p:cBhvr>
                                        <p:cTn id="20" dur="1000"/>
                                        <p:tgtEl>
                                          <p:spTgt spid="13"/>
                                        </p:tgtEl>
                                      </p:cBhvr>
                                    </p:animEffect>
                                  </p:childTnLst>
                                </p:cTn>
                              </p:par>
                            </p:childTnLst>
                          </p:cTn>
                        </p:par>
                        <p:par>
                          <p:cTn id="21" fill="hold">
                            <p:stCondLst>
                              <p:cond delay="1500"/>
                            </p:stCondLst>
                            <p:childTnLst>
                              <p:par>
                                <p:cTn id="22" presetID="10" presetClass="entr" presetSubtype="0" fill="hold" grpId="0" nodeType="after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500"/>
                                        <p:tgtEl>
                                          <p:spTgt spid="4"/>
                                        </p:tgtEl>
                                      </p:cBhvr>
                                    </p:animEffect>
                                  </p:childTnLst>
                                </p:cTn>
                              </p:par>
                            </p:childTnLst>
                          </p:cTn>
                        </p:par>
                        <p:par>
                          <p:cTn id="25" fill="hold">
                            <p:stCondLst>
                              <p:cond delay="2000"/>
                            </p:stCondLst>
                            <p:childTnLst>
                              <p:par>
                                <p:cTn id="26" presetID="10"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par>
                          <p:cTn id="29" fill="hold">
                            <p:stCondLst>
                              <p:cond delay="2500"/>
                            </p:stCondLst>
                            <p:childTnLst>
                              <p:par>
                                <p:cTn id="30" presetID="22" presetClass="entr" presetSubtype="1" fill="hold" grpId="0" nodeType="after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up)">
                                      <p:cBhvr>
                                        <p:cTn id="32" dur="500"/>
                                        <p:tgtEl>
                                          <p:spTgt spid="9"/>
                                        </p:tgtEl>
                                      </p:cBhvr>
                                    </p:animEffect>
                                  </p:childTnLst>
                                </p:cTn>
                              </p:par>
                            </p:childTnLst>
                          </p:cTn>
                        </p:par>
                        <p:par>
                          <p:cTn id="33" fill="hold">
                            <p:stCondLst>
                              <p:cond delay="3000"/>
                            </p:stCondLst>
                            <p:childTnLst>
                              <p:par>
                                <p:cTn id="34" presetID="10" presetClass="entr" presetSubtype="0" fill="hold" grpId="0" nodeType="after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fade">
                                      <p:cBhvr>
                                        <p:cTn id="36" dur="500"/>
                                        <p:tgtEl>
                                          <p:spTgt spid="5"/>
                                        </p:tgtEl>
                                      </p:cBhvr>
                                    </p:animEffect>
                                  </p:childTnLst>
                                </p:cTn>
                              </p:par>
                            </p:childTnLst>
                          </p:cTn>
                        </p:par>
                        <p:par>
                          <p:cTn id="37" fill="hold">
                            <p:stCondLst>
                              <p:cond delay="3500"/>
                            </p:stCondLst>
                            <p:childTnLst>
                              <p:par>
                                <p:cTn id="38" presetID="22" presetClass="entr" presetSubtype="4" fill="hold" grpId="0" nodeType="after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down)">
                                      <p:cBhvr>
                                        <p:cTn id="40" dur="500"/>
                                        <p:tgtEl>
                                          <p:spTgt spid="11"/>
                                        </p:tgtEl>
                                      </p:cBhvr>
                                    </p:animEffect>
                                  </p:childTnLst>
                                </p:cTn>
                              </p:par>
                            </p:childTnLst>
                          </p:cTn>
                        </p:par>
                        <p:par>
                          <p:cTn id="41" fill="hold">
                            <p:stCondLst>
                              <p:cond delay="4000"/>
                            </p:stCondLst>
                            <p:childTnLst>
                              <p:par>
                                <p:cTn id="42" presetID="10" presetClass="entr" presetSubtype="0" fill="hold" grpId="0" nodeType="after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500"/>
                                        <p:tgtEl>
                                          <p:spTgt spid="10"/>
                                        </p:tgtEl>
                                      </p:cBhvr>
                                    </p:animEffect>
                                  </p:childTnLst>
                                </p:cTn>
                              </p:par>
                            </p:childTnLst>
                          </p:cTn>
                        </p:par>
                        <p:par>
                          <p:cTn id="45" fill="hold">
                            <p:stCondLst>
                              <p:cond delay="4500"/>
                            </p:stCondLst>
                            <p:childTnLst>
                              <p:par>
                                <p:cTn id="46" presetID="10" presetClass="entr" presetSubtype="0" fill="hold" grpId="0" nodeType="afterEffect">
                                  <p:stCondLst>
                                    <p:cond delay="0"/>
                                  </p:stCondLst>
                                  <p:childTnLst>
                                    <p:set>
                                      <p:cBhvr>
                                        <p:cTn id="47" dur="1" fill="hold">
                                          <p:stCondLst>
                                            <p:cond delay="0"/>
                                          </p:stCondLst>
                                        </p:cTn>
                                        <p:tgtEl>
                                          <p:spTgt spid="3"/>
                                        </p:tgtEl>
                                        <p:attrNameLst>
                                          <p:attrName>style.visibility</p:attrName>
                                        </p:attrNameLst>
                                      </p:cBhvr>
                                      <p:to>
                                        <p:strVal val="visible"/>
                                      </p:to>
                                    </p:set>
                                    <p:animEffect transition="in" filter="fade">
                                      <p:cBhvr>
                                        <p:cTn id="48" dur="500"/>
                                        <p:tgtEl>
                                          <p:spTgt spid="3"/>
                                        </p:tgtEl>
                                      </p:cBhvr>
                                    </p:animEffect>
                                  </p:childTnLst>
                                </p:cTn>
                              </p:par>
                            </p:childTnLst>
                          </p:cTn>
                        </p:par>
                        <p:par>
                          <p:cTn id="49" fill="hold">
                            <p:stCondLst>
                              <p:cond delay="5000"/>
                            </p:stCondLst>
                            <p:childTnLst>
                              <p:par>
                                <p:cTn id="50" presetID="22" presetClass="entr" presetSubtype="4" fill="hold" grpId="0" nodeType="after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wipe(down)">
                                      <p:cBhvr>
                                        <p:cTn id="52" dur="500"/>
                                        <p:tgtEl>
                                          <p:spTgt spid="6"/>
                                        </p:tgtEl>
                                      </p:cBhvr>
                                    </p:animEffect>
                                  </p:childTnLst>
                                </p:cTn>
                              </p:par>
                            </p:childTnLst>
                          </p:cTn>
                        </p:par>
                        <p:par>
                          <p:cTn id="53" fill="hold">
                            <p:stCondLst>
                              <p:cond delay="5500"/>
                            </p:stCondLst>
                            <p:childTnLst>
                              <p:par>
                                <p:cTn id="54" presetID="10" presetClass="entr" presetSubtype="0" fill="hold" grpId="0" nodeType="afterEffect">
                                  <p:stCondLst>
                                    <p:cond delay="0"/>
                                  </p:stCondLst>
                                  <p:childTnLst>
                                    <p:set>
                                      <p:cBhvr>
                                        <p:cTn id="55" dur="1" fill="hold">
                                          <p:stCondLst>
                                            <p:cond delay="0"/>
                                          </p:stCondLst>
                                        </p:cTn>
                                        <p:tgtEl>
                                          <p:spTgt spid="7"/>
                                        </p:tgtEl>
                                        <p:attrNameLst>
                                          <p:attrName>style.visibility</p:attrName>
                                        </p:attrNameLst>
                                      </p:cBhvr>
                                      <p:to>
                                        <p:strVal val="visible"/>
                                      </p:to>
                                    </p:set>
                                    <p:animEffect transition="in" filter="fade">
                                      <p:cBhvr>
                                        <p:cTn id="56" dur="500"/>
                                        <p:tgtEl>
                                          <p:spTgt spid="7"/>
                                        </p:tgtEl>
                                      </p:cBhvr>
                                    </p:animEffect>
                                  </p:childTnLst>
                                </p:cTn>
                              </p:par>
                            </p:childTnLst>
                          </p:cTn>
                        </p:par>
                        <p:par>
                          <p:cTn id="57" fill="hold">
                            <p:stCondLst>
                              <p:cond delay="6000"/>
                            </p:stCondLst>
                            <p:childTnLst>
                              <p:par>
                                <p:cTn id="58" presetID="22" presetClass="entr" presetSubtype="8" fill="hold" grpId="0" nodeType="after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wipe(left)">
                                      <p:cBhvr>
                                        <p:cTn id="60" dur="500"/>
                                        <p:tgtEl>
                                          <p:spTgt spid="15"/>
                                        </p:tgtEl>
                                      </p:cBhvr>
                                    </p:animEffect>
                                  </p:childTnLst>
                                </p:cTn>
                              </p:par>
                            </p:childTnLst>
                          </p:cTn>
                        </p:par>
                        <p:par>
                          <p:cTn id="61" fill="hold">
                            <p:stCondLst>
                              <p:cond delay="650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p:bldP spid="9" grpId="0" animBg="1"/>
      <p:bldP spid="10" grpId="0"/>
      <p:bldP spid="11" grpId="0" animBg="1"/>
      <p:bldP spid="12" grpId="0"/>
      <p:bldGraphic spid="13" grpId="0">
        <p:bldAsOne/>
      </p:bldGraphic>
      <p:bldP spid="14" grpId="0"/>
      <p:bldP spid="15" grpId="0"/>
      <p:bldP spid="16" grpId="0"/>
      <p:bldP spid="17" grpId="0"/>
      <p:bldP spid="18" grpId="0"/>
      <p:bldP spid="1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Freeform 42"/>
          <p:cNvSpPr>
            <a:spLocks/>
          </p:cNvSpPr>
          <p:nvPr/>
        </p:nvSpPr>
        <p:spPr bwMode="auto">
          <a:xfrm>
            <a:off x="1823376" y="1435592"/>
            <a:ext cx="2203725" cy="502828"/>
          </a:xfrm>
          <a:custGeom>
            <a:avLst/>
            <a:gdLst>
              <a:gd name="T0" fmla="*/ 0 w 4673"/>
              <a:gd name="T1" fmla="*/ 739775 h 1547"/>
              <a:gd name="T2" fmla="*/ 0 w 4673"/>
              <a:gd name="T3" fmla="*/ 0 h 1547"/>
              <a:gd name="T4" fmla="*/ 3246437 w 4673"/>
              <a:gd name="T5" fmla="*/ 0 h 1547"/>
              <a:gd name="T6" fmla="*/ 0 60000 65536"/>
              <a:gd name="T7" fmla="*/ 0 60000 65536"/>
              <a:gd name="T8" fmla="*/ 0 60000 65536"/>
            </a:gdLst>
            <a:ahLst/>
            <a:cxnLst>
              <a:cxn ang="T6">
                <a:pos x="T0" y="T1"/>
              </a:cxn>
              <a:cxn ang="T7">
                <a:pos x="T2" y="T3"/>
              </a:cxn>
              <a:cxn ang="T8">
                <a:pos x="T4" y="T5"/>
              </a:cxn>
            </a:cxnLst>
            <a:rect l="0" t="0" r="r" b="b"/>
            <a:pathLst>
              <a:path w="4673" h="1547">
                <a:moveTo>
                  <a:pt x="0" y="1547"/>
                </a:moveTo>
                <a:lnTo>
                  <a:pt x="0" y="0"/>
                </a:lnTo>
                <a:lnTo>
                  <a:pt x="4673" y="0"/>
                </a:lnTo>
              </a:path>
            </a:pathLst>
          </a:custGeom>
          <a:noFill/>
          <a:ln w="9" cap="flat" cmpd="sng">
            <a:solidFill>
              <a:srgbClr val="7F7F7F"/>
            </a:solidFill>
            <a:prstDash val="dash"/>
            <a:round/>
            <a:headEnd type="oval" w="med" len="med"/>
            <a:tailEnd type="oval" w="med" len="med"/>
          </a:ln>
          <a:extLst>
            <a:ext uri="{909E8E84-426E-40DD-AFC4-6F175D3DCCD1}">
              <a14:hiddenFill xmlns:a14="http://schemas.microsoft.com/office/drawing/2010/main">
                <a:solidFill>
                  <a:srgbClr val="FFFFFF"/>
                </a:solidFill>
              </a14:hiddenFill>
            </a:ext>
          </a:extLst>
        </p:spPr>
        <p:txBody>
          <a:bodyPr lIns="62084" tIns="31042" rIns="62084" bIns="31042"/>
          <a:lstStyle/>
          <a:p>
            <a:endParaRPr lang="zh-CN" altLang="en-US">
              <a:latin typeface="微软雅黑" panose="020B0503020204020204" pitchFamily="34" charset="-122"/>
              <a:ea typeface="微软雅黑" panose="020B0503020204020204" pitchFamily="34" charset="-122"/>
            </a:endParaRPr>
          </a:p>
        </p:txBody>
      </p:sp>
      <p:sp>
        <p:nvSpPr>
          <p:cNvPr id="31" name="Freeform 42"/>
          <p:cNvSpPr>
            <a:spLocks/>
          </p:cNvSpPr>
          <p:nvPr/>
        </p:nvSpPr>
        <p:spPr bwMode="auto">
          <a:xfrm flipH="1">
            <a:off x="5072368" y="1435592"/>
            <a:ext cx="2203725" cy="502828"/>
          </a:xfrm>
          <a:custGeom>
            <a:avLst/>
            <a:gdLst>
              <a:gd name="T0" fmla="*/ 0 w 4673"/>
              <a:gd name="T1" fmla="*/ 739775 h 1547"/>
              <a:gd name="T2" fmla="*/ 0 w 4673"/>
              <a:gd name="T3" fmla="*/ 0 h 1547"/>
              <a:gd name="T4" fmla="*/ 3246438 w 4673"/>
              <a:gd name="T5" fmla="*/ 0 h 1547"/>
              <a:gd name="T6" fmla="*/ 0 60000 65536"/>
              <a:gd name="T7" fmla="*/ 0 60000 65536"/>
              <a:gd name="T8" fmla="*/ 0 60000 65536"/>
            </a:gdLst>
            <a:ahLst/>
            <a:cxnLst>
              <a:cxn ang="T6">
                <a:pos x="T0" y="T1"/>
              </a:cxn>
              <a:cxn ang="T7">
                <a:pos x="T2" y="T3"/>
              </a:cxn>
              <a:cxn ang="T8">
                <a:pos x="T4" y="T5"/>
              </a:cxn>
            </a:cxnLst>
            <a:rect l="0" t="0" r="r" b="b"/>
            <a:pathLst>
              <a:path w="4673" h="1547">
                <a:moveTo>
                  <a:pt x="0" y="1547"/>
                </a:moveTo>
                <a:lnTo>
                  <a:pt x="0" y="0"/>
                </a:lnTo>
                <a:lnTo>
                  <a:pt x="4673" y="0"/>
                </a:lnTo>
              </a:path>
            </a:pathLst>
          </a:custGeom>
          <a:noFill/>
          <a:ln w="9" cap="flat" cmpd="sng">
            <a:solidFill>
              <a:srgbClr val="7F7F7F"/>
            </a:solidFill>
            <a:prstDash val="dash"/>
            <a:round/>
            <a:headEnd type="oval" w="med" len="med"/>
            <a:tailEnd type="oval" w="med" len="med"/>
          </a:ln>
          <a:extLst>
            <a:ext uri="{909E8E84-426E-40DD-AFC4-6F175D3DCCD1}">
              <a14:hiddenFill xmlns:a14="http://schemas.microsoft.com/office/drawing/2010/main">
                <a:solidFill>
                  <a:srgbClr val="FFFFFF"/>
                </a:solidFill>
              </a14:hiddenFill>
            </a:ext>
          </a:extLst>
        </p:spPr>
        <p:txBody>
          <a:bodyPr lIns="62084" tIns="31042" rIns="62084" bIns="31042"/>
          <a:lstStyle/>
          <a:p>
            <a:endParaRPr lang="zh-CN" altLang="en-US">
              <a:latin typeface="微软雅黑" panose="020B0503020204020204" pitchFamily="34" charset="-122"/>
              <a:ea typeface="微软雅黑" panose="020B0503020204020204" pitchFamily="34" charset="-122"/>
            </a:endParaRPr>
          </a:p>
        </p:txBody>
      </p:sp>
      <p:sp>
        <p:nvSpPr>
          <p:cNvPr id="32" name="Freeform 42"/>
          <p:cNvSpPr>
            <a:spLocks/>
          </p:cNvSpPr>
          <p:nvPr/>
        </p:nvSpPr>
        <p:spPr bwMode="auto">
          <a:xfrm flipV="1">
            <a:off x="1823376" y="3700475"/>
            <a:ext cx="2203725" cy="501748"/>
          </a:xfrm>
          <a:custGeom>
            <a:avLst/>
            <a:gdLst>
              <a:gd name="T0" fmla="*/ 0 w 4673"/>
              <a:gd name="T1" fmla="*/ 738187 h 1547"/>
              <a:gd name="T2" fmla="*/ 0 w 4673"/>
              <a:gd name="T3" fmla="*/ 0 h 1547"/>
              <a:gd name="T4" fmla="*/ 3246437 w 4673"/>
              <a:gd name="T5" fmla="*/ 0 h 1547"/>
              <a:gd name="T6" fmla="*/ 0 60000 65536"/>
              <a:gd name="T7" fmla="*/ 0 60000 65536"/>
              <a:gd name="T8" fmla="*/ 0 60000 65536"/>
            </a:gdLst>
            <a:ahLst/>
            <a:cxnLst>
              <a:cxn ang="T6">
                <a:pos x="T0" y="T1"/>
              </a:cxn>
              <a:cxn ang="T7">
                <a:pos x="T2" y="T3"/>
              </a:cxn>
              <a:cxn ang="T8">
                <a:pos x="T4" y="T5"/>
              </a:cxn>
            </a:cxnLst>
            <a:rect l="0" t="0" r="r" b="b"/>
            <a:pathLst>
              <a:path w="4673" h="1547">
                <a:moveTo>
                  <a:pt x="0" y="1547"/>
                </a:moveTo>
                <a:lnTo>
                  <a:pt x="0" y="0"/>
                </a:lnTo>
                <a:lnTo>
                  <a:pt x="4673" y="0"/>
                </a:lnTo>
              </a:path>
            </a:pathLst>
          </a:custGeom>
          <a:noFill/>
          <a:ln w="9" cap="flat" cmpd="sng">
            <a:solidFill>
              <a:srgbClr val="7F7F7F"/>
            </a:solidFill>
            <a:prstDash val="dash"/>
            <a:round/>
            <a:headEnd type="oval" w="med" len="med"/>
            <a:tailEnd type="oval" w="med" len="med"/>
          </a:ln>
          <a:extLst>
            <a:ext uri="{909E8E84-426E-40DD-AFC4-6F175D3DCCD1}">
              <a14:hiddenFill xmlns:a14="http://schemas.microsoft.com/office/drawing/2010/main">
                <a:solidFill>
                  <a:srgbClr val="FFFFFF"/>
                </a:solidFill>
              </a14:hiddenFill>
            </a:ext>
          </a:extLst>
        </p:spPr>
        <p:txBody>
          <a:bodyPr lIns="62084" tIns="31042" rIns="62084" bIns="31042"/>
          <a:lstStyle/>
          <a:p>
            <a:endParaRPr lang="zh-CN" altLang="en-US">
              <a:latin typeface="微软雅黑" panose="020B0503020204020204" pitchFamily="34" charset="-122"/>
              <a:ea typeface="微软雅黑" panose="020B0503020204020204" pitchFamily="34" charset="-122"/>
            </a:endParaRPr>
          </a:p>
        </p:txBody>
      </p:sp>
      <p:sp>
        <p:nvSpPr>
          <p:cNvPr id="33" name="Freeform 42"/>
          <p:cNvSpPr>
            <a:spLocks/>
          </p:cNvSpPr>
          <p:nvPr/>
        </p:nvSpPr>
        <p:spPr bwMode="auto">
          <a:xfrm flipH="1" flipV="1">
            <a:off x="5072368" y="3700475"/>
            <a:ext cx="2203725" cy="501748"/>
          </a:xfrm>
          <a:custGeom>
            <a:avLst/>
            <a:gdLst>
              <a:gd name="T0" fmla="*/ 0 w 4673"/>
              <a:gd name="T1" fmla="*/ 738187 h 1547"/>
              <a:gd name="T2" fmla="*/ 0 w 4673"/>
              <a:gd name="T3" fmla="*/ 0 h 1547"/>
              <a:gd name="T4" fmla="*/ 3246438 w 4673"/>
              <a:gd name="T5" fmla="*/ 0 h 1547"/>
              <a:gd name="T6" fmla="*/ 0 60000 65536"/>
              <a:gd name="T7" fmla="*/ 0 60000 65536"/>
              <a:gd name="T8" fmla="*/ 0 60000 65536"/>
            </a:gdLst>
            <a:ahLst/>
            <a:cxnLst>
              <a:cxn ang="T6">
                <a:pos x="T0" y="T1"/>
              </a:cxn>
              <a:cxn ang="T7">
                <a:pos x="T2" y="T3"/>
              </a:cxn>
              <a:cxn ang="T8">
                <a:pos x="T4" y="T5"/>
              </a:cxn>
            </a:cxnLst>
            <a:rect l="0" t="0" r="r" b="b"/>
            <a:pathLst>
              <a:path w="4673" h="1547">
                <a:moveTo>
                  <a:pt x="0" y="1547"/>
                </a:moveTo>
                <a:lnTo>
                  <a:pt x="0" y="0"/>
                </a:lnTo>
                <a:lnTo>
                  <a:pt x="4673" y="0"/>
                </a:lnTo>
              </a:path>
            </a:pathLst>
          </a:custGeom>
          <a:noFill/>
          <a:ln w="9" cap="flat" cmpd="sng">
            <a:solidFill>
              <a:srgbClr val="7F7F7F"/>
            </a:solidFill>
            <a:prstDash val="dash"/>
            <a:round/>
            <a:headEnd type="oval" w="med" len="med"/>
            <a:tailEnd type="oval" w="med" len="med"/>
          </a:ln>
          <a:extLst>
            <a:ext uri="{909E8E84-426E-40DD-AFC4-6F175D3DCCD1}">
              <a14:hiddenFill xmlns:a14="http://schemas.microsoft.com/office/drawing/2010/main">
                <a:solidFill>
                  <a:srgbClr val="FFFFFF"/>
                </a:solidFill>
              </a14:hiddenFill>
            </a:ext>
          </a:extLst>
        </p:spPr>
        <p:txBody>
          <a:bodyPr lIns="62084" tIns="31042" rIns="62084" bIns="31042"/>
          <a:lstStyle/>
          <a:p>
            <a:endParaRPr lang="zh-CN" altLang="en-US">
              <a:latin typeface="微软雅黑" panose="020B0503020204020204" pitchFamily="34" charset="-122"/>
              <a:ea typeface="微软雅黑" panose="020B0503020204020204" pitchFamily="34" charset="-122"/>
            </a:endParaRPr>
          </a:p>
        </p:txBody>
      </p:sp>
      <p:sp>
        <p:nvSpPr>
          <p:cNvPr id="34" name="矩形 32"/>
          <p:cNvSpPr>
            <a:spLocks noChangeArrowheads="1"/>
          </p:cNvSpPr>
          <p:nvPr/>
        </p:nvSpPr>
        <p:spPr bwMode="auto">
          <a:xfrm>
            <a:off x="0" y="2476856"/>
            <a:ext cx="9144000" cy="782295"/>
          </a:xfrm>
          <a:prstGeom prst="rect">
            <a:avLst/>
          </a:prstGeom>
          <a:solidFill>
            <a:schemeClr val="bg1">
              <a:lumMod val="85000"/>
            </a:schemeClr>
          </a:solidFill>
          <a:ln>
            <a:noFill/>
          </a:ln>
        </p:spPr>
        <p:txBody>
          <a:bodyPr lIns="62084" tIns="31042" rIns="62084" bIns="31042"/>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200">
              <a:solidFill>
                <a:schemeClr val="tx1"/>
              </a:solidFill>
              <a:latin typeface="微软雅黑" panose="020B0503020204020204" pitchFamily="34" charset="-122"/>
            </a:endParaRPr>
          </a:p>
        </p:txBody>
      </p:sp>
      <p:sp>
        <p:nvSpPr>
          <p:cNvPr id="35" name="TextBox 33"/>
          <p:cNvSpPr txBox="1">
            <a:spLocks noChangeArrowheads="1"/>
          </p:cNvSpPr>
          <p:nvPr/>
        </p:nvSpPr>
        <p:spPr bwMode="auto">
          <a:xfrm>
            <a:off x="3203848" y="2699135"/>
            <a:ext cx="2690185" cy="370467"/>
          </a:xfrm>
          <a:prstGeom prst="rect">
            <a:avLst/>
          </a:prstGeom>
          <a:noFill/>
          <a:ln>
            <a:noFill/>
          </a:ln>
        </p:spPr>
        <p:txBody>
          <a:bodyPr wrap="none" lIns="62084" tIns="31042" rIns="62084" bIns="31042">
            <a:spAutoFit/>
          </a:bodyPr>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en-US" b="1" dirty="0" smtClean="0">
                <a:latin typeface="微软雅黑" pitchFamily="34" charset="-122"/>
              </a:rPr>
              <a:t>点击添加表述内容标题</a:t>
            </a:r>
            <a:endParaRPr lang="zh-CN" altLang="en-US" b="1" dirty="0">
              <a:latin typeface="微软雅黑" pitchFamily="34" charset="-122"/>
            </a:endParaRPr>
          </a:p>
        </p:txBody>
      </p:sp>
      <p:grpSp>
        <p:nvGrpSpPr>
          <p:cNvPr id="36" name="组合 34"/>
          <p:cNvGrpSpPr>
            <a:grpSpLocks/>
          </p:cNvGrpSpPr>
          <p:nvPr/>
        </p:nvGrpSpPr>
        <p:grpSpPr bwMode="auto">
          <a:xfrm>
            <a:off x="1442977" y="1889864"/>
            <a:ext cx="783427" cy="785533"/>
            <a:chOff x="0" y="0"/>
            <a:chExt cx="1154113" cy="1155699"/>
          </a:xfrm>
          <a:solidFill>
            <a:schemeClr val="bg1">
              <a:lumMod val="65000"/>
            </a:schemeClr>
          </a:solidFill>
        </p:grpSpPr>
        <p:sp>
          <p:nvSpPr>
            <p:cNvPr id="37" name="Oval 30"/>
            <p:cNvSpPr>
              <a:spLocks noChangeArrowheads="1"/>
            </p:cNvSpPr>
            <p:nvPr/>
          </p:nvSpPr>
          <p:spPr bwMode="auto">
            <a:xfrm>
              <a:off x="0" y="0"/>
              <a:ext cx="1154113" cy="115569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200">
                <a:solidFill>
                  <a:schemeClr val="tx1"/>
                </a:solidFill>
                <a:latin typeface="微软雅黑" panose="020B0503020204020204" pitchFamily="34" charset="-122"/>
              </a:endParaRPr>
            </a:p>
          </p:txBody>
        </p:sp>
        <p:sp>
          <p:nvSpPr>
            <p:cNvPr id="38" name="Freeform 34"/>
            <p:cNvSpPr>
              <a:spLocks noEditPoints="1"/>
            </p:cNvSpPr>
            <p:nvPr/>
          </p:nvSpPr>
          <p:spPr bwMode="auto">
            <a:xfrm>
              <a:off x="266700" y="128587"/>
              <a:ext cx="638175" cy="868362"/>
            </a:xfrm>
            <a:custGeom>
              <a:avLst/>
              <a:gdLst>
                <a:gd name="T0" fmla="*/ 128715 w 709"/>
                <a:gd name="T1" fmla="*/ 322149 h 965"/>
                <a:gd name="T2" fmla="*/ 196223 w 709"/>
                <a:gd name="T3" fmla="*/ 480524 h 965"/>
                <a:gd name="T4" fmla="*/ 251130 w 709"/>
                <a:gd name="T5" fmla="*/ 607403 h 965"/>
                <a:gd name="T6" fmla="*/ 374444 w 709"/>
                <a:gd name="T7" fmla="*/ 611003 h 965"/>
                <a:gd name="T8" fmla="*/ 401447 w 709"/>
                <a:gd name="T9" fmla="*/ 560611 h 965"/>
                <a:gd name="T10" fmla="*/ 469855 w 709"/>
                <a:gd name="T11" fmla="*/ 432831 h 965"/>
                <a:gd name="T12" fmla="*/ 319538 w 709"/>
                <a:gd name="T13" fmla="*/ 132279 h 965"/>
                <a:gd name="T14" fmla="*/ 264631 w 709"/>
                <a:gd name="T15" fmla="*/ 650597 h 965"/>
                <a:gd name="T16" fmla="*/ 201624 w 709"/>
                <a:gd name="T17" fmla="*/ 578608 h 965"/>
                <a:gd name="T18" fmla="*/ 135916 w 709"/>
                <a:gd name="T19" fmla="*/ 455328 h 965"/>
                <a:gd name="T20" fmla="*/ 319538 w 709"/>
                <a:gd name="T21" fmla="*/ 91785 h 965"/>
                <a:gd name="T22" fmla="*/ 503159 w 709"/>
                <a:gd name="T23" fmla="*/ 455328 h 965"/>
                <a:gd name="T24" fmla="*/ 436551 w 709"/>
                <a:gd name="T25" fmla="*/ 578608 h 965"/>
                <a:gd name="T26" fmla="*/ 374444 w 709"/>
                <a:gd name="T27" fmla="*/ 650597 h 965"/>
                <a:gd name="T28" fmla="*/ 228627 w 709"/>
                <a:gd name="T29" fmla="*/ 778376 h 965"/>
                <a:gd name="T30" fmla="*/ 383445 w 709"/>
                <a:gd name="T31" fmla="*/ 807172 h 965"/>
                <a:gd name="T32" fmla="*/ 383445 w 709"/>
                <a:gd name="T33" fmla="*/ 748681 h 965"/>
                <a:gd name="T34" fmla="*/ 246629 w 709"/>
                <a:gd name="T35" fmla="*/ 796373 h 965"/>
                <a:gd name="T36" fmla="*/ 395146 w 709"/>
                <a:gd name="T37" fmla="*/ 796373 h 965"/>
                <a:gd name="T38" fmla="*/ 413149 w 709"/>
                <a:gd name="T39" fmla="*/ 778376 h 965"/>
                <a:gd name="T40" fmla="*/ 228627 w 709"/>
                <a:gd name="T41" fmla="*/ 685691 h 965"/>
                <a:gd name="T42" fmla="*/ 413149 w 709"/>
                <a:gd name="T43" fmla="*/ 778376 h 965"/>
                <a:gd name="T44" fmla="*/ 411348 w 709"/>
                <a:gd name="T45" fmla="*/ 362642 h 965"/>
                <a:gd name="T46" fmla="*/ 349241 w 709"/>
                <a:gd name="T47" fmla="*/ 424733 h 965"/>
                <a:gd name="T48" fmla="*/ 288934 w 709"/>
                <a:gd name="T49" fmla="*/ 424733 h 965"/>
                <a:gd name="T50" fmla="*/ 226827 w 709"/>
                <a:gd name="T51" fmla="*/ 362642 h 965"/>
                <a:gd name="T52" fmla="*/ 226827 w 709"/>
                <a:gd name="T53" fmla="*/ 302352 h 965"/>
                <a:gd name="T54" fmla="*/ 288934 w 709"/>
                <a:gd name="T55" fmla="*/ 239362 h 965"/>
                <a:gd name="T56" fmla="*/ 349241 w 709"/>
                <a:gd name="T57" fmla="*/ 239362 h 965"/>
                <a:gd name="T58" fmla="*/ 411348 w 709"/>
                <a:gd name="T59" fmla="*/ 302352 h 965"/>
                <a:gd name="T60" fmla="*/ 612972 w 709"/>
                <a:gd name="T61" fmla="*/ 293353 h 965"/>
                <a:gd name="T62" fmla="*/ 580568 w 709"/>
                <a:gd name="T63" fmla="*/ 322149 h 965"/>
                <a:gd name="T64" fmla="*/ 612972 w 709"/>
                <a:gd name="T65" fmla="*/ 341046 h 965"/>
                <a:gd name="T66" fmla="*/ 612972 w 709"/>
                <a:gd name="T67" fmla="*/ 293353 h 965"/>
                <a:gd name="T68" fmla="*/ 542764 w 709"/>
                <a:gd name="T69" fmla="*/ 127780 h 965"/>
                <a:gd name="T70" fmla="*/ 509460 w 709"/>
                <a:gd name="T71" fmla="*/ 94485 h 965"/>
                <a:gd name="T72" fmla="*/ 518461 w 709"/>
                <a:gd name="T73" fmla="*/ 152976 h 965"/>
                <a:gd name="T74" fmla="*/ 342040 w 709"/>
                <a:gd name="T75" fmla="*/ 61190 h 965"/>
                <a:gd name="T76" fmla="*/ 318637 w 709"/>
                <a:gd name="T77" fmla="*/ 0 h 965"/>
                <a:gd name="T78" fmla="*/ 294335 w 709"/>
                <a:gd name="T79" fmla="*/ 61190 h 965"/>
                <a:gd name="T80" fmla="*/ 117014 w 709"/>
                <a:gd name="T81" fmla="*/ 155675 h 965"/>
                <a:gd name="T82" fmla="*/ 127815 w 709"/>
                <a:gd name="T83" fmla="*/ 98084 h 965"/>
                <a:gd name="T84" fmla="*/ 93611 w 709"/>
                <a:gd name="T85" fmla="*/ 132279 h 965"/>
                <a:gd name="T86" fmla="*/ 57607 w 709"/>
                <a:gd name="T87" fmla="*/ 322149 h 965"/>
                <a:gd name="T88" fmla="*/ 25203 w 709"/>
                <a:gd name="T89" fmla="*/ 293353 h 965"/>
                <a:gd name="T90" fmla="*/ 25203 w 709"/>
                <a:gd name="T91" fmla="*/ 341046 h 965"/>
                <a:gd name="T92" fmla="*/ 57607 w 709"/>
                <a:gd name="T93" fmla="*/ 322149 h 96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709" h="965">
                  <a:moveTo>
                    <a:pt x="355" y="147"/>
                  </a:moveTo>
                  <a:cubicBezTo>
                    <a:pt x="238" y="147"/>
                    <a:pt x="143" y="241"/>
                    <a:pt x="143" y="358"/>
                  </a:cubicBezTo>
                  <a:cubicBezTo>
                    <a:pt x="143" y="414"/>
                    <a:pt x="187" y="481"/>
                    <a:pt x="188" y="481"/>
                  </a:cubicBezTo>
                  <a:cubicBezTo>
                    <a:pt x="197" y="496"/>
                    <a:pt x="210" y="519"/>
                    <a:pt x="218" y="534"/>
                  </a:cubicBezTo>
                  <a:lnTo>
                    <a:pt x="264" y="623"/>
                  </a:lnTo>
                  <a:cubicBezTo>
                    <a:pt x="272" y="639"/>
                    <a:pt x="279" y="662"/>
                    <a:pt x="279" y="675"/>
                  </a:cubicBezTo>
                  <a:cubicBezTo>
                    <a:pt x="279" y="675"/>
                    <a:pt x="284" y="679"/>
                    <a:pt x="294" y="679"/>
                  </a:cubicBezTo>
                  <a:lnTo>
                    <a:pt x="416" y="679"/>
                  </a:lnTo>
                  <a:cubicBezTo>
                    <a:pt x="425" y="679"/>
                    <a:pt x="430" y="675"/>
                    <a:pt x="431" y="674"/>
                  </a:cubicBezTo>
                  <a:cubicBezTo>
                    <a:pt x="430" y="662"/>
                    <a:pt x="437" y="639"/>
                    <a:pt x="446" y="623"/>
                  </a:cubicBezTo>
                  <a:lnTo>
                    <a:pt x="491" y="534"/>
                  </a:lnTo>
                  <a:cubicBezTo>
                    <a:pt x="499" y="519"/>
                    <a:pt x="513" y="495"/>
                    <a:pt x="522" y="481"/>
                  </a:cubicBezTo>
                  <a:cubicBezTo>
                    <a:pt x="537" y="458"/>
                    <a:pt x="566" y="402"/>
                    <a:pt x="566" y="358"/>
                  </a:cubicBezTo>
                  <a:cubicBezTo>
                    <a:pt x="566" y="241"/>
                    <a:pt x="471" y="147"/>
                    <a:pt x="355" y="147"/>
                  </a:cubicBezTo>
                  <a:close/>
                  <a:moveTo>
                    <a:pt x="416" y="723"/>
                  </a:moveTo>
                  <a:lnTo>
                    <a:pt x="294" y="723"/>
                  </a:lnTo>
                  <a:cubicBezTo>
                    <a:pt x="261" y="723"/>
                    <a:pt x="235" y="702"/>
                    <a:pt x="235" y="675"/>
                  </a:cubicBezTo>
                  <a:cubicBezTo>
                    <a:pt x="235" y="671"/>
                    <a:pt x="231" y="656"/>
                    <a:pt x="224" y="643"/>
                  </a:cubicBezTo>
                  <a:lnTo>
                    <a:pt x="179" y="554"/>
                  </a:lnTo>
                  <a:cubicBezTo>
                    <a:pt x="172" y="540"/>
                    <a:pt x="159" y="519"/>
                    <a:pt x="151" y="506"/>
                  </a:cubicBezTo>
                  <a:cubicBezTo>
                    <a:pt x="145" y="498"/>
                    <a:pt x="99" y="425"/>
                    <a:pt x="99" y="358"/>
                  </a:cubicBezTo>
                  <a:cubicBezTo>
                    <a:pt x="99" y="217"/>
                    <a:pt x="214" y="102"/>
                    <a:pt x="355" y="102"/>
                  </a:cubicBezTo>
                  <a:cubicBezTo>
                    <a:pt x="495" y="102"/>
                    <a:pt x="610" y="217"/>
                    <a:pt x="610" y="358"/>
                  </a:cubicBezTo>
                  <a:cubicBezTo>
                    <a:pt x="610" y="425"/>
                    <a:pt x="564" y="498"/>
                    <a:pt x="559" y="506"/>
                  </a:cubicBezTo>
                  <a:cubicBezTo>
                    <a:pt x="550" y="518"/>
                    <a:pt x="537" y="541"/>
                    <a:pt x="530" y="554"/>
                  </a:cubicBezTo>
                  <a:lnTo>
                    <a:pt x="485" y="643"/>
                  </a:lnTo>
                  <a:cubicBezTo>
                    <a:pt x="478" y="656"/>
                    <a:pt x="475" y="671"/>
                    <a:pt x="475" y="675"/>
                  </a:cubicBezTo>
                  <a:cubicBezTo>
                    <a:pt x="475" y="702"/>
                    <a:pt x="449" y="723"/>
                    <a:pt x="416" y="723"/>
                  </a:cubicBezTo>
                  <a:close/>
                  <a:moveTo>
                    <a:pt x="287" y="832"/>
                  </a:moveTo>
                  <a:cubicBezTo>
                    <a:pt x="269" y="832"/>
                    <a:pt x="254" y="846"/>
                    <a:pt x="254" y="865"/>
                  </a:cubicBezTo>
                  <a:cubicBezTo>
                    <a:pt x="254" y="883"/>
                    <a:pt x="269" y="897"/>
                    <a:pt x="287" y="897"/>
                  </a:cubicBezTo>
                  <a:lnTo>
                    <a:pt x="426" y="897"/>
                  </a:lnTo>
                  <a:cubicBezTo>
                    <a:pt x="444" y="897"/>
                    <a:pt x="459" y="883"/>
                    <a:pt x="459" y="865"/>
                  </a:cubicBezTo>
                  <a:cubicBezTo>
                    <a:pt x="459" y="846"/>
                    <a:pt x="444" y="832"/>
                    <a:pt x="426" y="832"/>
                  </a:cubicBezTo>
                  <a:lnTo>
                    <a:pt x="287" y="832"/>
                  </a:lnTo>
                  <a:close/>
                  <a:moveTo>
                    <a:pt x="274" y="885"/>
                  </a:moveTo>
                  <a:cubicBezTo>
                    <a:pt x="276" y="929"/>
                    <a:pt x="312" y="965"/>
                    <a:pt x="356" y="965"/>
                  </a:cubicBezTo>
                  <a:cubicBezTo>
                    <a:pt x="401" y="965"/>
                    <a:pt x="437" y="929"/>
                    <a:pt x="439" y="885"/>
                  </a:cubicBezTo>
                  <a:lnTo>
                    <a:pt x="274" y="885"/>
                  </a:lnTo>
                  <a:close/>
                  <a:moveTo>
                    <a:pt x="459" y="865"/>
                  </a:moveTo>
                  <a:lnTo>
                    <a:pt x="254" y="865"/>
                  </a:lnTo>
                  <a:lnTo>
                    <a:pt x="254" y="762"/>
                  </a:lnTo>
                  <a:lnTo>
                    <a:pt x="459" y="762"/>
                  </a:lnTo>
                  <a:lnTo>
                    <a:pt x="459" y="865"/>
                  </a:lnTo>
                  <a:close/>
                  <a:moveTo>
                    <a:pt x="491" y="369"/>
                  </a:moveTo>
                  <a:cubicBezTo>
                    <a:pt x="491" y="388"/>
                    <a:pt x="476" y="403"/>
                    <a:pt x="457" y="403"/>
                  </a:cubicBezTo>
                  <a:lnTo>
                    <a:pt x="388" y="403"/>
                  </a:lnTo>
                  <a:lnTo>
                    <a:pt x="388" y="472"/>
                  </a:lnTo>
                  <a:cubicBezTo>
                    <a:pt x="388" y="491"/>
                    <a:pt x="373" y="506"/>
                    <a:pt x="355" y="506"/>
                  </a:cubicBezTo>
                  <a:cubicBezTo>
                    <a:pt x="336" y="506"/>
                    <a:pt x="321" y="491"/>
                    <a:pt x="321" y="472"/>
                  </a:cubicBezTo>
                  <a:lnTo>
                    <a:pt x="321" y="403"/>
                  </a:lnTo>
                  <a:lnTo>
                    <a:pt x="252" y="403"/>
                  </a:lnTo>
                  <a:cubicBezTo>
                    <a:pt x="233" y="403"/>
                    <a:pt x="218" y="388"/>
                    <a:pt x="218" y="369"/>
                  </a:cubicBezTo>
                  <a:cubicBezTo>
                    <a:pt x="218" y="351"/>
                    <a:pt x="233" y="336"/>
                    <a:pt x="252" y="336"/>
                  </a:cubicBezTo>
                  <a:lnTo>
                    <a:pt x="321" y="336"/>
                  </a:lnTo>
                  <a:lnTo>
                    <a:pt x="321" y="266"/>
                  </a:lnTo>
                  <a:cubicBezTo>
                    <a:pt x="321" y="248"/>
                    <a:pt x="336" y="233"/>
                    <a:pt x="355" y="233"/>
                  </a:cubicBezTo>
                  <a:cubicBezTo>
                    <a:pt x="373" y="233"/>
                    <a:pt x="388" y="248"/>
                    <a:pt x="388" y="266"/>
                  </a:cubicBezTo>
                  <a:lnTo>
                    <a:pt x="388" y="336"/>
                  </a:lnTo>
                  <a:lnTo>
                    <a:pt x="457" y="336"/>
                  </a:lnTo>
                  <a:cubicBezTo>
                    <a:pt x="476" y="336"/>
                    <a:pt x="491" y="351"/>
                    <a:pt x="491" y="369"/>
                  </a:cubicBezTo>
                  <a:close/>
                  <a:moveTo>
                    <a:pt x="681" y="326"/>
                  </a:moveTo>
                  <a:lnTo>
                    <a:pt x="643" y="326"/>
                  </a:lnTo>
                  <a:cubicBezTo>
                    <a:pt x="644" y="336"/>
                    <a:pt x="645" y="347"/>
                    <a:pt x="645" y="358"/>
                  </a:cubicBezTo>
                  <a:cubicBezTo>
                    <a:pt x="645" y="365"/>
                    <a:pt x="644" y="372"/>
                    <a:pt x="643" y="379"/>
                  </a:cubicBezTo>
                  <a:lnTo>
                    <a:pt x="681" y="379"/>
                  </a:lnTo>
                  <a:cubicBezTo>
                    <a:pt x="696" y="379"/>
                    <a:pt x="709" y="367"/>
                    <a:pt x="709" y="352"/>
                  </a:cubicBezTo>
                  <a:cubicBezTo>
                    <a:pt x="709" y="338"/>
                    <a:pt x="696" y="326"/>
                    <a:pt x="681" y="326"/>
                  </a:cubicBezTo>
                  <a:close/>
                  <a:moveTo>
                    <a:pt x="576" y="170"/>
                  </a:moveTo>
                  <a:lnTo>
                    <a:pt x="603" y="142"/>
                  </a:lnTo>
                  <a:cubicBezTo>
                    <a:pt x="614" y="131"/>
                    <a:pt x="614" y="114"/>
                    <a:pt x="604" y="104"/>
                  </a:cubicBezTo>
                  <a:cubicBezTo>
                    <a:pt x="594" y="94"/>
                    <a:pt x="577" y="94"/>
                    <a:pt x="566" y="105"/>
                  </a:cubicBezTo>
                  <a:lnTo>
                    <a:pt x="538" y="132"/>
                  </a:lnTo>
                  <a:cubicBezTo>
                    <a:pt x="552" y="144"/>
                    <a:pt x="564" y="156"/>
                    <a:pt x="576" y="170"/>
                  </a:cubicBezTo>
                  <a:close/>
                  <a:moveTo>
                    <a:pt x="354" y="67"/>
                  </a:moveTo>
                  <a:cubicBezTo>
                    <a:pt x="363" y="67"/>
                    <a:pt x="372" y="68"/>
                    <a:pt x="380" y="68"/>
                  </a:cubicBezTo>
                  <a:lnTo>
                    <a:pt x="380" y="27"/>
                  </a:lnTo>
                  <a:cubicBezTo>
                    <a:pt x="380" y="12"/>
                    <a:pt x="368" y="0"/>
                    <a:pt x="354" y="0"/>
                  </a:cubicBezTo>
                  <a:cubicBezTo>
                    <a:pt x="339" y="0"/>
                    <a:pt x="327" y="12"/>
                    <a:pt x="327" y="27"/>
                  </a:cubicBezTo>
                  <a:lnTo>
                    <a:pt x="327" y="68"/>
                  </a:lnTo>
                  <a:cubicBezTo>
                    <a:pt x="336" y="68"/>
                    <a:pt x="345" y="67"/>
                    <a:pt x="354" y="67"/>
                  </a:cubicBezTo>
                  <a:close/>
                  <a:moveTo>
                    <a:pt x="130" y="173"/>
                  </a:moveTo>
                  <a:cubicBezTo>
                    <a:pt x="142" y="159"/>
                    <a:pt x="154" y="147"/>
                    <a:pt x="168" y="135"/>
                  </a:cubicBezTo>
                  <a:lnTo>
                    <a:pt x="142" y="109"/>
                  </a:lnTo>
                  <a:cubicBezTo>
                    <a:pt x="131" y="99"/>
                    <a:pt x="114" y="98"/>
                    <a:pt x="104" y="109"/>
                  </a:cubicBezTo>
                  <a:cubicBezTo>
                    <a:pt x="93" y="119"/>
                    <a:pt x="94" y="136"/>
                    <a:pt x="104" y="147"/>
                  </a:cubicBezTo>
                  <a:lnTo>
                    <a:pt x="130" y="173"/>
                  </a:lnTo>
                  <a:close/>
                  <a:moveTo>
                    <a:pt x="64" y="358"/>
                  </a:moveTo>
                  <a:cubicBezTo>
                    <a:pt x="64" y="347"/>
                    <a:pt x="64" y="336"/>
                    <a:pt x="66" y="326"/>
                  </a:cubicBezTo>
                  <a:lnTo>
                    <a:pt x="28" y="326"/>
                  </a:lnTo>
                  <a:cubicBezTo>
                    <a:pt x="13" y="326"/>
                    <a:pt x="0" y="338"/>
                    <a:pt x="0" y="352"/>
                  </a:cubicBezTo>
                  <a:cubicBezTo>
                    <a:pt x="0" y="367"/>
                    <a:pt x="13" y="379"/>
                    <a:pt x="28" y="379"/>
                  </a:cubicBezTo>
                  <a:lnTo>
                    <a:pt x="65" y="379"/>
                  </a:lnTo>
                  <a:cubicBezTo>
                    <a:pt x="64" y="372"/>
                    <a:pt x="64" y="365"/>
                    <a:pt x="64" y="35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grpSp>
      <p:grpSp>
        <p:nvGrpSpPr>
          <p:cNvPr id="39" name="组合 37"/>
          <p:cNvGrpSpPr>
            <a:grpSpLocks/>
          </p:cNvGrpSpPr>
          <p:nvPr/>
        </p:nvGrpSpPr>
        <p:grpSpPr bwMode="auto">
          <a:xfrm>
            <a:off x="1460219" y="2960261"/>
            <a:ext cx="783427" cy="785533"/>
            <a:chOff x="0" y="0"/>
            <a:chExt cx="1154113" cy="1155698"/>
          </a:xfrm>
          <a:solidFill>
            <a:schemeClr val="bg1">
              <a:lumMod val="65000"/>
            </a:schemeClr>
          </a:solidFill>
        </p:grpSpPr>
        <p:sp>
          <p:nvSpPr>
            <p:cNvPr id="40" name="Oval 31"/>
            <p:cNvSpPr>
              <a:spLocks noChangeArrowheads="1"/>
            </p:cNvSpPr>
            <p:nvPr/>
          </p:nvSpPr>
          <p:spPr bwMode="auto">
            <a:xfrm>
              <a:off x="0" y="0"/>
              <a:ext cx="1154113" cy="115569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200">
                <a:solidFill>
                  <a:schemeClr val="tx1"/>
                </a:solidFill>
                <a:latin typeface="微软雅黑" panose="020B0503020204020204" pitchFamily="34" charset="-122"/>
              </a:endParaRPr>
            </a:p>
          </p:txBody>
        </p:sp>
        <p:sp>
          <p:nvSpPr>
            <p:cNvPr id="41" name="Freeform 35"/>
            <p:cNvSpPr>
              <a:spLocks noEditPoints="1"/>
            </p:cNvSpPr>
            <p:nvPr/>
          </p:nvSpPr>
          <p:spPr bwMode="auto">
            <a:xfrm>
              <a:off x="269875" y="169862"/>
              <a:ext cx="563563" cy="766762"/>
            </a:xfrm>
            <a:custGeom>
              <a:avLst/>
              <a:gdLst>
                <a:gd name="T0" fmla="*/ 73939 w 625"/>
                <a:gd name="T1" fmla="*/ 124194 h 852"/>
                <a:gd name="T2" fmla="*/ 62217 w 625"/>
                <a:gd name="T3" fmla="*/ 766762 h 852"/>
                <a:gd name="T4" fmla="*/ 563563 w 625"/>
                <a:gd name="T5" fmla="*/ 188091 h 852"/>
                <a:gd name="T6" fmla="*/ 520281 w 625"/>
                <a:gd name="T7" fmla="*/ 201590 h 852"/>
                <a:gd name="T8" fmla="*/ 64021 w 625"/>
                <a:gd name="T9" fmla="*/ 722664 h 852"/>
                <a:gd name="T10" fmla="*/ 243459 w 625"/>
                <a:gd name="T11" fmla="*/ 81896 h 852"/>
                <a:gd name="T12" fmla="*/ 320104 w 625"/>
                <a:gd name="T13" fmla="*/ 81896 h 852"/>
                <a:gd name="T14" fmla="*/ 280429 w 625"/>
                <a:gd name="T15" fmla="*/ 122394 h 852"/>
                <a:gd name="T16" fmla="*/ 196571 w 625"/>
                <a:gd name="T17" fmla="*/ 83696 h 852"/>
                <a:gd name="T18" fmla="*/ 103696 w 625"/>
                <a:gd name="T19" fmla="*/ 194390 h 852"/>
                <a:gd name="T20" fmla="*/ 459867 w 625"/>
                <a:gd name="T21" fmla="*/ 194390 h 852"/>
                <a:gd name="T22" fmla="*/ 366992 w 625"/>
                <a:gd name="T23" fmla="*/ 83696 h 852"/>
                <a:gd name="T24" fmla="*/ 196571 w 625"/>
                <a:gd name="T25" fmla="*/ 83696 h 852"/>
                <a:gd name="T26" fmla="*/ 199276 w 625"/>
                <a:gd name="T27" fmla="*/ 582271 h 852"/>
                <a:gd name="T28" fmla="*/ 136157 w 625"/>
                <a:gd name="T29" fmla="*/ 600270 h 852"/>
                <a:gd name="T30" fmla="*/ 122631 w 625"/>
                <a:gd name="T31" fmla="*/ 613770 h 852"/>
                <a:gd name="T32" fmla="*/ 199276 w 625"/>
                <a:gd name="T33" fmla="*/ 619169 h 852"/>
                <a:gd name="T34" fmla="*/ 119025 w 625"/>
                <a:gd name="T35" fmla="*/ 658767 h 852"/>
                <a:gd name="T36" fmla="*/ 218212 w 625"/>
                <a:gd name="T37" fmla="*/ 610170 h 852"/>
                <a:gd name="T38" fmla="*/ 218212 w 625"/>
                <a:gd name="T39" fmla="*/ 578671 h 852"/>
                <a:gd name="T40" fmla="*/ 99187 w 625"/>
                <a:gd name="T41" fmla="*/ 584971 h 852"/>
                <a:gd name="T42" fmla="*/ 192964 w 625"/>
                <a:gd name="T43" fmla="*/ 683966 h 852"/>
                <a:gd name="T44" fmla="*/ 192964 w 625"/>
                <a:gd name="T45" fmla="*/ 301485 h 852"/>
                <a:gd name="T46" fmla="*/ 136157 w 625"/>
                <a:gd name="T47" fmla="*/ 318584 h 852"/>
                <a:gd name="T48" fmla="*/ 155994 w 625"/>
                <a:gd name="T49" fmla="*/ 368982 h 852"/>
                <a:gd name="T50" fmla="*/ 119025 w 625"/>
                <a:gd name="T51" fmla="*/ 382481 h 852"/>
                <a:gd name="T52" fmla="*/ 192964 w 625"/>
                <a:gd name="T53" fmla="*/ 281686 h 852"/>
                <a:gd name="T54" fmla="*/ 99187 w 625"/>
                <a:gd name="T55" fmla="*/ 380681 h 852"/>
                <a:gd name="T56" fmla="*/ 217310 w 625"/>
                <a:gd name="T57" fmla="*/ 323084 h 852"/>
                <a:gd name="T58" fmla="*/ 216408 w 625"/>
                <a:gd name="T59" fmla="*/ 296985 h 852"/>
                <a:gd name="T60" fmla="*/ 199276 w 625"/>
                <a:gd name="T61" fmla="*/ 452678 h 852"/>
                <a:gd name="T62" fmla="*/ 122631 w 625"/>
                <a:gd name="T63" fmla="*/ 471577 h 852"/>
                <a:gd name="T64" fmla="*/ 199276 w 625"/>
                <a:gd name="T65" fmla="*/ 522874 h 852"/>
                <a:gd name="T66" fmla="*/ 218212 w 625"/>
                <a:gd name="T67" fmla="*/ 438278 h 852"/>
                <a:gd name="T68" fmla="*/ 99187 w 625"/>
                <a:gd name="T69" fmla="*/ 442778 h 852"/>
                <a:gd name="T70" fmla="*/ 199276 w 625"/>
                <a:gd name="T71" fmla="*/ 541773 h 852"/>
                <a:gd name="T72" fmla="*/ 260592 w 625"/>
                <a:gd name="T73" fmla="*/ 418479 h 852"/>
                <a:gd name="T74" fmla="*/ 294856 w 625"/>
                <a:gd name="T75" fmla="*/ 650668 h 852"/>
                <a:gd name="T76" fmla="*/ 452654 w 625"/>
                <a:gd name="T77" fmla="*/ 602070 h 852"/>
                <a:gd name="T78" fmla="*/ 288544 w 625"/>
                <a:gd name="T79" fmla="*/ 644368 h 852"/>
                <a:gd name="T80" fmla="*/ 452654 w 625"/>
                <a:gd name="T81" fmla="*/ 456277 h 852"/>
                <a:gd name="T82" fmla="*/ 288544 w 625"/>
                <a:gd name="T83" fmla="*/ 368982 h 852"/>
                <a:gd name="T84" fmla="*/ 288544 w 625"/>
                <a:gd name="T85" fmla="*/ 316784 h 85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25" h="852">
                  <a:moveTo>
                    <a:pt x="48" y="224"/>
                  </a:moveTo>
                  <a:cubicBezTo>
                    <a:pt x="48" y="200"/>
                    <a:pt x="59" y="188"/>
                    <a:pt x="82" y="188"/>
                  </a:cubicBezTo>
                  <a:lnTo>
                    <a:pt x="82" y="138"/>
                  </a:lnTo>
                  <a:cubicBezTo>
                    <a:pt x="39" y="139"/>
                    <a:pt x="0" y="167"/>
                    <a:pt x="0" y="209"/>
                  </a:cubicBezTo>
                  <a:lnTo>
                    <a:pt x="0" y="783"/>
                  </a:lnTo>
                  <a:cubicBezTo>
                    <a:pt x="0" y="818"/>
                    <a:pt x="34" y="852"/>
                    <a:pt x="69" y="852"/>
                  </a:cubicBezTo>
                  <a:lnTo>
                    <a:pt x="556" y="852"/>
                  </a:lnTo>
                  <a:cubicBezTo>
                    <a:pt x="591" y="852"/>
                    <a:pt x="625" y="818"/>
                    <a:pt x="625" y="783"/>
                  </a:cubicBezTo>
                  <a:lnTo>
                    <a:pt x="625" y="209"/>
                  </a:lnTo>
                  <a:cubicBezTo>
                    <a:pt x="625" y="167"/>
                    <a:pt x="586" y="139"/>
                    <a:pt x="543" y="138"/>
                  </a:cubicBezTo>
                  <a:lnTo>
                    <a:pt x="543" y="188"/>
                  </a:lnTo>
                  <a:cubicBezTo>
                    <a:pt x="566" y="188"/>
                    <a:pt x="577" y="200"/>
                    <a:pt x="577" y="224"/>
                  </a:cubicBezTo>
                  <a:lnTo>
                    <a:pt x="577" y="768"/>
                  </a:lnTo>
                  <a:cubicBezTo>
                    <a:pt x="577" y="785"/>
                    <a:pt x="570" y="803"/>
                    <a:pt x="554" y="803"/>
                  </a:cubicBezTo>
                  <a:lnTo>
                    <a:pt x="71" y="803"/>
                  </a:lnTo>
                  <a:cubicBezTo>
                    <a:pt x="53" y="803"/>
                    <a:pt x="48" y="783"/>
                    <a:pt x="48" y="764"/>
                  </a:cubicBezTo>
                  <a:lnTo>
                    <a:pt x="48" y="224"/>
                  </a:lnTo>
                  <a:close/>
                  <a:moveTo>
                    <a:pt x="270" y="91"/>
                  </a:moveTo>
                  <a:cubicBezTo>
                    <a:pt x="270" y="71"/>
                    <a:pt x="289" y="52"/>
                    <a:pt x="309" y="52"/>
                  </a:cubicBezTo>
                  <a:lnTo>
                    <a:pt x="316" y="52"/>
                  </a:lnTo>
                  <a:cubicBezTo>
                    <a:pt x="336" y="52"/>
                    <a:pt x="355" y="71"/>
                    <a:pt x="355" y="91"/>
                  </a:cubicBezTo>
                  <a:lnTo>
                    <a:pt x="355" y="95"/>
                  </a:lnTo>
                  <a:cubicBezTo>
                    <a:pt x="355" y="117"/>
                    <a:pt x="336" y="136"/>
                    <a:pt x="314" y="136"/>
                  </a:cubicBezTo>
                  <a:lnTo>
                    <a:pt x="311" y="136"/>
                  </a:lnTo>
                  <a:cubicBezTo>
                    <a:pt x="289" y="136"/>
                    <a:pt x="270" y="117"/>
                    <a:pt x="270" y="95"/>
                  </a:cubicBezTo>
                  <a:lnTo>
                    <a:pt x="270" y="91"/>
                  </a:lnTo>
                  <a:close/>
                  <a:moveTo>
                    <a:pt x="218" y="93"/>
                  </a:moveTo>
                  <a:lnTo>
                    <a:pt x="149" y="93"/>
                  </a:lnTo>
                  <a:cubicBezTo>
                    <a:pt x="126" y="93"/>
                    <a:pt x="115" y="104"/>
                    <a:pt x="115" y="127"/>
                  </a:cubicBezTo>
                  <a:lnTo>
                    <a:pt x="115" y="216"/>
                  </a:lnTo>
                  <a:cubicBezTo>
                    <a:pt x="115" y="231"/>
                    <a:pt x="124" y="246"/>
                    <a:pt x="138" y="246"/>
                  </a:cubicBezTo>
                  <a:lnTo>
                    <a:pt x="487" y="246"/>
                  </a:lnTo>
                  <a:cubicBezTo>
                    <a:pt x="501" y="246"/>
                    <a:pt x="510" y="231"/>
                    <a:pt x="510" y="216"/>
                  </a:cubicBezTo>
                  <a:lnTo>
                    <a:pt x="510" y="127"/>
                  </a:lnTo>
                  <a:cubicBezTo>
                    <a:pt x="510" y="104"/>
                    <a:pt x="499" y="93"/>
                    <a:pt x="476" y="93"/>
                  </a:cubicBezTo>
                  <a:lnTo>
                    <a:pt x="407" y="93"/>
                  </a:lnTo>
                  <a:cubicBezTo>
                    <a:pt x="407" y="45"/>
                    <a:pt x="366" y="0"/>
                    <a:pt x="320" y="0"/>
                  </a:cubicBezTo>
                  <a:lnTo>
                    <a:pt x="305" y="0"/>
                  </a:lnTo>
                  <a:cubicBezTo>
                    <a:pt x="259" y="0"/>
                    <a:pt x="218" y="45"/>
                    <a:pt x="218" y="93"/>
                  </a:cubicBezTo>
                  <a:close/>
                  <a:moveTo>
                    <a:pt x="132" y="654"/>
                  </a:moveTo>
                  <a:cubicBezTo>
                    <a:pt x="132" y="649"/>
                    <a:pt x="133" y="647"/>
                    <a:pt x="138" y="647"/>
                  </a:cubicBezTo>
                  <a:lnTo>
                    <a:pt x="221" y="647"/>
                  </a:lnTo>
                  <a:lnTo>
                    <a:pt x="221" y="654"/>
                  </a:lnTo>
                  <a:cubicBezTo>
                    <a:pt x="221" y="661"/>
                    <a:pt x="186" y="680"/>
                    <a:pt x="180" y="684"/>
                  </a:cubicBezTo>
                  <a:cubicBezTo>
                    <a:pt x="174" y="679"/>
                    <a:pt x="161" y="667"/>
                    <a:pt x="151" y="667"/>
                  </a:cubicBezTo>
                  <a:lnTo>
                    <a:pt x="149" y="667"/>
                  </a:lnTo>
                  <a:cubicBezTo>
                    <a:pt x="144" y="667"/>
                    <a:pt x="136" y="675"/>
                    <a:pt x="136" y="680"/>
                  </a:cubicBezTo>
                  <a:lnTo>
                    <a:pt x="136" y="682"/>
                  </a:lnTo>
                  <a:cubicBezTo>
                    <a:pt x="136" y="688"/>
                    <a:pt x="167" y="721"/>
                    <a:pt x="173" y="721"/>
                  </a:cubicBezTo>
                  <a:lnTo>
                    <a:pt x="175" y="721"/>
                  </a:lnTo>
                  <a:cubicBezTo>
                    <a:pt x="180" y="721"/>
                    <a:pt x="214" y="693"/>
                    <a:pt x="221" y="688"/>
                  </a:cubicBezTo>
                  <a:cubicBezTo>
                    <a:pt x="221" y="700"/>
                    <a:pt x="225" y="738"/>
                    <a:pt x="214" y="738"/>
                  </a:cubicBezTo>
                  <a:lnTo>
                    <a:pt x="138" y="738"/>
                  </a:lnTo>
                  <a:cubicBezTo>
                    <a:pt x="133" y="738"/>
                    <a:pt x="132" y="737"/>
                    <a:pt x="132" y="732"/>
                  </a:cubicBezTo>
                  <a:lnTo>
                    <a:pt x="132" y="654"/>
                  </a:lnTo>
                  <a:close/>
                  <a:moveTo>
                    <a:pt x="214" y="760"/>
                  </a:moveTo>
                  <a:cubicBezTo>
                    <a:pt x="255" y="760"/>
                    <a:pt x="240" y="715"/>
                    <a:pt x="242" y="678"/>
                  </a:cubicBezTo>
                  <a:cubicBezTo>
                    <a:pt x="243" y="658"/>
                    <a:pt x="292" y="642"/>
                    <a:pt x="296" y="624"/>
                  </a:cubicBezTo>
                  <a:lnTo>
                    <a:pt x="290" y="624"/>
                  </a:lnTo>
                  <a:cubicBezTo>
                    <a:pt x="275" y="624"/>
                    <a:pt x="253" y="637"/>
                    <a:pt x="242" y="643"/>
                  </a:cubicBezTo>
                  <a:cubicBezTo>
                    <a:pt x="237" y="635"/>
                    <a:pt x="232" y="626"/>
                    <a:pt x="218" y="626"/>
                  </a:cubicBezTo>
                  <a:lnTo>
                    <a:pt x="134" y="626"/>
                  </a:lnTo>
                  <a:cubicBezTo>
                    <a:pt x="122" y="626"/>
                    <a:pt x="110" y="637"/>
                    <a:pt x="110" y="650"/>
                  </a:cubicBezTo>
                  <a:lnTo>
                    <a:pt x="110" y="736"/>
                  </a:lnTo>
                  <a:cubicBezTo>
                    <a:pt x="110" y="750"/>
                    <a:pt x="123" y="760"/>
                    <a:pt x="138" y="760"/>
                  </a:cubicBezTo>
                  <a:lnTo>
                    <a:pt x="214" y="760"/>
                  </a:lnTo>
                  <a:close/>
                  <a:moveTo>
                    <a:pt x="132" y="341"/>
                  </a:moveTo>
                  <a:cubicBezTo>
                    <a:pt x="132" y="336"/>
                    <a:pt x="133" y="335"/>
                    <a:pt x="138" y="335"/>
                  </a:cubicBezTo>
                  <a:lnTo>
                    <a:pt x="214" y="335"/>
                  </a:lnTo>
                  <a:cubicBezTo>
                    <a:pt x="219" y="335"/>
                    <a:pt x="221" y="336"/>
                    <a:pt x="221" y="341"/>
                  </a:cubicBezTo>
                  <a:cubicBezTo>
                    <a:pt x="221" y="346"/>
                    <a:pt x="184" y="371"/>
                    <a:pt x="180" y="371"/>
                  </a:cubicBezTo>
                  <a:cubicBezTo>
                    <a:pt x="175" y="371"/>
                    <a:pt x="164" y="354"/>
                    <a:pt x="151" y="354"/>
                  </a:cubicBezTo>
                  <a:cubicBezTo>
                    <a:pt x="145" y="354"/>
                    <a:pt x="136" y="361"/>
                    <a:pt x="136" y="367"/>
                  </a:cubicBezTo>
                  <a:lnTo>
                    <a:pt x="136" y="369"/>
                  </a:lnTo>
                  <a:cubicBezTo>
                    <a:pt x="136" y="378"/>
                    <a:pt x="166" y="406"/>
                    <a:pt x="173" y="410"/>
                  </a:cubicBezTo>
                  <a:lnTo>
                    <a:pt x="221" y="376"/>
                  </a:lnTo>
                  <a:lnTo>
                    <a:pt x="221" y="425"/>
                  </a:lnTo>
                  <a:lnTo>
                    <a:pt x="132" y="425"/>
                  </a:lnTo>
                  <a:lnTo>
                    <a:pt x="132" y="341"/>
                  </a:lnTo>
                  <a:close/>
                  <a:moveTo>
                    <a:pt x="240" y="330"/>
                  </a:moveTo>
                  <a:cubicBezTo>
                    <a:pt x="237" y="319"/>
                    <a:pt x="228" y="313"/>
                    <a:pt x="214" y="313"/>
                  </a:cubicBezTo>
                  <a:lnTo>
                    <a:pt x="138" y="313"/>
                  </a:lnTo>
                  <a:cubicBezTo>
                    <a:pt x="123" y="313"/>
                    <a:pt x="110" y="322"/>
                    <a:pt x="110" y="337"/>
                  </a:cubicBezTo>
                  <a:lnTo>
                    <a:pt x="110" y="423"/>
                  </a:lnTo>
                  <a:cubicBezTo>
                    <a:pt x="110" y="436"/>
                    <a:pt x="122" y="447"/>
                    <a:pt x="134" y="447"/>
                  </a:cubicBezTo>
                  <a:lnTo>
                    <a:pt x="218" y="447"/>
                  </a:lnTo>
                  <a:cubicBezTo>
                    <a:pt x="252" y="447"/>
                    <a:pt x="242" y="393"/>
                    <a:pt x="241" y="359"/>
                  </a:cubicBezTo>
                  <a:lnTo>
                    <a:pt x="296" y="313"/>
                  </a:lnTo>
                  <a:cubicBezTo>
                    <a:pt x="296" y="313"/>
                    <a:pt x="292" y="311"/>
                    <a:pt x="292" y="311"/>
                  </a:cubicBezTo>
                  <a:cubicBezTo>
                    <a:pt x="271" y="311"/>
                    <a:pt x="253" y="329"/>
                    <a:pt x="240" y="330"/>
                  </a:cubicBezTo>
                  <a:close/>
                  <a:moveTo>
                    <a:pt x="132" y="492"/>
                  </a:moveTo>
                  <a:lnTo>
                    <a:pt x="221" y="492"/>
                  </a:lnTo>
                  <a:lnTo>
                    <a:pt x="221" y="503"/>
                  </a:lnTo>
                  <a:lnTo>
                    <a:pt x="180" y="529"/>
                  </a:lnTo>
                  <a:lnTo>
                    <a:pt x="152" y="508"/>
                  </a:lnTo>
                  <a:cubicBezTo>
                    <a:pt x="145" y="513"/>
                    <a:pt x="136" y="515"/>
                    <a:pt x="136" y="524"/>
                  </a:cubicBezTo>
                  <a:cubicBezTo>
                    <a:pt x="136" y="531"/>
                    <a:pt x="167" y="565"/>
                    <a:pt x="173" y="565"/>
                  </a:cubicBezTo>
                  <a:cubicBezTo>
                    <a:pt x="183" y="565"/>
                    <a:pt x="209" y="536"/>
                    <a:pt x="221" y="533"/>
                  </a:cubicBezTo>
                  <a:lnTo>
                    <a:pt x="221" y="581"/>
                  </a:lnTo>
                  <a:lnTo>
                    <a:pt x="132" y="581"/>
                  </a:lnTo>
                  <a:lnTo>
                    <a:pt x="132" y="492"/>
                  </a:lnTo>
                  <a:close/>
                  <a:moveTo>
                    <a:pt x="242" y="487"/>
                  </a:moveTo>
                  <a:cubicBezTo>
                    <a:pt x="238" y="480"/>
                    <a:pt x="233" y="470"/>
                    <a:pt x="221" y="470"/>
                  </a:cubicBezTo>
                  <a:lnTo>
                    <a:pt x="132" y="470"/>
                  </a:lnTo>
                  <a:cubicBezTo>
                    <a:pt x="121" y="470"/>
                    <a:pt x="110" y="481"/>
                    <a:pt x="110" y="492"/>
                  </a:cubicBezTo>
                  <a:lnTo>
                    <a:pt x="110" y="581"/>
                  </a:lnTo>
                  <a:cubicBezTo>
                    <a:pt x="110" y="591"/>
                    <a:pt x="121" y="602"/>
                    <a:pt x="132" y="602"/>
                  </a:cubicBezTo>
                  <a:lnTo>
                    <a:pt x="221" y="602"/>
                  </a:lnTo>
                  <a:cubicBezTo>
                    <a:pt x="252" y="602"/>
                    <a:pt x="242" y="547"/>
                    <a:pt x="242" y="515"/>
                  </a:cubicBezTo>
                  <a:lnTo>
                    <a:pt x="296" y="469"/>
                  </a:lnTo>
                  <a:lnTo>
                    <a:pt x="289" y="465"/>
                  </a:lnTo>
                  <a:lnTo>
                    <a:pt x="242" y="487"/>
                  </a:lnTo>
                  <a:close/>
                  <a:moveTo>
                    <a:pt x="320" y="716"/>
                  </a:moveTo>
                  <a:cubicBezTo>
                    <a:pt x="320" y="721"/>
                    <a:pt x="322" y="723"/>
                    <a:pt x="327" y="723"/>
                  </a:cubicBezTo>
                  <a:lnTo>
                    <a:pt x="495" y="723"/>
                  </a:lnTo>
                  <a:cubicBezTo>
                    <a:pt x="500" y="723"/>
                    <a:pt x="502" y="721"/>
                    <a:pt x="502" y="716"/>
                  </a:cubicBezTo>
                  <a:lnTo>
                    <a:pt x="502" y="669"/>
                  </a:lnTo>
                  <a:cubicBezTo>
                    <a:pt x="502" y="664"/>
                    <a:pt x="500" y="663"/>
                    <a:pt x="495" y="663"/>
                  </a:cubicBezTo>
                  <a:lnTo>
                    <a:pt x="320" y="663"/>
                  </a:lnTo>
                  <a:lnTo>
                    <a:pt x="320" y="716"/>
                  </a:lnTo>
                  <a:close/>
                  <a:moveTo>
                    <a:pt x="320" y="565"/>
                  </a:moveTo>
                  <a:lnTo>
                    <a:pt x="502" y="565"/>
                  </a:lnTo>
                  <a:lnTo>
                    <a:pt x="502" y="507"/>
                  </a:lnTo>
                  <a:lnTo>
                    <a:pt x="320" y="507"/>
                  </a:lnTo>
                  <a:lnTo>
                    <a:pt x="320" y="565"/>
                  </a:lnTo>
                  <a:close/>
                  <a:moveTo>
                    <a:pt x="320" y="410"/>
                  </a:moveTo>
                  <a:lnTo>
                    <a:pt x="452" y="410"/>
                  </a:lnTo>
                  <a:lnTo>
                    <a:pt x="452" y="352"/>
                  </a:lnTo>
                  <a:lnTo>
                    <a:pt x="320" y="352"/>
                  </a:lnTo>
                  <a:lnTo>
                    <a:pt x="320" y="41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grpSp>
      <p:grpSp>
        <p:nvGrpSpPr>
          <p:cNvPr id="42" name="组合 40"/>
          <p:cNvGrpSpPr>
            <a:grpSpLocks/>
          </p:cNvGrpSpPr>
          <p:nvPr/>
        </p:nvGrpSpPr>
        <p:grpSpPr bwMode="auto">
          <a:xfrm>
            <a:off x="6852588" y="1911444"/>
            <a:ext cx="784505" cy="785533"/>
            <a:chOff x="0" y="0"/>
            <a:chExt cx="1155700" cy="1155698"/>
          </a:xfrm>
          <a:solidFill>
            <a:schemeClr val="bg1">
              <a:lumMod val="65000"/>
            </a:schemeClr>
          </a:solidFill>
        </p:grpSpPr>
        <p:sp>
          <p:nvSpPr>
            <p:cNvPr id="43" name="Oval 33"/>
            <p:cNvSpPr>
              <a:spLocks noChangeArrowheads="1"/>
            </p:cNvSpPr>
            <p:nvPr/>
          </p:nvSpPr>
          <p:spPr bwMode="auto">
            <a:xfrm>
              <a:off x="0" y="0"/>
              <a:ext cx="1155700" cy="115569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200">
                <a:solidFill>
                  <a:schemeClr val="tx1"/>
                </a:solidFill>
                <a:latin typeface="微软雅黑" panose="020B0503020204020204" pitchFamily="34" charset="-122"/>
              </a:endParaRPr>
            </a:p>
          </p:txBody>
        </p:sp>
        <p:sp>
          <p:nvSpPr>
            <p:cNvPr id="44" name="Freeform 36"/>
            <p:cNvSpPr>
              <a:spLocks noEditPoints="1"/>
            </p:cNvSpPr>
            <p:nvPr/>
          </p:nvSpPr>
          <p:spPr bwMode="auto">
            <a:xfrm>
              <a:off x="261937" y="217487"/>
              <a:ext cx="712788" cy="701675"/>
            </a:xfrm>
            <a:custGeom>
              <a:avLst/>
              <a:gdLst>
                <a:gd name="T0" fmla="*/ 188097 w 792"/>
                <a:gd name="T1" fmla="*/ 307152 h 779"/>
                <a:gd name="T2" fmla="*/ 249296 w 792"/>
                <a:gd name="T3" fmla="*/ 200865 h 779"/>
                <a:gd name="T4" fmla="*/ 350994 w 792"/>
                <a:gd name="T5" fmla="*/ 290938 h 779"/>
                <a:gd name="T6" fmla="*/ 264596 w 792"/>
                <a:gd name="T7" fmla="*/ 182850 h 779"/>
                <a:gd name="T8" fmla="*/ 350994 w 792"/>
                <a:gd name="T9" fmla="*/ 290938 h 779"/>
                <a:gd name="T10" fmla="*/ 350994 w 792"/>
                <a:gd name="T11" fmla="*/ 290938 h 779"/>
                <a:gd name="T12" fmla="*/ 420293 w 792"/>
                <a:gd name="T13" fmla="*/ 174743 h 779"/>
                <a:gd name="T14" fmla="*/ 442793 w 792"/>
                <a:gd name="T15" fmla="*/ 163034 h 779"/>
                <a:gd name="T16" fmla="*/ 445493 w 792"/>
                <a:gd name="T17" fmla="*/ 182850 h 779"/>
                <a:gd name="T18" fmla="*/ 439193 w 792"/>
                <a:gd name="T19" fmla="*/ 215276 h 779"/>
                <a:gd name="T20" fmla="*/ 418493 w 792"/>
                <a:gd name="T21" fmla="*/ 207170 h 779"/>
                <a:gd name="T22" fmla="*/ 393293 w 792"/>
                <a:gd name="T23" fmla="*/ 185552 h 779"/>
                <a:gd name="T24" fmla="*/ 410393 w 792"/>
                <a:gd name="T25" fmla="*/ 172942 h 779"/>
                <a:gd name="T26" fmla="*/ 442793 w 792"/>
                <a:gd name="T27" fmla="*/ 163034 h 779"/>
                <a:gd name="T28" fmla="*/ 337494 w 792"/>
                <a:gd name="T29" fmla="*/ 308953 h 779"/>
                <a:gd name="T30" fmla="*/ 325795 w 792"/>
                <a:gd name="T31" fmla="*/ 440461 h 779"/>
                <a:gd name="T32" fmla="*/ 371694 w 792"/>
                <a:gd name="T33" fmla="*/ 320663 h 779"/>
                <a:gd name="T34" fmla="*/ 280795 w 792"/>
                <a:gd name="T35" fmla="*/ 268420 h 779"/>
                <a:gd name="T36" fmla="*/ 246596 w 792"/>
                <a:gd name="T37" fmla="*/ 280130 h 779"/>
                <a:gd name="T38" fmla="*/ 292495 w 792"/>
                <a:gd name="T39" fmla="*/ 440461 h 779"/>
                <a:gd name="T40" fmla="*/ 280795 w 792"/>
                <a:gd name="T41" fmla="*/ 268420 h 779"/>
                <a:gd name="T42" fmla="*/ 416693 w 792"/>
                <a:gd name="T43" fmla="*/ 240497 h 779"/>
                <a:gd name="T44" fmla="*/ 404993 w 792"/>
                <a:gd name="T45" fmla="*/ 440461 h 779"/>
                <a:gd name="T46" fmla="*/ 450892 w 792"/>
                <a:gd name="T47" fmla="*/ 253107 h 779"/>
                <a:gd name="T48" fmla="*/ 201597 w 792"/>
                <a:gd name="T49" fmla="*/ 351288 h 779"/>
                <a:gd name="T50" fmla="*/ 167397 w 792"/>
                <a:gd name="T51" fmla="*/ 362997 h 779"/>
                <a:gd name="T52" fmla="*/ 213296 w 792"/>
                <a:gd name="T53" fmla="*/ 440461 h 779"/>
                <a:gd name="T54" fmla="*/ 201597 w 792"/>
                <a:gd name="T55" fmla="*/ 351288 h 779"/>
                <a:gd name="T56" fmla="*/ 122398 w 792"/>
                <a:gd name="T57" fmla="*/ 440461 h 779"/>
                <a:gd name="T58" fmla="*/ 110698 w 792"/>
                <a:gd name="T59" fmla="*/ 170240 h 779"/>
                <a:gd name="T60" fmla="*/ 134098 w 792"/>
                <a:gd name="T61" fmla="*/ 170240 h 779"/>
                <a:gd name="T62" fmla="*/ 477892 w 792"/>
                <a:gd name="T63" fmla="*/ 417042 h 779"/>
                <a:gd name="T64" fmla="*/ 477892 w 792"/>
                <a:gd name="T65" fmla="*/ 440461 h 779"/>
                <a:gd name="T66" fmla="*/ 110698 w 792"/>
                <a:gd name="T67" fmla="*/ 428751 h 779"/>
                <a:gd name="T68" fmla="*/ 477892 w 792"/>
                <a:gd name="T69" fmla="*/ 417042 h 779"/>
                <a:gd name="T70" fmla="*/ 611990 w 792"/>
                <a:gd name="T71" fmla="*/ 701675 h 779"/>
                <a:gd name="T72" fmla="*/ 436493 w 792"/>
                <a:gd name="T73" fmla="*/ 566564 h 779"/>
                <a:gd name="T74" fmla="*/ 0 w 792"/>
                <a:gd name="T75" fmla="*/ 299045 h 779"/>
                <a:gd name="T76" fmla="*/ 599390 w 792"/>
                <a:gd name="T77" fmla="*/ 299045 h 779"/>
                <a:gd name="T78" fmla="*/ 677689 w 792"/>
                <a:gd name="T79" fmla="*/ 544947 h 779"/>
                <a:gd name="T80" fmla="*/ 300595 w 792"/>
                <a:gd name="T81" fmla="*/ 561160 h 779"/>
                <a:gd name="T82" fmla="*/ 561591 w 792"/>
                <a:gd name="T83" fmla="*/ 299045 h 779"/>
                <a:gd name="T84" fmla="*/ 38699 w 792"/>
                <a:gd name="T85" fmla="*/ 299045 h 77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792" h="779">
                  <a:moveTo>
                    <a:pt x="297" y="240"/>
                  </a:moveTo>
                  <a:lnTo>
                    <a:pt x="209" y="341"/>
                  </a:lnTo>
                  <a:lnTo>
                    <a:pt x="188" y="323"/>
                  </a:lnTo>
                  <a:lnTo>
                    <a:pt x="277" y="223"/>
                  </a:lnTo>
                  <a:lnTo>
                    <a:pt x="297" y="240"/>
                  </a:lnTo>
                  <a:close/>
                  <a:moveTo>
                    <a:pt x="390" y="323"/>
                  </a:moveTo>
                  <a:lnTo>
                    <a:pt x="276" y="224"/>
                  </a:lnTo>
                  <a:lnTo>
                    <a:pt x="294" y="203"/>
                  </a:lnTo>
                  <a:lnTo>
                    <a:pt x="408" y="303"/>
                  </a:lnTo>
                  <a:lnTo>
                    <a:pt x="390" y="323"/>
                  </a:lnTo>
                  <a:close/>
                  <a:moveTo>
                    <a:pt x="487" y="212"/>
                  </a:moveTo>
                  <a:lnTo>
                    <a:pt x="390" y="323"/>
                  </a:lnTo>
                  <a:lnTo>
                    <a:pt x="369" y="305"/>
                  </a:lnTo>
                  <a:lnTo>
                    <a:pt x="467" y="194"/>
                  </a:lnTo>
                  <a:lnTo>
                    <a:pt x="487" y="212"/>
                  </a:lnTo>
                  <a:close/>
                  <a:moveTo>
                    <a:pt x="492" y="181"/>
                  </a:moveTo>
                  <a:cubicBezTo>
                    <a:pt x="497" y="179"/>
                    <a:pt x="500" y="182"/>
                    <a:pt x="499" y="187"/>
                  </a:cubicBezTo>
                  <a:lnTo>
                    <a:pt x="495" y="203"/>
                  </a:lnTo>
                  <a:cubicBezTo>
                    <a:pt x="494" y="209"/>
                    <a:pt x="492" y="217"/>
                    <a:pt x="491" y="222"/>
                  </a:cubicBezTo>
                  <a:lnTo>
                    <a:pt x="488" y="239"/>
                  </a:lnTo>
                  <a:cubicBezTo>
                    <a:pt x="487" y="244"/>
                    <a:pt x="483" y="245"/>
                    <a:pt x="479" y="242"/>
                  </a:cubicBezTo>
                  <a:lnTo>
                    <a:pt x="465" y="230"/>
                  </a:lnTo>
                  <a:cubicBezTo>
                    <a:pt x="461" y="227"/>
                    <a:pt x="455" y="221"/>
                    <a:pt x="451" y="217"/>
                  </a:cubicBezTo>
                  <a:lnTo>
                    <a:pt x="437" y="206"/>
                  </a:lnTo>
                  <a:cubicBezTo>
                    <a:pt x="433" y="202"/>
                    <a:pt x="434" y="198"/>
                    <a:pt x="439" y="197"/>
                  </a:cubicBezTo>
                  <a:lnTo>
                    <a:pt x="456" y="192"/>
                  </a:lnTo>
                  <a:cubicBezTo>
                    <a:pt x="461" y="190"/>
                    <a:pt x="470" y="187"/>
                    <a:pt x="475" y="186"/>
                  </a:cubicBezTo>
                  <a:lnTo>
                    <a:pt x="492" y="181"/>
                  </a:lnTo>
                  <a:close/>
                  <a:moveTo>
                    <a:pt x="400" y="343"/>
                  </a:moveTo>
                  <a:lnTo>
                    <a:pt x="375" y="343"/>
                  </a:lnTo>
                  <a:cubicBezTo>
                    <a:pt x="368" y="343"/>
                    <a:pt x="362" y="349"/>
                    <a:pt x="362" y="356"/>
                  </a:cubicBezTo>
                  <a:lnTo>
                    <a:pt x="362" y="489"/>
                  </a:lnTo>
                  <a:lnTo>
                    <a:pt x="413" y="489"/>
                  </a:lnTo>
                  <a:lnTo>
                    <a:pt x="413" y="356"/>
                  </a:lnTo>
                  <a:cubicBezTo>
                    <a:pt x="413" y="349"/>
                    <a:pt x="407" y="343"/>
                    <a:pt x="400" y="343"/>
                  </a:cubicBezTo>
                  <a:close/>
                  <a:moveTo>
                    <a:pt x="312" y="298"/>
                  </a:moveTo>
                  <a:lnTo>
                    <a:pt x="287" y="298"/>
                  </a:lnTo>
                  <a:cubicBezTo>
                    <a:pt x="280" y="298"/>
                    <a:pt x="274" y="304"/>
                    <a:pt x="274" y="311"/>
                  </a:cubicBezTo>
                  <a:lnTo>
                    <a:pt x="274" y="489"/>
                  </a:lnTo>
                  <a:lnTo>
                    <a:pt x="325" y="489"/>
                  </a:lnTo>
                  <a:lnTo>
                    <a:pt x="325" y="311"/>
                  </a:lnTo>
                  <a:cubicBezTo>
                    <a:pt x="325" y="304"/>
                    <a:pt x="319" y="298"/>
                    <a:pt x="312" y="298"/>
                  </a:cubicBezTo>
                  <a:close/>
                  <a:moveTo>
                    <a:pt x="488" y="267"/>
                  </a:moveTo>
                  <a:lnTo>
                    <a:pt x="463" y="267"/>
                  </a:lnTo>
                  <a:cubicBezTo>
                    <a:pt x="456" y="267"/>
                    <a:pt x="450" y="273"/>
                    <a:pt x="450" y="281"/>
                  </a:cubicBezTo>
                  <a:lnTo>
                    <a:pt x="450" y="489"/>
                  </a:lnTo>
                  <a:lnTo>
                    <a:pt x="501" y="489"/>
                  </a:lnTo>
                  <a:lnTo>
                    <a:pt x="501" y="281"/>
                  </a:lnTo>
                  <a:cubicBezTo>
                    <a:pt x="501" y="273"/>
                    <a:pt x="495" y="267"/>
                    <a:pt x="488" y="267"/>
                  </a:cubicBezTo>
                  <a:close/>
                  <a:moveTo>
                    <a:pt x="224" y="390"/>
                  </a:moveTo>
                  <a:lnTo>
                    <a:pt x="200" y="390"/>
                  </a:lnTo>
                  <a:cubicBezTo>
                    <a:pt x="192" y="390"/>
                    <a:pt x="186" y="396"/>
                    <a:pt x="186" y="403"/>
                  </a:cubicBezTo>
                  <a:lnTo>
                    <a:pt x="186" y="489"/>
                  </a:lnTo>
                  <a:lnTo>
                    <a:pt x="237" y="489"/>
                  </a:lnTo>
                  <a:lnTo>
                    <a:pt x="237" y="403"/>
                  </a:lnTo>
                  <a:cubicBezTo>
                    <a:pt x="237" y="396"/>
                    <a:pt x="231" y="390"/>
                    <a:pt x="224" y="390"/>
                  </a:cubicBezTo>
                  <a:close/>
                  <a:moveTo>
                    <a:pt x="149" y="476"/>
                  </a:moveTo>
                  <a:cubicBezTo>
                    <a:pt x="149" y="483"/>
                    <a:pt x="144" y="489"/>
                    <a:pt x="136" y="489"/>
                  </a:cubicBezTo>
                  <a:cubicBezTo>
                    <a:pt x="129" y="489"/>
                    <a:pt x="123" y="483"/>
                    <a:pt x="123" y="476"/>
                  </a:cubicBezTo>
                  <a:lnTo>
                    <a:pt x="123" y="189"/>
                  </a:lnTo>
                  <a:cubicBezTo>
                    <a:pt x="123" y="182"/>
                    <a:pt x="129" y="176"/>
                    <a:pt x="136" y="176"/>
                  </a:cubicBezTo>
                  <a:cubicBezTo>
                    <a:pt x="143" y="176"/>
                    <a:pt x="149" y="182"/>
                    <a:pt x="149" y="189"/>
                  </a:cubicBezTo>
                  <a:lnTo>
                    <a:pt x="149" y="476"/>
                  </a:lnTo>
                  <a:close/>
                  <a:moveTo>
                    <a:pt x="531" y="463"/>
                  </a:moveTo>
                  <a:cubicBezTo>
                    <a:pt x="538" y="463"/>
                    <a:pt x="544" y="469"/>
                    <a:pt x="544" y="476"/>
                  </a:cubicBezTo>
                  <a:cubicBezTo>
                    <a:pt x="544" y="483"/>
                    <a:pt x="538" y="489"/>
                    <a:pt x="531" y="489"/>
                  </a:cubicBezTo>
                  <a:lnTo>
                    <a:pt x="136" y="489"/>
                  </a:lnTo>
                  <a:cubicBezTo>
                    <a:pt x="129" y="489"/>
                    <a:pt x="123" y="483"/>
                    <a:pt x="123" y="476"/>
                  </a:cubicBezTo>
                  <a:cubicBezTo>
                    <a:pt x="123" y="469"/>
                    <a:pt x="129" y="463"/>
                    <a:pt x="136" y="463"/>
                  </a:cubicBezTo>
                  <a:lnTo>
                    <a:pt x="531" y="463"/>
                  </a:lnTo>
                  <a:close/>
                  <a:moveTo>
                    <a:pt x="753" y="750"/>
                  </a:moveTo>
                  <a:cubicBezTo>
                    <a:pt x="732" y="770"/>
                    <a:pt x="706" y="779"/>
                    <a:pt x="680" y="779"/>
                  </a:cubicBezTo>
                  <a:cubicBezTo>
                    <a:pt x="654" y="779"/>
                    <a:pt x="628" y="770"/>
                    <a:pt x="608" y="750"/>
                  </a:cubicBezTo>
                  <a:lnTo>
                    <a:pt x="485" y="629"/>
                  </a:lnTo>
                  <a:cubicBezTo>
                    <a:pt x="440" y="653"/>
                    <a:pt x="388" y="666"/>
                    <a:pt x="334" y="666"/>
                  </a:cubicBezTo>
                  <a:cubicBezTo>
                    <a:pt x="149" y="666"/>
                    <a:pt x="0" y="517"/>
                    <a:pt x="0" y="332"/>
                  </a:cubicBezTo>
                  <a:cubicBezTo>
                    <a:pt x="0" y="149"/>
                    <a:pt x="149" y="0"/>
                    <a:pt x="334" y="0"/>
                  </a:cubicBezTo>
                  <a:cubicBezTo>
                    <a:pt x="517" y="0"/>
                    <a:pt x="666" y="149"/>
                    <a:pt x="666" y="332"/>
                  </a:cubicBezTo>
                  <a:cubicBezTo>
                    <a:pt x="666" y="387"/>
                    <a:pt x="653" y="439"/>
                    <a:pt x="630" y="484"/>
                  </a:cubicBezTo>
                  <a:lnTo>
                    <a:pt x="753" y="605"/>
                  </a:lnTo>
                  <a:cubicBezTo>
                    <a:pt x="792" y="645"/>
                    <a:pt x="792" y="709"/>
                    <a:pt x="753" y="750"/>
                  </a:cubicBezTo>
                  <a:close/>
                  <a:moveTo>
                    <a:pt x="334" y="623"/>
                  </a:moveTo>
                  <a:lnTo>
                    <a:pt x="334" y="623"/>
                  </a:lnTo>
                  <a:cubicBezTo>
                    <a:pt x="494" y="623"/>
                    <a:pt x="624" y="493"/>
                    <a:pt x="624" y="332"/>
                  </a:cubicBezTo>
                  <a:cubicBezTo>
                    <a:pt x="624" y="172"/>
                    <a:pt x="494" y="42"/>
                    <a:pt x="334" y="42"/>
                  </a:cubicBezTo>
                  <a:cubicBezTo>
                    <a:pt x="173" y="42"/>
                    <a:pt x="43" y="172"/>
                    <a:pt x="43" y="332"/>
                  </a:cubicBezTo>
                  <a:cubicBezTo>
                    <a:pt x="43" y="493"/>
                    <a:pt x="173" y="623"/>
                    <a:pt x="334" y="623"/>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grpSp>
      <p:grpSp>
        <p:nvGrpSpPr>
          <p:cNvPr id="45" name="组合 43"/>
          <p:cNvGrpSpPr>
            <a:grpSpLocks/>
          </p:cNvGrpSpPr>
          <p:nvPr/>
        </p:nvGrpSpPr>
        <p:grpSpPr bwMode="auto">
          <a:xfrm>
            <a:off x="6884917" y="2980763"/>
            <a:ext cx="783427" cy="785533"/>
            <a:chOff x="0" y="0"/>
            <a:chExt cx="1154113" cy="1155698"/>
          </a:xfrm>
          <a:solidFill>
            <a:schemeClr val="bg1">
              <a:lumMod val="65000"/>
            </a:schemeClr>
          </a:solidFill>
        </p:grpSpPr>
        <p:sp>
          <p:nvSpPr>
            <p:cNvPr id="46" name="Oval 32"/>
            <p:cNvSpPr>
              <a:spLocks noChangeArrowheads="1"/>
            </p:cNvSpPr>
            <p:nvPr/>
          </p:nvSpPr>
          <p:spPr bwMode="auto">
            <a:xfrm>
              <a:off x="0" y="0"/>
              <a:ext cx="1154113" cy="115569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endParaRPr lang="zh-CN" altLang="en-US" sz="1200">
                <a:solidFill>
                  <a:schemeClr val="tx1"/>
                </a:solidFill>
                <a:latin typeface="微软雅黑" panose="020B0503020204020204" pitchFamily="34" charset="-122"/>
              </a:endParaRPr>
            </a:p>
          </p:txBody>
        </p:sp>
        <p:sp>
          <p:nvSpPr>
            <p:cNvPr id="47" name="Freeform 37"/>
            <p:cNvSpPr>
              <a:spLocks noEditPoints="1"/>
            </p:cNvSpPr>
            <p:nvPr/>
          </p:nvSpPr>
          <p:spPr bwMode="auto">
            <a:xfrm>
              <a:off x="268287" y="254000"/>
              <a:ext cx="658813" cy="652462"/>
            </a:xfrm>
            <a:custGeom>
              <a:avLst/>
              <a:gdLst>
                <a:gd name="T0" fmla="*/ 594912 w 732"/>
                <a:gd name="T1" fmla="*/ 562343 h 724"/>
                <a:gd name="T2" fmla="*/ 526510 w 732"/>
                <a:gd name="T3" fmla="*/ 562343 h 724"/>
                <a:gd name="T4" fmla="*/ 431109 w 732"/>
                <a:gd name="T5" fmla="*/ 379401 h 724"/>
                <a:gd name="T6" fmla="*/ 421208 w 732"/>
                <a:gd name="T7" fmla="*/ 415449 h 724"/>
                <a:gd name="T8" fmla="*/ 369007 w 732"/>
                <a:gd name="T9" fmla="*/ 455101 h 724"/>
                <a:gd name="T10" fmla="*/ 540011 w 732"/>
                <a:gd name="T11" fmla="*/ 644351 h 724"/>
                <a:gd name="T12" fmla="*/ 649813 w 732"/>
                <a:gd name="T13" fmla="*/ 570454 h 724"/>
                <a:gd name="T14" fmla="*/ 568811 w 732"/>
                <a:gd name="T15" fmla="*/ 486643 h 724"/>
                <a:gd name="T16" fmla="*/ 449109 w 732"/>
                <a:gd name="T17" fmla="*/ 388413 h 724"/>
                <a:gd name="T18" fmla="*/ 237605 w 732"/>
                <a:gd name="T19" fmla="*/ 231606 h 724"/>
                <a:gd name="T20" fmla="*/ 273605 w 732"/>
                <a:gd name="T21" fmla="*/ 221693 h 724"/>
                <a:gd name="T22" fmla="*/ 283506 w 732"/>
                <a:gd name="T23" fmla="*/ 186546 h 724"/>
                <a:gd name="T24" fmla="*/ 292506 w 732"/>
                <a:gd name="T25" fmla="*/ 153202 h 724"/>
                <a:gd name="T26" fmla="*/ 126903 w 732"/>
                <a:gd name="T27" fmla="*/ 14419 h 724"/>
                <a:gd name="T28" fmla="*/ 104402 w 732"/>
                <a:gd name="T29" fmla="*/ 184744 h 724"/>
                <a:gd name="T30" fmla="*/ 900 w 732"/>
                <a:gd name="T31" fmla="*/ 141487 h 724"/>
                <a:gd name="T32" fmla="*/ 196204 w 732"/>
                <a:gd name="T33" fmla="*/ 281171 h 724"/>
                <a:gd name="T34" fmla="*/ 221404 w 732"/>
                <a:gd name="T35" fmla="*/ 248729 h 724"/>
                <a:gd name="T36" fmla="*/ 634513 w 732"/>
                <a:gd name="T37" fmla="*/ 63985 h 724"/>
                <a:gd name="T38" fmla="*/ 546311 w 732"/>
                <a:gd name="T39" fmla="*/ 0 h 724"/>
                <a:gd name="T40" fmla="*/ 309606 w 732"/>
                <a:gd name="T41" fmla="*/ 211780 h 724"/>
                <a:gd name="T42" fmla="*/ 275405 w 732"/>
                <a:gd name="T43" fmla="*/ 260444 h 724"/>
                <a:gd name="T44" fmla="*/ 246605 w 732"/>
                <a:gd name="T45" fmla="*/ 274863 h 724"/>
                <a:gd name="T46" fmla="*/ 250205 w 732"/>
                <a:gd name="T47" fmla="*/ 364982 h 724"/>
                <a:gd name="T48" fmla="*/ 58501 w 732"/>
                <a:gd name="T49" fmla="*/ 530801 h 724"/>
                <a:gd name="T50" fmla="*/ 37801 w 732"/>
                <a:gd name="T51" fmla="*/ 652462 h 724"/>
                <a:gd name="T52" fmla="*/ 136803 w 732"/>
                <a:gd name="T53" fmla="*/ 553331 h 724"/>
                <a:gd name="T54" fmla="*/ 291606 w 732"/>
                <a:gd name="T55" fmla="*/ 406437 h 724"/>
                <a:gd name="T56" fmla="*/ 378907 w 732"/>
                <a:gd name="T57" fmla="*/ 406437 h 724"/>
                <a:gd name="T58" fmla="*/ 404108 w 732"/>
                <a:gd name="T59" fmla="*/ 352366 h 724"/>
                <a:gd name="T60" fmla="*/ 441009 w 732"/>
                <a:gd name="T61" fmla="*/ 344255 h 724"/>
                <a:gd name="T62" fmla="*/ 634513 w 732"/>
                <a:gd name="T63" fmla="*/ 63985 h 72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732" h="724">
                  <a:moveTo>
                    <a:pt x="623" y="586"/>
                  </a:moveTo>
                  <a:cubicBezTo>
                    <a:pt x="644" y="586"/>
                    <a:pt x="661" y="603"/>
                    <a:pt x="661" y="624"/>
                  </a:cubicBezTo>
                  <a:cubicBezTo>
                    <a:pt x="661" y="645"/>
                    <a:pt x="644" y="662"/>
                    <a:pt x="623" y="662"/>
                  </a:cubicBezTo>
                  <a:cubicBezTo>
                    <a:pt x="602" y="662"/>
                    <a:pt x="585" y="645"/>
                    <a:pt x="585" y="624"/>
                  </a:cubicBezTo>
                  <a:cubicBezTo>
                    <a:pt x="585" y="603"/>
                    <a:pt x="602" y="586"/>
                    <a:pt x="623" y="586"/>
                  </a:cubicBezTo>
                  <a:close/>
                  <a:moveTo>
                    <a:pt x="479" y="421"/>
                  </a:moveTo>
                  <a:lnTo>
                    <a:pt x="489" y="441"/>
                  </a:lnTo>
                  <a:lnTo>
                    <a:pt x="468" y="461"/>
                  </a:lnTo>
                  <a:lnTo>
                    <a:pt x="449" y="480"/>
                  </a:lnTo>
                  <a:cubicBezTo>
                    <a:pt x="438" y="491"/>
                    <a:pt x="425" y="500"/>
                    <a:pt x="410" y="505"/>
                  </a:cubicBezTo>
                  <a:lnTo>
                    <a:pt x="539" y="633"/>
                  </a:lnTo>
                  <a:lnTo>
                    <a:pt x="600" y="715"/>
                  </a:lnTo>
                  <a:lnTo>
                    <a:pt x="632" y="724"/>
                  </a:lnTo>
                  <a:lnTo>
                    <a:pt x="722" y="633"/>
                  </a:lnTo>
                  <a:lnTo>
                    <a:pt x="713" y="600"/>
                  </a:lnTo>
                  <a:lnTo>
                    <a:pt x="632" y="540"/>
                  </a:lnTo>
                  <a:lnTo>
                    <a:pt x="511" y="419"/>
                  </a:lnTo>
                  <a:lnTo>
                    <a:pt x="499" y="431"/>
                  </a:lnTo>
                  <a:lnTo>
                    <a:pt x="479" y="421"/>
                  </a:lnTo>
                  <a:close/>
                  <a:moveTo>
                    <a:pt x="264" y="257"/>
                  </a:moveTo>
                  <a:lnTo>
                    <a:pt x="285" y="237"/>
                  </a:lnTo>
                  <a:lnTo>
                    <a:pt x="304" y="246"/>
                  </a:lnTo>
                  <a:lnTo>
                    <a:pt x="294" y="227"/>
                  </a:lnTo>
                  <a:lnTo>
                    <a:pt x="315" y="207"/>
                  </a:lnTo>
                  <a:lnTo>
                    <a:pt x="317" y="205"/>
                  </a:lnTo>
                  <a:cubicBezTo>
                    <a:pt x="322" y="193"/>
                    <a:pt x="325" y="181"/>
                    <a:pt x="325" y="170"/>
                  </a:cubicBezTo>
                  <a:cubicBezTo>
                    <a:pt x="325" y="84"/>
                    <a:pt x="242" y="0"/>
                    <a:pt x="156" y="1"/>
                  </a:cubicBezTo>
                  <a:cubicBezTo>
                    <a:pt x="156" y="1"/>
                    <a:pt x="146" y="11"/>
                    <a:pt x="141" y="16"/>
                  </a:cubicBezTo>
                  <a:cubicBezTo>
                    <a:pt x="210" y="85"/>
                    <a:pt x="204" y="74"/>
                    <a:pt x="204" y="116"/>
                  </a:cubicBezTo>
                  <a:cubicBezTo>
                    <a:pt x="204" y="151"/>
                    <a:pt x="149" y="205"/>
                    <a:pt x="116" y="205"/>
                  </a:cubicBezTo>
                  <a:cubicBezTo>
                    <a:pt x="72" y="205"/>
                    <a:pt x="86" y="212"/>
                    <a:pt x="16" y="142"/>
                  </a:cubicBezTo>
                  <a:cubicBezTo>
                    <a:pt x="10" y="147"/>
                    <a:pt x="1" y="157"/>
                    <a:pt x="1" y="157"/>
                  </a:cubicBezTo>
                  <a:cubicBezTo>
                    <a:pt x="2" y="243"/>
                    <a:pt x="83" y="325"/>
                    <a:pt x="169" y="325"/>
                  </a:cubicBezTo>
                  <a:cubicBezTo>
                    <a:pt x="185" y="325"/>
                    <a:pt x="201" y="320"/>
                    <a:pt x="218" y="312"/>
                  </a:cubicBezTo>
                  <a:lnTo>
                    <a:pt x="221" y="315"/>
                  </a:lnTo>
                  <a:cubicBezTo>
                    <a:pt x="226" y="301"/>
                    <a:pt x="234" y="288"/>
                    <a:pt x="246" y="276"/>
                  </a:cubicBezTo>
                  <a:lnTo>
                    <a:pt x="264" y="257"/>
                  </a:lnTo>
                  <a:close/>
                  <a:moveTo>
                    <a:pt x="705" y="71"/>
                  </a:moveTo>
                  <a:lnTo>
                    <a:pt x="655" y="20"/>
                  </a:lnTo>
                  <a:cubicBezTo>
                    <a:pt x="642" y="7"/>
                    <a:pt x="624" y="0"/>
                    <a:pt x="607" y="0"/>
                  </a:cubicBezTo>
                  <a:cubicBezTo>
                    <a:pt x="589" y="0"/>
                    <a:pt x="572" y="7"/>
                    <a:pt x="558" y="20"/>
                  </a:cubicBezTo>
                  <a:lnTo>
                    <a:pt x="344" y="235"/>
                  </a:lnTo>
                  <a:cubicBezTo>
                    <a:pt x="350" y="248"/>
                    <a:pt x="345" y="267"/>
                    <a:pt x="335" y="277"/>
                  </a:cubicBezTo>
                  <a:cubicBezTo>
                    <a:pt x="328" y="284"/>
                    <a:pt x="317" y="289"/>
                    <a:pt x="306" y="289"/>
                  </a:cubicBezTo>
                  <a:cubicBezTo>
                    <a:pt x="302" y="289"/>
                    <a:pt x="297" y="288"/>
                    <a:pt x="293" y="286"/>
                  </a:cubicBezTo>
                  <a:lnTo>
                    <a:pt x="274" y="305"/>
                  </a:lnTo>
                  <a:cubicBezTo>
                    <a:pt x="247" y="331"/>
                    <a:pt x="247" y="375"/>
                    <a:pt x="274" y="401"/>
                  </a:cubicBezTo>
                  <a:lnTo>
                    <a:pt x="278" y="405"/>
                  </a:lnTo>
                  <a:lnTo>
                    <a:pt x="110" y="572"/>
                  </a:lnTo>
                  <a:lnTo>
                    <a:pt x="65" y="589"/>
                  </a:lnTo>
                  <a:lnTo>
                    <a:pt x="0" y="682"/>
                  </a:lnTo>
                  <a:lnTo>
                    <a:pt x="42" y="724"/>
                  </a:lnTo>
                  <a:lnTo>
                    <a:pt x="135" y="659"/>
                  </a:lnTo>
                  <a:lnTo>
                    <a:pt x="152" y="614"/>
                  </a:lnTo>
                  <a:lnTo>
                    <a:pt x="319" y="447"/>
                  </a:lnTo>
                  <a:lnTo>
                    <a:pt x="324" y="451"/>
                  </a:lnTo>
                  <a:cubicBezTo>
                    <a:pt x="338" y="465"/>
                    <a:pt x="355" y="471"/>
                    <a:pt x="373" y="471"/>
                  </a:cubicBezTo>
                  <a:cubicBezTo>
                    <a:pt x="390" y="471"/>
                    <a:pt x="408" y="465"/>
                    <a:pt x="421" y="451"/>
                  </a:cubicBezTo>
                  <a:lnTo>
                    <a:pt x="440" y="433"/>
                  </a:lnTo>
                  <a:cubicBezTo>
                    <a:pt x="434" y="420"/>
                    <a:pt x="438" y="401"/>
                    <a:pt x="449" y="391"/>
                  </a:cubicBezTo>
                  <a:cubicBezTo>
                    <a:pt x="456" y="384"/>
                    <a:pt x="467" y="379"/>
                    <a:pt x="477" y="379"/>
                  </a:cubicBezTo>
                  <a:cubicBezTo>
                    <a:pt x="482" y="379"/>
                    <a:pt x="487" y="380"/>
                    <a:pt x="490" y="382"/>
                  </a:cubicBezTo>
                  <a:lnTo>
                    <a:pt x="705" y="167"/>
                  </a:lnTo>
                  <a:cubicBezTo>
                    <a:pt x="732" y="140"/>
                    <a:pt x="732" y="97"/>
                    <a:pt x="705" y="71"/>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grpSp>
      <p:sp>
        <p:nvSpPr>
          <p:cNvPr id="48" name="TextBox 46"/>
          <p:cNvSpPr txBox="1">
            <a:spLocks noChangeArrowheads="1"/>
          </p:cNvSpPr>
          <p:nvPr/>
        </p:nvSpPr>
        <p:spPr bwMode="auto">
          <a:xfrm>
            <a:off x="2291060" y="1128068"/>
            <a:ext cx="1193999" cy="278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2084" tIns="31042" rIns="62084" bIns="31042">
            <a:spAutoFit/>
          </a:bodyPr>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en-US" sz="1400" b="1" dirty="0">
                <a:latin typeface="微软雅黑" pitchFamily="34" charset="-122"/>
              </a:rPr>
              <a:t>添加标题内容</a:t>
            </a:r>
            <a:endParaRPr lang="en-US" altLang="zh-CN" sz="1400" b="1" dirty="0">
              <a:latin typeface="微软雅黑" pitchFamily="34" charset="-122"/>
            </a:endParaRPr>
          </a:p>
        </p:txBody>
      </p:sp>
      <p:sp>
        <p:nvSpPr>
          <p:cNvPr id="49" name="TextBox 47"/>
          <p:cNvSpPr txBox="1">
            <a:spLocks noChangeArrowheads="1"/>
          </p:cNvSpPr>
          <p:nvPr/>
        </p:nvSpPr>
        <p:spPr bwMode="auto">
          <a:xfrm>
            <a:off x="2239336" y="1519620"/>
            <a:ext cx="1759747" cy="739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2084" tIns="31042" rIns="62084" bIns="31042">
            <a:spAutoFit/>
          </a:bodyPr>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en-US" sz="1100" dirty="0">
                <a:solidFill>
                  <a:schemeClr val="tx1"/>
                </a:solidFill>
                <a:latin typeface="微软雅黑" panose="020B0503020204020204" pitchFamily="34" charset="-122"/>
              </a:rPr>
              <a:t>这里可以添加主要内容这里可以添加主要内容这里可以添加主要内容这里可以添加主要内容</a:t>
            </a:r>
          </a:p>
        </p:txBody>
      </p:sp>
      <p:sp>
        <p:nvSpPr>
          <p:cNvPr id="50" name="TextBox 48"/>
          <p:cNvSpPr txBox="1">
            <a:spLocks noChangeArrowheads="1"/>
          </p:cNvSpPr>
          <p:nvPr/>
        </p:nvSpPr>
        <p:spPr bwMode="auto">
          <a:xfrm>
            <a:off x="5576692" y="1128068"/>
            <a:ext cx="1195076" cy="278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2084" tIns="31042" rIns="62084" bIns="31042">
            <a:spAutoFit/>
          </a:bodyPr>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r" eaLnBrk="1" hangingPunct="1">
              <a:spcBef>
                <a:spcPct val="0"/>
              </a:spcBef>
              <a:buNone/>
            </a:pPr>
            <a:r>
              <a:rPr lang="zh-CN" altLang="en-US" sz="1400" b="1" dirty="0">
                <a:latin typeface="微软雅黑" pitchFamily="34" charset="-122"/>
              </a:rPr>
              <a:t>添加标题内容</a:t>
            </a:r>
            <a:endParaRPr lang="en-US" altLang="zh-CN" sz="1400" b="1" dirty="0">
              <a:latin typeface="微软雅黑" pitchFamily="34" charset="-122"/>
            </a:endParaRPr>
          </a:p>
        </p:txBody>
      </p:sp>
      <p:sp>
        <p:nvSpPr>
          <p:cNvPr id="51" name="TextBox 49"/>
          <p:cNvSpPr txBox="1">
            <a:spLocks noChangeArrowheads="1"/>
          </p:cNvSpPr>
          <p:nvPr/>
        </p:nvSpPr>
        <p:spPr bwMode="auto">
          <a:xfrm>
            <a:off x="5076678" y="1519620"/>
            <a:ext cx="1759747" cy="739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2084" tIns="31042" rIns="62084" bIns="31042">
            <a:spAutoFit/>
          </a:bodyPr>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r" eaLnBrk="1" hangingPunct="1">
              <a:spcBef>
                <a:spcPct val="0"/>
              </a:spcBef>
              <a:buFontTx/>
              <a:buNone/>
            </a:pPr>
            <a:r>
              <a:rPr lang="zh-CN" altLang="en-US" sz="1100">
                <a:solidFill>
                  <a:schemeClr val="tx1"/>
                </a:solidFill>
                <a:latin typeface="微软雅黑" panose="020B0503020204020204" pitchFamily="34" charset="-122"/>
              </a:rPr>
              <a:t>这里可以添加主要内容这里可以添加主要内容这里可以添加主要内容这里可以添加主要内容</a:t>
            </a:r>
          </a:p>
        </p:txBody>
      </p:sp>
      <p:sp>
        <p:nvSpPr>
          <p:cNvPr id="52" name="TextBox 50"/>
          <p:cNvSpPr txBox="1">
            <a:spLocks noChangeArrowheads="1"/>
          </p:cNvSpPr>
          <p:nvPr/>
        </p:nvSpPr>
        <p:spPr bwMode="auto">
          <a:xfrm>
            <a:off x="2291060" y="4237832"/>
            <a:ext cx="1193999" cy="278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2084" tIns="31042" rIns="62084" bIns="31042">
            <a:spAutoFit/>
          </a:bodyPr>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None/>
            </a:pPr>
            <a:r>
              <a:rPr lang="zh-CN" altLang="en-US" sz="1400" b="1" dirty="0">
                <a:latin typeface="微软雅黑" pitchFamily="34" charset="-122"/>
              </a:rPr>
              <a:t>添加标题内容</a:t>
            </a:r>
            <a:endParaRPr lang="en-US" altLang="zh-CN" sz="1400" b="1" dirty="0">
              <a:latin typeface="微软雅黑" pitchFamily="34" charset="-122"/>
            </a:endParaRPr>
          </a:p>
        </p:txBody>
      </p:sp>
      <p:sp>
        <p:nvSpPr>
          <p:cNvPr id="53" name="TextBox 51"/>
          <p:cNvSpPr txBox="1">
            <a:spLocks noChangeArrowheads="1"/>
          </p:cNvSpPr>
          <p:nvPr/>
        </p:nvSpPr>
        <p:spPr bwMode="auto">
          <a:xfrm>
            <a:off x="2239336" y="3414397"/>
            <a:ext cx="1759747" cy="739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2084" tIns="31042" rIns="62084" bIns="31042">
            <a:spAutoFit/>
          </a:bodyPr>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en-US" sz="1100">
                <a:solidFill>
                  <a:schemeClr val="tx1"/>
                </a:solidFill>
                <a:latin typeface="微软雅黑" panose="020B0503020204020204" pitchFamily="34" charset="-122"/>
              </a:rPr>
              <a:t>这里可以添加主要内容这里可以添加主要内容这里可以添加主要内容这里可以添加主要内容</a:t>
            </a:r>
          </a:p>
        </p:txBody>
      </p:sp>
      <p:sp>
        <p:nvSpPr>
          <p:cNvPr id="54" name="TextBox 52"/>
          <p:cNvSpPr txBox="1">
            <a:spLocks noChangeArrowheads="1"/>
          </p:cNvSpPr>
          <p:nvPr/>
        </p:nvSpPr>
        <p:spPr bwMode="auto">
          <a:xfrm>
            <a:off x="5576692" y="4237832"/>
            <a:ext cx="1195076" cy="278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2084" tIns="31042" rIns="62084" bIns="31042">
            <a:spAutoFit/>
          </a:bodyPr>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r" eaLnBrk="1" hangingPunct="1">
              <a:spcBef>
                <a:spcPct val="0"/>
              </a:spcBef>
              <a:buNone/>
            </a:pPr>
            <a:r>
              <a:rPr lang="zh-CN" altLang="en-US" sz="1400" b="1" dirty="0">
                <a:latin typeface="微软雅黑" pitchFamily="34" charset="-122"/>
              </a:rPr>
              <a:t>添加标题内容</a:t>
            </a:r>
            <a:endParaRPr lang="en-US" altLang="zh-CN" sz="1400" b="1" dirty="0">
              <a:latin typeface="微软雅黑" pitchFamily="34" charset="-122"/>
            </a:endParaRPr>
          </a:p>
        </p:txBody>
      </p:sp>
      <p:sp>
        <p:nvSpPr>
          <p:cNvPr id="55" name="TextBox 53"/>
          <p:cNvSpPr txBox="1">
            <a:spLocks noChangeArrowheads="1"/>
          </p:cNvSpPr>
          <p:nvPr/>
        </p:nvSpPr>
        <p:spPr bwMode="auto">
          <a:xfrm>
            <a:off x="5076678" y="3414397"/>
            <a:ext cx="1759747" cy="739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2084" tIns="31042" rIns="62084" bIns="31042">
            <a:spAutoFit/>
          </a:bodyPr>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r" eaLnBrk="1" hangingPunct="1">
              <a:spcBef>
                <a:spcPct val="0"/>
              </a:spcBef>
              <a:buFontTx/>
              <a:buNone/>
            </a:pPr>
            <a:r>
              <a:rPr lang="zh-CN" altLang="en-US" sz="1100">
                <a:solidFill>
                  <a:schemeClr val="tx1"/>
                </a:solidFill>
                <a:latin typeface="微软雅黑" panose="020B0503020204020204" pitchFamily="34" charset="-122"/>
              </a:rPr>
              <a:t>这里可以添加主要内容这里可以添加主要内容这里可以添加主要内容这里可以添加主要内容</a:t>
            </a:r>
          </a:p>
        </p:txBody>
      </p:sp>
      <p:sp>
        <p:nvSpPr>
          <p:cNvPr id="28" name="TextBox 27"/>
          <p:cNvSpPr txBox="1"/>
          <p:nvPr/>
        </p:nvSpPr>
        <p:spPr>
          <a:xfrm>
            <a:off x="355782" y="205624"/>
            <a:ext cx="2236510" cy="400110"/>
          </a:xfrm>
          <a:prstGeom prst="rect">
            <a:avLst/>
          </a:prstGeom>
          <a:noFill/>
        </p:spPr>
        <p:txBody>
          <a:bodyPr wrap="none" rtlCol="0">
            <a:spAutoFit/>
          </a:bodyPr>
          <a:lstStyle/>
          <a:p>
            <a:r>
              <a:rPr lang="zh-CN" altLang="en-US" sz="2000" b="1" dirty="0" smtClean="0">
                <a:solidFill>
                  <a:schemeClr val="accent1"/>
                </a:solidFill>
                <a:latin typeface="微软雅黑" pitchFamily="34" charset="-122"/>
                <a:ea typeface="微软雅黑" pitchFamily="34" charset="-122"/>
              </a:rPr>
              <a:t>点击添加标题文本</a:t>
            </a:r>
            <a:endParaRPr lang="zh-CN" altLang="en-US" sz="2000" b="1" dirty="0">
              <a:solidFill>
                <a:schemeClr val="accent1"/>
              </a:solidFill>
              <a:latin typeface="微软雅黑" pitchFamily="34" charset="-122"/>
              <a:ea typeface="微软雅黑" pitchFamily="34" charset="-122"/>
            </a:endParaRPr>
          </a:p>
        </p:txBody>
      </p:sp>
      <p:sp>
        <p:nvSpPr>
          <p:cNvPr id="29" name="TextBox 28"/>
          <p:cNvSpPr txBox="1"/>
          <p:nvPr/>
        </p:nvSpPr>
        <p:spPr>
          <a:xfrm>
            <a:off x="7682019" y="195037"/>
            <a:ext cx="1138453" cy="461665"/>
          </a:xfrm>
          <a:prstGeom prst="rect">
            <a:avLst/>
          </a:prstGeom>
          <a:noFill/>
        </p:spPr>
        <p:txBody>
          <a:bodyPr wrap="none" rtlCol="0">
            <a:spAutoFit/>
          </a:bodyPr>
          <a:lstStyle/>
          <a:p>
            <a:r>
              <a:rPr lang="en-US" altLang="zh-CN" sz="2400" dirty="0" smtClean="0">
                <a:solidFill>
                  <a:schemeClr val="accent2"/>
                </a:solidFill>
                <a:latin typeface="Eras Bold ITC" panose="020B0907030504020204" pitchFamily="34" charset="0"/>
                <a:ea typeface="微软雅黑" panose="020B0503020204020204" pitchFamily="34" charset="-122"/>
              </a:rPr>
              <a:t>LOGO</a:t>
            </a:r>
            <a:endParaRPr lang="zh-CN" altLang="en-US" sz="2400" dirty="0">
              <a:solidFill>
                <a:schemeClr val="accent2"/>
              </a:solidFill>
              <a:latin typeface="Eras Bold ITC" panose="020B0907030504020204" pitchFamily="34" charset="0"/>
              <a:ea typeface="微软雅黑" panose="020B0503020204020204" pitchFamily="34" charset="-122"/>
            </a:endParaRPr>
          </a:p>
        </p:txBody>
      </p:sp>
    </p:spTree>
    <p:extLst>
      <p:ext uri="{BB962C8B-B14F-4D97-AF65-F5344CB8AC3E}">
        <p14:creationId xmlns:p14="http://schemas.microsoft.com/office/powerpoint/2010/main" val="3192319310"/>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left)">
                                      <p:cBhvr>
                                        <p:cTn id="7" dur="500"/>
                                        <p:tgtEl>
                                          <p:spTgt spid="34"/>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35"/>
                                        </p:tgtEl>
                                        <p:attrNameLst>
                                          <p:attrName>style.visibility</p:attrName>
                                        </p:attrNameLst>
                                      </p:cBhvr>
                                      <p:to>
                                        <p:strVal val="visible"/>
                                      </p:to>
                                    </p:set>
                                    <p:anim calcmode="lin" valueType="num">
                                      <p:cBhvr>
                                        <p:cTn id="11" dur="500" fill="hold"/>
                                        <p:tgtEl>
                                          <p:spTgt spid="35"/>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35"/>
                                        </p:tgtEl>
                                        <p:attrNameLst>
                                          <p:attrName>ppt_y</p:attrName>
                                        </p:attrNameLst>
                                      </p:cBhvr>
                                      <p:tavLst>
                                        <p:tav tm="0">
                                          <p:val>
                                            <p:strVal val="#ppt_y"/>
                                          </p:val>
                                        </p:tav>
                                        <p:tav tm="100000">
                                          <p:val>
                                            <p:strVal val="#ppt_y"/>
                                          </p:val>
                                        </p:tav>
                                      </p:tavLst>
                                    </p:anim>
                                    <p:anim calcmode="lin" valueType="num">
                                      <p:cBhvr>
                                        <p:cTn id="13" dur="500" fill="hold"/>
                                        <p:tgtEl>
                                          <p:spTgt spid="35"/>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35"/>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35"/>
                                        </p:tgtEl>
                                      </p:cBhvr>
                                    </p:animEffect>
                                  </p:childTnLst>
                                </p:cTn>
                              </p:par>
                            </p:childTnLst>
                          </p:cTn>
                        </p:par>
                        <p:par>
                          <p:cTn id="16" fill="hold">
                            <p:stCondLst>
                              <p:cond delay="1450"/>
                            </p:stCondLst>
                            <p:childTnLst>
                              <p:par>
                                <p:cTn id="17" presetID="1" presetClass="entr" presetSubtype="0" fill="hold" nodeType="after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par>
                                <p:cTn id="25" presetID="56" presetClass="path" presetSubtype="0" accel="50000" decel="50000" fill="hold" nodeType="withEffect">
                                  <p:stCondLst>
                                    <p:cond delay="0"/>
                                  </p:stCondLst>
                                  <p:childTnLst>
                                    <p:animMotion origin="layout" path="M 1.46481E-6 -2.96296E-6 L -0.313 -0.10856 " pathEditMode="relative" rAng="0" ptsTypes="AA">
                                      <p:cBhvr>
                                        <p:cTn id="26" dur="1000" spd="-99900" fill="hold"/>
                                        <p:tgtEl>
                                          <p:spTgt spid="45"/>
                                        </p:tgtEl>
                                        <p:attrNameLst>
                                          <p:attrName>ppt_x,ppt_y</p:attrName>
                                        </p:attrNameLst>
                                      </p:cBhvr>
                                      <p:rCtr x="-15500" y="-5300"/>
                                    </p:animMotion>
                                  </p:childTnLst>
                                </p:cTn>
                              </p:par>
                              <p:par>
                                <p:cTn id="27" presetID="56" presetClass="path" presetSubtype="0" accel="50000" decel="50000" fill="hold" nodeType="withEffect">
                                  <p:stCondLst>
                                    <p:cond delay="0"/>
                                  </p:stCondLst>
                                  <p:childTnLst>
                                    <p:animMotion origin="layout" path="M 1.67816E-7 4.81481E-6 L 0.30831 0.12546 " pathEditMode="relative" rAng="0" ptsTypes="AA">
                                      <p:cBhvr>
                                        <p:cTn id="28" dur="1000" spd="-99900" fill="hold"/>
                                        <p:tgtEl>
                                          <p:spTgt spid="36"/>
                                        </p:tgtEl>
                                        <p:attrNameLst>
                                          <p:attrName>ppt_x,ppt_y</p:attrName>
                                        </p:attrNameLst>
                                      </p:cBhvr>
                                      <p:rCtr x="15400" y="6300"/>
                                    </p:animMotion>
                                  </p:childTnLst>
                                </p:cTn>
                              </p:par>
                              <p:par>
                                <p:cTn id="29" presetID="56" presetClass="path" presetSubtype="0" accel="50000" decel="50000" fill="hold" nodeType="withEffect">
                                  <p:stCondLst>
                                    <p:cond delay="0"/>
                                  </p:stCondLst>
                                  <p:childTnLst>
                                    <p:animMotion origin="layout" path="M -1.26838E-6 -4.81481E-6 L 0.30623 -0.10416 " pathEditMode="relative" rAng="0" ptsTypes="AA">
                                      <p:cBhvr>
                                        <p:cTn id="30" dur="1000" spd="-99900" fill="hold"/>
                                        <p:tgtEl>
                                          <p:spTgt spid="39"/>
                                        </p:tgtEl>
                                        <p:attrNameLst>
                                          <p:attrName>ppt_x,ppt_y</p:attrName>
                                        </p:attrNameLst>
                                      </p:cBhvr>
                                      <p:rCtr x="15300" y="-5100"/>
                                    </p:animMotion>
                                  </p:childTnLst>
                                </p:cTn>
                              </p:par>
                              <p:par>
                                <p:cTn id="31" presetID="56" presetClass="path" presetSubtype="0" accel="50000" decel="50000" fill="hold" nodeType="withEffect">
                                  <p:stCondLst>
                                    <p:cond delay="0"/>
                                  </p:stCondLst>
                                  <p:childTnLst>
                                    <p:animMotion origin="layout" path="M 4.06791E-6 -4.81481E-6 L -0.30923 0.12084 " pathEditMode="relative" rAng="0" ptsTypes="AA">
                                      <p:cBhvr>
                                        <p:cTn id="32" dur="1000" spd="-99900" fill="hold"/>
                                        <p:tgtEl>
                                          <p:spTgt spid="42"/>
                                        </p:tgtEl>
                                        <p:attrNameLst>
                                          <p:attrName>ppt_x,ppt_y</p:attrName>
                                        </p:attrNameLst>
                                      </p:cBhvr>
                                      <p:rCtr x="-15400" y="6000"/>
                                    </p:animMotion>
                                  </p:childTnLst>
                                </p:cTn>
                              </p:par>
                            </p:childTnLst>
                          </p:cTn>
                        </p:par>
                        <p:par>
                          <p:cTn id="33" fill="hold">
                            <p:stCondLst>
                              <p:cond delay="2450"/>
                            </p:stCondLst>
                            <p:childTnLst>
                              <p:par>
                                <p:cTn id="34" presetID="22" presetClass="entr" presetSubtype="8" fill="hold" grpId="0" nodeType="after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wipe(left)">
                                      <p:cBhvr>
                                        <p:cTn id="36" dur="500"/>
                                        <p:tgtEl>
                                          <p:spTgt spid="30"/>
                                        </p:tgtEl>
                                      </p:cBhvr>
                                    </p:animEffect>
                                  </p:childTnLst>
                                </p:cTn>
                              </p:par>
                              <p:par>
                                <p:cTn id="37" presetID="22" presetClass="entr" presetSubtype="2" fill="hold" grpId="0" nodeType="with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wipe(right)">
                                      <p:cBhvr>
                                        <p:cTn id="39" dur="500"/>
                                        <p:tgtEl>
                                          <p:spTgt spid="31"/>
                                        </p:tgtEl>
                                      </p:cBhvr>
                                    </p:animEffect>
                                  </p:childTnLst>
                                </p:cTn>
                              </p:par>
                              <p:par>
                                <p:cTn id="40" presetID="22" presetClass="entr" presetSubtype="2" fill="hold" grpId="0" nodeType="with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wipe(right)">
                                      <p:cBhvr>
                                        <p:cTn id="42" dur="500"/>
                                        <p:tgtEl>
                                          <p:spTgt spid="33"/>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wipe(left)">
                                      <p:cBhvr>
                                        <p:cTn id="45" dur="500"/>
                                        <p:tgtEl>
                                          <p:spTgt spid="32"/>
                                        </p:tgtEl>
                                      </p:cBhvr>
                                    </p:animEffect>
                                  </p:childTnLst>
                                </p:cTn>
                              </p:par>
                            </p:childTnLst>
                          </p:cTn>
                        </p:par>
                        <p:par>
                          <p:cTn id="46" fill="hold">
                            <p:stCondLst>
                              <p:cond delay="2950"/>
                            </p:stCondLst>
                            <p:childTnLst>
                              <p:par>
                                <p:cTn id="47" presetID="47" presetClass="entr" presetSubtype="0" fill="hold" grpId="0" nodeType="afterEffect">
                                  <p:stCondLst>
                                    <p:cond delay="0"/>
                                  </p:stCondLst>
                                  <p:childTnLst>
                                    <p:set>
                                      <p:cBhvr>
                                        <p:cTn id="48" dur="1" fill="hold">
                                          <p:stCondLst>
                                            <p:cond delay="0"/>
                                          </p:stCondLst>
                                        </p:cTn>
                                        <p:tgtEl>
                                          <p:spTgt spid="48"/>
                                        </p:tgtEl>
                                        <p:attrNameLst>
                                          <p:attrName>style.visibility</p:attrName>
                                        </p:attrNameLst>
                                      </p:cBhvr>
                                      <p:to>
                                        <p:strVal val="visible"/>
                                      </p:to>
                                    </p:set>
                                    <p:animEffect transition="in" filter="fade">
                                      <p:cBhvr>
                                        <p:cTn id="49" dur="1000"/>
                                        <p:tgtEl>
                                          <p:spTgt spid="48"/>
                                        </p:tgtEl>
                                      </p:cBhvr>
                                    </p:animEffect>
                                    <p:anim calcmode="lin" valueType="num">
                                      <p:cBhvr>
                                        <p:cTn id="50" dur="1000" fill="hold"/>
                                        <p:tgtEl>
                                          <p:spTgt spid="48"/>
                                        </p:tgtEl>
                                        <p:attrNameLst>
                                          <p:attrName>ppt_x</p:attrName>
                                        </p:attrNameLst>
                                      </p:cBhvr>
                                      <p:tavLst>
                                        <p:tav tm="0">
                                          <p:val>
                                            <p:strVal val="#ppt_x"/>
                                          </p:val>
                                        </p:tav>
                                        <p:tav tm="100000">
                                          <p:val>
                                            <p:strVal val="#ppt_x"/>
                                          </p:val>
                                        </p:tav>
                                      </p:tavLst>
                                    </p:anim>
                                    <p:anim calcmode="lin" valueType="num">
                                      <p:cBhvr>
                                        <p:cTn id="51" dur="1000" fill="hold"/>
                                        <p:tgtEl>
                                          <p:spTgt spid="48"/>
                                        </p:tgtEl>
                                        <p:attrNameLst>
                                          <p:attrName>ppt_y</p:attrName>
                                        </p:attrNameLst>
                                      </p:cBhvr>
                                      <p:tavLst>
                                        <p:tav tm="0">
                                          <p:val>
                                            <p:strVal val="#ppt_y-.1"/>
                                          </p:val>
                                        </p:tav>
                                        <p:tav tm="100000">
                                          <p:val>
                                            <p:strVal val="#ppt_y"/>
                                          </p:val>
                                        </p:tav>
                                      </p:tavLst>
                                    </p:anim>
                                  </p:childTnLst>
                                </p:cTn>
                              </p:par>
                              <p:par>
                                <p:cTn id="52" presetID="47" presetClass="entr" presetSubtype="0" fill="hold" grpId="0" nodeType="withEffect">
                                  <p:stCondLst>
                                    <p:cond delay="0"/>
                                  </p:stCondLst>
                                  <p:childTnLst>
                                    <p:set>
                                      <p:cBhvr>
                                        <p:cTn id="53" dur="1" fill="hold">
                                          <p:stCondLst>
                                            <p:cond delay="0"/>
                                          </p:stCondLst>
                                        </p:cTn>
                                        <p:tgtEl>
                                          <p:spTgt spid="50"/>
                                        </p:tgtEl>
                                        <p:attrNameLst>
                                          <p:attrName>style.visibility</p:attrName>
                                        </p:attrNameLst>
                                      </p:cBhvr>
                                      <p:to>
                                        <p:strVal val="visible"/>
                                      </p:to>
                                    </p:set>
                                    <p:animEffect transition="in" filter="fade">
                                      <p:cBhvr>
                                        <p:cTn id="54" dur="1000"/>
                                        <p:tgtEl>
                                          <p:spTgt spid="50"/>
                                        </p:tgtEl>
                                      </p:cBhvr>
                                    </p:animEffect>
                                    <p:anim calcmode="lin" valueType="num">
                                      <p:cBhvr>
                                        <p:cTn id="55" dur="1000" fill="hold"/>
                                        <p:tgtEl>
                                          <p:spTgt spid="50"/>
                                        </p:tgtEl>
                                        <p:attrNameLst>
                                          <p:attrName>ppt_x</p:attrName>
                                        </p:attrNameLst>
                                      </p:cBhvr>
                                      <p:tavLst>
                                        <p:tav tm="0">
                                          <p:val>
                                            <p:strVal val="#ppt_x"/>
                                          </p:val>
                                        </p:tav>
                                        <p:tav tm="100000">
                                          <p:val>
                                            <p:strVal val="#ppt_x"/>
                                          </p:val>
                                        </p:tav>
                                      </p:tavLst>
                                    </p:anim>
                                    <p:anim calcmode="lin" valueType="num">
                                      <p:cBhvr>
                                        <p:cTn id="56" dur="1000" fill="hold"/>
                                        <p:tgtEl>
                                          <p:spTgt spid="50"/>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54"/>
                                        </p:tgtEl>
                                        <p:attrNameLst>
                                          <p:attrName>style.visibility</p:attrName>
                                        </p:attrNameLst>
                                      </p:cBhvr>
                                      <p:to>
                                        <p:strVal val="visible"/>
                                      </p:to>
                                    </p:set>
                                    <p:animEffect transition="in" filter="fade">
                                      <p:cBhvr>
                                        <p:cTn id="59" dur="1000"/>
                                        <p:tgtEl>
                                          <p:spTgt spid="54"/>
                                        </p:tgtEl>
                                      </p:cBhvr>
                                    </p:animEffect>
                                    <p:anim calcmode="lin" valueType="num">
                                      <p:cBhvr>
                                        <p:cTn id="60" dur="1000" fill="hold"/>
                                        <p:tgtEl>
                                          <p:spTgt spid="54"/>
                                        </p:tgtEl>
                                        <p:attrNameLst>
                                          <p:attrName>ppt_x</p:attrName>
                                        </p:attrNameLst>
                                      </p:cBhvr>
                                      <p:tavLst>
                                        <p:tav tm="0">
                                          <p:val>
                                            <p:strVal val="#ppt_x"/>
                                          </p:val>
                                        </p:tav>
                                        <p:tav tm="100000">
                                          <p:val>
                                            <p:strVal val="#ppt_x"/>
                                          </p:val>
                                        </p:tav>
                                      </p:tavLst>
                                    </p:anim>
                                    <p:anim calcmode="lin" valueType="num">
                                      <p:cBhvr>
                                        <p:cTn id="61" dur="1000" fill="hold"/>
                                        <p:tgtEl>
                                          <p:spTgt spid="54"/>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52"/>
                                        </p:tgtEl>
                                        <p:attrNameLst>
                                          <p:attrName>style.visibility</p:attrName>
                                        </p:attrNameLst>
                                      </p:cBhvr>
                                      <p:to>
                                        <p:strVal val="visible"/>
                                      </p:to>
                                    </p:set>
                                    <p:animEffect transition="in" filter="fade">
                                      <p:cBhvr>
                                        <p:cTn id="64" dur="1000"/>
                                        <p:tgtEl>
                                          <p:spTgt spid="52"/>
                                        </p:tgtEl>
                                      </p:cBhvr>
                                    </p:animEffect>
                                    <p:anim calcmode="lin" valueType="num">
                                      <p:cBhvr>
                                        <p:cTn id="65" dur="1000" fill="hold"/>
                                        <p:tgtEl>
                                          <p:spTgt spid="52"/>
                                        </p:tgtEl>
                                        <p:attrNameLst>
                                          <p:attrName>ppt_x</p:attrName>
                                        </p:attrNameLst>
                                      </p:cBhvr>
                                      <p:tavLst>
                                        <p:tav tm="0">
                                          <p:val>
                                            <p:strVal val="#ppt_x"/>
                                          </p:val>
                                        </p:tav>
                                        <p:tav tm="100000">
                                          <p:val>
                                            <p:strVal val="#ppt_x"/>
                                          </p:val>
                                        </p:tav>
                                      </p:tavLst>
                                    </p:anim>
                                    <p:anim calcmode="lin" valueType="num">
                                      <p:cBhvr>
                                        <p:cTn id="66" dur="1000" fill="hold"/>
                                        <p:tgtEl>
                                          <p:spTgt spid="52"/>
                                        </p:tgtEl>
                                        <p:attrNameLst>
                                          <p:attrName>ppt_y</p:attrName>
                                        </p:attrNameLst>
                                      </p:cBhvr>
                                      <p:tavLst>
                                        <p:tav tm="0">
                                          <p:val>
                                            <p:strVal val="#ppt_y+.1"/>
                                          </p:val>
                                        </p:tav>
                                        <p:tav tm="100000">
                                          <p:val>
                                            <p:strVal val="#ppt_y"/>
                                          </p:val>
                                        </p:tav>
                                      </p:tavLst>
                                    </p:anim>
                                  </p:childTnLst>
                                </p:cTn>
                              </p:par>
                            </p:childTnLst>
                          </p:cTn>
                        </p:par>
                        <p:par>
                          <p:cTn id="67" fill="hold">
                            <p:stCondLst>
                              <p:cond delay="3950"/>
                            </p:stCondLst>
                            <p:childTnLst>
                              <p:par>
                                <p:cTn id="68" presetID="22" presetClass="entr" presetSubtype="1" fill="hold" grpId="0" nodeType="afterEffect">
                                  <p:stCondLst>
                                    <p:cond delay="0"/>
                                  </p:stCondLst>
                                  <p:childTnLst>
                                    <p:set>
                                      <p:cBhvr>
                                        <p:cTn id="69" dur="1" fill="hold">
                                          <p:stCondLst>
                                            <p:cond delay="0"/>
                                          </p:stCondLst>
                                        </p:cTn>
                                        <p:tgtEl>
                                          <p:spTgt spid="49"/>
                                        </p:tgtEl>
                                        <p:attrNameLst>
                                          <p:attrName>style.visibility</p:attrName>
                                        </p:attrNameLst>
                                      </p:cBhvr>
                                      <p:to>
                                        <p:strVal val="visible"/>
                                      </p:to>
                                    </p:set>
                                    <p:animEffect transition="in" filter="wipe(up)">
                                      <p:cBhvr>
                                        <p:cTn id="70" dur="500"/>
                                        <p:tgtEl>
                                          <p:spTgt spid="49"/>
                                        </p:tgtEl>
                                      </p:cBhvr>
                                    </p:animEffect>
                                  </p:childTnLst>
                                </p:cTn>
                              </p:par>
                              <p:par>
                                <p:cTn id="71" presetID="22" presetClass="entr" presetSubtype="1" fill="hold" grpId="0"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wipe(up)">
                                      <p:cBhvr>
                                        <p:cTn id="73" dur="500"/>
                                        <p:tgtEl>
                                          <p:spTgt spid="51"/>
                                        </p:tgtEl>
                                      </p:cBhvr>
                                    </p:animEffect>
                                  </p:childTnLst>
                                </p:cTn>
                              </p:par>
                              <p:par>
                                <p:cTn id="74" presetID="22" presetClass="entr" presetSubtype="4" fill="hold" grpId="0" nodeType="withEffect">
                                  <p:stCondLst>
                                    <p:cond delay="0"/>
                                  </p:stCondLst>
                                  <p:childTnLst>
                                    <p:set>
                                      <p:cBhvr>
                                        <p:cTn id="75" dur="1" fill="hold">
                                          <p:stCondLst>
                                            <p:cond delay="0"/>
                                          </p:stCondLst>
                                        </p:cTn>
                                        <p:tgtEl>
                                          <p:spTgt spid="53"/>
                                        </p:tgtEl>
                                        <p:attrNameLst>
                                          <p:attrName>style.visibility</p:attrName>
                                        </p:attrNameLst>
                                      </p:cBhvr>
                                      <p:to>
                                        <p:strVal val="visible"/>
                                      </p:to>
                                    </p:set>
                                    <p:animEffect transition="in" filter="wipe(down)">
                                      <p:cBhvr>
                                        <p:cTn id="76" dur="500"/>
                                        <p:tgtEl>
                                          <p:spTgt spid="53"/>
                                        </p:tgtEl>
                                      </p:cBhvr>
                                    </p:animEffect>
                                  </p:childTnLst>
                                </p:cTn>
                              </p:par>
                              <p:par>
                                <p:cTn id="77" presetID="22" presetClass="entr" presetSubtype="4" fill="hold" grpId="0" nodeType="withEffect">
                                  <p:stCondLst>
                                    <p:cond delay="0"/>
                                  </p:stCondLst>
                                  <p:childTnLst>
                                    <p:set>
                                      <p:cBhvr>
                                        <p:cTn id="78" dur="1" fill="hold">
                                          <p:stCondLst>
                                            <p:cond delay="0"/>
                                          </p:stCondLst>
                                        </p:cTn>
                                        <p:tgtEl>
                                          <p:spTgt spid="55"/>
                                        </p:tgtEl>
                                        <p:attrNameLst>
                                          <p:attrName>style.visibility</p:attrName>
                                        </p:attrNameLst>
                                      </p:cBhvr>
                                      <p:to>
                                        <p:strVal val="visible"/>
                                      </p:to>
                                    </p:set>
                                    <p:animEffect transition="in" filter="wipe(down)">
                                      <p:cBhvr>
                                        <p:cTn id="79"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autoUpdateAnimBg="0"/>
      <p:bldP spid="35" grpId="0"/>
      <p:bldP spid="48" grpId="0" autoUpdateAnimBg="0"/>
      <p:bldP spid="49" grpId="0" autoUpdateAnimBg="0"/>
      <p:bldP spid="50" grpId="0" autoUpdateAnimBg="0"/>
      <p:bldP spid="51" grpId="0" autoUpdateAnimBg="0"/>
      <p:bldP spid="52" grpId="0" autoUpdateAnimBg="0"/>
      <p:bldP spid="53" grpId="0" autoUpdateAnimBg="0"/>
      <p:bldP spid="54" grpId="0" autoUpdateAnimBg="0"/>
      <p:bldP spid="55"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4" name="Group 2"/>
          <p:cNvGrpSpPr>
            <a:grpSpLocks/>
          </p:cNvGrpSpPr>
          <p:nvPr/>
        </p:nvGrpSpPr>
        <p:grpSpPr bwMode="auto">
          <a:xfrm rot="-1142007">
            <a:off x="1264073" y="1831372"/>
            <a:ext cx="1556078" cy="1558119"/>
            <a:chOff x="0" y="0"/>
            <a:chExt cx="1200" cy="1200"/>
          </a:xfrm>
          <a:solidFill>
            <a:schemeClr val="accent1"/>
          </a:solidFill>
        </p:grpSpPr>
        <p:sp>
          <p:nvSpPr>
            <p:cNvPr id="125" name="AutoShape 32"/>
            <p:cNvSpPr>
              <a:spLocks/>
            </p:cNvSpPr>
            <p:nvPr/>
          </p:nvSpPr>
          <p:spPr bwMode="auto">
            <a:xfrm>
              <a:off x="96" y="96"/>
              <a:ext cx="1007" cy="1007"/>
            </a:xfrm>
            <a:custGeom>
              <a:avLst/>
              <a:gdLst>
                <a:gd name="T0" fmla="*/ 0 w 21600"/>
                <a:gd name="T1" fmla="*/ 23 h 21600"/>
                <a:gd name="T2" fmla="*/ 23 w 21600"/>
                <a:gd name="T3" fmla="*/ 0 h 21600"/>
                <a:gd name="T4" fmla="*/ 47 w 21600"/>
                <a:gd name="T5" fmla="*/ 23 h 21600"/>
                <a:gd name="T6" fmla="*/ 23 w 21600"/>
                <a:gd name="T7" fmla="*/ 47 h 21600"/>
                <a:gd name="T8" fmla="*/ 0 w 21600"/>
                <a:gd name="T9" fmla="*/ 23 h 21600"/>
                <a:gd name="T10" fmla="*/ 7 w 21600"/>
                <a:gd name="T11" fmla="*/ 23 h 21600"/>
                <a:gd name="T12" fmla="*/ 23 w 21600"/>
                <a:gd name="T13" fmla="*/ 40 h 21600"/>
                <a:gd name="T14" fmla="*/ 40 w 21600"/>
                <a:gd name="T15" fmla="*/ 23 h 21600"/>
                <a:gd name="T16" fmla="*/ 23 w 21600"/>
                <a:gd name="T17" fmla="*/ 7 h 21600"/>
                <a:gd name="T18" fmla="*/ 7 w 21600"/>
                <a:gd name="T19" fmla="*/ 23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3153 w 21600"/>
                <a:gd name="T31" fmla="*/ 3153 h 21600"/>
                <a:gd name="T32" fmla="*/ 18447 w 21600"/>
                <a:gd name="T33" fmla="*/ 184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003" y="10800"/>
                  </a:moveTo>
                  <a:cubicBezTo>
                    <a:pt x="3003" y="15106"/>
                    <a:pt x="6494" y="18597"/>
                    <a:pt x="10800" y="18597"/>
                  </a:cubicBezTo>
                  <a:cubicBezTo>
                    <a:pt x="15106" y="18597"/>
                    <a:pt x="18597" y="15106"/>
                    <a:pt x="18597" y="10800"/>
                  </a:cubicBezTo>
                  <a:cubicBezTo>
                    <a:pt x="18597" y="6494"/>
                    <a:pt x="15106" y="3003"/>
                    <a:pt x="10800" y="3003"/>
                  </a:cubicBezTo>
                  <a:cubicBezTo>
                    <a:pt x="6494" y="3003"/>
                    <a:pt x="3003" y="6494"/>
                    <a:pt x="3003" y="10800"/>
                  </a:cubicBez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nvGrpSpPr>
            <p:cNvPr id="126" name="Group 4"/>
            <p:cNvGrpSpPr>
              <a:grpSpLocks/>
            </p:cNvGrpSpPr>
            <p:nvPr/>
          </p:nvGrpSpPr>
          <p:grpSpPr bwMode="auto">
            <a:xfrm>
              <a:off x="456" y="0"/>
              <a:ext cx="288" cy="1200"/>
              <a:chOff x="0" y="0"/>
              <a:chExt cx="288" cy="1200"/>
            </a:xfrm>
            <a:grpFill/>
          </p:grpSpPr>
          <p:sp>
            <p:nvSpPr>
              <p:cNvPr id="136" name="AutoShape 34"/>
              <p:cNvSpPr>
                <a:spLocks/>
              </p:cNvSpPr>
              <p:nvPr/>
            </p:nvSpPr>
            <p:spPr bwMode="auto">
              <a:xfrm>
                <a:off x="0" y="983"/>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37" name="AutoShape 35"/>
              <p:cNvSpPr>
                <a:spLocks/>
              </p:cNvSpPr>
              <p:nvPr/>
            </p:nvSpPr>
            <p:spPr bwMode="auto">
              <a:xfrm flipV="1">
                <a:off x="0" y="0"/>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127" name="Group 7"/>
            <p:cNvGrpSpPr>
              <a:grpSpLocks/>
            </p:cNvGrpSpPr>
            <p:nvPr/>
          </p:nvGrpSpPr>
          <p:grpSpPr bwMode="auto">
            <a:xfrm rot="-5400000">
              <a:off x="456" y="0"/>
              <a:ext cx="288" cy="1200"/>
              <a:chOff x="0" y="0"/>
              <a:chExt cx="288" cy="1200"/>
            </a:xfrm>
            <a:grpFill/>
          </p:grpSpPr>
          <p:sp>
            <p:nvSpPr>
              <p:cNvPr id="134" name="AutoShape 37"/>
              <p:cNvSpPr>
                <a:spLocks/>
              </p:cNvSpPr>
              <p:nvPr/>
            </p:nvSpPr>
            <p:spPr bwMode="auto">
              <a:xfrm>
                <a:off x="0" y="983"/>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35" name="AutoShape 38"/>
              <p:cNvSpPr>
                <a:spLocks/>
              </p:cNvSpPr>
              <p:nvPr/>
            </p:nvSpPr>
            <p:spPr bwMode="auto">
              <a:xfrm flipV="1">
                <a:off x="0" y="0"/>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128" name="Group 10"/>
            <p:cNvGrpSpPr>
              <a:grpSpLocks/>
            </p:cNvGrpSpPr>
            <p:nvPr/>
          </p:nvGrpSpPr>
          <p:grpSpPr bwMode="auto">
            <a:xfrm rot="-2700000">
              <a:off x="456" y="0"/>
              <a:ext cx="288" cy="1200"/>
              <a:chOff x="0" y="0"/>
              <a:chExt cx="288" cy="1200"/>
            </a:xfrm>
            <a:grpFill/>
          </p:grpSpPr>
          <p:sp>
            <p:nvSpPr>
              <p:cNvPr id="132" name="AutoShape 40"/>
              <p:cNvSpPr>
                <a:spLocks/>
              </p:cNvSpPr>
              <p:nvPr/>
            </p:nvSpPr>
            <p:spPr bwMode="auto">
              <a:xfrm>
                <a:off x="0" y="983"/>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33" name="AutoShape 41"/>
              <p:cNvSpPr>
                <a:spLocks/>
              </p:cNvSpPr>
              <p:nvPr/>
            </p:nvSpPr>
            <p:spPr bwMode="auto">
              <a:xfrm flipV="1">
                <a:off x="0" y="0"/>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129" name="Group 13"/>
            <p:cNvGrpSpPr>
              <a:grpSpLocks/>
            </p:cNvGrpSpPr>
            <p:nvPr/>
          </p:nvGrpSpPr>
          <p:grpSpPr bwMode="auto">
            <a:xfrm rot="2700000" flipH="1">
              <a:off x="457" y="0"/>
              <a:ext cx="288" cy="1200"/>
              <a:chOff x="0" y="0"/>
              <a:chExt cx="288" cy="1200"/>
            </a:xfrm>
            <a:grpFill/>
          </p:grpSpPr>
          <p:sp>
            <p:nvSpPr>
              <p:cNvPr id="130" name="AutoShape 43"/>
              <p:cNvSpPr>
                <a:spLocks/>
              </p:cNvSpPr>
              <p:nvPr/>
            </p:nvSpPr>
            <p:spPr bwMode="auto">
              <a:xfrm>
                <a:off x="0" y="983"/>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31" name="AutoShape 44"/>
              <p:cNvSpPr>
                <a:spLocks/>
              </p:cNvSpPr>
              <p:nvPr/>
            </p:nvSpPr>
            <p:spPr bwMode="auto">
              <a:xfrm flipV="1">
                <a:off x="0" y="0"/>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grpSp>
        <p:nvGrpSpPr>
          <p:cNvPr id="138" name="Group 16"/>
          <p:cNvGrpSpPr>
            <a:grpSpLocks/>
          </p:cNvGrpSpPr>
          <p:nvPr/>
        </p:nvGrpSpPr>
        <p:grpSpPr bwMode="auto">
          <a:xfrm rot="-1142007">
            <a:off x="1264073" y="1830971"/>
            <a:ext cx="1556078" cy="1558119"/>
            <a:chOff x="0" y="0"/>
            <a:chExt cx="1200" cy="1200"/>
          </a:xfrm>
          <a:solidFill>
            <a:schemeClr val="accent1"/>
          </a:solidFill>
        </p:grpSpPr>
        <p:sp>
          <p:nvSpPr>
            <p:cNvPr id="139" name="AutoShape 46"/>
            <p:cNvSpPr>
              <a:spLocks/>
            </p:cNvSpPr>
            <p:nvPr/>
          </p:nvSpPr>
          <p:spPr bwMode="auto">
            <a:xfrm>
              <a:off x="96" y="96"/>
              <a:ext cx="1007" cy="1007"/>
            </a:xfrm>
            <a:custGeom>
              <a:avLst/>
              <a:gdLst>
                <a:gd name="T0" fmla="*/ 0 w 21600"/>
                <a:gd name="T1" fmla="*/ 23 h 21600"/>
                <a:gd name="T2" fmla="*/ 23 w 21600"/>
                <a:gd name="T3" fmla="*/ 0 h 21600"/>
                <a:gd name="T4" fmla="*/ 47 w 21600"/>
                <a:gd name="T5" fmla="*/ 23 h 21600"/>
                <a:gd name="T6" fmla="*/ 23 w 21600"/>
                <a:gd name="T7" fmla="*/ 47 h 21600"/>
                <a:gd name="T8" fmla="*/ 0 w 21600"/>
                <a:gd name="T9" fmla="*/ 23 h 21600"/>
                <a:gd name="T10" fmla="*/ 7 w 21600"/>
                <a:gd name="T11" fmla="*/ 23 h 21600"/>
                <a:gd name="T12" fmla="*/ 23 w 21600"/>
                <a:gd name="T13" fmla="*/ 40 h 21600"/>
                <a:gd name="T14" fmla="*/ 40 w 21600"/>
                <a:gd name="T15" fmla="*/ 23 h 21600"/>
                <a:gd name="T16" fmla="*/ 23 w 21600"/>
                <a:gd name="T17" fmla="*/ 7 h 21600"/>
                <a:gd name="T18" fmla="*/ 7 w 21600"/>
                <a:gd name="T19" fmla="*/ 23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3153 w 21600"/>
                <a:gd name="T31" fmla="*/ 3153 h 21600"/>
                <a:gd name="T32" fmla="*/ 18447 w 21600"/>
                <a:gd name="T33" fmla="*/ 184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003" y="10800"/>
                  </a:moveTo>
                  <a:cubicBezTo>
                    <a:pt x="3003" y="15106"/>
                    <a:pt x="6494" y="18597"/>
                    <a:pt x="10800" y="18597"/>
                  </a:cubicBezTo>
                  <a:cubicBezTo>
                    <a:pt x="15106" y="18597"/>
                    <a:pt x="18597" y="15106"/>
                    <a:pt x="18597" y="10800"/>
                  </a:cubicBezTo>
                  <a:cubicBezTo>
                    <a:pt x="18597" y="6494"/>
                    <a:pt x="15106" y="3003"/>
                    <a:pt x="10800" y="3003"/>
                  </a:cubicBezTo>
                  <a:cubicBezTo>
                    <a:pt x="6494" y="3003"/>
                    <a:pt x="3003" y="6494"/>
                    <a:pt x="3003" y="10800"/>
                  </a:cubicBez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nvGrpSpPr>
            <p:cNvPr id="140" name="Group 18"/>
            <p:cNvGrpSpPr>
              <a:grpSpLocks/>
            </p:cNvGrpSpPr>
            <p:nvPr/>
          </p:nvGrpSpPr>
          <p:grpSpPr bwMode="auto">
            <a:xfrm>
              <a:off x="456" y="0"/>
              <a:ext cx="288" cy="1200"/>
              <a:chOff x="0" y="0"/>
              <a:chExt cx="288" cy="1200"/>
            </a:xfrm>
            <a:grpFill/>
          </p:grpSpPr>
          <p:sp>
            <p:nvSpPr>
              <p:cNvPr id="150" name="AutoShape 48"/>
              <p:cNvSpPr>
                <a:spLocks/>
              </p:cNvSpPr>
              <p:nvPr/>
            </p:nvSpPr>
            <p:spPr bwMode="auto">
              <a:xfrm>
                <a:off x="0" y="983"/>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51" name="AutoShape 49"/>
              <p:cNvSpPr>
                <a:spLocks/>
              </p:cNvSpPr>
              <p:nvPr/>
            </p:nvSpPr>
            <p:spPr bwMode="auto">
              <a:xfrm flipV="1">
                <a:off x="0" y="0"/>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141" name="Group 21"/>
            <p:cNvGrpSpPr>
              <a:grpSpLocks/>
            </p:cNvGrpSpPr>
            <p:nvPr/>
          </p:nvGrpSpPr>
          <p:grpSpPr bwMode="auto">
            <a:xfrm rot="-5400000">
              <a:off x="456" y="0"/>
              <a:ext cx="288" cy="1200"/>
              <a:chOff x="0" y="0"/>
              <a:chExt cx="288" cy="1200"/>
            </a:xfrm>
            <a:grpFill/>
          </p:grpSpPr>
          <p:sp>
            <p:nvSpPr>
              <p:cNvPr id="148" name="AutoShape 51"/>
              <p:cNvSpPr>
                <a:spLocks/>
              </p:cNvSpPr>
              <p:nvPr/>
            </p:nvSpPr>
            <p:spPr bwMode="auto">
              <a:xfrm>
                <a:off x="0" y="983"/>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49" name="AutoShape 52"/>
              <p:cNvSpPr>
                <a:spLocks/>
              </p:cNvSpPr>
              <p:nvPr/>
            </p:nvSpPr>
            <p:spPr bwMode="auto">
              <a:xfrm flipV="1">
                <a:off x="0" y="0"/>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142" name="Group 24"/>
            <p:cNvGrpSpPr>
              <a:grpSpLocks/>
            </p:cNvGrpSpPr>
            <p:nvPr/>
          </p:nvGrpSpPr>
          <p:grpSpPr bwMode="auto">
            <a:xfrm rot="-2700000">
              <a:off x="456" y="0"/>
              <a:ext cx="288" cy="1200"/>
              <a:chOff x="0" y="0"/>
              <a:chExt cx="288" cy="1200"/>
            </a:xfrm>
            <a:grpFill/>
          </p:grpSpPr>
          <p:sp>
            <p:nvSpPr>
              <p:cNvPr id="146" name="AutoShape 54"/>
              <p:cNvSpPr>
                <a:spLocks/>
              </p:cNvSpPr>
              <p:nvPr/>
            </p:nvSpPr>
            <p:spPr bwMode="auto">
              <a:xfrm>
                <a:off x="0" y="983"/>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47" name="AutoShape 55"/>
              <p:cNvSpPr>
                <a:spLocks/>
              </p:cNvSpPr>
              <p:nvPr/>
            </p:nvSpPr>
            <p:spPr bwMode="auto">
              <a:xfrm flipV="1">
                <a:off x="0" y="0"/>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143" name="Group 27"/>
            <p:cNvGrpSpPr>
              <a:grpSpLocks/>
            </p:cNvGrpSpPr>
            <p:nvPr/>
          </p:nvGrpSpPr>
          <p:grpSpPr bwMode="auto">
            <a:xfrm rot="2700000" flipH="1">
              <a:off x="457" y="0"/>
              <a:ext cx="288" cy="1200"/>
              <a:chOff x="0" y="0"/>
              <a:chExt cx="288" cy="1200"/>
            </a:xfrm>
            <a:grpFill/>
          </p:grpSpPr>
          <p:sp>
            <p:nvSpPr>
              <p:cNvPr id="144" name="AutoShape 57"/>
              <p:cNvSpPr>
                <a:spLocks/>
              </p:cNvSpPr>
              <p:nvPr/>
            </p:nvSpPr>
            <p:spPr bwMode="auto">
              <a:xfrm>
                <a:off x="0" y="983"/>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45" name="AutoShape 58"/>
              <p:cNvSpPr>
                <a:spLocks/>
              </p:cNvSpPr>
              <p:nvPr/>
            </p:nvSpPr>
            <p:spPr bwMode="auto">
              <a:xfrm flipV="1">
                <a:off x="0" y="0"/>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grpSp>
        <p:nvGrpSpPr>
          <p:cNvPr id="152" name="Group 30"/>
          <p:cNvGrpSpPr>
            <a:grpSpLocks/>
          </p:cNvGrpSpPr>
          <p:nvPr/>
        </p:nvGrpSpPr>
        <p:grpSpPr bwMode="auto">
          <a:xfrm>
            <a:off x="2569066" y="2229537"/>
            <a:ext cx="2136912" cy="2139715"/>
            <a:chOff x="0" y="0"/>
            <a:chExt cx="1200" cy="1200"/>
          </a:xfrm>
          <a:solidFill>
            <a:schemeClr val="accent2"/>
          </a:solidFill>
        </p:grpSpPr>
        <p:sp>
          <p:nvSpPr>
            <p:cNvPr id="153" name="AutoShape 60"/>
            <p:cNvSpPr>
              <a:spLocks/>
            </p:cNvSpPr>
            <p:nvPr/>
          </p:nvSpPr>
          <p:spPr bwMode="auto">
            <a:xfrm>
              <a:off x="96" y="96"/>
              <a:ext cx="1007" cy="1007"/>
            </a:xfrm>
            <a:custGeom>
              <a:avLst/>
              <a:gdLst>
                <a:gd name="T0" fmla="*/ 0 w 21600"/>
                <a:gd name="T1" fmla="*/ 23 h 21600"/>
                <a:gd name="T2" fmla="*/ 23 w 21600"/>
                <a:gd name="T3" fmla="*/ 0 h 21600"/>
                <a:gd name="T4" fmla="*/ 47 w 21600"/>
                <a:gd name="T5" fmla="*/ 23 h 21600"/>
                <a:gd name="T6" fmla="*/ 23 w 21600"/>
                <a:gd name="T7" fmla="*/ 47 h 21600"/>
                <a:gd name="T8" fmla="*/ 0 w 21600"/>
                <a:gd name="T9" fmla="*/ 23 h 21600"/>
                <a:gd name="T10" fmla="*/ 7 w 21600"/>
                <a:gd name="T11" fmla="*/ 23 h 21600"/>
                <a:gd name="T12" fmla="*/ 23 w 21600"/>
                <a:gd name="T13" fmla="*/ 40 h 21600"/>
                <a:gd name="T14" fmla="*/ 40 w 21600"/>
                <a:gd name="T15" fmla="*/ 23 h 21600"/>
                <a:gd name="T16" fmla="*/ 23 w 21600"/>
                <a:gd name="T17" fmla="*/ 7 h 21600"/>
                <a:gd name="T18" fmla="*/ 7 w 21600"/>
                <a:gd name="T19" fmla="*/ 23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3153 w 21600"/>
                <a:gd name="T31" fmla="*/ 3153 h 21600"/>
                <a:gd name="T32" fmla="*/ 18447 w 21600"/>
                <a:gd name="T33" fmla="*/ 184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003" y="10800"/>
                  </a:moveTo>
                  <a:cubicBezTo>
                    <a:pt x="3003" y="15106"/>
                    <a:pt x="6494" y="18597"/>
                    <a:pt x="10800" y="18597"/>
                  </a:cubicBezTo>
                  <a:cubicBezTo>
                    <a:pt x="15106" y="18597"/>
                    <a:pt x="18597" y="15106"/>
                    <a:pt x="18597" y="10800"/>
                  </a:cubicBezTo>
                  <a:cubicBezTo>
                    <a:pt x="18597" y="6494"/>
                    <a:pt x="15106" y="3003"/>
                    <a:pt x="10800" y="3003"/>
                  </a:cubicBezTo>
                  <a:cubicBezTo>
                    <a:pt x="6494" y="3003"/>
                    <a:pt x="3003" y="6494"/>
                    <a:pt x="3003" y="10800"/>
                  </a:cubicBez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nvGrpSpPr>
            <p:cNvPr id="154" name="Group 32"/>
            <p:cNvGrpSpPr>
              <a:grpSpLocks/>
            </p:cNvGrpSpPr>
            <p:nvPr/>
          </p:nvGrpSpPr>
          <p:grpSpPr bwMode="auto">
            <a:xfrm>
              <a:off x="456" y="0"/>
              <a:ext cx="288" cy="1200"/>
              <a:chOff x="0" y="0"/>
              <a:chExt cx="288" cy="1200"/>
            </a:xfrm>
            <a:grpFill/>
          </p:grpSpPr>
          <p:sp>
            <p:nvSpPr>
              <p:cNvPr id="164" name="AutoShape 62"/>
              <p:cNvSpPr>
                <a:spLocks/>
              </p:cNvSpPr>
              <p:nvPr/>
            </p:nvSpPr>
            <p:spPr bwMode="auto">
              <a:xfrm>
                <a:off x="0" y="983"/>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65" name="AutoShape 63"/>
              <p:cNvSpPr>
                <a:spLocks/>
              </p:cNvSpPr>
              <p:nvPr/>
            </p:nvSpPr>
            <p:spPr bwMode="auto">
              <a:xfrm flipV="1">
                <a:off x="0" y="0"/>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155" name="Group 35"/>
            <p:cNvGrpSpPr>
              <a:grpSpLocks/>
            </p:cNvGrpSpPr>
            <p:nvPr/>
          </p:nvGrpSpPr>
          <p:grpSpPr bwMode="auto">
            <a:xfrm rot="-5400000">
              <a:off x="456" y="0"/>
              <a:ext cx="288" cy="1200"/>
              <a:chOff x="0" y="0"/>
              <a:chExt cx="288" cy="1200"/>
            </a:xfrm>
            <a:grpFill/>
          </p:grpSpPr>
          <p:sp>
            <p:nvSpPr>
              <p:cNvPr id="162" name="AutoShape 65"/>
              <p:cNvSpPr>
                <a:spLocks/>
              </p:cNvSpPr>
              <p:nvPr/>
            </p:nvSpPr>
            <p:spPr bwMode="auto">
              <a:xfrm>
                <a:off x="0" y="983"/>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63" name="AutoShape 66"/>
              <p:cNvSpPr>
                <a:spLocks/>
              </p:cNvSpPr>
              <p:nvPr/>
            </p:nvSpPr>
            <p:spPr bwMode="auto">
              <a:xfrm flipV="1">
                <a:off x="0" y="0"/>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156" name="Group 38"/>
            <p:cNvGrpSpPr>
              <a:grpSpLocks/>
            </p:cNvGrpSpPr>
            <p:nvPr/>
          </p:nvGrpSpPr>
          <p:grpSpPr bwMode="auto">
            <a:xfrm rot="-2700000">
              <a:off x="456" y="0"/>
              <a:ext cx="288" cy="1200"/>
              <a:chOff x="0" y="0"/>
              <a:chExt cx="288" cy="1200"/>
            </a:xfrm>
            <a:grpFill/>
          </p:grpSpPr>
          <p:sp>
            <p:nvSpPr>
              <p:cNvPr id="160" name="AutoShape 68"/>
              <p:cNvSpPr>
                <a:spLocks/>
              </p:cNvSpPr>
              <p:nvPr/>
            </p:nvSpPr>
            <p:spPr bwMode="auto">
              <a:xfrm>
                <a:off x="0" y="983"/>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61" name="AutoShape 69"/>
              <p:cNvSpPr>
                <a:spLocks/>
              </p:cNvSpPr>
              <p:nvPr/>
            </p:nvSpPr>
            <p:spPr bwMode="auto">
              <a:xfrm flipV="1">
                <a:off x="0" y="0"/>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157" name="Group 41"/>
            <p:cNvGrpSpPr>
              <a:grpSpLocks/>
            </p:cNvGrpSpPr>
            <p:nvPr/>
          </p:nvGrpSpPr>
          <p:grpSpPr bwMode="auto">
            <a:xfrm rot="2700000" flipH="1">
              <a:off x="457" y="0"/>
              <a:ext cx="288" cy="1200"/>
              <a:chOff x="0" y="0"/>
              <a:chExt cx="288" cy="1200"/>
            </a:xfrm>
            <a:grpFill/>
          </p:grpSpPr>
          <p:sp>
            <p:nvSpPr>
              <p:cNvPr id="158" name="AutoShape 71"/>
              <p:cNvSpPr>
                <a:spLocks/>
              </p:cNvSpPr>
              <p:nvPr/>
            </p:nvSpPr>
            <p:spPr bwMode="auto">
              <a:xfrm>
                <a:off x="0" y="983"/>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59" name="AutoShape 72"/>
              <p:cNvSpPr>
                <a:spLocks/>
              </p:cNvSpPr>
              <p:nvPr/>
            </p:nvSpPr>
            <p:spPr bwMode="auto">
              <a:xfrm flipV="1">
                <a:off x="0" y="0"/>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grpSp>
        <p:nvGrpSpPr>
          <p:cNvPr id="166" name="Group 44"/>
          <p:cNvGrpSpPr>
            <a:grpSpLocks/>
          </p:cNvGrpSpPr>
          <p:nvPr/>
        </p:nvGrpSpPr>
        <p:grpSpPr bwMode="auto">
          <a:xfrm>
            <a:off x="2564756" y="2226838"/>
            <a:ext cx="2142300" cy="2145112"/>
            <a:chOff x="0" y="0"/>
            <a:chExt cx="1200" cy="1200"/>
          </a:xfrm>
          <a:solidFill>
            <a:schemeClr val="accent2"/>
          </a:solidFill>
        </p:grpSpPr>
        <p:sp>
          <p:nvSpPr>
            <p:cNvPr id="167" name="AutoShape 74"/>
            <p:cNvSpPr>
              <a:spLocks/>
            </p:cNvSpPr>
            <p:nvPr/>
          </p:nvSpPr>
          <p:spPr bwMode="auto">
            <a:xfrm>
              <a:off x="96" y="96"/>
              <a:ext cx="1007" cy="1007"/>
            </a:xfrm>
            <a:custGeom>
              <a:avLst/>
              <a:gdLst>
                <a:gd name="T0" fmla="*/ 0 w 21600"/>
                <a:gd name="T1" fmla="*/ 23 h 21600"/>
                <a:gd name="T2" fmla="*/ 23 w 21600"/>
                <a:gd name="T3" fmla="*/ 0 h 21600"/>
                <a:gd name="T4" fmla="*/ 47 w 21600"/>
                <a:gd name="T5" fmla="*/ 23 h 21600"/>
                <a:gd name="T6" fmla="*/ 23 w 21600"/>
                <a:gd name="T7" fmla="*/ 47 h 21600"/>
                <a:gd name="T8" fmla="*/ 0 w 21600"/>
                <a:gd name="T9" fmla="*/ 23 h 21600"/>
                <a:gd name="T10" fmla="*/ 7 w 21600"/>
                <a:gd name="T11" fmla="*/ 23 h 21600"/>
                <a:gd name="T12" fmla="*/ 23 w 21600"/>
                <a:gd name="T13" fmla="*/ 40 h 21600"/>
                <a:gd name="T14" fmla="*/ 40 w 21600"/>
                <a:gd name="T15" fmla="*/ 23 h 21600"/>
                <a:gd name="T16" fmla="*/ 23 w 21600"/>
                <a:gd name="T17" fmla="*/ 7 h 21600"/>
                <a:gd name="T18" fmla="*/ 7 w 21600"/>
                <a:gd name="T19" fmla="*/ 23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3153 w 21600"/>
                <a:gd name="T31" fmla="*/ 3153 h 21600"/>
                <a:gd name="T32" fmla="*/ 18447 w 21600"/>
                <a:gd name="T33" fmla="*/ 184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003" y="10800"/>
                  </a:moveTo>
                  <a:cubicBezTo>
                    <a:pt x="3003" y="15106"/>
                    <a:pt x="6494" y="18597"/>
                    <a:pt x="10800" y="18597"/>
                  </a:cubicBezTo>
                  <a:cubicBezTo>
                    <a:pt x="15106" y="18597"/>
                    <a:pt x="18597" y="15106"/>
                    <a:pt x="18597" y="10800"/>
                  </a:cubicBezTo>
                  <a:cubicBezTo>
                    <a:pt x="18597" y="6494"/>
                    <a:pt x="15106" y="3003"/>
                    <a:pt x="10800" y="3003"/>
                  </a:cubicBezTo>
                  <a:cubicBezTo>
                    <a:pt x="6494" y="3003"/>
                    <a:pt x="3003" y="6494"/>
                    <a:pt x="3003" y="10800"/>
                  </a:cubicBez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nvGrpSpPr>
            <p:cNvPr id="168" name="Group 46"/>
            <p:cNvGrpSpPr>
              <a:grpSpLocks/>
            </p:cNvGrpSpPr>
            <p:nvPr/>
          </p:nvGrpSpPr>
          <p:grpSpPr bwMode="auto">
            <a:xfrm>
              <a:off x="456" y="0"/>
              <a:ext cx="288" cy="1200"/>
              <a:chOff x="0" y="0"/>
              <a:chExt cx="288" cy="1200"/>
            </a:xfrm>
            <a:grpFill/>
          </p:grpSpPr>
          <p:sp>
            <p:nvSpPr>
              <p:cNvPr id="178" name="AutoShape 76"/>
              <p:cNvSpPr>
                <a:spLocks/>
              </p:cNvSpPr>
              <p:nvPr/>
            </p:nvSpPr>
            <p:spPr bwMode="auto">
              <a:xfrm>
                <a:off x="0" y="983"/>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79" name="AutoShape 77"/>
              <p:cNvSpPr>
                <a:spLocks/>
              </p:cNvSpPr>
              <p:nvPr/>
            </p:nvSpPr>
            <p:spPr bwMode="auto">
              <a:xfrm flipV="1">
                <a:off x="0" y="0"/>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169" name="Group 49"/>
            <p:cNvGrpSpPr>
              <a:grpSpLocks/>
            </p:cNvGrpSpPr>
            <p:nvPr/>
          </p:nvGrpSpPr>
          <p:grpSpPr bwMode="auto">
            <a:xfrm rot="-5400000">
              <a:off x="456" y="0"/>
              <a:ext cx="288" cy="1200"/>
              <a:chOff x="0" y="0"/>
              <a:chExt cx="288" cy="1200"/>
            </a:xfrm>
            <a:grpFill/>
          </p:grpSpPr>
          <p:sp>
            <p:nvSpPr>
              <p:cNvPr id="176" name="AutoShape 79"/>
              <p:cNvSpPr>
                <a:spLocks/>
              </p:cNvSpPr>
              <p:nvPr/>
            </p:nvSpPr>
            <p:spPr bwMode="auto">
              <a:xfrm>
                <a:off x="0" y="983"/>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77" name="AutoShape 80"/>
              <p:cNvSpPr>
                <a:spLocks/>
              </p:cNvSpPr>
              <p:nvPr/>
            </p:nvSpPr>
            <p:spPr bwMode="auto">
              <a:xfrm flipV="1">
                <a:off x="0" y="0"/>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170" name="Group 52"/>
            <p:cNvGrpSpPr>
              <a:grpSpLocks/>
            </p:cNvGrpSpPr>
            <p:nvPr/>
          </p:nvGrpSpPr>
          <p:grpSpPr bwMode="auto">
            <a:xfrm rot="-2700000">
              <a:off x="456" y="0"/>
              <a:ext cx="288" cy="1200"/>
              <a:chOff x="0" y="0"/>
              <a:chExt cx="288" cy="1200"/>
            </a:xfrm>
            <a:grpFill/>
          </p:grpSpPr>
          <p:sp>
            <p:nvSpPr>
              <p:cNvPr id="174" name="AutoShape 82"/>
              <p:cNvSpPr>
                <a:spLocks/>
              </p:cNvSpPr>
              <p:nvPr/>
            </p:nvSpPr>
            <p:spPr bwMode="auto">
              <a:xfrm>
                <a:off x="0" y="983"/>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75" name="AutoShape 83"/>
              <p:cNvSpPr>
                <a:spLocks/>
              </p:cNvSpPr>
              <p:nvPr/>
            </p:nvSpPr>
            <p:spPr bwMode="auto">
              <a:xfrm flipV="1">
                <a:off x="0" y="0"/>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171" name="Group 55"/>
            <p:cNvGrpSpPr>
              <a:grpSpLocks/>
            </p:cNvGrpSpPr>
            <p:nvPr/>
          </p:nvGrpSpPr>
          <p:grpSpPr bwMode="auto">
            <a:xfrm rot="2700000" flipH="1">
              <a:off x="457" y="0"/>
              <a:ext cx="288" cy="1200"/>
              <a:chOff x="0" y="0"/>
              <a:chExt cx="288" cy="1200"/>
            </a:xfrm>
            <a:grpFill/>
          </p:grpSpPr>
          <p:sp>
            <p:nvSpPr>
              <p:cNvPr id="172" name="AutoShape 85"/>
              <p:cNvSpPr>
                <a:spLocks/>
              </p:cNvSpPr>
              <p:nvPr/>
            </p:nvSpPr>
            <p:spPr bwMode="auto">
              <a:xfrm>
                <a:off x="0" y="983"/>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73" name="AutoShape 86"/>
              <p:cNvSpPr>
                <a:spLocks/>
              </p:cNvSpPr>
              <p:nvPr/>
            </p:nvSpPr>
            <p:spPr bwMode="auto">
              <a:xfrm flipV="1">
                <a:off x="0" y="0"/>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grpSp>
        <p:nvGrpSpPr>
          <p:cNvPr id="180" name="Group 58"/>
          <p:cNvGrpSpPr>
            <a:grpSpLocks/>
          </p:cNvGrpSpPr>
          <p:nvPr/>
        </p:nvGrpSpPr>
        <p:grpSpPr bwMode="auto">
          <a:xfrm rot="1282349">
            <a:off x="4440883" y="1597225"/>
            <a:ext cx="1901993" cy="1904487"/>
            <a:chOff x="0" y="0"/>
            <a:chExt cx="1200" cy="1200"/>
          </a:xfrm>
          <a:solidFill>
            <a:schemeClr val="accent3"/>
          </a:solidFill>
        </p:grpSpPr>
        <p:sp>
          <p:nvSpPr>
            <p:cNvPr id="181" name="AutoShape 88"/>
            <p:cNvSpPr>
              <a:spLocks/>
            </p:cNvSpPr>
            <p:nvPr/>
          </p:nvSpPr>
          <p:spPr bwMode="auto">
            <a:xfrm>
              <a:off x="96" y="96"/>
              <a:ext cx="1007" cy="1007"/>
            </a:xfrm>
            <a:custGeom>
              <a:avLst/>
              <a:gdLst>
                <a:gd name="T0" fmla="*/ 0 w 21600"/>
                <a:gd name="T1" fmla="*/ 23 h 21600"/>
                <a:gd name="T2" fmla="*/ 23 w 21600"/>
                <a:gd name="T3" fmla="*/ 0 h 21600"/>
                <a:gd name="T4" fmla="*/ 47 w 21600"/>
                <a:gd name="T5" fmla="*/ 23 h 21600"/>
                <a:gd name="T6" fmla="*/ 23 w 21600"/>
                <a:gd name="T7" fmla="*/ 47 h 21600"/>
                <a:gd name="T8" fmla="*/ 0 w 21600"/>
                <a:gd name="T9" fmla="*/ 23 h 21600"/>
                <a:gd name="T10" fmla="*/ 7 w 21600"/>
                <a:gd name="T11" fmla="*/ 23 h 21600"/>
                <a:gd name="T12" fmla="*/ 23 w 21600"/>
                <a:gd name="T13" fmla="*/ 40 h 21600"/>
                <a:gd name="T14" fmla="*/ 40 w 21600"/>
                <a:gd name="T15" fmla="*/ 23 h 21600"/>
                <a:gd name="T16" fmla="*/ 23 w 21600"/>
                <a:gd name="T17" fmla="*/ 7 h 21600"/>
                <a:gd name="T18" fmla="*/ 7 w 21600"/>
                <a:gd name="T19" fmla="*/ 23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3153 w 21600"/>
                <a:gd name="T31" fmla="*/ 3153 h 21600"/>
                <a:gd name="T32" fmla="*/ 18447 w 21600"/>
                <a:gd name="T33" fmla="*/ 184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003" y="10800"/>
                  </a:moveTo>
                  <a:cubicBezTo>
                    <a:pt x="3003" y="15106"/>
                    <a:pt x="6494" y="18597"/>
                    <a:pt x="10800" y="18597"/>
                  </a:cubicBezTo>
                  <a:cubicBezTo>
                    <a:pt x="15106" y="18597"/>
                    <a:pt x="18597" y="15106"/>
                    <a:pt x="18597" y="10800"/>
                  </a:cubicBezTo>
                  <a:cubicBezTo>
                    <a:pt x="18597" y="6494"/>
                    <a:pt x="15106" y="3003"/>
                    <a:pt x="10800" y="3003"/>
                  </a:cubicBezTo>
                  <a:cubicBezTo>
                    <a:pt x="6494" y="3003"/>
                    <a:pt x="3003" y="6494"/>
                    <a:pt x="3003" y="10800"/>
                  </a:cubicBez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nvGrpSpPr>
            <p:cNvPr id="182" name="Group 60"/>
            <p:cNvGrpSpPr>
              <a:grpSpLocks/>
            </p:cNvGrpSpPr>
            <p:nvPr/>
          </p:nvGrpSpPr>
          <p:grpSpPr bwMode="auto">
            <a:xfrm>
              <a:off x="456" y="0"/>
              <a:ext cx="288" cy="1200"/>
              <a:chOff x="0" y="0"/>
              <a:chExt cx="288" cy="1200"/>
            </a:xfrm>
            <a:grpFill/>
          </p:grpSpPr>
          <p:sp>
            <p:nvSpPr>
              <p:cNvPr id="192" name="AutoShape 90"/>
              <p:cNvSpPr>
                <a:spLocks/>
              </p:cNvSpPr>
              <p:nvPr/>
            </p:nvSpPr>
            <p:spPr bwMode="auto">
              <a:xfrm>
                <a:off x="0" y="983"/>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93" name="AutoShape 91"/>
              <p:cNvSpPr>
                <a:spLocks/>
              </p:cNvSpPr>
              <p:nvPr/>
            </p:nvSpPr>
            <p:spPr bwMode="auto">
              <a:xfrm flipV="1">
                <a:off x="0" y="0"/>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183" name="Group 63"/>
            <p:cNvGrpSpPr>
              <a:grpSpLocks/>
            </p:cNvGrpSpPr>
            <p:nvPr/>
          </p:nvGrpSpPr>
          <p:grpSpPr bwMode="auto">
            <a:xfrm rot="-5400000">
              <a:off x="456" y="0"/>
              <a:ext cx="288" cy="1200"/>
              <a:chOff x="0" y="0"/>
              <a:chExt cx="288" cy="1200"/>
            </a:xfrm>
            <a:grpFill/>
          </p:grpSpPr>
          <p:sp>
            <p:nvSpPr>
              <p:cNvPr id="190" name="AutoShape 93"/>
              <p:cNvSpPr>
                <a:spLocks/>
              </p:cNvSpPr>
              <p:nvPr/>
            </p:nvSpPr>
            <p:spPr bwMode="auto">
              <a:xfrm>
                <a:off x="0" y="983"/>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91" name="AutoShape 94"/>
              <p:cNvSpPr>
                <a:spLocks/>
              </p:cNvSpPr>
              <p:nvPr/>
            </p:nvSpPr>
            <p:spPr bwMode="auto">
              <a:xfrm flipV="1">
                <a:off x="0" y="0"/>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184" name="Group 66"/>
            <p:cNvGrpSpPr>
              <a:grpSpLocks/>
            </p:cNvGrpSpPr>
            <p:nvPr/>
          </p:nvGrpSpPr>
          <p:grpSpPr bwMode="auto">
            <a:xfrm rot="-2700000">
              <a:off x="456" y="0"/>
              <a:ext cx="288" cy="1200"/>
              <a:chOff x="0" y="0"/>
              <a:chExt cx="288" cy="1200"/>
            </a:xfrm>
            <a:grpFill/>
          </p:grpSpPr>
          <p:sp>
            <p:nvSpPr>
              <p:cNvPr id="188" name="AutoShape 96"/>
              <p:cNvSpPr>
                <a:spLocks/>
              </p:cNvSpPr>
              <p:nvPr/>
            </p:nvSpPr>
            <p:spPr bwMode="auto">
              <a:xfrm>
                <a:off x="0" y="983"/>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89" name="AutoShape 97"/>
              <p:cNvSpPr>
                <a:spLocks/>
              </p:cNvSpPr>
              <p:nvPr/>
            </p:nvSpPr>
            <p:spPr bwMode="auto">
              <a:xfrm flipV="1">
                <a:off x="0" y="0"/>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185" name="Group 69"/>
            <p:cNvGrpSpPr>
              <a:grpSpLocks/>
            </p:cNvGrpSpPr>
            <p:nvPr/>
          </p:nvGrpSpPr>
          <p:grpSpPr bwMode="auto">
            <a:xfrm rot="2700000" flipH="1">
              <a:off x="457" y="0"/>
              <a:ext cx="288" cy="1200"/>
              <a:chOff x="0" y="0"/>
              <a:chExt cx="288" cy="1200"/>
            </a:xfrm>
            <a:grpFill/>
          </p:grpSpPr>
          <p:sp>
            <p:nvSpPr>
              <p:cNvPr id="186" name="AutoShape 99"/>
              <p:cNvSpPr>
                <a:spLocks/>
              </p:cNvSpPr>
              <p:nvPr/>
            </p:nvSpPr>
            <p:spPr bwMode="auto">
              <a:xfrm>
                <a:off x="0" y="983"/>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87" name="AutoShape 100"/>
              <p:cNvSpPr>
                <a:spLocks/>
              </p:cNvSpPr>
              <p:nvPr/>
            </p:nvSpPr>
            <p:spPr bwMode="auto">
              <a:xfrm flipV="1">
                <a:off x="0" y="0"/>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grpSp>
        <p:nvGrpSpPr>
          <p:cNvPr id="194" name="Group 72"/>
          <p:cNvGrpSpPr>
            <a:grpSpLocks/>
          </p:cNvGrpSpPr>
          <p:nvPr/>
        </p:nvGrpSpPr>
        <p:grpSpPr bwMode="auto">
          <a:xfrm rot="1283135">
            <a:off x="4443197" y="1596242"/>
            <a:ext cx="1906303" cy="1908804"/>
            <a:chOff x="0" y="0"/>
            <a:chExt cx="1200" cy="1200"/>
          </a:xfrm>
          <a:solidFill>
            <a:schemeClr val="accent1"/>
          </a:solidFill>
        </p:grpSpPr>
        <p:sp>
          <p:nvSpPr>
            <p:cNvPr id="195" name="AutoShape 102"/>
            <p:cNvSpPr>
              <a:spLocks/>
            </p:cNvSpPr>
            <p:nvPr/>
          </p:nvSpPr>
          <p:spPr bwMode="auto">
            <a:xfrm>
              <a:off x="96" y="96"/>
              <a:ext cx="1007" cy="1007"/>
            </a:xfrm>
            <a:custGeom>
              <a:avLst/>
              <a:gdLst>
                <a:gd name="T0" fmla="*/ 0 w 21600"/>
                <a:gd name="T1" fmla="*/ 23 h 21600"/>
                <a:gd name="T2" fmla="*/ 23 w 21600"/>
                <a:gd name="T3" fmla="*/ 0 h 21600"/>
                <a:gd name="T4" fmla="*/ 47 w 21600"/>
                <a:gd name="T5" fmla="*/ 23 h 21600"/>
                <a:gd name="T6" fmla="*/ 23 w 21600"/>
                <a:gd name="T7" fmla="*/ 47 h 21600"/>
                <a:gd name="T8" fmla="*/ 0 w 21600"/>
                <a:gd name="T9" fmla="*/ 23 h 21600"/>
                <a:gd name="T10" fmla="*/ 7 w 21600"/>
                <a:gd name="T11" fmla="*/ 23 h 21600"/>
                <a:gd name="T12" fmla="*/ 23 w 21600"/>
                <a:gd name="T13" fmla="*/ 40 h 21600"/>
                <a:gd name="T14" fmla="*/ 40 w 21600"/>
                <a:gd name="T15" fmla="*/ 23 h 21600"/>
                <a:gd name="T16" fmla="*/ 23 w 21600"/>
                <a:gd name="T17" fmla="*/ 7 h 21600"/>
                <a:gd name="T18" fmla="*/ 7 w 21600"/>
                <a:gd name="T19" fmla="*/ 23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3153 w 21600"/>
                <a:gd name="T31" fmla="*/ 3153 h 21600"/>
                <a:gd name="T32" fmla="*/ 18447 w 21600"/>
                <a:gd name="T33" fmla="*/ 184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003" y="10800"/>
                  </a:moveTo>
                  <a:cubicBezTo>
                    <a:pt x="3003" y="15106"/>
                    <a:pt x="6494" y="18597"/>
                    <a:pt x="10800" y="18597"/>
                  </a:cubicBezTo>
                  <a:cubicBezTo>
                    <a:pt x="15106" y="18597"/>
                    <a:pt x="18597" y="15106"/>
                    <a:pt x="18597" y="10800"/>
                  </a:cubicBezTo>
                  <a:cubicBezTo>
                    <a:pt x="18597" y="6494"/>
                    <a:pt x="15106" y="3003"/>
                    <a:pt x="10800" y="3003"/>
                  </a:cubicBezTo>
                  <a:cubicBezTo>
                    <a:pt x="6494" y="3003"/>
                    <a:pt x="3003" y="6494"/>
                    <a:pt x="3003" y="10800"/>
                  </a:cubicBez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nvGrpSpPr>
            <p:cNvPr id="196" name="Group 74"/>
            <p:cNvGrpSpPr>
              <a:grpSpLocks/>
            </p:cNvGrpSpPr>
            <p:nvPr/>
          </p:nvGrpSpPr>
          <p:grpSpPr bwMode="auto">
            <a:xfrm>
              <a:off x="456" y="0"/>
              <a:ext cx="288" cy="1200"/>
              <a:chOff x="0" y="0"/>
              <a:chExt cx="288" cy="1200"/>
            </a:xfrm>
            <a:grpFill/>
          </p:grpSpPr>
          <p:sp>
            <p:nvSpPr>
              <p:cNvPr id="206" name="AutoShape 104"/>
              <p:cNvSpPr>
                <a:spLocks/>
              </p:cNvSpPr>
              <p:nvPr/>
            </p:nvSpPr>
            <p:spPr bwMode="auto">
              <a:xfrm>
                <a:off x="0" y="983"/>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07" name="AutoShape 105"/>
              <p:cNvSpPr>
                <a:spLocks/>
              </p:cNvSpPr>
              <p:nvPr/>
            </p:nvSpPr>
            <p:spPr bwMode="auto">
              <a:xfrm flipV="1">
                <a:off x="0" y="0"/>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197" name="Group 77"/>
            <p:cNvGrpSpPr>
              <a:grpSpLocks/>
            </p:cNvGrpSpPr>
            <p:nvPr/>
          </p:nvGrpSpPr>
          <p:grpSpPr bwMode="auto">
            <a:xfrm rot="-5400000">
              <a:off x="456" y="0"/>
              <a:ext cx="288" cy="1200"/>
              <a:chOff x="0" y="0"/>
              <a:chExt cx="288" cy="1200"/>
            </a:xfrm>
            <a:grpFill/>
          </p:grpSpPr>
          <p:sp>
            <p:nvSpPr>
              <p:cNvPr id="204" name="AutoShape 107"/>
              <p:cNvSpPr>
                <a:spLocks/>
              </p:cNvSpPr>
              <p:nvPr/>
            </p:nvSpPr>
            <p:spPr bwMode="auto">
              <a:xfrm>
                <a:off x="0" y="983"/>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05" name="AutoShape 108"/>
              <p:cNvSpPr>
                <a:spLocks/>
              </p:cNvSpPr>
              <p:nvPr/>
            </p:nvSpPr>
            <p:spPr bwMode="auto">
              <a:xfrm flipV="1">
                <a:off x="0" y="0"/>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198" name="Group 80"/>
            <p:cNvGrpSpPr>
              <a:grpSpLocks/>
            </p:cNvGrpSpPr>
            <p:nvPr/>
          </p:nvGrpSpPr>
          <p:grpSpPr bwMode="auto">
            <a:xfrm rot="-2700000">
              <a:off x="456" y="0"/>
              <a:ext cx="288" cy="1200"/>
              <a:chOff x="0" y="0"/>
              <a:chExt cx="288" cy="1200"/>
            </a:xfrm>
            <a:grpFill/>
          </p:grpSpPr>
          <p:sp>
            <p:nvSpPr>
              <p:cNvPr id="202" name="AutoShape 110"/>
              <p:cNvSpPr>
                <a:spLocks/>
              </p:cNvSpPr>
              <p:nvPr/>
            </p:nvSpPr>
            <p:spPr bwMode="auto">
              <a:xfrm>
                <a:off x="0" y="983"/>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03" name="AutoShape 111"/>
              <p:cNvSpPr>
                <a:spLocks/>
              </p:cNvSpPr>
              <p:nvPr/>
            </p:nvSpPr>
            <p:spPr bwMode="auto">
              <a:xfrm flipV="1">
                <a:off x="0" y="0"/>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199" name="Group 83"/>
            <p:cNvGrpSpPr>
              <a:grpSpLocks/>
            </p:cNvGrpSpPr>
            <p:nvPr/>
          </p:nvGrpSpPr>
          <p:grpSpPr bwMode="auto">
            <a:xfrm rot="2700000" flipH="1">
              <a:off x="457" y="0"/>
              <a:ext cx="288" cy="1200"/>
              <a:chOff x="0" y="0"/>
              <a:chExt cx="288" cy="1200"/>
            </a:xfrm>
            <a:grpFill/>
          </p:grpSpPr>
          <p:sp>
            <p:nvSpPr>
              <p:cNvPr id="200" name="AutoShape 113"/>
              <p:cNvSpPr>
                <a:spLocks/>
              </p:cNvSpPr>
              <p:nvPr/>
            </p:nvSpPr>
            <p:spPr bwMode="auto">
              <a:xfrm>
                <a:off x="0" y="983"/>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01" name="AutoShape 114"/>
              <p:cNvSpPr>
                <a:spLocks/>
              </p:cNvSpPr>
              <p:nvPr/>
            </p:nvSpPr>
            <p:spPr bwMode="auto">
              <a:xfrm flipV="1">
                <a:off x="0" y="0"/>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grpSp>
        <p:nvGrpSpPr>
          <p:cNvPr id="208" name="Group 86"/>
          <p:cNvGrpSpPr>
            <a:grpSpLocks/>
          </p:cNvGrpSpPr>
          <p:nvPr/>
        </p:nvGrpSpPr>
        <p:grpSpPr bwMode="auto">
          <a:xfrm>
            <a:off x="6156447" y="2417286"/>
            <a:ext cx="1511896" cy="1513879"/>
            <a:chOff x="0" y="0"/>
            <a:chExt cx="1200" cy="1200"/>
          </a:xfrm>
          <a:solidFill>
            <a:schemeClr val="accent4"/>
          </a:solidFill>
        </p:grpSpPr>
        <p:sp>
          <p:nvSpPr>
            <p:cNvPr id="209" name="AutoShape 116"/>
            <p:cNvSpPr>
              <a:spLocks/>
            </p:cNvSpPr>
            <p:nvPr/>
          </p:nvSpPr>
          <p:spPr bwMode="auto">
            <a:xfrm>
              <a:off x="96" y="96"/>
              <a:ext cx="1007" cy="1007"/>
            </a:xfrm>
            <a:custGeom>
              <a:avLst/>
              <a:gdLst>
                <a:gd name="T0" fmla="*/ 0 w 21600"/>
                <a:gd name="T1" fmla="*/ 23 h 21600"/>
                <a:gd name="T2" fmla="*/ 23 w 21600"/>
                <a:gd name="T3" fmla="*/ 0 h 21600"/>
                <a:gd name="T4" fmla="*/ 47 w 21600"/>
                <a:gd name="T5" fmla="*/ 23 h 21600"/>
                <a:gd name="T6" fmla="*/ 23 w 21600"/>
                <a:gd name="T7" fmla="*/ 47 h 21600"/>
                <a:gd name="T8" fmla="*/ 0 w 21600"/>
                <a:gd name="T9" fmla="*/ 23 h 21600"/>
                <a:gd name="T10" fmla="*/ 7 w 21600"/>
                <a:gd name="T11" fmla="*/ 23 h 21600"/>
                <a:gd name="T12" fmla="*/ 23 w 21600"/>
                <a:gd name="T13" fmla="*/ 40 h 21600"/>
                <a:gd name="T14" fmla="*/ 40 w 21600"/>
                <a:gd name="T15" fmla="*/ 23 h 21600"/>
                <a:gd name="T16" fmla="*/ 23 w 21600"/>
                <a:gd name="T17" fmla="*/ 7 h 21600"/>
                <a:gd name="T18" fmla="*/ 7 w 21600"/>
                <a:gd name="T19" fmla="*/ 23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3153 w 21600"/>
                <a:gd name="T31" fmla="*/ 3153 h 21600"/>
                <a:gd name="T32" fmla="*/ 18447 w 21600"/>
                <a:gd name="T33" fmla="*/ 184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003" y="10800"/>
                  </a:moveTo>
                  <a:cubicBezTo>
                    <a:pt x="3003" y="15106"/>
                    <a:pt x="6494" y="18597"/>
                    <a:pt x="10800" y="18597"/>
                  </a:cubicBezTo>
                  <a:cubicBezTo>
                    <a:pt x="15106" y="18597"/>
                    <a:pt x="18597" y="15106"/>
                    <a:pt x="18597" y="10800"/>
                  </a:cubicBezTo>
                  <a:cubicBezTo>
                    <a:pt x="18597" y="6494"/>
                    <a:pt x="15106" y="3003"/>
                    <a:pt x="10800" y="3003"/>
                  </a:cubicBezTo>
                  <a:cubicBezTo>
                    <a:pt x="6494" y="3003"/>
                    <a:pt x="3003" y="6494"/>
                    <a:pt x="3003" y="10800"/>
                  </a:cubicBez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nvGrpSpPr>
            <p:cNvPr id="210" name="Group 88"/>
            <p:cNvGrpSpPr>
              <a:grpSpLocks/>
            </p:cNvGrpSpPr>
            <p:nvPr/>
          </p:nvGrpSpPr>
          <p:grpSpPr bwMode="auto">
            <a:xfrm>
              <a:off x="456" y="0"/>
              <a:ext cx="288" cy="1200"/>
              <a:chOff x="0" y="0"/>
              <a:chExt cx="288" cy="1200"/>
            </a:xfrm>
            <a:grpFill/>
          </p:grpSpPr>
          <p:sp>
            <p:nvSpPr>
              <p:cNvPr id="220" name="AutoShape 118"/>
              <p:cNvSpPr>
                <a:spLocks/>
              </p:cNvSpPr>
              <p:nvPr/>
            </p:nvSpPr>
            <p:spPr bwMode="auto">
              <a:xfrm>
                <a:off x="0" y="983"/>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21" name="AutoShape 119"/>
              <p:cNvSpPr>
                <a:spLocks/>
              </p:cNvSpPr>
              <p:nvPr/>
            </p:nvSpPr>
            <p:spPr bwMode="auto">
              <a:xfrm flipV="1">
                <a:off x="0" y="0"/>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211" name="Group 91"/>
            <p:cNvGrpSpPr>
              <a:grpSpLocks/>
            </p:cNvGrpSpPr>
            <p:nvPr/>
          </p:nvGrpSpPr>
          <p:grpSpPr bwMode="auto">
            <a:xfrm rot="-5400000">
              <a:off x="456" y="0"/>
              <a:ext cx="288" cy="1200"/>
              <a:chOff x="0" y="0"/>
              <a:chExt cx="288" cy="1200"/>
            </a:xfrm>
            <a:grpFill/>
          </p:grpSpPr>
          <p:sp>
            <p:nvSpPr>
              <p:cNvPr id="218" name="AutoShape 121"/>
              <p:cNvSpPr>
                <a:spLocks/>
              </p:cNvSpPr>
              <p:nvPr/>
            </p:nvSpPr>
            <p:spPr bwMode="auto">
              <a:xfrm>
                <a:off x="0" y="983"/>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19" name="AutoShape 122"/>
              <p:cNvSpPr>
                <a:spLocks/>
              </p:cNvSpPr>
              <p:nvPr/>
            </p:nvSpPr>
            <p:spPr bwMode="auto">
              <a:xfrm flipV="1">
                <a:off x="0" y="0"/>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212" name="Group 94"/>
            <p:cNvGrpSpPr>
              <a:grpSpLocks/>
            </p:cNvGrpSpPr>
            <p:nvPr/>
          </p:nvGrpSpPr>
          <p:grpSpPr bwMode="auto">
            <a:xfrm rot="-2700000">
              <a:off x="456" y="0"/>
              <a:ext cx="288" cy="1200"/>
              <a:chOff x="0" y="0"/>
              <a:chExt cx="288" cy="1200"/>
            </a:xfrm>
            <a:grpFill/>
          </p:grpSpPr>
          <p:sp>
            <p:nvSpPr>
              <p:cNvPr id="216" name="AutoShape 124"/>
              <p:cNvSpPr>
                <a:spLocks/>
              </p:cNvSpPr>
              <p:nvPr/>
            </p:nvSpPr>
            <p:spPr bwMode="auto">
              <a:xfrm>
                <a:off x="0" y="983"/>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17" name="AutoShape 125"/>
              <p:cNvSpPr>
                <a:spLocks/>
              </p:cNvSpPr>
              <p:nvPr/>
            </p:nvSpPr>
            <p:spPr bwMode="auto">
              <a:xfrm flipV="1">
                <a:off x="0" y="0"/>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213" name="Group 97"/>
            <p:cNvGrpSpPr>
              <a:grpSpLocks/>
            </p:cNvGrpSpPr>
            <p:nvPr/>
          </p:nvGrpSpPr>
          <p:grpSpPr bwMode="auto">
            <a:xfrm rot="2700000" flipH="1">
              <a:off x="457" y="0"/>
              <a:ext cx="288" cy="1200"/>
              <a:chOff x="0" y="0"/>
              <a:chExt cx="288" cy="1200"/>
            </a:xfrm>
            <a:grpFill/>
          </p:grpSpPr>
          <p:sp>
            <p:nvSpPr>
              <p:cNvPr id="214" name="AutoShape 127"/>
              <p:cNvSpPr>
                <a:spLocks/>
              </p:cNvSpPr>
              <p:nvPr/>
            </p:nvSpPr>
            <p:spPr bwMode="auto">
              <a:xfrm>
                <a:off x="0" y="983"/>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15" name="AutoShape 128"/>
              <p:cNvSpPr>
                <a:spLocks/>
              </p:cNvSpPr>
              <p:nvPr/>
            </p:nvSpPr>
            <p:spPr bwMode="auto">
              <a:xfrm flipV="1">
                <a:off x="0" y="0"/>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grpSp>
        <p:nvGrpSpPr>
          <p:cNvPr id="222" name="Group 100"/>
          <p:cNvGrpSpPr>
            <a:grpSpLocks/>
          </p:cNvGrpSpPr>
          <p:nvPr/>
        </p:nvGrpSpPr>
        <p:grpSpPr bwMode="auto">
          <a:xfrm>
            <a:off x="6152139" y="2424666"/>
            <a:ext cx="1516205" cy="1518195"/>
            <a:chOff x="0" y="0"/>
            <a:chExt cx="1200" cy="1200"/>
          </a:xfrm>
          <a:solidFill>
            <a:schemeClr val="accent2"/>
          </a:solidFill>
        </p:grpSpPr>
        <p:sp>
          <p:nvSpPr>
            <p:cNvPr id="223" name="AutoShape 130"/>
            <p:cNvSpPr>
              <a:spLocks/>
            </p:cNvSpPr>
            <p:nvPr/>
          </p:nvSpPr>
          <p:spPr bwMode="auto">
            <a:xfrm>
              <a:off x="96" y="96"/>
              <a:ext cx="1007" cy="1007"/>
            </a:xfrm>
            <a:custGeom>
              <a:avLst/>
              <a:gdLst>
                <a:gd name="T0" fmla="*/ 0 w 21600"/>
                <a:gd name="T1" fmla="*/ 23 h 21600"/>
                <a:gd name="T2" fmla="*/ 23 w 21600"/>
                <a:gd name="T3" fmla="*/ 0 h 21600"/>
                <a:gd name="T4" fmla="*/ 47 w 21600"/>
                <a:gd name="T5" fmla="*/ 23 h 21600"/>
                <a:gd name="T6" fmla="*/ 23 w 21600"/>
                <a:gd name="T7" fmla="*/ 47 h 21600"/>
                <a:gd name="T8" fmla="*/ 0 w 21600"/>
                <a:gd name="T9" fmla="*/ 23 h 21600"/>
                <a:gd name="T10" fmla="*/ 7 w 21600"/>
                <a:gd name="T11" fmla="*/ 23 h 21600"/>
                <a:gd name="T12" fmla="*/ 23 w 21600"/>
                <a:gd name="T13" fmla="*/ 40 h 21600"/>
                <a:gd name="T14" fmla="*/ 40 w 21600"/>
                <a:gd name="T15" fmla="*/ 23 h 21600"/>
                <a:gd name="T16" fmla="*/ 23 w 21600"/>
                <a:gd name="T17" fmla="*/ 7 h 21600"/>
                <a:gd name="T18" fmla="*/ 7 w 21600"/>
                <a:gd name="T19" fmla="*/ 23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3153 w 21600"/>
                <a:gd name="T31" fmla="*/ 3153 h 21600"/>
                <a:gd name="T32" fmla="*/ 18447 w 21600"/>
                <a:gd name="T33" fmla="*/ 184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003" y="10800"/>
                  </a:moveTo>
                  <a:cubicBezTo>
                    <a:pt x="3003" y="15106"/>
                    <a:pt x="6494" y="18597"/>
                    <a:pt x="10800" y="18597"/>
                  </a:cubicBezTo>
                  <a:cubicBezTo>
                    <a:pt x="15106" y="18597"/>
                    <a:pt x="18597" y="15106"/>
                    <a:pt x="18597" y="10800"/>
                  </a:cubicBezTo>
                  <a:cubicBezTo>
                    <a:pt x="18597" y="6494"/>
                    <a:pt x="15106" y="3003"/>
                    <a:pt x="10800" y="3003"/>
                  </a:cubicBezTo>
                  <a:cubicBezTo>
                    <a:pt x="6494" y="3003"/>
                    <a:pt x="3003" y="6494"/>
                    <a:pt x="3003" y="10800"/>
                  </a:cubicBez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nvGrpSpPr>
            <p:cNvPr id="224" name="Group 102"/>
            <p:cNvGrpSpPr>
              <a:grpSpLocks/>
            </p:cNvGrpSpPr>
            <p:nvPr/>
          </p:nvGrpSpPr>
          <p:grpSpPr bwMode="auto">
            <a:xfrm>
              <a:off x="456" y="0"/>
              <a:ext cx="288" cy="1200"/>
              <a:chOff x="0" y="0"/>
              <a:chExt cx="288" cy="1200"/>
            </a:xfrm>
            <a:grpFill/>
          </p:grpSpPr>
          <p:sp>
            <p:nvSpPr>
              <p:cNvPr id="234" name="AutoShape 132"/>
              <p:cNvSpPr>
                <a:spLocks/>
              </p:cNvSpPr>
              <p:nvPr/>
            </p:nvSpPr>
            <p:spPr bwMode="auto">
              <a:xfrm>
                <a:off x="0" y="983"/>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35" name="AutoShape 133"/>
              <p:cNvSpPr>
                <a:spLocks/>
              </p:cNvSpPr>
              <p:nvPr/>
            </p:nvSpPr>
            <p:spPr bwMode="auto">
              <a:xfrm flipV="1">
                <a:off x="0" y="0"/>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225" name="Group 105"/>
            <p:cNvGrpSpPr>
              <a:grpSpLocks/>
            </p:cNvGrpSpPr>
            <p:nvPr/>
          </p:nvGrpSpPr>
          <p:grpSpPr bwMode="auto">
            <a:xfrm rot="-5400000">
              <a:off x="456" y="0"/>
              <a:ext cx="288" cy="1200"/>
              <a:chOff x="0" y="0"/>
              <a:chExt cx="288" cy="1200"/>
            </a:xfrm>
            <a:grpFill/>
          </p:grpSpPr>
          <p:sp>
            <p:nvSpPr>
              <p:cNvPr id="232" name="AutoShape 135"/>
              <p:cNvSpPr>
                <a:spLocks/>
              </p:cNvSpPr>
              <p:nvPr/>
            </p:nvSpPr>
            <p:spPr bwMode="auto">
              <a:xfrm>
                <a:off x="0" y="983"/>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33" name="AutoShape 136"/>
              <p:cNvSpPr>
                <a:spLocks/>
              </p:cNvSpPr>
              <p:nvPr/>
            </p:nvSpPr>
            <p:spPr bwMode="auto">
              <a:xfrm flipV="1">
                <a:off x="0" y="0"/>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226" name="Group 108"/>
            <p:cNvGrpSpPr>
              <a:grpSpLocks/>
            </p:cNvGrpSpPr>
            <p:nvPr/>
          </p:nvGrpSpPr>
          <p:grpSpPr bwMode="auto">
            <a:xfrm rot="-2700000">
              <a:off x="456" y="0"/>
              <a:ext cx="288" cy="1200"/>
              <a:chOff x="0" y="0"/>
              <a:chExt cx="288" cy="1200"/>
            </a:xfrm>
            <a:grpFill/>
          </p:grpSpPr>
          <p:sp>
            <p:nvSpPr>
              <p:cNvPr id="230" name="AutoShape 138"/>
              <p:cNvSpPr>
                <a:spLocks/>
              </p:cNvSpPr>
              <p:nvPr/>
            </p:nvSpPr>
            <p:spPr bwMode="auto">
              <a:xfrm>
                <a:off x="0" y="983"/>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31" name="AutoShape 139"/>
              <p:cNvSpPr>
                <a:spLocks/>
              </p:cNvSpPr>
              <p:nvPr/>
            </p:nvSpPr>
            <p:spPr bwMode="auto">
              <a:xfrm flipV="1">
                <a:off x="0" y="0"/>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227" name="Group 111"/>
            <p:cNvGrpSpPr>
              <a:grpSpLocks/>
            </p:cNvGrpSpPr>
            <p:nvPr/>
          </p:nvGrpSpPr>
          <p:grpSpPr bwMode="auto">
            <a:xfrm rot="2700000" flipH="1">
              <a:off x="457" y="0"/>
              <a:ext cx="288" cy="1200"/>
              <a:chOff x="0" y="0"/>
              <a:chExt cx="288" cy="1200"/>
            </a:xfrm>
            <a:grpFill/>
          </p:grpSpPr>
          <p:sp>
            <p:nvSpPr>
              <p:cNvPr id="228" name="AutoShape 141"/>
              <p:cNvSpPr>
                <a:spLocks/>
              </p:cNvSpPr>
              <p:nvPr/>
            </p:nvSpPr>
            <p:spPr bwMode="auto">
              <a:xfrm>
                <a:off x="0" y="983"/>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29" name="AutoShape 142"/>
              <p:cNvSpPr>
                <a:spLocks/>
              </p:cNvSpPr>
              <p:nvPr/>
            </p:nvSpPr>
            <p:spPr bwMode="auto">
              <a:xfrm flipV="1">
                <a:off x="0" y="0"/>
                <a:ext cx="288" cy="217"/>
              </a:xfrm>
              <a:custGeom>
                <a:avLst/>
                <a:gdLst>
                  <a:gd name="T0" fmla="*/ 0 w 21600"/>
                  <a:gd name="T1" fmla="*/ 0 h 21600"/>
                  <a:gd name="T2" fmla="*/ 1 w 21600"/>
                  <a:gd name="T3" fmla="*/ 2 h 21600"/>
                  <a:gd name="T4" fmla="*/ 3 w 21600"/>
                  <a:gd name="T5" fmla="*/ 2 h 21600"/>
                  <a:gd name="T6" fmla="*/ 4 w 21600"/>
                  <a:gd name="T7" fmla="*/ 0 h 21600"/>
                  <a:gd name="T8" fmla="*/ 0 w 21600"/>
                  <a:gd name="T9" fmla="*/ 0 h 21600"/>
                  <a:gd name="T10" fmla="*/ 0 60000 65536"/>
                  <a:gd name="T11" fmla="*/ 0 60000 65536"/>
                  <a:gd name="T12" fmla="*/ 0 60000 65536"/>
                  <a:gd name="T13" fmla="*/ 0 60000 65536"/>
                  <a:gd name="T14" fmla="*/ 0 60000 65536"/>
                  <a:gd name="T15" fmla="*/ 4500 w 21600"/>
                  <a:gd name="T16" fmla="*/ 4479 h 21600"/>
                  <a:gd name="T17" fmla="*/ 17100 w 21600"/>
                  <a:gd name="T18" fmla="*/ 17121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5400" y="21600"/>
                    </a:lnTo>
                    <a:lnTo>
                      <a:pt x="16200" y="21600"/>
                    </a:lnTo>
                    <a:lnTo>
                      <a:pt x="21600" y="0"/>
                    </a:lnTo>
                    <a:lnTo>
                      <a:pt x="0"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sp>
        <p:nvSpPr>
          <p:cNvPr id="236" name="AutoShape 143"/>
          <p:cNvSpPr>
            <a:spLocks noChangeArrowheads="1"/>
          </p:cNvSpPr>
          <p:nvPr/>
        </p:nvSpPr>
        <p:spPr bwMode="auto">
          <a:xfrm>
            <a:off x="1410630" y="1451557"/>
            <a:ext cx="1396590" cy="390607"/>
          </a:xfrm>
          <a:prstGeom prst="roundRect">
            <a:avLst>
              <a:gd name="adj" fmla="val 50000"/>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63500" dir="3187806" algn="ctr" rotWithShape="0">
                    <a:srgbClr val="001D3A"/>
                  </a:outerShdw>
                </a:effectLst>
              </a14:hiddenEffects>
            </a:ext>
          </a:extLst>
        </p:spPr>
        <p:txBody>
          <a:bodyPr wrap="none" lIns="62084" tIns="31042" rIns="62084" bIns="31042" anchor="ctr"/>
          <a:lstStyle>
            <a:lvl1pPr eaLnBrk="0" hangingPunct="0">
              <a:defRPr sz="2800" b="1">
                <a:solidFill>
                  <a:schemeClr val="tx1"/>
                </a:solidFill>
                <a:latin typeface="Arial" pitchFamily="34" charset="0"/>
                <a:ea typeface="宋体" pitchFamily="2" charset="-122"/>
              </a:defRPr>
            </a:lvl1pPr>
            <a:lvl2pPr marL="742950" indent="-285750" eaLnBrk="0" hangingPunct="0">
              <a:defRPr sz="2800" b="1">
                <a:solidFill>
                  <a:schemeClr val="tx1"/>
                </a:solidFill>
                <a:latin typeface="Arial" pitchFamily="34" charset="0"/>
                <a:ea typeface="宋体" pitchFamily="2" charset="-122"/>
              </a:defRPr>
            </a:lvl2pPr>
            <a:lvl3pPr marL="1143000" indent="-228600" eaLnBrk="0" hangingPunct="0">
              <a:defRPr sz="2800" b="1">
                <a:solidFill>
                  <a:schemeClr val="tx1"/>
                </a:solidFill>
                <a:latin typeface="Arial" pitchFamily="34" charset="0"/>
                <a:ea typeface="宋体" pitchFamily="2" charset="-122"/>
              </a:defRPr>
            </a:lvl3pPr>
            <a:lvl4pPr marL="1600200" indent="-228600" eaLnBrk="0" hangingPunct="0">
              <a:defRPr sz="2800" b="1">
                <a:solidFill>
                  <a:schemeClr val="tx1"/>
                </a:solidFill>
                <a:latin typeface="Arial" pitchFamily="34" charset="0"/>
                <a:ea typeface="宋体" pitchFamily="2" charset="-122"/>
              </a:defRPr>
            </a:lvl4pPr>
            <a:lvl5pPr marL="2057400" indent="-228600" eaLnBrk="0" hangingPunct="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sz="2800" b="1">
                <a:solidFill>
                  <a:schemeClr val="tx1"/>
                </a:solidFill>
                <a:latin typeface="Arial" pitchFamily="34" charset="0"/>
                <a:ea typeface="宋体" pitchFamily="2" charset="-122"/>
              </a:defRPr>
            </a:lvl9pPr>
          </a:lstStyle>
          <a:p>
            <a:pPr algn="ctr"/>
            <a:r>
              <a:rPr lang="zh-CN" altLang="en-US" sz="1400" dirty="0">
                <a:solidFill>
                  <a:schemeClr val="accent1"/>
                </a:solidFill>
                <a:latin typeface="微软雅黑" panose="020B0503020204020204" pitchFamily="34" charset="-122"/>
                <a:ea typeface="微软雅黑" panose="020B0503020204020204" pitchFamily="34" charset="-122"/>
              </a:rPr>
              <a:t>添加段落文字</a:t>
            </a:r>
          </a:p>
        </p:txBody>
      </p:sp>
      <p:sp>
        <p:nvSpPr>
          <p:cNvPr id="237" name="AutoShape 144"/>
          <p:cNvSpPr>
            <a:spLocks noChangeArrowheads="1"/>
          </p:cNvSpPr>
          <p:nvPr/>
        </p:nvSpPr>
        <p:spPr bwMode="auto">
          <a:xfrm>
            <a:off x="2947310" y="1762317"/>
            <a:ext cx="1396590" cy="390607"/>
          </a:xfrm>
          <a:prstGeom prst="roundRect">
            <a:avLst>
              <a:gd name="adj" fmla="val 50000"/>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63500" dir="3187806" algn="ctr" rotWithShape="0">
                    <a:srgbClr val="001D3A"/>
                  </a:outerShdw>
                </a:effectLst>
              </a14:hiddenEffects>
            </a:ext>
          </a:extLst>
        </p:spPr>
        <p:txBody>
          <a:bodyPr wrap="none" lIns="62084" tIns="31042" rIns="62084" bIns="31042" anchor="ctr"/>
          <a:lstStyle>
            <a:lvl1pPr eaLnBrk="0" hangingPunct="0">
              <a:defRPr sz="2800" b="1">
                <a:solidFill>
                  <a:schemeClr val="tx1"/>
                </a:solidFill>
                <a:latin typeface="Arial" pitchFamily="34" charset="0"/>
                <a:ea typeface="宋体" pitchFamily="2" charset="-122"/>
              </a:defRPr>
            </a:lvl1pPr>
            <a:lvl2pPr marL="742950" indent="-285750" eaLnBrk="0" hangingPunct="0">
              <a:defRPr sz="2800" b="1">
                <a:solidFill>
                  <a:schemeClr val="tx1"/>
                </a:solidFill>
                <a:latin typeface="Arial" pitchFamily="34" charset="0"/>
                <a:ea typeface="宋体" pitchFamily="2" charset="-122"/>
              </a:defRPr>
            </a:lvl2pPr>
            <a:lvl3pPr marL="1143000" indent="-228600" eaLnBrk="0" hangingPunct="0">
              <a:defRPr sz="2800" b="1">
                <a:solidFill>
                  <a:schemeClr val="tx1"/>
                </a:solidFill>
                <a:latin typeface="Arial" pitchFamily="34" charset="0"/>
                <a:ea typeface="宋体" pitchFamily="2" charset="-122"/>
              </a:defRPr>
            </a:lvl3pPr>
            <a:lvl4pPr marL="1600200" indent="-228600" eaLnBrk="0" hangingPunct="0">
              <a:defRPr sz="2800" b="1">
                <a:solidFill>
                  <a:schemeClr val="tx1"/>
                </a:solidFill>
                <a:latin typeface="Arial" pitchFamily="34" charset="0"/>
                <a:ea typeface="宋体" pitchFamily="2" charset="-122"/>
              </a:defRPr>
            </a:lvl4pPr>
            <a:lvl5pPr marL="2057400" indent="-228600" eaLnBrk="0" hangingPunct="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sz="2800" b="1">
                <a:solidFill>
                  <a:schemeClr val="tx1"/>
                </a:solidFill>
                <a:latin typeface="Arial" pitchFamily="34" charset="0"/>
                <a:ea typeface="宋体" pitchFamily="2" charset="-122"/>
              </a:defRPr>
            </a:lvl9pPr>
          </a:lstStyle>
          <a:p>
            <a:pPr algn="ctr"/>
            <a:r>
              <a:rPr lang="zh-CN" altLang="en-US" sz="1400" dirty="0">
                <a:solidFill>
                  <a:schemeClr val="accent1"/>
                </a:solidFill>
                <a:latin typeface="微软雅黑" panose="020B0503020204020204" pitchFamily="34" charset="-122"/>
                <a:ea typeface="微软雅黑" panose="020B0503020204020204" pitchFamily="34" charset="-122"/>
              </a:rPr>
              <a:t>添加段落文字</a:t>
            </a:r>
          </a:p>
        </p:txBody>
      </p:sp>
      <p:sp>
        <p:nvSpPr>
          <p:cNvPr id="238" name="AutoShape 145"/>
          <p:cNvSpPr>
            <a:spLocks noChangeArrowheads="1"/>
          </p:cNvSpPr>
          <p:nvPr/>
        </p:nvSpPr>
        <p:spPr bwMode="auto">
          <a:xfrm>
            <a:off x="4717833" y="3620407"/>
            <a:ext cx="1396590" cy="390607"/>
          </a:xfrm>
          <a:prstGeom prst="roundRect">
            <a:avLst>
              <a:gd name="adj" fmla="val 50000"/>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63500" dir="3187806" algn="ctr" rotWithShape="0">
                    <a:srgbClr val="001D3A"/>
                  </a:outerShdw>
                </a:effectLst>
              </a14:hiddenEffects>
            </a:ext>
          </a:extLst>
        </p:spPr>
        <p:txBody>
          <a:bodyPr wrap="none" lIns="62084" tIns="31042" rIns="62084" bIns="31042" anchor="ctr"/>
          <a:lstStyle>
            <a:lvl1pPr eaLnBrk="0" hangingPunct="0">
              <a:defRPr sz="2800" b="1">
                <a:solidFill>
                  <a:schemeClr val="tx1"/>
                </a:solidFill>
                <a:latin typeface="Arial" pitchFamily="34" charset="0"/>
                <a:ea typeface="宋体" pitchFamily="2" charset="-122"/>
              </a:defRPr>
            </a:lvl1pPr>
            <a:lvl2pPr marL="742950" indent="-285750" eaLnBrk="0" hangingPunct="0">
              <a:defRPr sz="2800" b="1">
                <a:solidFill>
                  <a:schemeClr val="tx1"/>
                </a:solidFill>
                <a:latin typeface="Arial" pitchFamily="34" charset="0"/>
                <a:ea typeface="宋体" pitchFamily="2" charset="-122"/>
              </a:defRPr>
            </a:lvl2pPr>
            <a:lvl3pPr marL="1143000" indent="-228600" eaLnBrk="0" hangingPunct="0">
              <a:defRPr sz="2800" b="1">
                <a:solidFill>
                  <a:schemeClr val="tx1"/>
                </a:solidFill>
                <a:latin typeface="Arial" pitchFamily="34" charset="0"/>
                <a:ea typeface="宋体" pitchFamily="2" charset="-122"/>
              </a:defRPr>
            </a:lvl3pPr>
            <a:lvl4pPr marL="1600200" indent="-228600" eaLnBrk="0" hangingPunct="0">
              <a:defRPr sz="2800" b="1">
                <a:solidFill>
                  <a:schemeClr val="tx1"/>
                </a:solidFill>
                <a:latin typeface="Arial" pitchFamily="34" charset="0"/>
                <a:ea typeface="宋体" pitchFamily="2" charset="-122"/>
              </a:defRPr>
            </a:lvl4pPr>
            <a:lvl5pPr marL="2057400" indent="-228600" eaLnBrk="0" hangingPunct="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sz="2800" b="1">
                <a:solidFill>
                  <a:schemeClr val="tx1"/>
                </a:solidFill>
                <a:latin typeface="Arial" pitchFamily="34" charset="0"/>
                <a:ea typeface="宋体" pitchFamily="2" charset="-122"/>
              </a:defRPr>
            </a:lvl9pPr>
          </a:lstStyle>
          <a:p>
            <a:pPr algn="ctr"/>
            <a:r>
              <a:rPr lang="zh-CN" altLang="en-US" sz="1400">
                <a:solidFill>
                  <a:schemeClr val="accent1"/>
                </a:solidFill>
                <a:latin typeface="微软雅黑" panose="020B0503020204020204" pitchFamily="34" charset="-122"/>
                <a:ea typeface="微软雅黑" panose="020B0503020204020204" pitchFamily="34" charset="-122"/>
              </a:rPr>
              <a:t>添加段落文字</a:t>
            </a:r>
          </a:p>
        </p:txBody>
      </p:sp>
      <p:sp>
        <p:nvSpPr>
          <p:cNvPr id="239" name="AutoShape 146"/>
          <p:cNvSpPr>
            <a:spLocks noChangeArrowheads="1"/>
          </p:cNvSpPr>
          <p:nvPr/>
        </p:nvSpPr>
        <p:spPr bwMode="auto">
          <a:xfrm>
            <a:off x="6194167" y="1854034"/>
            <a:ext cx="1396590" cy="390607"/>
          </a:xfrm>
          <a:prstGeom prst="roundRect">
            <a:avLst>
              <a:gd name="adj" fmla="val 50000"/>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63500" dir="3187806" algn="ctr" rotWithShape="0">
                    <a:srgbClr val="001D3A"/>
                  </a:outerShdw>
                </a:effectLst>
              </a14:hiddenEffects>
            </a:ext>
          </a:extLst>
        </p:spPr>
        <p:txBody>
          <a:bodyPr wrap="none" lIns="62084" tIns="31042" rIns="62084" bIns="31042" anchor="ctr"/>
          <a:lstStyle>
            <a:lvl1pPr eaLnBrk="0" hangingPunct="0">
              <a:defRPr sz="2800" b="1">
                <a:solidFill>
                  <a:schemeClr val="tx1"/>
                </a:solidFill>
                <a:latin typeface="Arial" pitchFamily="34" charset="0"/>
                <a:ea typeface="宋体" pitchFamily="2" charset="-122"/>
              </a:defRPr>
            </a:lvl1pPr>
            <a:lvl2pPr marL="742950" indent="-285750" eaLnBrk="0" hangingPunct="0">
              <a:defRPr sz="2800" b="1">
                <a:solidFill>
                  <a:schemeClr val="tx1"/>
                </a:solidFill>
                <a:latin typeface="Arial" pitchFamily="34" charset="0"/>
                <a:ea typeface="宋体" pitchFamily="2" charset="-122"/>
              </a:defRPr>
            </a:lvl2pPr>
            <a:lvl3pPr marL="1143000" indent="-228600" eaLnBrk="0" hangingPunct="0">
              <a:defRPr sz="2800" b="1">
                <a:solidFill>
                  <a:schemeClr val="tx1"/>
                </a:solidFill>
                <a:latin typeface="Arial" pitchFamily="34" charset="0"/>
                <a:ea typeface="宋体" pitchFamily="2" charset="-122"/>
              </a:defRPr>
            </a:lvl3pPr>
            <a:lvl4pPr marL="1600200" indent="-228600" eaLnBrk="0" hangingPunct="0">
              <a:defRPr sz="2800" b="1">
                <a:solidFill>
                  <a:schemeClr val="tx1"/>
                </a:solidFill>
                <a:latin typeface="Arial" pitchFamily="34" charset="0"/>
                <a:ea typeface="宋体" pitchFamily="2" charset="-122"/>
              </a:defRPr>
            </a:lvl4pPr>
            <a:lvl5pPr marL="2057400" indent="-228600" eaLnBrk="0" hangingPunct="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sz="2800" b="1">
                <a:solidFill>
                  <a:schemeClr val="tx1"/>
                </a:solidFill>
                <a:latin typeface="Arial" pitchFamily="34" charset="0"/>
                <a:ea typeface="宋体" pitchFamily="2" charset="-122"/>
              </a:defRPr>
            </a:lvl9pPr>
          </a:lstStyle>
          <a:p>
            <a:pPr algn="ctr"/>
            <a:r>
              <a:rPr lang="zh-CN" altLang="en-US" sz="1400" dirty="0">
                <a:solidFill>
                  <a:schemeClr val="accent1"/>
                </a:solidFill>
                <a:latin typeface="微软雅黑" panose="020B0503020204020204" pitchFamily="34" charset="-122"/>
                <a:ea typeface="微软雅黑" panose="020B0503020204020204" pitchFamily="34" charset="-122"/>
              </a:rPr>
              <a:t>添加段落文字</a:t>
            </a:r>
          </a:p>
        </p:txBody>
      </p:sp>
      <p:sp>
        <p:nvSpPr>
          <p:cNvPr id="240" name="Rectangle 147"/>
          <p:cNvSpPr>
            <a:spLocks noChangeArrowheads="1"/>
          </p:cNvSpPr>
          <p:nvPr/>
        </p:nvSpPr>
        <p:spPr bwMode="auto">
          <a:xfrm>
            <a:off x="1535633" y="2217666"/>
            <a:ext cx="989252" cy="7661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2084" tIns="31042" rIns="62084" bIns="31042" anchor="ctr"/>
          <a:lstStyle>
            <a:lvl1pPr eaLnBrk="0" hangingPunct="0">
              <a:defRPr sz="2800" b="1">
                <a:solidFill>
                  <a:schemeClr val="tx1"/>
                </a:solidFill>
                <a:latin typeface="Arial" pitchFamily="34" charset="0"/>
                <a:ea typeface="宋体" pitchFamily="2" charset="-122"/>
              </a:defRPr>
            </a:lvl1pPr>
            <a:lvl2pPr marL="742950" indent="-285750" eaLnBrk="0" hangingPunct="0">
              <a:defRPr sz="2800" b="1">
                <a:solidFill>
                  <a:schemeClr val="tx1"/>
                </a:solidFill>
                <a:latin typeface="Arial" pitchFamily="34" charset="0"/>
                <a:ea typeface="宋体" pitchFamily="2" charset="-122"/>
              </a:defRPr>
            </a:lvl2pPr>
            <a:lvl3pPr marL="1143000" indent="-228600" eaLnBrk="0" hangingPunct="0">
              <a:defRPr sz="2800" b="1">
                <a:solidFill>
                  <a:schemeClr val="tx1"/>
                </a:solidFill>
                <a:latin typeface="Arial" pitchFamily="34" charset="0"/>
                <a:ea typeface="宋体" pitchFamily="2" charset="-122"/>
              </a:defRPr>
            </a:lvl3pPr>
            <a:lvl4pPr marL="1600200" indent="-228600" eaLnBrk="0" hangingPunct="0">
              <a:defRPr sz="2800" b="1">
                <a:solidFill>
                  <a:schemeClr val="tx1"/>
                </a:solidFill>
                <a:latin typeface="Arial" pitchFamily="34" charset="0"/>
                <a:ea typeface="宋体" pitchFamily="2" charset="-122"/>
              </a:defRPr>
            </a:lvl4pPr>
            <a:lvl5pPr marL="2057400" indent="-228600" eaLnBrk="0" hangingPunct="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sz="2800" b="1">
                <a:solidFill>
                  <a:schemeClr val="tx1"/>
                </a:solidFill>
                <a:latin typeface="Arial" pitchFamily="34" charset="0"/>
                <a:ea typeface="宋体" pitchFamily="2" charset="-122"/>
              </a:defRPr>
            </a:lvl9pPr>
          </a:lstStyle>
          <a:p>
            <a:pPr algn="ctr" eaLnBrk="1" hangingPunct="1"/>
            <a:r>
              <a:rPr lang="zh-CN" altLang="en-US" sz="900" b="0" dirty="0">
                <a:solidFill>
                  <a:schemeClr val="tx1">
                    <a:lumMod val="85000"/>
                    <a:lumOff val="15000"/>
                  </a:schemeClr>
                </a:solidFill>
                <a:latin typeface="微软雅黑" panose="020B0503020204020204" pitchFamily="34" charset="-122"/>
                <a:ea typeface="微软雅黑" panose="020B0503020204020204" pitchFamily="34" charset="-122"/>
              </a:rPr>
              <a:t>点击添加文本</a:t>
            </a:r>
          </a:p>
          <a:p>
            <a:pPr algn="ctr" eaLnBrk="1" hangingPunct="1"/>
            <a:r>
              <a:rPr lang="zh-CN" altLang="en-US" sz="900" b="0" dirty="0">
                <a:solidFill>
                  <a:schemeClr val="tx1">
                    <a:lumMod val="85000"/>
                    <a:lumOff val="15000"/>
                  </a:schemeClr>
                </a:solidFill>
                <a:latin typeface="微软雅黑" panose="020B0503020204020204" pitchFamily="34" charset="-122"/>
                <a:ea typeface="微软雅黑" panose="020B0503020204020204" pitchFamily="34" charset="-122"/>
              </a:rPr>
              <a:t>点击添加文本</a:t>
            </a:r>
          </a:p>
          <a:p>
            <a:pPr algn="ctr" eaLnBrk="1" hangingPunct="1"/>
            <a:r>
              <a:rPr lang="zh-CN" altLang="en-US" sz="900" b="0" dirty="0">
                <a:solidFill>
                  <a:schemeClr val="tx1">
                    <a:lumMod val="85000"/>
                    <a:lumOff val="15000"/>
                  </a:schemeClr>
                </a:solidFill>
                <a:latin typeface="微软雅黑" panose="020B0503020204020204" pitchFamily="34" charset="-122"/>
                <a:ea typeface="微软雅黑" panose="020B0503020204020204" pitchFamily="34" charset="-122"/>
              </a:rPr>
              <a:t>点击添加文本</a:t>
            </a:r>
          </a:p>
        </p:txBody>
      </p:sp>
      <p:sp>
        <p:nvSpPr>
          <p:cNvPr id="241" name="Rectangle 148"/>
          <p:cNvSpPr>
            <a:spLocks noChangeArrowheads="1"/>
          </p:cNvSpPr>
          <p:nvPr/>
        </p:nvSpPr>
        <p:spPr bwMode="auto">
          <a:xfrm>
            <a:off x="3120806" y="2919035"/>
            <a:ext cx="989252" cy="7661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2084" tIns="31042" rIns="62084" bIns="31042" anchor="ctr"/>
          <a:lstStyle>
            <a:lvl1pPr eaLnBrk="0" hangingPunct="0">
              <a:defRPr sz="2800" b="1">
                <a:solidFill>
                  <a:schemeClr val="tx1"/>
                </a:solidFill>
                <a:latin typeface="Arial" pitchFamily="34" charset="0"/>
                <a:ea typeface="宋体" pitchFamily="2" charset="-122"/>
              </a:defRPr>
            </a:lvl1pPr>
            <a:lvl2pPr marL="742950" indent="-285750" eaLnBrk="0" hangingPunct="0">
              <a:defRPr sz="2800" b="1">
                <a:solidFill>
                  <a:schemeClr val="tx1"/>
                </a:solidFill>
                <a:latin typeface="Arial" pitchFamily="34" charset="0"/>
                <a:ea typeface="宋体" pitchFamily="2" charset="-122"/>
              </a:defRPr>
            </a:lvl2pPr>
            <a:lvl3pPr marL="1143000" indent="-228600" eaLnBrk="0" hangingPunct="0">
              <a:defRPr sz="2800" b="1">
                <a:solidFill>
                  <a:schemeClr val="tx1"/>
                </a:solidFill>
                <a:latin typeface="Arial" pitchFamily="34" charset="0"/>
                <a:ea typeface="宋体" pitchFamily="2" charset="-122"/>
              </a:defRPr>
            </a:lvl3pPr>
            <a:lvl4pPr marL="1600200" indent="-228600" eaLnBrk="0" hangingPunct="0">
              <a:defRPr sz="2800" b="1">
                <a:solidFill>
                  <a:schemeClr val="tx1"/>
                </a:solidFill>
                <a:latin typeface="Arial" pitchFamily="34" charset="0"/>
                <a:ea typeface="宋体" pitchFamily="2" charset="-122"/>
              </a:defRPr>
            </a:lvl4pPr>
            <a:lvl5pPr marL="2057400" indent="-228600" eaLnBrk="0" hangingPunct="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sz="2800" b="1">
                <a:solidFill>
                  <a:schemeClr val="tx1"/>
                </a:solidFill>
                <a:latin typeface="Arial" pitchFamily="34" charset="0"/>
                <a:ea typeface="宋体" pitchFamily="2" charset="-122"/>
              </a:defRPr>
            </a:lvl9pPr>
          </a:lstStyle>
          <a:p>
            <a:pPr algn="ctr" eaLnBrk="1" hangingPunct="1"/>
            <a:r>
              <a:rPr lang="zh-CN" altLang="en-US" sz="1200" b="0" dirty="0">
                <a:solidFill>
                  <a:schemeClr val="tx1">
                    <a:lumMod val="85000"/>
                    <a:lumOff val="15000"/>
                  </a:schemeClr>
                </a:solidFill>
                <a:latin typeface="微软雅黑" panose="020B0503020204020204" pitchFamily="34" charset="-122"/>
                <a:ea typeface="微软雅黑" panose="020B0503020204020204" pitchFamily="34" charset="-122"/>
              </a:rPr>
              <a:t>点击添加文本</a:t>
            </a:r>
          </a:p>
          <a:p>
            <a:pPr algn="ctr" eaLnBrk="1" hangingPunct="1"/>
            <a:r>
              <a:rPr lang="zh-CN" altLang="en-US" sz="1200" b="0" dirty="0">
                <a:solidFill>
                  <a:schemeClr val="tx1">
                    <a:lumMod val="85000"/>
                    <a:lumOff val="15000"/>
                  </a:schemeClr>
                </a:solidFill>
                <a:latin typeface="微软雅黑" panose="020B0503020204020204" pitchFamily="34" charset="-122"/>
                <a:ea typeface="微软雅黑" panose="020B0503020204020204" pitchFamily="34" charset="-122"/>
              </a:rPr>
              <a:t>点击添加文本</a:t>
            </a:r>
          </a:p>
          <a:p>
            <a:pPr algn="ctr" eaLnBrk="1" hangingPunct="1"/>
            <a:r>
              <a:rPr lang="zh-CN" altLang="en-US" sz="1200" b="0" dirty="0">
                <a:solidFill>
                  <a:schemeClr val="tx1">
                    <a:lumMod val="85000"/>
                    <a:lumOff val="15000"/>
                  </a:schemeClr>
                </a:solidFill>
                <a:latin typeface="微软雅黑" panose="020B0503020204020204" pitchFamily="34" charset="-122"/>
                <a:ea typeface="微软雅黑" panose="020B0503020204020204" pitchFamily="34" charset="-122"/>
              </a:rPr>
              <a:t>点击添加文本</a:t>
            </a:r>
          </a:p>
        </p:txBody>
      </p:sp>
      <p:sp>
        <p:nvSpPr>
          <p:cNvPr id="242" name="Rectangle 149"/>
          <p:cNvSpPr>
            <a:spLocks noChangeArrowheads="1"/>
          </p:cNvSpPr>
          <p:nvPr/>
        </p:nvSpPr>
        <p:spPr bwMode="auto">
          <a:xfrm>
            <a:off x="4875165" y="2157240"/>
            <a:ext cx="989252" cy="7661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2084" tIns="31042" rIns="62084" bIns="31042" anchor="ctr"/>
          <a:lstStyle>
            <a:lvl1pPr eaLnBrk="0" hangingPunct="0">
              <a:defRPr sz="2800" b="1">
                <a:solidFill>
                  <a:schemeClr val="tx1"/>
                </a:solidFill>
                <a:latin typeface="Arial" pitchFamily="34" charset="0"/>
                <a:ea typeface="宋体" pitchFamily="2" charset="-122"/>
              </a:defRPr>
            </a:lvl1pPr>
            <a:lvl2pPr marL="742950" indent="-285750" eaLnBrk="0" hangingPunct="0">
              <a:defRPr sz="2800" b="1">
                <a:solidFill>
                  <a:schemeClr val="tx1"/>
                </a:solidFill>
                <a:latin typeface="Arial" pitchFamily="34" charset="0"/>
                <a:ea typeface="宋体" pitchFamily="2" charset="-122"/>
              </a:defRPr>
            </a:lvl2pPr>
            <a:lvl3pPr marL="1143000" indent="-228600" eaLnBrk="0" hangingPunct="0">
              <a:defRPr sz="2800" b="1">
                <a:solidFill>
                  <a:schemeClr val="tx1"/>
                </a:solidFill>
                <a:latin typeface="Arial" pitchFamily="34" charset="0"/>
                <a:ea typeface="宋体" pitchFamily="2" charset="-122"/>
              </a:defRPr>
            </a:lvl3pPr>
            <a:lvl4pPr marL="1600200" indent="-228600" eaLnBrk="0" hangingPunct="0">
              <a:defRPr sz="2800" b="1">
                <a:solidFill>
                  <a:schemeClr val="tx1"/>
                </a:solidFill>
                <a:latin typeface="Arial" pitchFamily="34" charset="0"/>
                <a:ea typeface="宋体" pitchFamily="2" charset="-122"/>
              </a:defRPr>
            </a:lvl4pPr>
            <a:lvl5pPr marL="2057400" indent="-228600" eaLnBrk="0" hangingPunct="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sz="2800" b="1">
                <a:solidFill>
                  <a:schemeClr val="tx1"/>
                </a:solidFill>
                <a:latin typeface="Arial" pitchFamily="34" charset="0"/>
                <a:ea typeface="宋体" pitchFamily="2" charset="-122"/>
              </a:defRPr>
            </a:lvl9pPr>
          </a:lstStyle>
          <a:p>
            <a:pPr algn="ctr" eaLnBrk="1" hangingPunct="1"/>
            <a:r>
              <a:rPr lang="zh-CN" altLang="en-US" sz="1200" b="0" dirty="0">
                <a:solidFill>
                  <a:schemeClr val="tx1">
                    <a:lumMod val="85000"/>
                    <a:lumOff val="15000"/>
                  </a:schemeClr>
                </a:solidFill>
                <a:latin typeface="微软雅黑" panose="020B0503020204020204" pitchFamily="34" charset="-122"/>
                <a:ea typeface="微软雅黑" panose="020B0503020204020204" pitchFamily="34" charset="-122"/>
              </a:rPr>
              <a:t>点击添加文本</a:t>
            </a:r>
          </a:p>
          <a:p>
            <a:pPr algn="ctr" eaLnBrk="1" hangingPunct="1"/>
            <a:r>
              <a:rPr lang="zh-CN" altLang="en-US" sz="1200" b="0" dirty="0">
                <a:solidFill>
                  <a:schemeClr val="tx1">
                    <a:lumMod val="85000"/>
                    <a:lumOff val="15000"/>
                  </a:schemeClr>
                </a:solidFill>
                <a:latin typeface="微软雅黑" panose="020B0503020204020204" pitchFamily="34" charset="-122"/>
                <a:ea typeface="微软雅黑" panose="020B0503020204020204" pitchFamily="34" charset="-122"/>
              </a:rPr>
              <a:t>点击添加文本</a:t>
            </a:r>
          </a:p>
          <a:p>
            <a:pPr algn="ctr" eaLnBrk="1" hangingPunct="1"/>
            <a:r>
              <a:rPr lang="zh-CN" altLang="en-US" sz="1200" b="0" dirty="0">
                <a:solidFill>
                  <a:schemeClr val="tx1">
                    <a:lumMod val="85000"/>
                    <a:lumOff val="15000"/>
                  </a:schemeClr>
                </a:solidFill>
                <a:latin typeface="微软雅黑" panose="020B0503020204020204" pitchFamily="34" charset="-122"/>
                <a:ea typeface="微软雅黑" panose="020B0503020204020204" pitchFamily="34" charset="-122"/>
              </a:rPr>
              <a:t>点击添加文本</a:t>
            </a:r>
          </a:p>
        </p:txBody>
      </p:sp>
      <p:sp>
        <p:nvSpPr>
          <p:cNvPr id="243" name="Rectangle 150"/>
          <p:cNvSpPr>
            <a:spLocks noChangeArrowheads="1"/>
          </p:cNvSpPr>
          <p:nvPr/>
        </p:nvSpPr>
        <p:spPr bwMode="auto">
          <a:xfrm>
            <a:off x="6407536" y="2783078"/>
            <a:ext cx="989252" cy="7661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2084" tIns="31042" rIns="62084" bIns="31042" anchor="ctr"/>
          <a:lstStyle>
            <a:lvl1pPr eaLnBrk="0" hangingPunct="0">
              <a:defRPr sz="2800" b="1">
                <a:solidFill>
                  <a:schemeClr val="tx1"/>
                </a:solidFill>
                <a:latin typeface="Arial" pitchFamily="34" charset="0"/>
                <a:ea typeface="宋体" pitchFamily="2" charset="-122"/>
              </a:defRPr>
            </a:lvl1pPr>
            <a:lvl2pPr marL="742950" indent="-285750" eaLnBrk="0" hangingPunct="0">
              <a:defRPr sz="2800" b="1">
                <a:solidFill>
                  <a:schemeClr val="tx1"/>
                </a:solidFill>
                <a:latin typeface="Arial" pitchFamily="34" charset="0"/>
                <a:ea typeface="宋体" pitchFamily="2" charset="-122"/>
              </a:defRPr>
            </a:lvl2pPr>
            <a:lvl3pPr marL="1143000" indent="-228600" eaLnBrk="0" hangingPunct="0">
              <a:defRPr sz="2800" b="1">
                <a:solidFill>
                  <a:schemeClr val="tx1"/>
                </a:solidFill>
                <a:latin typeface="Arial" pitchFamily="34" charset="0"/>
                <a:ea typeface="宋体" pitchFamily="2" charset="-122"/>
              </a:defRPr>
            </a:lvl3pPr>
            <a:lvl4pPr marL="1600200" indent="-228600" eaLnBrk="0" hangingPunct="0">
              <a:defRPr sz="2800" b="1">
                <a:solidFill>
                  <a:schemeClr val="tx1"/>
                </a:solidFill>
                <a:latin typeface="Arial" pitchFamily="34" charset="0"/>
                <a:ea typeface="宋体" pitchFamily="2" charset="-122"/>
              </a:defRPr>
            </a:lvl4pPr>
            <a:lvl5pPr marL="2057400" indent="-228600" eaLnBrk="0" hangingPunct="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sz="2800" b="1">
                <a:solidFill>
                  <a:schemeClr val="tx1"/>
                </a:solidFill>
                <a:latin typeface="Arial" pitchFamily="34" charset="0"/>
                <a:ea typeface="宋体" pitchFamily="2" charset="-122"/>
              </a:defRPr>
            </a:lvl9pPr>
          </a:lstStyle>
          <a:p>
            <a:pPr algn="ctr" eaLnBrk="1" hangingPunct="1"/>
            <a:r>
              <a:rPr lang="zh-CN" altLang="en-US" sz="900" b="0" dirty="0">
                <a:solidFill>
                  <a:schemeClr val="tx1">
                    <a:lumMod val="85000"/>
                    <a:lumOff val="15000"/>
                  </a:schemeClr>
                </a:solidFill>
                <a:latin typeface="微软雅黑" panose="020B0503020204020204" pitchFamily="34" charset="-122"/>
                <a:ea typeface="微软雅黑" panose="020B0503020204020204" pitchFamily="34" charset="-122"/>
              </a:rPr>
              <a:t>点击添加文本</a:t>
            </a:r>
          </a:p>
          <a:p>
            <a:pPr algn="ctr" eaLnBrk="1" hangingPunct="1"/>
            <a:r>
              <a:rPr lang="zh-CN" altLang="en-US" sz="900" b="0" dirty="0">
                <a:solidFill>
                  <a:schemeClr val="tx1">
                    <a:lumMod val="85000"/>
                    <a:lumOff val="15000"/>
                  </a:schemeClr>
                </a:solidFill>
                <a:latin typeface="微软雅黑" panose="020B0503020204020204" pitchFamily="34" charset="-122"/>
                <a:ea typeface="微软雅黑" panose="020B0503020204020204" pitchFamily="34" charset="-122"/>
              </a:rPr>
              <a:t>点击添加文本</a:t>
            </a:r>
          </a:p>
          <a:p>
            <a:pPr algn="ctr" eaLnBrk="1" hangingPunct="1"/>
            <a:r>
              <a:rPr lang="zh-CN" altLang="en-US" sz="900" b="0" dirty="0">
                <a:solidFill>
                  <a:schemeClr val="tx1">
                    <a:lumMod val="85000"/>
                    <a:lumOff val="15000"/>
                  </a:schemeClr>
                </a:solidFill>
                <a:latin typeface="微软雅黑" panose="020B0503020204020204" pitchFamily="34" charset="-122"/>
                <a:ea typeface="微软雅黑" panose="020B0503020204020204" pitchFamily="34" charset="-122"/>
              </a:rPr>
              <a:t>点击添加文本</a:t>
            </a:r>
          </a:p>
        </p:txBody>
      </p:sp>
      <p:sp>
        <p:nvSpPr>
          <p:cNvPr id="122" name="TextBox 121"/>
          <p:cNvSpPr txBox="1"/>
          <p:nvPr/>
        </p:nvSpPr>
        <p:spPr>
          <a:xfrm>
            <a:off x="355782" y="205624"/>
            <a:ext cx="2236510" cy="400110"/>
          </a:xfrm>
          <a:prstGeom prst="rect">
            <a:avLst/>
          </a:prstGeom>
          <a:noFill/>
        </p:spPr>
        <p:txBody>
          <a:bodyPr wrap="none" rtlCol="0">
            <a:spAutoFit/>
          </a:bodyPr>
          <a:lstStyle/>
          <a:p>
            <a:r>
              <a:rPr lang="zh-CN" altLang="en-US" sz="2000" b="1" dirty="0" smtClean="0">
                <a:solidFill>
                  <a:schemeClr val="accent1"/>
                </a:solidFill>
                <a:latin typeface="微软雅黑" pitchFamily="34" charset="-122"/>
                <a:ea typeface="微软雅黑" pitchFamily="34" charset="-122"/>
              </a:rPr>
              <a:t>点击添加标题文本</a:t>
            </a:r>
            <a:endParaRPr lang="zh-CN" altLang="en-US" sz="2000" b="1" dirty="0">
              <a:solidFill>
                <a:schemeClr val="accent1"/>
              </a:solidFill>
              <a:latin typeface="微软雅黑" pitchFamily="34" charset="-122"/>
              <a:ea typeface="微软雅黑" pitchFamily="34" charset="-122"/>
            </a:endParaRPr>
          </a:p>
        </p:txBody>
      </p:sp>
      <p:sp>
        <p:nvSpPr>
          <p:cNvPr id="123" name="TextBox 122"/>
          <p:cNvSpPr txBox="1"/>
          <p:nvPr/>
        </p:nvSpPr>
        <p:spPr>
          <a:xfrm>
            <a:off x="7682019" y="195037"/>
            <a:ext cx="1138453" cy="461665"/>
          </a:xfrm>
          <a:prstGeom prst="rect">
            <a:avLst/>
          </a:prstGeom>
          <a:noFill/>
        </p:spPr>
        <p:txBody>
          <a:bodyPr wrap="none" rtlCol="0">
            <a:spAutoFit/>
          </a:bodyPr>
          <a:lstStyle/>
          <a:p>
            <a:r>
              <a:rPr lang="en-US" altLang="zh-CN" sz="2400" dirty="0" smtClean="0">
                <a:solidFill>
                  <a:schemeClr val="accent2"/>
                </a:solidFill>
                <a:latin typeface="Eras Bold ITC" panose="020B0907030504020204" pitchFamily="34" charset="0"/>
                <a:ea typeface="微软雅黑" panose="020B0503020204020204" pitchFamily="34" charset="-122"/>
              </a:rPr>
              <a:t>LOGO</a:t>
            </a:r>
            <a:endParaRPr lang="zh-CN" altLang="en-US" sz="2400" dirty="0">
              <a:solidFill>
                <a:schemeClr val="accent2"/>
              </a:solidFill>
              <a:latin typeface="Eras Bold ITC" panose="020B0907030504020204" pitchFamily="34" charset="0"/>
              <a:ea typeface="微软雅黑" panose="020B0503020204020204" pitchFamily="34" charset="-122"/>
            </a:endParaRPr>
          </a:p>
        </p:txBody>
      </p:sp>
    </p:spTree>
    <p:extLst>
      <p:ext uri="{BB962C8B-B14F-4D97-AF65-F5344CB8AC3E}">
        <p14:creationId xmlns:p14="http://schemas.microsoft.com/office/powerpoint/2010/main" val="815815554"/>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24"/>
                                        </p:tgtEl>
                                        <p:attrNameLst>
                                          <p:attrName>style.visibility</p:attrName>
                                        </p:attrNameLst>
                                      </p:cBhvr>
                                      <p:to>
                                        <p:strVal val="visible"/>
                                      </p:to>
                                    </p:set>
                                    <p:anim calcmode="lin" valueType="num">
                                      <p:cBhvr>
                                        <p:cTn id="7" dur="300" fill="hold"/>
                                        <p:tgtEl>
                                          <p:spTgt spid="124"/>
                                        </p:tgtEl>
                                        <p:attrNameLst>
                                          <p:attrName>ppt_w</p:attrName>
                                        </p:attrNameLst>
                                      </p:cBhvr>
                                      <p:tavLst>
                                        <p:tav tm="0">
                                          <p:val>
                                            <p:fltVal val="0"/>
                                          </p:val>
                                        </p:tav>
                                        <p:tav tm="100000">
                                          <p:val>
                                            <p:strVal val="#ppt_w"/>
                                          </p:val>
                                        </p:tav>
                                      </p:tavLst>
                                    </p:anim>
                                    <p:anim calcmode="lin" valueType="num">
                                      <p:cBhvr>
                                        <p:cTn id="8" dur="300" fill="hold"/>
                                        <p:tgtEl>
                                          <p:spTgt spid="124"/>
                                        </p:tgtEl>
                                        <p:attrNameLst>
                                          <p:attrName>ppt_h</p:attrName>
                                        </p:attrNameLst>
                                      </p:cBhvr>
                                      <p:tavLst>
                                        <p:tav tm="0">
                                          <p:val>
                                            <p:fltVal val="0"/>
                                          </p:val>
                                        </p:tav>
                                        <p:tav tm="100000">
                                          <p:val>
                                            <p:strVal val="#ppt_h"/>
                                          </p:val>
                                        </p:tav>
                                      </p:tavLst>
                                    </p:anim>
                                  </p:childTnLst>
                                </p:cTn>
                              </p:par>
                              <p:par>
                                <p:cTn id="9" presetID="1" presetClass="entr" presetSubtype="0" fill="hold" nodeType="withEffect">
                                  <p:stCondLst>
                                    <p:cond delay="300"/>
                                  </p:stCondLst>
                                  <p:childTnLst>
                                    <p:set>
                                      <p:cBhvr>
                                        <p:cTn id="10" dur="1" fill="hold">
                                          <p:stCondLst>
                                            <p:cond delay="0"/>
                                          </p:stCondLst>
                                        </p:cTn>
                                        <p:tgtEl>
                                          <p:spTgt spid="138"/>
                                        </p:tgtEl>
                                        <p:attrNameLst>
                                          <p:attrName>style.visibility</p:attrName>
                                        </p:attrNameLst>
                                      </p:cBhvr>
                                      <p:to>
                                        <p:strVal val="visible"/>
                                      </p:to>
                                    </p:set>
                                  </p:childTnLst>
                                </p:cTn>
                              </p:par>
                              <p:par>
                                <p:cTn id="11" presetID="6" presetClass="emph" presetSubtype="0" fill="hold" nodeType="withEffect">
                                  <p:stCondLst>
                                    <p:cond delay="300"/>
                                  </p:stCondLst>
                                  <p:childTnLst>
                                    <p:animScale>
                                      <p:cBhvr>
                                        <p:cTn id="12" dur="200" fill="hold"/>
                                        <p:tgtEl>
                                          <p:spTgt spid="138"/>
                                        </p:tgtEl>
                                      </p:cBhvr>
                                      <p:by x="150000" y="150000"/>
                                    </p:animScale>
                                  </p:childTnLst>
                                </p:cTn>
                              </p:par>
                              <p:par>
                                <p:cTn id="13" presetID="10" presetClass="exit" presetSubtype="0" fill="hold" nodeType="withEffect">
                                  <p:stCondLst>
                                    <p:cond delay="300"/>
                                  </p:stCondLst>
                                  <p:childTnLst>
                                    <p:animEffect transition="out" filter="fade">
                                      <p:cBhvr>
                                        <p:cTn id="14" dur="200"/>
                                        <p:tgtEl>
                                          <p:spTgt spid="138"/>
                                        </p:tgtEl>
                                      </p:cBhvr>
                                    </p:animEffect>
                                    <p:set>
                                      <p:cBhvr>
                                        <p:cTn id="15" dur="1" fill="hold">
                                          <p:stCondLst>
                                            <p:cond delay="199"/>
                                          </p:stCondLst>
                                        </p:cTn>
                                        <p:tgtEl>
                                          <p:spTgt spid="138"/>
                                        </p:tgtEl>
                                        <p:attrNameLst>
                                          <p:attrName>style.visibility</p:attrName>
                                        </p:attrNameLst>
                                      </p:cBhvr>
                                      <p:to>
                                        <p:strVal val="hidden"/>
                                      </p:to>
                                    </p:set>
                                  </p:childTnLst>
                                </p:cTn>
                              </p:par>
                            </p:childTnLst>
                          </p:cTn>
                        </p:par>
                        <p:par>
                          <p:cTn id="16" fill="hold">
                            <p:stCondLst>
                              <p:cond delay="500"/>
                            </p:stCondLst>
                            <p:childTnLst>
                              <p:par>
                                <p:cTn id="17" presetID="23" presetClass="entr" presetSubtype="16" fill="hold" nodeType="afterEffect">
                                  <p:stCondLst>
                                    <p:cond delay="0"/>
                                  </p:stCondLst>
                                  <p:childTnLst>
                                    <p:set>
                                      <p:cBhvr>
                                        <p:cTn id="18" dur="1" fill="hold">
                                          <p:stCondLst>
                                            <p:cond delay="0"/>
                                          </p:stCondLst>
                                        </p:cTn>
                                        <p:tgtEl>
                                          <p:spTgt spid="152"/>
                                        </p:tgtEl>
                                        <p:attrNameLst>
                                          <p:attrName>style.visibility</p:attrName>
                                        </p:attrNameLst>
                                      </p:cBhvr>
                                      <p:to>
                                        <p:strVal val="visible"/>
                                      </p:to>
                                    </p:set>
                                    <p:anim calcmode="lin" valueType="num">
                                      <p:cBhvr>
                                        <p:cTn id="19" dur="300" fill="hold"/>
                                        <p:tgtEl>
                                          <p:spTgt spid="152"/>
                                        </p:tgtEl>
                                        <p:attrNameLst>
                                          <p:attrName>ppt_w</p:attrName>
                                        </p:attrNameLst>
                                      </p:cBhvr>
                                      <p:tavLst>
                                        <p:tav tm="0">
                                          <p:val>
                                            <p:fltVal val="0"/>
                                          </p:val>
                                        </p:tav>
                                        <p:tav tm="100000">
                                          <p:val>
                                            <p:strVal val="#ppt_w"/>
                                          </p:val>
                                        </p:tav>
                                      </p:tavLst>
                                    </p:anim>
                                    <p:anim calcmode="lin" valueType="num">
                                      <p:cBhvr>
                                        <p:cTn id="20" dur="300" fill="hold"/>
                                        <p:tgtEl>
                                          <p:spTgt spid="152"/>
                                        </p:tgtEl>
                                        <p:attrNameLst>
                                          <p:attrName>ppt_h</p:attrName>
                                        </p:attrNameLst>
                                      </p:cBhvr>
                                      <p:tavLst>
                                        <p:tav tm="0">
                                          <p:val>
                                            <p:fltVal val="0"/>
                                          </p:val>
                                        </p:tav>
                                        <p:tav tm="100000">
                                          <p:val>
                                            <p:strVal val="#ppt_h"/>
                                          </p:val>
                                        </p:tav>
                                      </p:tavLst>
                                    </p:anim>
                                  </p:childTnLst>
                                </p:cTn>
                              </p:par>
                              <p:par>
                                <p:cTn id="21" presetID="1" presetClass="entr" presetSubtype="0" fill="hold" nodeType="withEffect">
                                  <p:stCondLst>
                                    <p:cond delay="300"/>
                                  </p:stCondLst>
                                  <p:childTnLst>
                                    <p:set>
                                      <p:cBhvr>
                                        <p:cTn id="22" dur="1" fill="hold">
                                          <p:stCondLst>
                                            <p:cond delay="0"/>
                                          </p:stCondLst>
                                        </p:cTn>
                                        <p:tgtEl>
                                          <p:spTgt spid="166"/>
                                        </p:tgtEl>
                                        <p:attrNameLst>
                                          <p:attrName>style.visibility</p:attrName>
                                        </p:attrNameLst>
                                      </p:cBhvr>
                                      <p:to>
                                        <p:strVal val="visible"/>
                                      </p:to>
                                    </p:set>
                                  </p:childTnLst>
                                </p:cTn>
                              </p:par>
                              <p:par>
                                <p:cTn id="23" presetID="6" presetClass="emph" presetSubtype="0" fill="hold" nodeType="withEffect">
                                  <p:stCondLst>
                                    <p:cond delay="300"/>
                                  </p:stCondLst>
                                  <p:childTnLst>
                                    <p:animScale>
                                      <p:cBhvr>
                                        <p:cTn id="24" dur="200" fill="hold"/>
                                        <p:tgtEl>
                                          <p:spTgt spid="166"/>
                                        </p:tgtEl>
                                      </p:cBhvr>
                                      <p:by x="150000" y="150000"/>
                                    </p:animScale>
                                  </p:childTnLst>
                                </p:cTn>
                              </p:par>
                              <p:par>
                                <p:cTn id="25" presetID="10" presetClass="exit" presetSubtype="0" fill="hold" nodeType="withEffect">
                                  <p:stCondLst>
                                    <p:cond delay="300"/>
                                  </p:stCondLst>
                                  <p:childTnLst>
                                    <p:animEffect transition="out" filter="fade">
                                      <p:cBhvr>
                                        <p:cTn id="26" dur="200"/>
                                        <p:tgtEl>
                                          <p:spTgt spid="166"/>
                                        </p:tgtEl>
                                      </p:cBhvr>
                                    </p:animEffect>
                                    <p:set>
                                      <p:cBhvr>
                                        <p:cTn id="27" dur="1" fill="hold">
                                          <p:stCondLst>
                                            <p:cond delay="199"/>
                                          </p:stCondLst>
                                        </p:cTn>
                                        <p:tgtEl>
                                          <p:spTgt spid="166"/>
                                        </p:tgtEl>
                                        <p:attrNameLst>
                                          <p:attrName>style.visibility</p:attrName>
                                        </p:attrNameLst>
                                      </p:cBhvr>
                                      <p:to>
                                        <p:strVal val="hidden"/>
                                      </p:to>
                                    </p:set>
                                  </p:childTnLst>
                                </p:cTn>
                              </p:par>
                            </p:childTnLst>
                          </p:cTn>
                        </p:par>
                        <p:par>
                          <p:cTn id="28" fill="hold">
                            <p:stCondLst>
                              <p:cond delay="1000"/>
                            </p:stCondLst>
                            <p:childTnLst>
                              <p:par>
                                <p:cTn id="29" presetID="23" presetClass="entr" presetSubtype="16" fill="hold" nodeType="afterEffect">
                                  <p:stCondLst>
                                    <p:cond delay="0"/>
                                  </p:stCondLst>
                                  <p:childTnLst>
                                    <p:set>
                                      <p:cBhvr>
                                        <p:cTn id="30" dur="1" fill="hold">
                                          <p:stCondLst>
                                            <p:cond delay="0"/>
                                          </p:stCondLst>
                                        </p:cTn>
                                        <p:tgtEl>
                                          <p:spTgt spid="180"/>
                                        </p:tgtEl>
                                        <p:attrNameLst>
                                          <p:attrName>style.visibility</p:attrName>
                                        </p:attrNameLst>
                                      </p:cBhvr>
                                      <p:to>
                                        <p:strVal val="visible"/>
                                      </p:to>
                                    </p:set>
                                    <p:anim calcmode="lin" valueType="num">
                                      <p:cBhvr>
                                        <p:cTn id="31" dur="300" fill="hold"/>
                                        <p:tgtEl>
                                          <p:spTgt spid="180"/>
                                        </p:tgtEl>
                                        <p:attrNameLst>
                                          <p:attrName>ppt_w</p:attrName>
                                        </p:attrNameLst>
                                      </p:cBhvr>
                                      <p:tavLst>
                                        <p:tav tm="0">
                                          <p:val>
                                            <p:fltVal val="0"/>
                                          </p:val>
                                        </p:tav>
                                        <p:tav tm="100000">
                                          <p:val>
                                            <p:strVal val="#ppt_w"/>
                                          </p:val>
                                        </p:tav>
                                      </p:tavLst>
                                    </p:anim>
                                    <p:anim calcmode="lin" valueType="num">
                                      <p:cBhvr>
                                        <p:cTn id="32" dur="300" fill="hold"/>
                                        <p:tgtEl>
                                          <p:spTgt spid="180"/>
                                        </p:tgtEl>
                                        <p:attrNameLst>
                                          <p:attrName>ppt_h</p:attrName>
                                        </p:attrNameLst>
                                      </p:cBhvr>
                                      <p:tavLst>
                                        <p:tav tm="0">
                                          <p:val>
                                            <p:fltVal val="0"/>
                                          </p:val>
                                        </p:tav>
                                        <p:tav tm="100000">
                                          <p:val>
                                            <p:strVal val="#ppt_h"/>
                                          </p:val>
                                        </p:tav>
                                      </p:tavLst>
                                    </p:anim>
                                  </p:childTnLst>
                                </p:cTn>
                              </p:par>
                              <p:par>
                                <p:cTn id="33" presetID="1" presetClass="entr" presetSubtype="0" fill="hold" nodeType="withEffect">
                                  <p:stCondLst>
                                    <p:cond delay="300"/>
                                  </p:stCondLst>
                                  <p:childTnLst>
                                    <p:set>
                                      <p:cBhvr>
                                        <p:cTn id="34" dur="1" fill="hold">
                                          <p:stCondLst>
                                            <p:cond delay="0"/>
                                          </p:stCondLst>
                                        </p:cTn>
                                        <p:tgtEl>
                                          <p:spTgt spid="194"/>
                                        </p:tgtEl>
                                        <p:attrNameLst>
                                          <p:attrName>style.visibility</p:attrName>
                                        </p:attrNameLst>
                                      </p:cBhvr>
                                      <p:to>
                                        <p:strVal val="visible"/>
                                      </p:to>
                                    </p:set>
                                  </p:childTnLst>
                                </p:cTn>
                              </p:par>
                              <p:par>
                                <p:cTn id="35" presetID="6" presetClass="emph" presetSubtype="0" fill="hold" nodeType="withEffect">
                                  <p:stCondLst>
                                    <p:cond delay="300"/>
                                  </p:stCondLst>
                                  <p:childTnLst>
                                    <p:animScale>
                                      <p:cBhvr>
                                        <p:cTn id="36" dur="200" fill="hold"/>
                                        <p:tgtEl>
                                          <p:spTgt spid="194"/>
                                        </p:tgtEl>
                                      </p:cBhvr>
                                      <p:by x="150000" y="150000"/>
                                    </p:animScale>
                                  </p:childTnLst>
                                </p:cTn>
                              </p:par>
                              <p:par>
                                <p:cTn id="37" presetID="10" presetClass="exit" presetSubtype="0" fill="hold" nodeType="withEffect">
                                  <p:stCondLst>
                                    <p:cond delay="300"/>
                                  </p:stCondLst>
                                  <p:childTnLst>
                                    <p:animEffect transition="out" filter="fade">
                                      <p:cBhvr>
                                        <p:cTn id="38" dur="200"/>
                                        <p:tgtEl>
                                          <p:spTgt spid="194"/>
                                        </p:tgtEl>
                                      </p:cBhvr>
                                    </p:animEffect>
                                    <p:set>
                                      <p:cBhvr>
                                        <p:cTn id="39" dur="1" fill="hold">
                                          <p:stCondLst>
                                            <p:cond delay="199"/>
                                          </p:stCondLst>
                                        </p:cTn>
                                        <p:tgtEl>
                                          <p:spTgt spid="194"/>
                                        </p:tgtEl>
                                        <p:attrNameLst>
                                          <p:attrName>style.visibility</p:attrName>
                                        </p:attrNameLst>
                                      </p:cBhvr>
                                      <p:to>
                                        <p:strVal val="hidden"/>
                                      </p:to>
                                    </p:set>
                                  </p:childTnLst>
                                </p:cTn>
                              </p:par>
                            </p:childTnLst>
                          </p:cTn>
                        </p:par>
                        <p:par>
                          <p:cTn id="40" fill="hold">
                            <p:stCondLst>
                              <p:cond delay="1500"/>
                            </p:stCondLst>
                            <p:childTnLst>
                              <p:par>
                                <p:cTn id="41" presetID="23" presetClass="entr" presetSubtype="16" fill="hold" nodeType="afterEffect">
                                  <p:stCondLst>
                                    <p:cond delay="0"/>
                                  </p:stCondLst>
                                  <p:childTnLst>
                                    <p:set>
                                      <p:cBhvr>
                                        <p:cTn id="42" dur="1" fill="hold">
                                          <p:stCondLst>
                                            <p:cond delay="0"/>
                                          </p:stCondLst>
                                        </p:cTn>
                                        <p:tgtEl>
                                          <p:spTgt spid="208"/>
                                        </p:tgtEl>
                                        <p:attrNameLst>
                                          <p:attrName>style.visibility</p:attrName>
                                        </p:attrNameLst>
                                      </p:cBhvr>
                                      <p:to>
                                        <p:strVal val="visible"/>
                                      </p:to>
                                    </p:set>
                                    <p:anim calcmode="lin" valueType="num">
                                      <p:cBhvr>
                                        <p:cTn id="43" dur="300" fill="hold"/>
                                        <p:tgtEl>
                                          <p:spTgt spid="208"/>
                                        </p:tgtEl>
                                        <p:attrNameLst>
                                          <p:attrName>ppt_w</p:attrName>
                                        </p:attrNameLst>
                                      </p:cBhvr>
                                      <p:tavLst>
                                        <p:tav tm="0">
                                          <p:val>
                                            <p:fltVal val="0"/>
                                          </p:val>
                                        </p:tav>
                                        <p:tav tm="100000">
                                          <p:val>
                                            <p:strVal val="#ppt_w"/>
                                          </p:val>
                                        </p:tav>
                                      </p:tavLst>
                                    </p:anim>
                                    <p:anim calcmode="lin" valueType="num">
                                      <p:cBhvr>
                                        <p:cTn id="44" dur="300" fill="hold"/>
                                        <p:tgtEl>
                                          <p:spTgt spid="208"/>
                                        </p:tgtEl>
                                        <p:attrNameLst>
                                          <p:attrName>ppt_h</p:attrName>
                                        </p:attrNameLst>
                                      </p:cBhvr>
                                      <p:tavLst>
                                        <p:tav tm="0">
                                          <p:val>
                                            <p:fltVal val="0"/>
                                          </p:val>
                                        </p:tav>
                                        <p:tav tm="100000">
                                          <p:val>
                                            <p:strVal val="#ppt_h"/>
                                          </p:val>
                                        </p:tav>
                                      </p:tavLst>
                                    </p:anim>
                                  </p:childTnLst>
                                </p:cTn>
                              </p:par>
                              <p:par>
                                <p:cTn id="45" presetID="1" presetClass="entr" presetSubtype="0" fill="hold" nodeType="withEffect">
                                  <p:stCondLst>
                                    <p:cond delay="300"/>
                                  </p:stCondLst>
                                  <p:childTnLst>
                                    <p:set>
                                      <p:cBhvr>
                                        <p:cTn id="46" dur="1" fill="hold">
                                          <p:stCondLst>
                                            <p:cond delay="0"/>
                                          </p:stCondLst>
                                        </p:cTn>
                                        <p:tgtEl>
                                          <p:spTgt spid="222"/>
                                        </p:tgtEl>
                                        <p:attrNameLst>
                                          <p:attrName>style.visibility</p:attrName>
                                        </p:attrNameLst>
                                      </p:cBhvr>
                                      <p:to>
                                        <p:strVal val="visible"/>
                                      </p:to>
                                    </p:set>
                                  </p:childTnLst>
                                </p:cTn>
                              </p:par>
                              <p:par>
                                <p:cTn id="47" presetID="6" presetClass="emph" presetSubtype="0" fill="hold" nodeType="withEffect">
                                  <p:stCondLst>
                                    <p:cond delay="300"/>
                                  </p:stCondLst>
                                  <p:childTnLst>
                                    <p:animScale>
                                      <p:cBhvr>
                                        <p:cTn id="48" dur="200" fill="hold"/>
                                        <p:tgtEl>
                                          <p:spTgt spid="222"/>
                                        </p:tgtEl>
                                      </p:cBhvr>
                                      <p:by x="150000" y="150000"/>
                                    </p:animScale>
                                  </p:childTnLst>
                                </p:cTn>
                              </p:par>
                              <p:par>
                                <p:cTn id="49" presetID="10" presetClass="exit" presetSubtype="0" fill="hold" nodeType="withEffect">
                                  <p:stCondLst>
                                    <p:cond delay="300"/>
                                  </p:stCondLst>
                                  <p:childTnLst>
                                    <p:animEffect transition="out" filter="fade">
                                      <p:cBhvr>
                                        <p:cTn id="50" dur="200"/>
                                        <p:tgtEl>
                                          <p:spTgt spid="222"/>
                                        </p:tgtEl>
                                      </p:cBhvr>
                                    </p:animEffect>
                                    <p:set>
                                      <p:cBhvr>
                                        <p:cTn id="51" dur="1" fill="hold">
                                          <p:stCondLst>
                                            <p:cond delay="199"/>
                                          </p:stCondLst>
                                        </p:cTn>
                                        <p:tgtEl>
                                          <p:spTgt spid="222"/>
                                        </p:tgtEl>
                                        <p:attrNameLst>
                                          <p:attrName>style.visibility</p:attrName>
                                        </p:attrNameLst>
                                      </p:cBhvr>
                                      <p:to>
                                        <p:strVal val="hidden"/>
                                      </p:to>
                                    </p:set>
                                  </p:childTnLst>
                                </p:cTn>
                              </p:par>
                            </p:childTnLst>
                          </p:cTn>
                        </p:par>
                        <p:par>
                          <p:cTn id="52" fill="hold">
                            <p:stCondLst>
                              <p:cond delay="2000"/>
                            </p:stCondLst>
                            <p:childTnLst>
                              <p:par>
                                <p:cTn id="53" presetID="8" presetClass="emph" presetSubtype="0" fill="hold" nodeType="afterEffect">
                                  <p:stCondLst>
                                    <p:cond delay="0"/>
                                  </p:stCondLst>
                                  <p:childTnLst>
                                    <p:animRot by="-43199941">
                                      <p:cBhvr>
                                        <p:cTn id="54" dur="2000" fill="hold"/>
                                        <p:tgtEl>
                                          <p:spTgt spid="124"/>
                                        </p:tgtEl>
                                        <p:attrNameLst>
                                          <p:attrName>r</p:attrName>
                                        </p:attrNameLst>
                                      </p:cBhvr>
                                    </p:animRot>
                                  </p:childTnLst>
                                </p:cTn>
                              </p:par>
                              <p:par>
                                <p:cTn id="55" presetID="8" presetClass="emph" presetSubtype="0" fill="hold" nodeType="withEffect">
                                  <p:stCondLst>
                                    <p:cond delay="0"/>
                                  </p:stCondLst>
                                  <p:childTnLst>
                                    <p:animRot by="-43199941">
                                      <p:cBhvr>
                                        <p:cTn id="56" dur="2000" fill="hold"/>
                                        <p:tgtEl>
                                          <p:spTgt spid="152"/>
                                        </p:tgtEl>
                                        <p:attrNameLst>
                                          <p:attrName>r</p:attrName>
                                        </p:attrNameLst>
                                      </p:cBhvr>
                                    </p:animRot>
                                  </p:childTnLst>
                                </p:cTn>
                              </p:par>
                              <p:par>
                                <p:cTn id="57" presetID="8" presetClass="emph" presetSubtype="0" fill="hold" nodeType="withEffect">
                                  <p:stCondLst>
                                    <p:cond delay="0"/>
                                  </p:stCondLst>
                                  <p:childTnLst>
                                    <p:animRot by="-43199941">
                                      <p:cBhvr>
                                        <p:cTn id="58" dur="2000" fill="hold"/>
                                        <p:tgtEl>
                                          <p:spTgt spid="180"/>
                                        </p:tgtEl>
                                        <p:attrNameLst>
                                          <p:attrName>r</p:attrName>
                                        </p:attrNameLst>
                                      </p:cBhvr>
                                    </p:animRot>
                                  </p:childTnLst>
                                </p:cTn>
                              </p:par>
                              <p:par>
                                <p:cTn id="59" presetID="8" presetClass="emph" presetSubtype="0" fill="hold" nodeType="withEffect">
                                  <p:stCondLst>
                                    <p:cond delay="0"/>
                                  </p:stCondLst>
                                  <p:childTnLst>
                                    <p:animRot by="-43199941">
                                      <p:cBhvr>
                                        <p:cTn id="60" dur="2000" fill="hold"/>
                                        <p:tgtEl>
                                          <p:spTgt spid="208"/>
                                        </p:tgtEl>
                                        <p:attrNameLst>
                                          <p:attrName>r</p:attrName>
                                        </p:attrNameLst>
                                      </p:cBhvr>
                                    </p:animRot>
                                  </p:childTnLst>
                                </p:cTn>
                              </p:par>
                              <p:par>
                                <p:cTn id="61" presetID="42" presetClass="entr" presetSubtype="0" fill="hold" grpId="0" nodeType="withEffect">
                                  <p:stCondLst>
                                    <p:cond delay="1000"/>
                                  </p:stCondLst>
                                  <p:childTnLst>
                                    <p:set>
                                      <p:cBhvr>
                                        <p:cTn id="62" dur="1" fill="hold">
                                          <p:stCondLst>
                                            <p:cond delay="0"/>
                                          </p:stCondLst>
                                        </p:cTn>
                                        <p:tgtEl>
                                          <p:spTgt spid="236"/>
                                        </p:tgtEl>
                                        <p:attrNameLst>
                                          <p:attrName>style.visibility</p:attrName>
                                        </p:attrNameLst>
                                      </p:cBhvr>
                                      <p:to>
                                        <p:strVal val="visible"/>
                                      </p:to>
                                    </p:set>
                                    <p:animEffect transition="in" filter="fade">
                                      <p:cBhvr>
                                        <p:cTn id="63" dur="1000"/>
                                        <p:tgtEl>
                                          <p:spTgt spid="236"/>
                                        </p:tgtEl>
                                      </p:cBhvr>
                                    </p:animEffect>
                                    <p:anim calcmode="lin" valueType="num">
                                      <p:cBhvr>
                                        <p:cTn id="64" dur="1000" fill="hold"/>
                                        <p:tgtEl>
                                          <p:spTgt spid="236"/>
                                        </p:tgtEl>
                                        <p:attrNameLst>
                                          <p:attrName>ppt_x</p:attrName>
                                        </p:attrNameLst>
                                      </p:cBhvr>
                                      <p:tavLst>
                                        <p:tav tm="0">
                                          <p:val>
                                            <p:strVal val="#ppt_x"/>
                                          </p:val>
                                        </p:tav>
                                        <p:tav tm="100000">
                                          <p:val>
                                            <p:strVal val="#ppt_x"/>
                                          </p:val>
                                        </p:tav>
                                      </p:tavLst>
                                    </p:anim>
                                    <p:anim calcmode="lin" valueType="num">
                                      <p:cBhvr>
                                        <p:cTn id="65" dur="1000" fill="hold"/>
                                        <p:tgtEl>
                                          <p:spTgt spid="236"/>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1000"/>
                                  </p:stCondLst>
                                  <p:childTnLst>
                                    <p:set>
                                      <p:cBhvr>
                                        <p:cTn id="67" dur="1" fill="hold">
                                          <p:stCondLst>
                                            <p:cond delay="0"/>
                                          </p:stCondLst>
                                        </p:cTn>
                                        <p:tgtEl>
                                          <p:spTgt spid="237"/>
                                        </p:tgtEl>
                                        <p:attrNameLst>
                                          <p:attrName>style.visibility</p:attrName>
                                        </p:attrNameLst>
                                      </p:cBhvr>
                                      <p:to>
                                        <p:strVal val="visible"/>
                                      </p:to>
                                    </p:set>
                                    <p:animEffect transition="in" filter="fade">
                                      <p:cBhvr>
                                        <p:cTn id="68" dur="1000"/>
                                        <p:tgtEl>
                                          <p:spTgt spid="237"/>
                                        </p:tgtEl>
                                      </p:cBhvr>
                                    </p:animEffect>
                                    <p:anim calcmode="lin" valueType="num">
                                      <p:cBhvr>
                                        <p:cTn id="69" dur="1000" fill="hold"/>
                                        <p:tgtEl>
                                          <p:spTgt spid="237"/>
                                        </p:tgtEl>
                                        <p:attrNameLst>
                                          <p:attrName>ppt_x</p:attrName>
                                        </p:attrNameLst>
                                      </p:cBhvr>
                                      <p:tavLst>
                                        <p:tav tm="0">
                                          <p:val>
                                            <p:strVal val="#ppt_x"/>
                                          </p:val>
                                        </p:tav>
                                        <p:tav tm="100000">
                                          <p:val>
                                            <p:strVal val="#ppt_x"/>
                                          </p:val>
                                        </p:tav>
                                      </p:tavLst>
                                    </p:anim>
                                    <p:anim calcmode="lin" valueType="num">
                                      <p:cBhvr>
                                        <p:cTn id="70" dur="1000" fill="hold"/>
                                        <p:tgtEl>
                                          <p:spTgt spid="237"/>
                                        </p:tgtEl>
                                        <p:attrNameLst>
                                          <p:attrName>ppt_y</p:attrName>
                                        </p:attrNameLst>
                                      </p:cBhvr>
                                      <p:tavLst>
                                        <p:tav tm="0">
                                          <p:val>
                                            <p:strVal val="#ppt_y+.1"/>
                                          </p:val>
                                        </p:tav>
                                        <p:tav tm="100000">
                                          <p:val>
                                            <p:strVal val="#ppt_y"/>
                                          </p:val>
                                        </p:tav>
                                      </p:tavLst>
                                    </p:anim>
                                  </p:childTnLst>
                                </p:cTn>
                              </p:par>
                              <p:par>
                                <p:cTn id="71" presetID="47" presetClass="entr" presetSubtype="0" fill="hold" grpId="0" nodeType="withEffect">
                                  <p:stCondLst>
                                    <p:cond delay="1000"/>
                                  </p:stCondLst>
                                  <p:childTnLst>
                                    <p:set>
                                      <p:cBhvr>
                                        <p:cTn id="72" dur="1" fill="hold">
                                          <p:stCondLst>
                                            <p:cond delay="0"/>
                                          </p:stCondLst>
                                        </p:cTn>
                                        <p:tgtEl>
                                          <p:spTgt spid="238"/>
                                        </p:tgtEl>
                                        <p:attrNameLst>
                                          <p:attrName>style.visibility</p:attrName>
                                        </p:attrNameLst>
                                      </p:cBhvr>
                                      <p:to>
                                        <p:strVal val="visible"/>
                                      </p:to>
                                    </p:set>
                                    <p:animEffect transition="in" filter="fade">
                                      <p:cBhvr>
                                        <p:cTn id="73" dur="1000"/>
                                        <p:tgtEl>
                                          <p:spTgt spid="238"/>
                                        </p:tgtEl>
                                      </p:cBhvr>
                                    </p:animEffect>
                                    <p:anim calcmode="lin" valueType="num">
                                      <p:cBhvr>
                                        <p:cTn id="74" dur="1000" fill="hold"/>
                                        <p:tgtEl>
                                          <p:spTgt spid="238"/>
                                        </p:tgtEl>
                                        <p:attrNameLst>
                                          <p:attrName>ppt_x</p:attrName>
                                        </p:attrNameLst>
                                      </p:cBhvr>
                                      <p:tavLst>
                                        <p:tav tm="0">
                                          <p:val>
                                            <p:strVal val="#ppt_x"/>
                                          </p:val>
                                        </p:tav>
                                        <p:tav tm="100000">
                                          <p:val>
                                            <p:strVal val="#ppt_x"/>
                                          </p:val>
                                        </p:tav>
                                      </p:tavLst>
                                    </p:anim>
                                    <p:anim calcmode="lin" valueType="num">
                                      <p:cBhvr>
                                        <p:cTn id="75" dur="1000" fill="hold"/>
                                        <p:tgtEl>
                                          <p:spTgt spid="238"/>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1000"/>
                                  </p:stCondLst>
                                  <p:childTnLst>
                                    <p:set>
                                      <p:cBhvr>
                                        <p:cTn id="77" dur="1" fill="hold">
                                          <p:stCondLst>
                                            <p:cond delay="0"/>
                                          </p:stCondLst>
                                        </p:cTn>
                                        <p:tgtEl>
                                          <p:spTgt spid="239"/>
                                        </p:tgtEl>
                                        <p:attrNameLst>
                                          <p:attrName>style.visibility</p:attrName>
                                        </p:attrNameLst>
                                      </p:cBhvr>
                                      <p:to>
                                        <p:strVal val="visible"/>
                                      </p:to>
                                    </p:set>
                                    <p:animEffect transition="in" filter="fade">
                                      <p:cBhvr>
                                        <p:cTn id="78" dur="1000"/>
                                        <p:tgtEl>
                                          <p:spTgt spid="239"/>
                                        </p:tgtEl>
                                      </p:cBhvr>
                                    </p:animEffect>
                                    <p:anim calcmode="lin" valueType="num">
                                      <p:cBhvr>
                                        <p:cTn id="79" dur="1000" fill="hold"/>
                                        <p:tgtEl>
                                          <p:spTgt spid="239"/>
                                        </p:tgtEl>
                                        <p:attrNameLst>
                                          <p:attrName>ppt_x</p:attrName>
                                        </p:attrNameLst>
                                      </p:cBhvr>
                                      <p:tavLst>
                                        <p:tav tm="0">
                                          <p:val>
                                            <p:strVal val="#ppt_x"/>
                                          </p:val>
                                        </p:tav>
                                        <p:tav tm="100000">
                                          <p:val>
                                            <p:strVal val="#ppt_x"/>
                                          </p:val>
                                        </p:tav>
                                      </p:tavLst>
                                    </p:anim>
                                    <p:anim calcmode="lin" valueType="num">
                                      <p:cBhvr>
                                        <p:cTn id="80" dur="1000" fill="hold"/>
                                        <p:tgtEl>
                                          <p:spTgt spid="239"/>
                                        </p:tgtEl>
                                        <p:attrNameLst>
                                          <p:attrName>ppt_y</p:attrName>
                                        </p:attrNameLst>
                                      </p:cBhvr>
                                      <p:tavLst>
                                        <p:tav tm="0">
                                          <p:val>
                                            <p:strVal val="#ppt_y+.1"/>
                                          </p:val>
                                        </p:tav>
                                        <p:tav tm="100000">
                                          <p:val>
                                            <p:strVal val="#ppt_y"/>
                                          </p:val>
                                        </p:tav>
                                      </p:tavLst>
                                    </p:anim>
                                  </p:childTnLst>
                                </p:cTn>
                              </p:par>
                              <p:par>
                                <p:cTn id="81" presetID="10" presetClass="entr" presetSubtype="0" fill="hold" grpId="0" nodeType="withEffect">
                                  <p:stCondLst>
                                    <p:cond delay="1500"/>
                                  </p:stCondLst>
                                  <p:childTnLst>
                                    <p:set>
                                      <p:cBhvr>
                                        <p:cTn id="82" dur="1" fill="hold">
                                          <p:stCondLst>
                                            <p:cond delay="0"/>
                                          </p:stCondLst>
                                        </p:cTn>
                                        <p:tgtEl>
                                          <p:spTgt spid="240"/>
                                        </p:tgtEl>
                                        <p:attrNameLst>
                                          <p:attrName>style.visibility</p:attrName>
                                        </p:attrNameLst>
                                      </p:cBhvr>
                                      <p:to>
                                        <p:strVal val="visible"/>
                                      </p:to>
                                    </p:set>
                                    <p:animEffect transition="in" filter="fade">
                                      <p:cBhvr>
                                        <p:cTn id="83" dur="800"/>
                                        <p:tgtEl>
                                          <p:spTgt spid="240"/>
                                        </p:tgtEl>
                                      </p:cBhvr>
                                    </p:animEffect>
                                  </p:childTnLst>
                                </p:cTn>
                              </p:par>
                              <p:par>
                                <p:cTn id="84" presetID="10" presetClass="entr" presetSubtype="0" fill="hold" grpId="0" nodeType="withEffect">
                                  <p:stCondLst>
                                    <p:cond delay="1500"/>
                                  </p:stCondLst>
                                  <p:childTnLst>
                                    <p:set>
                                      <p:cBhvr>
                                        <p:cTn id="85" dur="1" fill="hold">
                                          <p:stCondLst>
                                            <p:cond delay="0"/>
                                          </p:stCondLst>
                                        </p:cTn>
                                        <p:tgtEl>
                                          <p:spTgt spid="241"/>
                                        </p:tgtEl>
                                        <p:attrNameLst>
                                          <p:attrName>style.visibility</p:attrName>
                                        </p:attrNameLst>
                                      </p:cBhvr>
                                      <p:to>
                                        <p:strVal val="visible"/>
                                      </p:to>
                                    </p:set>
                                    <p:animEffect transition="in" filter="fade">
                                      <p:cBhvr>
                                        <p:cTn id="86" dur="800"/>
                                        <p:tgtEl>
                                          <p:spTgt spid="241"/>
                                        </p:tgtEl>
                                      </p:cBhvr>
                                    </p:animEffect>
                                  </p:childTnLst>
                                </p:cTn>
                              </p:par>
                              <p:par>
                                <p:cTn id="87" presetID="10" presetClass="entr" presetSubtype="0" fill="hold" grpId="0" nodeType="withEffect">
                                  <p:stCondLst>
                                    <p:cond delay="1500"/>
                                  </p:stCondLst>
                                  <p:childTnLst>
                                    <p:set>
                                      <p:cBhvr>
                                        <p:cTn id="88" dur="1" fill="hold">
                                          <p:stCondLst>
                                            <p:cond delay="0"/>
                                          </p:stCondLst>
                                        </p:cTn>
                                        <p:tgtEl>
                                          <p:spTgt spid="242"/>
                                        </p:tgtEl>
                                        <p:attrNameLst>
                                          <p:attrName>style.visibility</p:attrName>
                                        </p:attrNameLst>
                                      </p:cBhvr>
                                      <p:to>
                                        <p:strVal val="visible"/>
                                      </p:to>
                                    </p:set>
                                    <p:animEffect transition="in" filter="fade">
                                      <p:cBhvr>
                                        <p:cTn id="89" dur="800"/>
                                        <p:tgtEl>
                                          <p:spTgt spid="242"/>
                                        </p:tgtEl>
                                      </p:cBhvr>
                                    </p:animEffect>
                                  </p:childTnLst>
                                </p:cTn>
                              </p:par>
                              <p:par>
                                <p:cTn id="90" presetID="10" presetClass="entr" presetSubtype="0" fill="hold" grpId="0" nodeType="withEffect">
                                  <p:stCondLst>
                                    <p:cond delay="1500"/>
                                  </p:stCondLst>
                                  <p:childTnLst>
                                    <p:set>
                                      <p:cBhvr>
                                        <p:cTn id="91" dur="1" fill="hold">
                                          <p:stCondLst>
                                            <p:cond delay="0"/>
                                          </p:stCondLst>
                                        </p:cTn>
                                        <p:tgtEl>
                                          <p:spTgt spid="243"/>
                                        </p:tgtEl>
                                        <p:attrNameLst>
                                          <p:attrName>style.visibility</p:attrName>
                                        </p:attrNameLst>
                                      </p:cBhvr>
                                      <p:to>
                                        <p:strVal val="visible"/>
                                      </p:to>
                                    </p:set>
                                    <p:animEffect transition="in" filter="fade">
                                      <p:cBhvr>
                                        <p:cTn id="92" dur="800"/>
                                        <p:tgtEl>
                                          <p:spTgt spid="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 grpId="0" autoUpdateAnimBg="0"/>
      <p:bldP spid="237" grpId="0" autoUpdateAnimBg="0"/>
      <p:bldP spid="238" grpId="0" autoUpdateAnimBg="0"/>
      <p:bldP spid="239" grpId="0" autoUpdateAnimBg="0"/>
      <p:bldP spid="240" grpId="0" autoUpdateAnimBg="0"/>
      <p:bldP spid="241" grpId="0" autoUpdateAnimBg="0"/>
      <p:bldP spid="242" grpId="0" autoUpdateAnimBg="0"/>
      <p:bldP spid="243"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322708" y="3147276"/>
            <a:ext cx="1942333" cy="12966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2"/>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3342609" y="3147276"/>
            <a:ext cx="2040247" cy="12966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50225" y="3147276"/>
            <a:ext cx="2069521" cy="12966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7" name="直接连接符 26"/>
          <p:cNvCxnSpPr>
            <a:stCxn id="29" idx="6"/>
            <a:endCxn id="28" idx="2"/>
          </p:cNvCxnSpPr>
          <p:nvPr/>
        </p:nvCxnSpPr>
        <p:spPr>
          <a:xfrm>
            <a:off x="2021149" y="2042740"/>
            <a:ext cx="682658"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8" name="Oval 14"/>
          <p:cNvSpPr>
            <a:spLocks noChangeArrowheads="1"/>
          </p:cNvSpPr>
          <p:nvPr/>
        </p:nvSpPr>
        <p:spPr bwMode="auto">
          <a:xfrm>
            <a:off x="2703808" y="1579389"/>
            <a:ext cx="925541" cy="926702"/>
          </a:xfrm>
          <a:prstGeom prst="ellipse">
            <a:avLst/>
          </a:prstGeom>
          <a:noFill/>
          <a:ln w="127000">
            <a:solidFill>
              <a:schemeClr val="accent2"/>
            </a:solidFill>
            <a:round/>
            <a:headEnd/>
            <a:tailEnd/>
          </a:ln>
        </p:spPr>
        <p:txBody>
          <a:bodyPr vert="horz" wrap="square" lIns="24455" tIns="31057" rIns="24455" bIns="31057" numCol="1" anchor="ctr" anchorCtr="0" compatLnSpc="1">
            <a:prstTxWarp prst="textNoShape">
              <a:avLst/>
            </a:prstTxWarp>
          </a:bodyPr>
          <a:lstStyle/>
          <a:p>
            <a:pPr algn="ct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rPr>
              <a:t>点击添加说明文字</a:t>
            </a:r>
          </a:p>
        </p:txBody>
      </p:sp>
      <p:sp>
        <p:nvSpPr>
          <p:cNvPr id="29" name="Oval 15"/>
          <p:cNvSpPr>
            <a:spLocks noChangeArrowheads="1"/>
          </p:cNvSpPr>
          <p:nvPr/>
        </p:nvSpPr>
        <p:spPr bwMode="auto">
          <a:xfrm>
            <a:off x="1275433" y="1668447"/>
            <a:ext cx="745717" cy="748589"/>
          </a:xfrm>
          <a:prstGeom prst="ellipse">
            <a:avLst/>
          </a:prstGeom>
          <a:noFill/>
          <a:ln w="127000">
            <a:solidFill>
              <a:schemeClr val="accent5"/>
            </a:solidFill>
            <a:round/>
            <a:headEnd/>
            <a:tailEnd/>
          </a:ln>
          <a:effectLst/>
        </p:spPr>
        <p:txBody>
          <a:bodyPr vert="horz" wrap="square" lIns="62117" tIns="31057" rIns="62117" bIns="31057" numCol="1" anchor="ctr" anchorCtr="0" compatLnSpc="1">
            <a:prstTxWarp prst="textNoShape">
              <a:avLst/>
            </a:prstTxWarp>
          </a:bodyPr>
          <a:lstStyle/>
          <a:p>
            <a:pPr algn="ctr"/>
            <a:r>
              <a:rPr lang="zh-CN" altLang="en-US" sz="1400">
                <a:solidFill>
                  <a:schemeClr val="tx1">
                    <a:lumMod val="95000"/>
                    <a:lumOff val="5000"/>
                  </a:schemeClr>
                </a:solidFill>
                <a:latin typeface="微软雅黑" panose="020B0503020204020204" pitchFamily="34" charset="-122"/>
                <a:ea typeface="微软雅黑" panose="020B0503020204020204" pitchFamily="34" charset="-122"/>
              </a:rPr>
              <a:t>添加标题</a:t>
            </a:r>
          </a:p>
        </p:txBody>
      </p:sp>
      <p:grpSp>
        <p:nvGrpSpPr>
          <p:cNvPr id="30" name="Group 22"/>
          <p:cNvGrpSpPr>
            <a:grpSpLocks/>
          </p:cNvGrpSpPr>
          <p:nvPr/>
        </p:nvGrpSpPr>
        <p:grpSpPr bwMode="auto">
          <a:xfrm>
            <a:off x="4648347" y="1265078"/>
            <a:ext cx="769718" cy="342211"/>
            <a:chOff x="0" y="0"/>
            <a:chExt cx="1131895" cy="504056"/>
          </a:xfrm>
        </p:grpSpPr>
        <p:sp>
          <p:nvSpPr>
            <p:cNvPr id="31" name="矩形 46"/>
            <p:cNvSpPr>
              <a:spLocks noChangeArrowheads="1"/>
            </p:cNvSpPr>
            <p:nvPr/>
          </p:nvSpPr>
          <p:spPr bwMode="auto">
            <a:xfrm>
              <a:off x="0" y="0"/>
              <a:ext cx="1080120" cy="50405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rgbClr val="FFFFFF"/>
                </a:solidFill>
                <a:latin typeface="微软雅黑" panose="020B0503020204020204" pitchFamily="34" charset="-122"/>
                <a:ea typeface="微软雅黑" panose="020B0503020204020204" pitchFamily="34" charset="-122"/>
                <a:sym typeface="宋体" pitchFamily="2" charset="-122"/>
              </a:endParaRPr>
            </a:p>
          </p:txBody>
        </p:sp>
        <p:sp>
          <p:nvSpPr>
            <p:cNvPr id="32" name="文本框 47"/>
            <p:cNvSpPr>
              <a:spLocks noChangeArrowheads="1"/>
            </p:cNvSpPr>
            <p:nvPr/>
          </p:nvSpPr>
          <p:spPr bwMode="auto">
            <a:xfrm>
              <a:off x="51776" y="41771"/>
              <a:ext cx="1080119" cy="45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400" b="1" dirty="0">
                  <a:solidFill>
                    <a:schemeClr val="bg1"/>
                  </a:solidFill>
                  <a:latin typeface="微软雅黑" panose="020B0503020204020204" pitchFamily="34" charset="-122"/>
                  <a:ea typeface="微软雅黑" panose="020B0503020204020204" pitchFamily="34" charset="-122"/>
                  <a:sym typeface="方正兰亭细黑_GBK" charset="-122"/>
                </a:rPr>
                <a:t>关键字</a:t>
              </a:r>
            </a:p>
          </p:txBody>
        </p:sp>
      </p:grpSp>
      <p:sp>
        <p:nvSpPr>
          <p:cNvPr id="33" name="矩形 60"/>
          <p:cNvSpPr>
            <a:spLocks noChangeArrowheads="1"/>
          </p:cNvSpPr>
          <p:nvPr/>
        </p:nvSpPr>
        <p:spPr bwMode="auto">
          <a:xfrm>
            <a:off x="5546664" y="1193002"/>
            <a:ext cx="2265696" cy="461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2117" tIns="31057" rIns="62117" bIns="31057">
            <a:spAutoFit/>
          </a:bodyPr>
          <a:lstStyle/>
          <a:p>
            <a:pPr>
              <a:lnSpc>
                <a:spcPct val="130000"/>
              </a:lnSpc>
            </a:pPr>
            <a:r>
              <a:rPr lang="zh-CN" altLang="en-US" sz="1000" dirty="0">
                <a:solidFill>
                  <a:schemeClr val="tx1">
                    <a:lumMod val="95000"/>
                    <a:lumOff val="5000"/>
                  </a:schemeClr>
                </a:solidFill>
                <a:latin typeface="微软雅黑" pitchFamily="34" charset="-122"/>
                <a:ea typeface="微软雅黑" panose="020B0503020204020204" pitchFamily="34" charset="-122"/>
              </a:rPr>
              <a:t>单击此处添加文本单击此处添加文本</a:t>
            </a:r>
            <a:endParaRPr lang="en-US" altLang="zh-CN" sz="1000" dirty="0">
              <a:solidFill>
                <a:schemeClr val="tx1">
                  <a:lumMod val="95000"/>
                  <a:lumOff val="5000"/>
                </a:schemeClr>
              </a:solidFill>
              <a:latin typeface="微软雅黑" pitchFamily="34" charset="-122"/>
              <a:ea typeface="微软雅黑" panose="020B0503020204020204" pitchFamily="34" charset="-122"/>
            </a:endParaRPr>
          </a:p>
          <a:p>
            <a:pPr>
              <a:lnSpc>
                <a:spcPct val="130000"/>
              </a:lnSpc>
            </a:pPr>
            <a:r>
              <a:rPr lang="zh-CN" altLang="en-US" sz="1000" dirty="0">
                <a:solidFill>
                  <a:schemeClr val="tx1">
                    <a:lumMod val="95000"/>
                    <a:lumOff val="5000"/>
                  </a:schemeClr>
                </a:solidFill>
                <a:latin typeface="微软雅黑" pitchFamily="34" charset="-122"/>
                <a:ea typeface="微软雅黑" panose="020B0503020204020204" pitchFamily="34" charset="-122"/>
              </a:rPr>
              <a:t>单击此处添加文本单击此处添加文本</a:t>
            </a:r>
            <a:endParaRPr lang="en-US" altLang="zh-CN" sz="1000" dirty="0">
              <a:solidFill>
                <a:schemeClr val="tx1">
                  <a:lumMod val="95000"/>
                  <a:lumOff val="5000"/>
                </a:schemeClr>
              </a:solidFill>
              <a:latin typeface="微软雅黑" pitchFamily="34" charset="-122"/>
              <a:ea typeface="微软雅黑" panose="020B0503020204020204" pitchFamily="34" charset="-122"/>
            </a:endParaRPr>
          </a:p>
        </p:txBody>
      </p:sp>
      <p:grpSp>
        <p:nvGrpSpPr>
          <p:cNvPr id="34" name="Group 22"/>
          <p:cNvGrpSpPr>
            <a:grpSpLocks/>
          </p:cNvGrpSpPr>
          <p:nvPr/>
        </p:nvGrpSpPr>
        <p:grpSpPr bwMode="auto">
          <a:xfrm>
            <a:off x="4648347" y="1865240"/>
            <a:ext cx="769718" cy="342211"/>
            <a:chOff x="0" y="0"/>
            <a:chExt cx="1131895" cy="504056"/>
          </a:xfrm>
        </p:grpSpPr>
        <p:sp>
          <p:nvSpPr>
            <p:cNvPr id="35" name="矩形 46"/>
            <p:cNvSpPr>
              <a:spLocks noChangeArrowheads="1"/>
            </p:cNvSpPr>
            <p:nvPr/>
          </p:nvSpPr>
          <p:spPr bwMode="auto">
            <a:xfrm>
              <a:off x="0" y="0"/>
              <a:ext cx="1080120" cy="50405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rgbClr val="FFFFFF"/>
                </a:solidFill>
                <a:latin typeface="微软雅黑" panose="020B0503020204020204" pitchFamily="34" charset="-122"/>
                <a:ea typeface="微软雅黑" panose="020B0503020204020204" pitchFamily="34" charset="-122"/>
                <a:sym typeface="宋体" pitchFamily="2" charset="-122"/>
              </a:endParaRPr>
            </a:p>
          </p:txBody>
        </p:sp>
        <p:sp>
          <p:nvSpPr>
            <p:cNvPr id="36" name="文本框 47"/>
            <p:cNvSpPr>
              <a:spLocks noChangeArrowheads="1"/>
            </p:cNvSpPr>
            <p:nvPr/>
          </p:nvSpPr>
          <p:spPr bwMode="auto">
            <a:xfrm>
              <a:off x="51776" y="41771"/>
              <a:ext cx="1080119" cy="45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400" b="1" dirty="0">
                  <a:solidFill>
                    <a:schemeClr val="bg1"/>
                  </a:solidFill>
                  <a:latin typeface="微软雅黑" panose="020B0503020204020204" pitchFamily="34" charset="-122"/>
                  <a:ea typeface="微软雅黑" panose="020B0503020204020204" pitchFamily="34" charset="-122"/>
                  <a:sym typeface="方正兰亭细黑_GBK" charset="-122"/>
                </a:rPr>
                <a:t>关键字</a:t>
              </a:r>
            </a:p>
          </p:txBody>
        </p:sp>
      </p:grpSp>
      <p:sp>
        <p:nvSpPr>
          <p:cNvPr id="37" name="矩形 60"/>
          <p:cNvSpPr>
            <a:spLocks noChangeArrowheads="1"/>
          </p:cNvSpPr>
          <p:nvPr/>
        </p:nvSpPr>
        <p:spPr bwMode="auto">
          <a:xfrm>
            <a:off x="5546664" y="1793165"/>
            <a:ext cx="2265696" cy="461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2117" tIns="31057" rIns="62117" bIns="31057">
            <a:spAutoFit/>
          </a:bodyPr>
          <a:lstStyle/>
          <a:p>
            <a:pPr>
              <a:lnSpc>
                <a:spcPct val="130000"/>
              </a:lnSpc>
            </a:pPr>
            <a:r>
              <a:rPr lang="zh-CN" altLang="en-US" sz="1000" dirty="0">
                <a:solidFill>
                  <a:schemeClr val="tx1">
                    <a:lumMod val="95000"/>
                    <a:lumOff val="5000"/>
                  </a:schemeClr>
                </a:solidFill>
                <a:latin typeface="微软雅黑" pitchFamily="34" charset="-122"/>
                <a:ea typeface="微软雅黑" panose="020B0503020204020204" pitchFamily="34" charset="-122"/>
              </a:rPr>
              <a:t>单击此处添加文本单击此处添加文本</a:t>
            </a:r>
            <a:endParaRPr lang="en-US" altLang="zh-CN" sz="1000" dirty="0">
              <a:solidFill>
                <a:schemeClr val="tx1">
                  <a:lumMod val="95000"/>
                  <a:lumOff val="5000"/>
                </a:schemeClr>
              </a:solidFill>
              <a:latin typeface="微软雅黑" pitchFamily="34" charset="-122"/>
              <a:ea typeface="微软雅黑" panose="020B0503020204020204" pitchFamily="34" charset="-122"/>
            </a:endParaRPr>
          </a:p>
          <a:p>
            <a:pPr>
              <a:lnSpc>
                <a:spcPct val="130000"/>
              </a:lnSpc>
            </a:pPr>
            <a:r>
              <a:rPr lang="zh-CN" altLang="en-US" sz="1000" dirty="0">
                <a:solidFill>
                  <a:schemeClr val="tx1">
                    <a:lumMod val="95000"/>
                    <a:lumOff val="5000"/>
                  </a:schemeClr>
                </a:solidFill>
                <a:latin typeface="微软雅黑" pitchFamily="34" charset="-122"/>
                <a:ea typeface="微软雅黑" panose="020B0503020204020204" pitchFamily="34" charset="-122"/>
              </a:rPr>
              <a:t>单击此处添加文本单击此处添加文本</a:t>
            </a:r>
            <a:endParaRPr lang="en-US" altLang="zh-CN" sz="1000" dirty="0">
              <a:solidFill>
                <a:schemeClr val="tx1">
                  <a:lumMod val="95000"/>
                  <a:lumOff val="5000"/>
                </a:schemeClr>
              </a:solidFill>
              <a:latin typeface="微软雅黑" pitchFamily="34" charset="-122"/>
              <a:ea typeface="微软雅黑" panose="020B0503020204020204" pitchFamily="34" charset="-122"/>
            </a:endParaRPr>
          </a:p>
        </p:txBody>
      </p:sp>
      <p:grpSp>
        <p:nvGrpSpPr>
          <p:cNvPr id="38" name="Group 22"/>
          <p:cNvGrpSpPr>
            <a:grpSpLocks/>
          </p:cNvGrpSpPr>
          <p:nvPr/>
        </p:nvGrpSpPr>
        <p:grpSpPr bwMode="auto">
          <a:xfrm>
            <a:off x="4648347" y="2474110"/>
            <a:ext cx="769718" cy="342211"/>
            <a:chOff x="0" y="0"/>
            <a:chExt cx="1131894" cy="504056"/>
          </a:xfrm>
        </p:grpSpPr>
        <p:sp>
          <p:nvSpPr>
            <p:cNvPr id="39" name="矩形 46"/>
            <p:cNvSpPr>
              <a:spLocks noChangeArrowheads="1"/>
            </p:cNvSpPr>
            <p:nvPr/>
          </p:nvSpPr>
          <p:spPr bwMode="auto">
            <a:xfrm>
              <a:off x="0" y="0"/>
              <a:ext cx="1080120" cy="50405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rgbClr val="FFFFFF"/>
                </a:solidFill>
                <a:latin typeface="微软雅黑" panose="020B0503020204020204" pitchFamily="34" charset="-122"/>
                <a:ea typeface="微软雅黑" panose="020B0503020204020204" pitchFamily="34" charset="-122"/>
                <a:sym typeface="宋体" pitchFamily="2" charset="-122"/>
              </a:endParaRPr>
            </a:p>
          </p:txBody>
        </p:sp>
        <p:sp>
          <p:nvSpPr>
            <p:cNvPr id="40" name="文本框 47"/>
            <p:cNvSpPr>
              <a:spLocks noChangeArrowheads="1"/>
            </p:cNvSpPr>
            <p:nvPr/>
          </p:nvSpPr>
          <p:spPr bwMode="auto">
            <a:xfrm>
              <a:off x="51774" y="41771"/>
              <a:ext cx="1080120" cy="45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400" b="1">
                  <a:solidFill>
                    <a:schemeClr val="bg1"/>
                  </a:solidFill>
                  <a:latin typeface="微软雅黑" panose="020B0503020204020204" pitchFamily="34" charset="-122"/>
                  <a:ea typeface="微软雅黑" panose="020B0503020204020204" pitchFamily="34" charset="-122"/>
                  <a:sym typeface="方正兰亭细黑_GBK" charset="-122"/>
                </a:rPr>
                <a:t>关键字</a:t>
              </a:r>
            </a:p>
          </p:txBody>
        </p:sp>
      </p:grpSp>
      <p:sp>
        <p:nvSpPr>
          <p:cNvPr id="41" name="矩形 60"/>
          <p:cNvSpPr>
            <a:spLocks noChangeArrowheads="1"/>
          </p:cNvSpPr>
          <p:nvPr/>
        </p:nvSpPr>
        <p:spPr bwMode="auto">
          <a:xfrm>
            <a:off x="5546664" y="2402034"/>
            <a:ext cx="2265696" cy="461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2117" tIns="31057" rIns="62117" bIns="31057">
            <a:spAutoFit/>
          </a:bodyPr>
          <a:lstStyle/>
          <a:p>
            <a:pPr>
              <a:lnSpc>
                <a:spcPct val="130000"/>
              </a:lnSpc>
            </a:pPr>
            <a:r>
              <a:rPr lang="zh-CN" altLang="en-US" sz="1000" dirty="0">
                <a:solidFill>
                  <a:schemeClr val="tx1">
                    <a:lumMod val="95000"/>
                    <a:lumOff val="5000"/>
                  </a:schemeClr>
                </a:solidFill>
                <a:latin typeface="微软雅黑" pitchFamily="34" charset="-122"/>
                <a:ea typeface="微软雅黑" panose="020B0503020204020204" pitchFamily="34" charset="-122"/>
              </a:rPr>
              <a:t>单击此处添加文本单击此处添加文本</a:t>
            </a:r>
            <a:endParaRPr lang="en-US" altLang="zh-CN" sz="1000" dirty="0">
              <a:solidFill>
                <a:schemeClr val="tx1">
                  <a:lumMod val="95000"/>
                  <a:lumOff val="5000"/>
                </a:schemeClr>
              </a:solidFill>
              <a:latin typeface="微软雅黑" pitchFamily="34" charset="-122"/>
              <a:ea typeface="微软雅黑" panose="020B0503020204020204" pitchFamily="34" charset="-122"/>
            </a:endParaRPr>
          </a:p>
          <a:p>
            <a:pPr>
              <a:lnSpc>
                <a:spcPct val="130000"/>
              </a:lnSpc>
            </a:pPr>
            <a:r>
              <a:rPr lang="zh-CN" altLang="en-US" sz="1000" dirty="0">
                <a:solidFill>
                  <a:schemeClr val="tx1">
                    <a:lumMod val="95000"/>
                    <a:lumOff val="5000"/>
                  </a:schemeClr>
                </a:solidFill>
                <a:latin typeface="微软雅黑" pitchFamily="34" charset="-122"/>
                <a:ea typeface="微软雅黑" panose="020B0503020204020204" pitchFamily="34" charset="-122"/>
              </a:rPr>
              <a:t>单击此处添加文本单击此处添加文本</a:t>
            </a:r>
            <a:endParaRPr lang="en-US" altLang="zh-CN" sz="1000" dirty="0">
              <a:solidFill>
                <a:schemeClr val="tx1">
                  <a:lumMod val="95000"/>
                  <a:lumOff val="5000"/>
                </a:schemeClr>
              </a:solidFill>
              <a:latin typeface="微软雅黑" pitchFamily="34" charset="-122"/>
              <a:ea typeface="微软雅黑" panose="020B0503020204020204" pitchFamily="34" charset="-122"/>
            </a:endParaRPr>
          </a:p>
        </p:txBody>
      </p:sp>
      <p:grpSp>
        <p:nvGrpSpPr>
          <p:cNvPr id="42" name="组合 41"/>
          <p:cNvGrpSpPr/>
          <p:nvPr/>
        </p:nvGrpSpPr>
        <p:grpSpPr>
          <a:xfrm>
            <a:off x="3673015" y="1419622"/>
            <a:ext cx="975332" cy="1209028"/>
            <a:chOff x="3851918" y="1267706"/>
            <a:chExt cx="1077194" cy="1333449"/>
          </a:xfrm>
        </p:grpSpPr>
        <p:cxnSp>
          <p:nvCxnSpPr>
            <p:cNvPr id="43" name="肘形连接符 42"/>
            <p:cNvCxnSpPr/>
            <p:nvPr/>
          </p:nvCxnSpPr>
          <p:spPr>
            <a:xfrm rot="16200000" flipH="1">
              <a:off x="4343275" y="2020110"/>
              <a:ext cx="750262" cy="411827"/>
            </a:xfrm>
            <a:prstGeom prst="bentConnector2">
              <a:avLst/>
            </a:prstGeom>
            <a:ln>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4" name="肘形连接符 43"/>
            <p:cNvCxnSpPr/>
            <p:nvPr/>
          </p:nvCxnSpPr>
          <p:spPr>
            <a:xfrm rot="5400000" flipH="1" flipV="1">
              <a:off x="4426808" y="1353388"/>
              <a:ext cx="583191" cy="411828"/>
            </a:xfrm>
            <a:prstGeom prst="bentConnector2">
              <a:avLst/>
            </a:prstGeom>
            <a:ln>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a:endCxn id="35" idx="1"/>
            </p:cNvCxnSpPr>
            <p:nvPr/>
          </p:nvCxnSpPr>
          <p:spPr>
            <a:xfrm>
              <a:off x="3851920" y="1947897"/>
              <a:ext cx="1077194" cy="0"/>
            </a:xfrm>
            <a:prstGeom prst="straightConnector1">
              <a:avLst/>
            </a:prstGeom>
            <a:ln>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grpSp>
      <p:sp>
        <p:nvSpPr>
          <p:cNvPr id="46" name="TextBox 45"/>
          <p:cNvSpPr txBox="1"/>
          <p:nvPr/>
        </p:nvSpPr>
        <p:spPr>
          <a:xfrm>
            <a:off x="355782" y="205624"/>
            <a:ext cx="2236510" cy="400110"/>
          </a:xfrm>
          <a:prstGeom prst="rect">
            <a:avLst/>
          </a:prstGeom>
          <a:noFill/>
        </p:spPr>
        <p:txBody>
          <a:bodyPr wrap="none" rtlCol="0">
            <a:spAutoFit/>
          </a:bodyPr>
          <a:lstStyle/>
          <a:p>
            <a:r>
              <a:rPr lang="zh-CN" altLang="en-US" sz="2000" b="1" dirty="0" smtClean="0">
                <a:solidFill>
                  <a:schemeClr val="accent1"/>
                </a:solidFill>
                <a:latin typeface="微软雅黑" pitchFamily="34" charset="-122"/>
                <a:ea typeface="微软雅黑" pitchFamily="34" charset="-122"/>
              </a:rPr>
              <a:t>点击添加标题文本</a:t>
            </a:r>
            <a:endParaRPr lang="zh-CN" altLang="en-US" sz="2000" b="1" dirty="0">
              <a:solidFill>
                <a:schemeClr val="accent1"/>
              </a:solidFill>
              <a:latin typeface="微软雅黑" pitchFamily="34" charset="-122"/>
              <a:ea typeface="微软雅黑" pitchFamily="34" charset="-122"/>
            </a:endParaRPr>
          </a:p>
        </p:txBody>
      </p:sp>
      <p:sp>
        <p:nvSpPr>
          <p:cNvPr id="47" name="TextBox 46"/>
          <p:cNvSpPr txBox="1"/>
          <p:nvPr/>
        </p:nvSpPr>
        <p:spPr>
          <a:xfrm>
            <a:off x="7682019" y="195037"/>
            <a:ext cx="1138453" cy="461665"/>
          </a:xfrm>
          <a:prstGeom prst="rect">
            <a:avLst/>
          </a:prstGeom>
          <a:noFill/>
        </p:spPr>
        <p:txBody>
          <a:bodyPr wrap="none" rtlCol="0">
            <a:spAutoFit/>
          </a:bodyPr>
          <a:lstStyle/>
          <a:p>
            <a:r>
              <a:rPr lang="en-US" altLang="zh-CN" sz="2400" dirty="0" smtClean="0">
                <a:solidFill>
                  <a:schemeClr val="accent2"/>
                </a:solidFill>
                <a:latin typeface="Eras Bold ITC" panose="020B0907030504020204" pitchFamily="34" charset="0"/>
                <a:ea typeface="微软雅黑" panose="020B0503020204020204" pitchFamily="34" charset="-122"/>
              </a:rPr>
              <a:t>LOGO</a:t>
            </a:r>
            <a:endParaRPr lang="zh-CN" altLang="en-US" sz="2400" dirty="0">
              <a:solidFill>
                <a:schemeClr val="accent2"/>
              </a:solidFill>
              <a:latin typeface="Eras Bold ITC" panose="020B0907030504020204" pitchFamily="34" charset="0"/>
              <a:ea typeface="微软雅黑" panose="020B0503020204020204" pitchFamily="34" charset="-122"/>
            </a:endParaRPr>
          </a:p>
        </p:txBody>
      </p:sp>
    </p:spTree>
    <p:extLst>
      <p:ext uri="{BB962C8B-B14F-4D97-AF65-F5344CB8AC3E}">
        <p14:creationId xmlns:p14="http://schemas.microsoft.com/office/powerpoint/2010/main" val="965858884"/>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200"/>
                                  </p:stCondLst>
                                  <p:childTnLst>
                                    <p:set>
                                      <p:cBhvr>
                                        <p:cTn id="6" dur="1" fill="hold">
                                          <p:stCondLst>
                                            <p:cond delay="0"/>
                                          </p:stCondLst>
                                        </p:cTn>
                                        <p:tgtEl>
                                          <p:spTgt spid="29"/>
                                        </p:tgtEl>
                                        <p:attrNameLst>
                                          <p:attrName>style.visibility</p:attrName>
                                        </p:attrNameLst>
                                      </p:cBhvr>
                                      <p:to>
                                        <p:strVal val="visible"/>
                                      </p:to>
                                    </p:set>
                                    <p:animEffect transition="in" filter="wheel(1)">
                                      <p:cBhvr>
                                        <p:cTn id="7" dur="500"/>
                                        <p:tgtEl>
                                          <p:spTgt spid="29"/>
                                        </p:tgtEl>
                                      </p:cBhvr>
                                    </p:animEffect>
                                  </p:childTnLst>
                                </p:cTn>
                              </p:par>
                            </p:childTnLst>
                          </p:cTn>
                        </p:par>
                        <p:par>
                          <p:cTn id="8" fill="hold">
                            <p:stCondLst>
                              <p:cond delay="700"/>
                            </p:stCondLst>
                            <p:childTnLst>
                              <p:par>
                                <p:cTn id="9" presetID="22" presetClass="entr" presetSubtype="8"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wipe(left)">
                                      <p:cBhvr>
                                        <p:cTn id="11" dur="500"/>
                                        <p:tgtEl>
                                          <p:spTgt spid="27"/>
                                        </p:tgtEl>
                                      </p:cBhvr>
                                    </p:animEffect>
                                  </p:childTnLst>
                                </p:cTn>
                              </p:par>
                            </p:childTnLst>
                          </p:cTn>
                        </p:par>
                        <p:par>
                          <p:cTn id="12" fill="hold">
                            <p:stCondLst>
                              <p:cond delay="1200"/>
                            </p:stCondLst>
                            <p:childTnLst>
                              <p:par>
                                <p:cTn id="13" presetID="10" presetClass="entr" presetSubtype="0" fill="hold" grpId="0"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childTnLst>
                          </p:cTn>
                        </p:par>
                        <p:par>
                          <p:cTn id="16" fill="hold">
                            <p:stCondLst>
                              <p:cond delay="1700"/>
                            </p:stCondLst>
                            <p:childTnLst>
                              <p:par>
                                <p:cTn id="17" presetID="22" presetClass="entr" presetSubtype="8" fill="hold" nodeType="after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wipe(left)">
                                      <p:cBhvr>
                                        <p:cTn id="19" dur="500"/>
                                        <p:tgtEl>
                                          <p:spTgt spid="42"/>
                                        </p:tgtEl>
                                      </p:cBhvr>
                                    </p:animEffect>
                                  </p:childTnLst>
                                </p:cTn>
                              </p:par>
                            </p:childTnLst>
                          </p:cTn>
                        </p:par>
                        <p:par>
                          <p:cTn id="20" fill="hold">
                            <p:stCondLst>
                              <p:cond delay="2200"/>
                            </p:stCondLst>
                            <p:childTnLst>
                              <p:par>
                                <p:cTn id="21" presetID="10" presetClass="entr" presetSubtype="0" fill="hold" nodeType="after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500"/>
                                        <p:tgtEl>
                                          <p:spTgt spid="30"/>
                                        </p:tgtEl>
                                      </p:cBhvr>
                                    </p:animEffect>
                                  </p:childTnLst>
                                </p:cTn>
                              </p:par>
                            </p:childTnLst>
                          </p:cTn>
                        </p:par>
                        <p:par>
                          <p:cTn id="24" fill="hold">
                            <p:stCondLst>
                              <p:cond delay="2700"/>
                            </p:stCondLst>
                            <p:childTnLst>
                              <p:par>
                                <p:cTn id="25" presetID="2" presetClass="entr" presetSubtype="2" decel="100000" fill="hold" grpId="0" nodeType="afterEffect">
                                  <p:stCondLst>
                                    <p:cond delay="0"/>
                                  </p:stCondLst>
                                  <p:childTnLst>
                                    <p:set>
                                      <p:cBhvr>
                                        <p:cTn id="26" dur="1" fill="hold">
                                          <p:stCondLst>
                                            <p:cond delay="0"/>
                                          </p:stCondLst>
                                        </p:cTn>
                                        <p:tgtEl>
                                          <p:spTgt spid="33"/>
                                        </p:tgtEl>
                                        <p:attrNameLst>
                                          <p:attrName>style.visibility</p:attrName>
                                        </p:attrNameLst>
                                      </p:cBhvr>
                                      <p:to>
                                        <p:strVal val="visible"/>
                                      </p:to>
                                    </p:set>
                                    <p:anim calcmode="lin" valueType="num">
                                      <p:cBhvr additive="base">
                                        <p:cTn id="27" dur="500" fill="hold"/>
                                        <p:tgtEl>
                                          <p:spTgt spid="33"/>
                                        </p:tgtEl>
                                        <p:attrNameLst>
                                          <p:attrName>ppt_x</p:attrName>
                                        </p:attrNameLst>
                                      </p:cBhvr>
                                      <p:tavLst>
                                        <p:tav tm="0">
                                          <p:val>
                                            <p:strVal val="1+#ppt_w/2"/>
                                          </p:val>
                                        </p:tav>
                                        <p:tav tm="100000">
                                          <p:val>
                                            <p:strVal val="#ppt_x"/>
                                          </p:val>
                                        </p:tav>
                                      </p:tavLst>
                                    </p:anim>
                                    <p:anim calcmode="lin" valueType="num">
                                      <p:cBhvr additive="base">
                                        <p:cTn id="28" dur="500" fill="hold"/>
                                        <p:tgtEl>
                                          <p:spTgt spid="33"/>
                                        </p:tgtEl>
                                        <p:attrNameLst>
                                          <p:attrName>ppt_y</p:attrName>
                                        </p:attrNameLst>
                                      </p:cBhvr>
                                      <p:tavLst>
                                        <p:tav tm="0">
                                          <p:val>
                                            <p:strVal val="#ppt_y"/>
                                          </p:val>
                                        </p:tav>
                                        <p:tav tm="100000">
                                          <p:val>
                                            <p:strVal val="#ppt_y"/>
                                          </p:val>
                                        </p:tav>
                                      </p:tavLst>
                                    </p:anim>
                                  </p:childTnLst>
                                </p:cTn>
                              </p:par>
                            </p:childTnLst>
                          </p:cTn>
                        </p:par>
                        <p:par>
                          <p:cTn id="29" fill="hold">
                            <p:stCondLst>
                              <p:cond delay="3200"/>
                            </p:stCondLst>
                            <p:childTnLst>
                              <p:par>
                                <p:cTn id="30" presetID="10" presetClass="entr" presetSubtype="0" fill="hold" nodeType="after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500"/>
                                        <p:tgtEl>
                                          <p:spTgt spid="34"/>
                                        </p:tgtEl>
                                      </p:cBhvr>
                                    </p:animEffect>
                                  </p:childTnLst>
                                </p:cTn>
                              </p:par>
                            </p:childTnLst>
                          </p:cTn>
                        </p:par>
                        <p:par>
                          <p:cTn id="33" fill="hold">
                            <p:stCondLst>
                              <p:cond delay="3700"/>
                            </p:stCondLst>
                            <p:childTnLst>
                              <p:par>
                                <p:cTn id="34" presetID="2" presetClass="entr" presetSubtype="2" decel="100000" fill="hold" grpId="0" nodeType="afterEffect">
                                  <p:stCondLst>
                                    <p:cond delay="0"/>
                                  </p:stCondLst>
                                  <p:childTnLst>
                                    <p:set>
                                      <p:cBhvr>
                                        <p:cTn id="35" dur="1" fill="hold">
                                          <p:stCondLst>
                                            <p:cond delay="0"/>
                                          </p:stCondLst>
                                        </p:cTn>
                                        <p:tgtEl>
                                          <p:spTgt spid="37"/>
                                        </p:tgtEl>
                                        <p:attrNameLst>
                                          <p:attrName>style.visibility</p:attrName>
                                        </p:attrNameLst>
                                      </p:cBhvr>
                                      <p:to>
                                        <p:strVal val="visible"/>
                                      </p:to>
                                    </p:set>
                                    <p:anim calcmode="lin" valueType="num">
                                      <p:cBhvr additive="base">
                                        <p:cTn id="36" dur="500" fill="hold"/>
                                        <p:tgtEl>
                                          <p:spTgt spid="37"/>
                                        </p:tgtEl>
                                        <p:attrNameLst>
                                          <p:attrName>ppt_x</p:attrName>
                                        </p:attrNameLst>
                                      </p:cBhvr>
                                      <p:tavLst>
                                        <p:tav tm="0">
                                          <p:val>
                                            <p:strVal val="1+#ppt_w/2"/>
                                          </p:val>
                                        </p:tav>
                                        <p:tav tm="100000">
                                          <p:val>
                                            <p:strVal val="#ppt_x"/>
                                          </p:val>
                                        </p:tav>
                                      </p:tavLst>
                                    </p:anim>
                                    <p:anim calcmode="lin" valueType="num">
                                      <p:cBhvr additive="base">
                                        <p:cTn id="37" dur="500" fill="hold"/>
                                        <p:tgtEl>
                                          <p:spTgt spid="37"/>
                                        </p:tgtEl>
                                        <p:attrNameLst>
                                          <p:attrName>ppt_y</p:attrName>
                                        </p:attrNameLst>
                                      </p:cBhvr>
                                      <p:tavLst>
                                        <p:tav tm="0">
                                          <p:val>
                                            <p:strVal val="#ppt_y"/>
                                          </p:val>
                                        </p:tav>
                                        <p:tav tm="100000">
                                          <p:val>
                                            <p:strVal val="#ppt_y"/>
                                          </p:val>
                                        </p:tav>
                                      </p:tavLst>
                                    </p:anim>
                                  </p:childTnLst>
                                </p:cTn>
                              </p:par>
                            </p:childTnLst>
                          </p:cTn>
                        </p:par>
                        <p:par>
                          <p:cTn id="38" fill="hold">
                            <p:stCondLst>
                              <p:cond delay="4200"/>
                            </p:stCondLst>
                            <p:childTnLst>
                              <p:par>
                                <p:cTn id="39" presetID="10" presetClass="entr" presetSubtype="0" fill="hold" nodeType="afterEffect">
                                  <p:stCondLst>
                                    <p:cond delay="0"/>
                                  </p:stCondLst>
                                  <p:childTnLst>
                                    <p:set>
                                      <p:cBhvr>
                                        <p:cTn id="40" dur="1" fill="hold">
                                          <p:stCondLst>
                                            <p:cond delay="0"/>
                                          </p:stCondLst>
                                        </p:cTn>
                                        <p:tgtEl>
                                          <p:spTgt spid="38"/>
                                        </p:tgtEl>
                                        <p:attrNameLst>
                                          <p:attrName>style.visibility</p:attrName>
                                        </p:attrNameLst>
                                      </p:cBhvr>
                                      <p:to>
                                        <p:strVal val="visible"/>
                                      </p:to>
                                    </p:set>
                                    <p:animEffect transition="in" filter="fade">
                                      <p:cBhvr>
                                        <p:cTn id="41" dur="500"/>
                                        <p:tgtEl>
                                          <p:spTgt spid="38"/>
                                        </p:tgtEl>
                                      </p:cBhvr>
                                    </p:animEffect>
                                  </p:childTnLst>
                                </p:cTn>
                              </p:par>
                            </p:childTnLst>
                          </p:cTn>
                        </p:par>
                        <p:par>
                          <p:cTn id="42" fill="hold">
                            <p:stCondLst>
                              <p:cond delay="4700"/>
                            </p:stCondLst>
                            <p:childTnLst>
                              <p:par>
                                <p:cTn id="43" presetID="2" presetClass="entr" presetSubtype="2" decel="100000" fill="hold" grpId="0" nodeType="afterEffect">
                                  <p:stCondLst>
                                    <p:cond delay="0"/>
                                  </p:stCondLst>
                                  <p:childTnLst>
                                    <p:set>
                                      <p:cBhvr>
                                        <p:cTn id="44" dur="1" fill="hold">
                                          <p:stCondLst>
                                            <p:cond delay="0"/>
                                          </p:stCondLst>
                                        </p:cTn>
                                        <p:tgtEl>
                                          <p:spTgt spid="41"/>
                                        </p:tgtEl>
                                        <p:attrNameLst>
                                          <p:attrName>style.visibility</p:attrName>
                                        </p:attrNameLst>
                                      </p:cBhvr>
                                      <p:to>
                                        <p:strVal val="visible"/>
                                      </p:to>
                                    </p:set>
                                    <p:anim calcmode="lin" valueType="num">
                                      <p:cBhvr additive="base">
                                        <p:cTn id="45" dur="500" fill="hold"/>
                                        <p:tgtEl>
                                          <p:spTgt spid="41"/>
                                        </p:tgtEl>
                                        <p:attrNameLst>
                                          <p:attrName>ppt_x</p:attrName>
                                        </p:attrNameLst>
                                      </p:cBhvr>
                                      <p:tavLst>
                                        <p:tav tm="0">
                                          <p:val>
                                            <p:strVal val="1+#ppt_w/2"/>
                                          </p:val>
                                        </p:tav>
                                        <p:tav tm="100000">
                                          <p:val>
                                            <p:strVal val="#ppt_x"/>
                                          </p:val>
                                        </p:tav>
                                      </p:tavLst>
                                    </p:anim>
                                    <p:anim calcmode="lin" valueType="num">
                                      <p:cBhvr additive="base">
                                        <p:cTn id="46" dur="500" fill="hold"/>
                                        <p:tgtEl>
                                          <p:spTgt spid="41"/>
                                        </p:tgtEl>
                                        <p:attrNameLst>
                                          <p:attrName>ppt_y</p:attrName>
                                        </p:attrNameLst>
                                      </p:cBhvr>
                                      <p:tavLst>
                                        <p:tav tm="0">
                                          <p:val>
                                            <p:strVal val="#ppt_y"/>
                                          </p:val>
                                        </p:tav>
                                        <p:tav tm="100000">
                                          <p:val>
                                            <p:strVal val="#ppt_y"/>
                                          </p:val>
                                        </p:tav>
                                      </p:tavLst>
                                    </p:anim>
                                  </p:childTnLst>
                                </p:cTn>
                              </p:par>
                            </p:childTnLst>
                          </p:cTn>
                        </p:par>
                        <p:par>
                          <p:cTn id="47" fill="hold">
                            <p:stCondLst>
                              <p:cond delay="5200"/>
                            </p:stCondLst>
                            <p:childTnLst>
                              <p:par>
                                <p:cTn id="48" presetID="2" presetClass="entr" presetSubtype="2" fill="hold" nodeType="afterEffect">
                                  <p:stCondLst>
                                    <p:cond delay="0"/>
                                  </p:stCondLst>
                                  <p:childTnLst>
                                    <p:set>
                                      <p:cBhvr>
                                        <p:cTn id="49" dur="1" fill="hold">
                                          <p:stCondLst>
                                            <p:cond delay="0"/>
                                          </p:stCondLst>
                                        </p:cTn>
                                        <p:tgtEl>
                                          <p:spTgt spid="24"/>
                                        </p:tgtEl>
                                        <p:attrNameLst>
                                          <p:attrName>style.visibility</p:attrName>
                                        </p:attrNameLst>
                                      </p:cBhvr>
                                      <p:to>
                                        <p:strVal val="visible"/>
                                      </p:to>
                                    </p:set>
                                    <p:anim calcmode="lin" valueType="num">
                                      <p:cBhvr additive="base">
                                        <p:cTn id="50" dur="500" fill="hold"/>
                                        <p:tgtEl>
                                          <p:spTgt spid="24"/>
                                        </p:tgtEl>
                                        <p:attrNameLst>
                                          <p:attrName>ppt_x</p:attrName>
                                        </p:attrNameLst>
                                      </p:cBhvr>
                                      <p:tavLst>
                                        <p:tav tm="0">
                                          <p:val>
                                            <p:strVal val="1+#ppt_w/2"/>
                                          </p:val>
                                        </p:tav>
                                        <p:tav tm="100000">
                                          <p:val>
                                            <p:strVal val="#ppt_x"/>
                                          </p:val>
                                        </p:tav>
                                      </p:tavLst>
                                    </p:anim>
                                    <p:anim calcmode="lin" valueType="num">
                                      <p:cBhvr additive="base">
                                        <p:cTn id="51" dur="500" fill="hold"/>
                                        <p:tgtEl>
                                          <p:spTgt spid="24"/>
                                        </p:tgtEl>
                                        <p:attrNameLst>
                                          <p:attrName>ppt_y</p:attrName>
                                        </p:attrNameLst>
                                      </p:cBhvr>
                                      <p:tavLst>
                                        <p:tav tm="0">
                                          <p:val>
                                            <p:strVal val="#ppt_y"/>
                                          </p:val>
                                        </p:tav>
                                        <p:tav tm="100000">
                                          <p:val>
                                            <p:strVal val="#ppt_y"/>
                                          </p:val>
                                        </p:tav>
                                      </p:tavLst>
                                    </p:anim>
                                  </p:childTnLst>
                                </p:cTn>
                              </p:par>
                              <p:par>
                                <p:cTn id="52" presetID="2" presetClass="entr" presetSubtype="2" fill="hold" nodeType="withEffect">
                                  <p:stCondLst>
                                    <p:cond delay="0"/>
                                  </p:stCondLst>
                                  <p:childTnLst>
                                    <p:set>
                                      <p:cBhvr>
                                        <p:cTn id="53" dur="1" fill="hold">
                                          <p:stCondLst>
                                            <p:cond delay="0"/>
                                          </p:stCondLst>
                                        </p:cTn>
                                        <p:tgtEl>
                                          <p:spTgt spid="25"/>
                                        </p:tgtEl>
                                        <p:attrNameLst>
                                          <p:attrName>style.visibility</p:attrName>
                                        </p:attrNameLst>
                                      </p:cBhvr>
                                      <p:to>
                                        <p:strVal val="visible"/>
                                      </p:to>
                                    </p:set>
                                    <p:anim calcmode="lin" valueType="num">
                                      <p:cBhvr additive="base">
                                        <p:cTn id="54" dur="500" fill="hold"/>
                                        <p:tgtEl>
                                          <p:spTgt spid="25"/>
                                        </p:tgtEl>
                                        <p:attrNameLst>
                                          <p:attrName>ppt_x</p:attrName>
                                        </p:attrNameLst>
                                      </p:cBhvr>
                                      <p:tavLst>
                                        <p:tav tm="0">
                                          <p:val>
                                            <p:strVal val="1+#ppt_w/2"/>
                                          </p:val>
                                        </p:tav>
                                        <p:tav tm="100000">
                                          <p:val>
                                            <p:strVal val="#ppt_x"/>
                                          </p:val>
                                        </p:tav>
                                      </p:tavLst>
                                    </p:anim>
                                    <p:anim calcmode="lin" valueType="num">
                                      <p:cBhvr additive="base">
                                        <p:cTn id="55" dur="500" fill="hold"/>
                                        <p:tgtEl>
                                          <p:spTgt spid="25"/>
                                        </p:tgtEl>
                                        <p:attrNameLst>
                                          <p:attrName>ppt_y</p:attrName>
                                        </p:attrNameLst>
                                      </p:cBhvr>
                                      <p:tavLst>
                                        <p:tav tm="0">
                                          <p:val>
                                            <p:strVal val="#ppt_y"/>
                                          </p:val>
                                        </p:tav>
                                        <p:tav tm="100000">
                                          <p:val>
                                            <p:strVal val="#ppt_y"/>
                                          </p:val>
                                        </p:tav>
                                      </p:tavLst>
                                    </p:anim>
                                  </p:childTnLst>
                                </p:cTn>
                              </p:par>
                              <p:par>
                                <p:cTn id="56" presetID="2" presetClass="entr" presetSubtype="2" fill="hold" nodeType="withEffect">
                                  <p:stCondLst>
                                    <p:cond delay="0"/>
                                  </p:stCondLst>
                                  <p:childTnLst>
                                    <p:set>
                                      <p:cBhvr>
                                        <p:cTn id="57" dur="1" fill="hold">
                                          <p:stCondLst>
                                            <p:cond delay="0"/>
                                          </p:stCondLst>
                                        </p:cTn>
                                        <p:tgtEl>
                                          <p:spTgt spid="26"/>
                                        </p:tgtEl>
                                        <p:attrNameLst>
                                          <p:attrName>style.visibility</p:attrName>
                                        </p:attrNameLst>
                                      </p:cBhvr>
                                      <p:to>
                                        <p:strVal val="visible"/>
                                      </p:to>
                                    </p:set>
                                    <p:anim calcmode="lin" valueType="num">
                                      <p:cBhvr additive="base">
                                        <p:cTn id="58" dur="500" fill="hold"/>
                                        <p:tgtEl>
                                          <p:spTgt spid="26"/>
                                        </p:tgtEl>
                                        <p:attrNameLst>
                                          <p:attrName>ppt_x</p:attrName>
                                        </p:attrNameLst>
                                      </p:cBhvr>
                                      <p:tavLst>
                                        <p:tav tm="0">
                                          <p:val>
                                            <p:strVal val="1+#ppt_w/2"/>
                                          </p:val>
                                        </p:tav>
                                        <p:tav tm="100000">
                                          <p:val>
                                            <p:strVal val="#ppt_x"/>
                                          </p:val>
                                        </p:tav>
                                      </p:tavLst>
                                    </p:anim>
                                    <p:anim calcmode="lin" valueType="num">
                                      <p:cBhvr additive="base">
                                        <p:cTn id="59"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3" grpId="0"/>
      <p:bldP spid="37" grpId="0"/>
      <p:bldP spid="4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142899" y="1359345"/>
            <a:ext cx="1501663" cy="671415"/>
            <a:chOff x="465719" y="1295954"/>
            <a:chExt cx="1658494" cy="740511"/>
          </a:xfrm>
        </p:grpSpPr>
        <p:sp>
          <p:nvSpPr>
            <p:cNvPr id="38" name="Freeform 1"/>
            <p:cNvSpPr>
              <a:spLocks noChangeArrowheads="1"/>
            </p:cNvSpPr>
            <p:nvPr/>
          </p:nvSpPr>
          <p:spPr bwMode="auto">
            <a:xfrm rot="10800000">
              <a:off x="465719" y="1295954"/>
              <a:ext cx="1658494" cy="740511"/>
            </a:xfrm>
            <a:custGeom>
              <a:avLst/>
              <a:gdLst>
                <a:gd name="T0" fmla="*/ 5874 w 7875"/>
                <a:gd name="T1" fmla="*/ 1811 h 3594"/>
                <a:gd name="T2" fmla="*/ 7874 w 7875"/>
                <a:gd name="T3" fmla="*/ 0 h 3594"/>
                <a:gd name="T4" fmla="*/ 1969 w 7875"/>
                <a:gd name="T5" fmla="*/ 0 h 3594"/>
                <a:gd name="T6" fmla="*/ 0 w 7875"/>
                <a:gd name="T7" fmla="*/ 1811 h 3594"/>
                <a:gd name="T8" fmla="*/ 1969 w 7875"/>
                <a:gd name="T9" fmla="*/ 3593 h 3594"/>
                <a:gd name="T10" fmla="*/ 7874 w 7875"/>
                <a:gd name="T11" fmla="*/ 3593 h 3594"/>
                <a:gd name="T12" fmla="*/ 5874 w 7875"/>
                <a:gd name="T13" fmla="*/ 1811 h 3594"/>
              </a:gdLst>
              <a:ahLst/>
              <a:cxnLst>
                <a:cxn ang="0">
                  <a:pos x="T0" y="T1"/>
                </a:cxn>
                <a:cxn ang="0">
                  <a:pos x="T2" y="T3"/>
                </a:cxn>
                <a:cxn ang="0">
                  <a:pos x="T4" y="T5"/>
                </a:cxn>
                <a:cxn ang="0">
                  <a:pos x="T6" y="T7"/>
                </a:cxn>
                <a:cxn ang="0">
                  <a:pos x="T8" y="T9"/>
                </a:cxn>
                <a:cxn ang="0">
                  <a:pos x="T10" y="T11"/>
                </a:cxn>
                <a:cxn ang="0">
                  <a:pos x="T12" y="T13"/>
                </a:cxn>
              </a:cxnLst>
              <a:rect l="0" t="0" r="r" b="b"/>
              <a:pathLst>
                <a:path w="7875" h="3594">
                  <a:moveTo>
                    <a:pt x="5874" y="1811"/>
                  </a:moveTo>
                  <a:lnTo>
                    <a:pt x="7874" y="0"/>
                  </a:lnTo>
                  <a:lnTo>
                    <a:pt x="1969" y="0"/>
                  </a:lnTo>
                  <a:lnTo>
                    <a:pt x="0" y="1811"/>
                  </a:lnTo>
                  <a:lnTo>
                    <a:pt x="1969" y="3593"/>
                  </a:lnTo>
                  <a:lnTo>
                    <a:pt x="7874" y="3593"/>
                  </a:lnTo>
                  <a:lnTo>
                    <a:pt x="5874" y="1811"/>
                  </a:lnTo>
                </a:path>
              </a:pathLst>
            </a:custGeom>
            <a:solidFill>
              <a:schemeClr val="accent1"/>
            </a:solidFill>
            <a:ln>
              <a:noFill/>
            </a:ln>
            <a:effectLst/>
          </p:spPr>
          <p:txBody>
            <a:bodyPr wrap="none" anchor="ctr"/>
            <a:lstStyle/>
            <a:p>
              <a:endParaRPr lang="en-US">
                <a:latin typeface="微软雅黑" panose="020B0503020204020204" pitchFamily="34" charset="-122"/>
                <a:ea typeface="微软雅黑" panose="020B0503020204020204" pitchFamily="34" charset="-122"/>
              </a:endParaRPr>
            </a:p>
          </p:txBody>
        </p:sp>
        <p:sp>
          <p:nvSpPr>
            <p:cNvPr id="39" name="Freeform 41"/>
            <p:cNvSpPr>
              <a:spLocks noEditPoints="1"/>
            </p:cNvSpPr>
            <p:nvPr/>
          </p:nvSpPr>
          <p:spPr bwMode="auto">
            <a:xfrm>
              <a:off x="1089592" y="1430439"/>
              <a:ext cx="458072" cy="416658"/>
            </a:xfrm>
            <a:custGeom>
              <a:avLst/>
              <a:gdLst>
                <a:gd name="T0" fmla="*/ 2147483647 w 67"/>
                <a:gd name="T1" fmla="*/ 124018912 h 60"/>
                <a:gd name="T2" fmla="*/ 2147483647 w 67"/>
                <a:gd name="T3" fmla="*/ 0 h 60"/>
                <a:gd name="T4" fmla="*/ 2147483647 w 67"/>
                <a:gd name="T5" fmla="*/ 0 h 60"/>
                <a:gd name="T6" fmla="*/ 2147483647 w 67"/>
                <a:gd name="T7" fmla="*/ 124018912 h 60"/>
                <a:gd name="T8" fmla="*/ 2147483647 w 67"/>
                <a:gd name="T9" fmla="*/ 310059138 h 60"/>
                <a:gd name="T10" fmla="*/ 2147483647 w 67"/>
                <a:gd name="T11" fmla="*/ 868156039 h 60"/>
                <a:gd name="T12" fmla="*/ 2147483647 w 67"/>
                <a:gd name="T13" fmla="*/ 124018912 h 60"/>
                <a:gd name="T14" fmla="*/ 2147483647 w 67"/>
                <a:gd name="T15" fmla="*/ 1922344337 h 60"/>
                <a:gd name="T16" fmla="*/ 2147483647 w 67"/>
                <a:gd name="T17" fmla="*/ 124018912 h 60"/>
                <a:gd name="T18" fmla="*/ 1902898002 w 67"/>
                <a:gd name="T19" fmla="*/ 124018912 h 60"/>
                <a:gd name="T20" fmla="*/ 122771150 w 67"/>
                <a:gd name="T21" fmla="*/ 1922344337 h 60"/>
                <a:gd name="T22" fmla="*/ 122771150 w 67"/>
                <a:gd name="T23" fmla="*/ 2147483647 h 60"/>
                <a:gd name="T24" fmla="*/ 245534466 w 67"/>
                <a:gd name="T25" fmla="*/ 2147483647 h 60"/>
                <a:gd name="T26" fmla="*/ 429691207 w 67"/>
                <a:gd name="T27" fmla="*/ 2147483647 h 60"/>
                <a:gd name="T28" fmla="*/ 2087055172 w 67"/>
                <a:gd name="T29" fmla="*/ 558097024 h 60"/>
                <a:gd name="T30" fmla="*/ 2147483647 w 67"/>
                <a:gd name="T31" fmla="*/ 2147483647 h 60"/>
                <a:gd name="T32" fmla="*/ 2147483647 w 67"/>
                <a:gd name="T33" fmla="*/ 2147483647 h 60"/>
                <a:gd name="T34" fmla="*/ 2147483647 w 67"/>
                <a:gd name="T35" fmla="*/ 1922344337 h 60"/>
                <a:gd name="T36" fmla="*/ 552454614 w 67"/>
                <a:gd name="T37" fmla="*/ 2147483647 h 60"/>
                <a:gd name="T38" fmla="*/ 552454614 w 67"/>
                <a:gd name="T39" fmla="*/ 2147483647 h 60"/>
                <a:gd name="T40" fmla="*/ 797989019 w 67"/>
                <a:gd name="T41" fmla="*/ 2147483647 h 60"/>
                <a:gd name="T42" fmla="*/ 1718749157 w 67"/>
                <a:gd name="T43" fmla="*/ 2147483647 h 60"/>
                <a:gd name="T44" fmla="*/ 1718749157 w 67"/>
                <a:gd name="T45" fmla="*/ 2147483647 h 60"/>
                <a:gd name="T46" fmla="*/ 1780134717 w 67"/>
                <a:gd name="T47" fmla="*/ 2147483647 h 60"/>
                <a:gd name="T48" fmla="*/ 2147483647 w 67"/>
                <a:gd name="T49" fmla="*/ 2147483647 h 60"/>
                <a:gd name="T50" fmla="*/ 2147483647 w 67"/>
                <a:gd name="T51" fmla="*/ 2147483647 h 60"/>
                <a:gd name="T52" fmla="*/ 2147483647 w 67"/>
                <a:gd name="T53" fmla="*/ 2147483647 h 60"/>
                <a:gd name="T54" fmla="*/ 2147483647 w 67"/>
                <a:gd name="T55" fmla="*/ 2147483647 h 60"/>
                <a:gd name="T56" fmla="*/ 2147483647 w 67"/>
                <a:gd name="T57" fmla="*/ 2147483647 h 60"/>
                <a:gd name="T58" fmla="*/ 2147483647 w 67"/>
                <a:gd name="T59" fmla="*/ 2147483647 h 60"/>
                <a:gd name="T60" fmla="*/ 2087055172 w 67"/>
                <a:gd name="T61" fmla="*/ 806142661 h 60"/>
                <a:gd name="T62" fmla="*/ 552454614 w 67"/>
                <a:gd name="T63" fmla="*/ 2147483647 h 6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7"/>
                <a:gd name="T97" fmla="*/ 0 h 60"/>
                <a:gd name="T98" fmla="*/ 67 w 67"/>
                <a:gd name="T99" fmla="*/ 60 h 6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7" h="60">
                  <a:moveTo>
                    <a:pt x="53" y="2"/>
                  </a:moveTo>
                  <a:cubicBezTo>
                    <a:pt x="53" y="1"/>
                    <a:pt x="52" y="0"/>
                    <a:pt x="51" y="0"/>
                  </a:cubicBezTo>
                  <a:cubicBezTo>
                    <a:pt x="46" y="0"/>
                    <a:pt x="46" y="0"/>
                    <a:pt x="46" y="0"/>
                  </a:cubicBezTo>
                  <a:cubicBezTo>
                    <a:pt x="45" y="0"/>
                    <a:pt x="44" y="1"/>
                    <a:pt x="44" y="2"/>
                  </a:cubicBezTo>
                  <a:cubicBezTo>
                    <a:pt x="44" y="5"/>
                    <a:pt x="44" y="5"/>
                    <a:pt x="44" y="5"/>
                  </a:cubicBezTo>
                  <a:cubicBezTo>
                    <a:pt x="53" y="14"/>
                    <a:pt x="53" y="14"/>
                    <a:pt x="53" y="14"/>
                  </a:cubicBezTo>
                  <a:lnTo>
                    <a:pt x="53" y="2"/>
                  </a:lnTo>
                  <a:close/>
                  <a:moveTo>
                    <a:pt x="66" y="31"/>
                  </a:moveTo>
                  <a:cubicBezTo>
                    <a:pt x="36" y="2"/>
                    <a:pt x="36" y="2"/>
                    <a:pt x="36" y="2"/>
                  </a:cubicBezTo>
                  <a:cubicBezTo>
                    <a:pt x="35" y="0"/>
                    <a:pt x="33" y="0"/>
                    <a:pt x="31" y="2"/>
                  </a:cubicBezTo>
                  <a:cubicBezTo>
                    <a:pt x="2" y="31"/>
                    <a:pt x="2" y="31"/>
                    <a:pt x="2" y="31"/>
                  </a:cubicBezTo>
                  <a:cubicBezTo>
                    <a:pt x="0" y="33"/>
                    <a:pt x="0" y="35"/>
                    <a:pt x="2" y="36"/>
                  </a:cubicBezTo>
                  <a:cubicBezTo>
                    <a:pt x="2" y="37"/>
                    <a:pt x="3" y="37"/>
                    <a:pt x="4" y="37"/>
                  </a:cubicBezTo>
                  <a:cubicBezTo>
                    <a:pt x="5" y="37"/>
                    <a:pt x="6" y="37"/>
                    <a:pt x="7" y="36"/>
                  </a:cubicBezTo>
                  <a:cubicBezTo>
                    <a:pt x="34" y="9"/>
                    <a:pt x="34" y="9"/>
                    <a:pt x="34" y="9"/>
                  </a:cubicBezTo>
                  <a:cubicBezTo>
                    <a:pt x="61" y="36"/>
                    <a:pt x="61" y="36"/>
                    <a:pt x="61" y="36"/>
                  </a:cubicBezTo>
                  <a:cubicBezTo>
                    <a:pt x="62" y="38"/>
                    <a:pt x="65" y="38"/>
                    <a:pt x="66" y="36"/>
                  </a:cubicBezTo>
                  <a:cubicBezTo>
                    <a:pt x="67" y="35"/>
                    <a:pt x="67" y="33"/>
                    <a:pt x="66" y="31"/>
                  </a:cubicBezTo>
                  <a:close/>
                  <a:moveTo>
                    <a:pt x="9" y="37"/>
                  </a:moveTo>
                  <a:cubicBezTo>
                    <a:pt x="9" y="57"/>
                    <a:pt x="9" y="57"/>
                    <a:pt x="9" y="57"/>
                  </a:cubicBezTo>
                  <a:cubicBezTo>
                    <a:pt x="9" y="59"/>
                    <a:pt x="11" y="60"/>
                    <a:pt x="13" y="60"/>
                  </a:cubicBezTo>
                  <a:cubicBezTo>
                    <a:pt x="28" y="60"/>
                    <a:pt x="28" y="60"/>
                    <a:pt x="28" y="60"/>
                  </a:cubicBezTo>
                  <a:cubicBezTo>
                    <a:pt x="28" y="42"/>
                    <a:pt x="28" y="42"/>
                    <a:pt x="28" y="42"/>
                  </a:cubicBezTo>
                  <a:cubicBezTo>
                    <a:pt x="28" y="42"/>
                    <a:pt x="29" y="41"/>
                    <a:pt x="29" y="41"/>
                  </a:cubicBezTo>
                  <a:cubicBezTo>
                    <a:pt x="38" y="41"/>
                    <a:pt x="38" y="41"/>
                    <a:pt x="38" y="41"/>
                  </a:cubicBezTo>
                  <a:cubicBezTo>
                    <a:pt x="39" y="41"/>
                    <a:pt x="39" y="42"/>
                    <a:pt x="39" y="42"/>
                  </a:cubicBezTo>
                  <a:cubicBezTo>
                    <a:pt x="39" y="60"/>
                    <a:pt x="39" y="60"/>
                    <a:pt x="39" y="60"/>
                  </a:cubicBezTo>
                  <a:cubicBezTo>
                    <a:pt x="55" y="60"/>
                    <a:pt x="55" y="60"/>
                    <a:pt x="55" y="60"/>
                  </a:cubicBezTo>
                  <a:cubicBezTo>
                    <a:pt x="57" y="60"/>
                    <a:pt x="58" y="59"/>
                    <a:pt x="58" y="57"/>
                  </a:cubicBezTo>
                  <a:cubicBezTo>
                    <a:pt x="58" y="38"/>
                    <a:pt x="58" y="38"/>
                    <a:pt x="58" y="38"/>
                  </a:cubicBezTo>
                  <a:cubicBezTo>
                    <a:pt x="34" y="13"/>
                    <a:pt x="34" y="13"/>
                    <a:pt x="34" y="13"/>
                  </a:cubicBezTo>
                  <a:lnTo>
                    <a:pt x="9" y="37"/>
                  </a:lnTo>
                  <a:close/>
                </a:path>
              </a:pathLst>
            </a:custGeom>
            <a:solidFill>
              <a:schemeClr val="bg1"/>
            </a:solidFill>
            <a:ln w="9525">
              <a:noFill/>
              <a:round/>
              <a:headEnd/>
              <a:tailEnd/>
            </a:ln>
          </p:spPr>
          <p:txBody>
            <a:bodyPr/>
            <a:lstStyle/>
            <a:p>
              <a:pPr>
                <a:defRPr/>
              </a:pPr>
              <a:endParaRPr lang="en-US" kern="0" dirty="0">
                <a:solidFill>
                  <a:sysClr val="windowText" lastClr="000000"/>
                </a:solidFill>
                <a:latin typeface="微软雅黑" panose="020B0503020204020204" pitchFamily="34" charset="-122"/>
                <a:ea typeface="微软雅黑" panose="020B0503020204020204" pitchFamily="34" charset="-122"/>
              </a:endParaRPr>
            </a:p>
          </p:txBody>
        </p:sp>
      </p:grpSp>
      <p:sp>
        <p:nvSpPr>
          <p:cNvPr id="40" name="TextBox 39"/>
          <p:cNvSpPr txBox="1"/>
          <p:nvPr/>
        </p:nvSpPr>
        <p:spPr>
          <a:xfrm>
            <a:off x="2804740" y="1515478"/>
            <a:ext cx="5511676" cy="539396"/>
          </a:xfrm>
          <a:prstGeom prst="rect">
            <a:avLst/>
          </a:prstGeom>
          <a:noFill/>
        </p:spPr>
        <p:txBody>
          <a:bodyPr wrap="square" lIns="78230" tIns="39115" rIns="78230" bIns="39115" rtlCol="0">
            <a:spAutoFit/>
          </a:bodyPr>
          <a:lstStyle/>
          <a:p>
            <a:pPr>
              <a:lnSpc>
                <a:spcPct val="150000"/>
              </a:lnSpc>
            </a:pPr>
            <a:r>
              <a:rPr lang="zh-CN" altLang="en-US" sz="1000" dirty="0">
                <a:solidFill>
                  <a:schemeClr val="tx1">
                    <a:lumMod val="95000"/>
                    <a:lumOff val="5000"/>
                  </a:schemeClr>
                </a:solidFill>
                <a:latin typeface="微软雅黑" panose="020B0503020204020204" pitchFamily="34" charset="-122"/>
                <a:ea typeface="微软雅黑" panose="020B0503020204020204" pitchFamily="34" charset="-122"/>
              </a:rPr>
              <a:t>单击此处添加文本单击此处添加文本 单击此处添加文本单击此处添加文本单击此处添加文本</a:t>
            </a:r>
            <a:endParaRPr lang="en-US" altLang="zh-CN" sz="10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50000"/>
              </a:lnSpc>
            </a:pPr>
            <a:r>
              <a:rPr lang="zh-CN" altLang="en-US" sz="1000" dirty="0">
                <a:solidFill>
                  <a:schemeClr val="tx1">
                    <a:lumMod val="95000"/>
                    <a:lumOff val="5000"/>
                  </a:schemeClr>
                </a:solidFill>
                <a:latin typeface="微软雅黑" panose="020B0503020204020204" pitchFamily="34" charset="-122"/>
                <a:ea typeface="微软雅黑" panose="020B0503020204020204" pitchFamily="34" charset="-122"/>
              </a:rPr>
              <a:t>单击此处添加文本单击此处添加文本单击此处添加文本 单击此处添加文本单击此处添加文本</a:t>
            </a:r>
            <a:endParaRPr lang="en-US" altLang="zh-CN" sz="1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1" name="TextBox 40"/>
          <p:cNvSpPr txBox="1"/>
          <p:nvPr/>
        </p:nvSpPr>
        <p:spPr>
          <a:xfrm>
            <a:off x="2698744" y="1275606"/>
            <a:ext cx="2412353" cy="275570"/>
          </a:xfrm>
          <a:prstGeom prst="rect">
            <a:avLst/>
          </a:prstGeom>
          <a:noFill/>
        </p:spPr>
        <p:txBody>
          <a:bodyPr wrap="square" lIns="51764" tIns="25882" rIns="51764" bIns="25882" rtlCol="0">
            <a:spAutoFit/>
          </a:bodyPr>
          <a:lstStyle/>
          <a:p>
            <a:r>
              <a:rPr lang="zh-CN" altLang="zh-CN" sz="1400" b="1" dirty="0">
                <a:solidFill>
                  <a:schemeClr val="tx1">
                    <a:lumMod val="75000"/>
                    <a:lumOff val="25000"/>
                  </a:schemeClr>
                </a:solidFill>
                <a:latin typeface="微软雅黑" panose="020B0503020204020204" pitchFamily="34" charset="-122"/>
                <a:ea typeface="微软雅黑" panose="020B0503020204020204" pitchFamily="34" charset="-122"/>
              </a:rPr>
              <a:t>（一）</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rPr>
              <a:t>单击填加标题</a:t>
            </a:r>
          </a:p>
        </p:txBody>
      </p:sp>
      <p:grpSp>
        <p:nvGrpSpPr>
          <p:cNvPr id="42" name="组合 41"/>
          <p:cNvGrpSpPr/>
          <p:nvPr/>
        </p:nvGrpSpPr>
        <p:grpSpPr>
          <a:xfrm>
            <a:off x="1142899" y="3641919"/>
            <a:ext cx="1501663" cy="703527"/>
            <a:chOff x="465719" y="3291830"/>
            <a:chExt cx="1658494" cy="740511"/>
          </a:xfrm>
        </p:grpSpPr>
        <p:sp>
          <p:nvSpPr>
            <p:cNvPr id="43" name="Freeform 1"/>
            <p:cNvSpPr>
              <a:spLocks noChangeArrowheads="1"/>
            </p:cNvSpPr>
            <p:nvPr/>
          </p:nvSpPr>
          <p:spPr bwMode="auto">
            <a:xfrm rot="10800000">
              <a:off x="465719" y="3291830"/>
              <a:ext cx="1658494" cy="740511"/>
            </a:xfrm>
            <a:custGeom>
              <a:avLst/>
              <a:gdLst>
                <a:gd name="T0" fmla="*/ 5874 w 7875"/>
                <a:gd name="T1" fmla="*/ 1811 h 3594"/>
                <a:gd name="T2" fmla="*/ 7874 w 7875"/>
                <a:gd name="T3" fmla="*/ 0 h 3594"/>
                <a:gd name="T4" fmla="*/ 1969 w 7875"/>
                <a:gd name="T5" fmla="*/ 0 h 3594"/>
                <a:gd name="T6" fmla="*/ 0 w 7875"/>
                <a:gd name="T7" fmla="*/ 1811 h 3594"/>
                <a:gd name="T8" fmla="*/ 1969 w 7875"/>
                <a:gd name="T9" fmla="*/ 3593 h 3594"/>
                <a:gd name="T10" fmla="*/ 7874 w 7875"/>
                <a:gd name="T11" fmla="*/ 3593 h 3594"/>
                <a:gd name="T12" fmla="*/ 5874 w 7875"/>
                <a:gd name="T13" fmla="*/ 1811 h 3594"/>
              </a:gdLst>
              <a:ahLst/>
              <a:cxnLst>
                <a:cxn ang="0">
                  <a:pos x="T0" y="T1"/>
                </a:cxn>
                <a:cxn ang="0">
                  <a:pos x="T2" y="T3"/>
                </a:cxn>
                <a:cxn ang="0">
                  <a:pos x="T4" y="T5"/>
                </a:cxn>
                <a:cxn ang="0">
                  <a:pos x="T6" y="T7"/>
                </a:cxn>
                <a:cxn ang="0">
                  <a:pos x="T8" y="T9"/>
                </a:cxn>
                <a:cxn ang="0">
                  <a:pos x="T10" y="T11"/>
                </a:cxn>
                <a:cxn ang="0">
                  <a:pos x="T12" y="T13"/>
                </a:cxn>
              </a:cxnLst>
              <a:rect l="0" t="0" r="r" b="b"/>
              <a:pathLst>
                <a:path w="7875" h="3594">
                  <a:moveTo>
                    <a:pt x="5874" y="1811"/>
                  </a:moveTo>
                  <a:lnTo>
                    <a:pt x="7874" y="0"/>
                  </a:lnTo>
                  <a:lnTo>
                    <a:pt x="1969" y="0"/>
                  </a:lnTo>
                  <a:lnTo>
                    <a:pt x="0" y="1811"/>
                  </a:lnTo>
                  <a:lnTo>
                    <a:pt x="1969" y="3593"/>
                  </a:lnTo>
                  <a:lnTo>
                    <a:pt x="7874" y="3593"/>
                  </a:lnTo>
                  <a:lnTo>
                    <a:pt x="5874" y="1811"/>
                  </a:lnTo>
                </a:path>
              </a:pathLst>
            </a:custGeom>
            <a:solidFill>
              <a:schemeClr val="accent1"/>
            </a:solidFill>
            <a:ln>
              <a:noFill/>
            </a:ln>
            <a:effectLst/>
          </p:spPr>
          <p:txBody>
            <a:bodyPr wrap="none" anchor="ctr"/>
            <a:lstStyle/>
            <a:p>
              <a:endParaRPr lang="en-US">
                <a:latin typeface="微软雅黑" panose="020B0503020204020204" pitchFamily="34" charset="-122"/>
                <a:ea typeface="微软雅黑" panose="020B0503020204020204" pitchFamily="34" charset="-122"/>
              </a:endParaRPr>
            </a:p>
          </p:txBody>
        </p:sp>
        <p:pic>
          <p:nvPicPr>
            <p:cNvPr id="44"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171134" y="3488771"/>
              <a:ext cx="346674" cy="346630"/>
            </a:xfrm>
            <a:prstGeom prst="rect">
              <a:avLst/>
            </a:prstGeom>
            <a:noFill/>
            <a:extLst>
              <a:ext uri="{909E8E84-426E-40DD-AFC4-6F175D3DCCD1}">
                <a14:hiddenFill xmlns:a14="http://schemas.microsoft.com/office/drawing/2010/main">
                  <a:solidFill>
                    <a:srgbClr val="FFFFFF"/>
                  </a:solidFill>
                </a14:hiddenFill>
              </a:ext>
            </a:extLst>
          </p:spPr>
        </p:pic>
      </p:grpSp>
      <p:sp>
        <p:nvSpPr>
          <p:cNvPr id="45" name="TextBox 44"/>
          <p:cNvSpPr txBox="1"/>
          <p:nvPr/>
        </p:nvSpPr>
        <p:spPr>
          <a:xfrm>
            <a:off x="2804740" y="2694790"/>
            <a:ext cx="5511676" cy="539396"/>
          </a:xfrm>
          <a:prstGeom prst="rect">
            <a:avLst/>
          </a:prstGeom>
          <a:noFill/>
        </p:spPr>
        <p:txBody>
          <a:bodyPr wrap="square" lIns="78230" tIns="39115" rIns="78230" bIns="39115" rtlCol="0">
            <a:spAutoFit/>
          </a:bodyPr>
          <a:lstStyle/>
          <a:p>
            <a:pPr>
              <a:lnSpc>
                <a:spcPct val="150000"/>
              </a:lnSpc>
            </a:pPr>
            <a:r>
              <a:rPr lang="zh-CN" altLang="en-US" sz="1000" dirty="0">
                <a:solidFill>
                  <a:schemeClr val="tx1">
                    <a:lumMod val="95000"/>
                    <a:lumOff val="5000"/>
                  </a:schemeClr>
                </a:solidFill>
                <a:latin typeface="微软雅黑" panose="020B0503020204020204" pitchFamily="34" charset="-122"/>
                <a:ea typeface="微软雅黑" panose="020B0503020204020204" pitchFamily="34" charset="-122"/>
              </a:rPr>
              <a:t>单击此处添加文本单击此处添加文本 单击此处添加文本单击此处添加文本单击此处添加</a:t>
            </a:r>
            <a:r>
              <a:rPr lang="zh-CN" altLang="en-US" sz="1000" dirty="0" smtClean="0">
                <a:solidFill>
                  <a:schemeClr val="tx1">
                    <a:lumMod val="95000"/>
                    <a:lumOff val="5000"/>
                  </a:schemeClr>
                </a:solidFill>
                <a:latin typeface="微软雅黑" panose="020B0503020204020204" pitchFamily="34" charset="-122"/>
                <a:ea typeface="微软雅黑" panose="020B0503020204020204" pitchFamily="34" charset="-122"/>
              </a:rPr>
              <a:t>文本</a:t>
            </a:r>
            <a:endParaRPr lang="en-US" altLang="zh-CN" sz="1000" dirty="0" smtClean="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50000"/>
              </a:lnSpc>
            </a:pPr>
            <a:r>
              <a:rPr lang="zh-CN" altLang="en-US" sz="1000" dirty="0" smtClean="0">
                <a:solidFill>
                  <a:schemeClr val="tx1">
                    <a:lumMod val="95000"/>
                    <a:lumOff val="5000"/>
                  </a:schemeClr>
                </a:solidFill>
                <a:latin typeface="微软雅黑" panose="020B0503020204020204" pitchFamily="34" charset="-122"/>
                <a:ea typeface="微软雅黑" panose="020B0503020204020204" pitchFamily="34" charset="-122"/>
              </a:rPr>
              <a:t>单击此处添加文本单击此处添加文本单击此处添加文本 单击此处添加文本单击此处添加文本</a:t>
            </a:r>
            <a:endParaRPr lang="en-US" altLang="zh-CN" sz="1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6" name="TextBox 45"/>
          <p:cNvSpPr txBox="1"/>
          <p:nvPr/>
        </p:nvSpPr>
        <p:spPr>
          <a:xfrm>
            <a:off x="2698744" y="2454920"/>
            <a:ext cx="2412353" cy="275570"/>
          </a:xfrm>
          <a:prstGeom prst="rect">
            <a:avLst/>
          </a:prstGeom>
          <a:noFill/>
        </p:spPr>
        <p:txBody>
          <a:bodyPr wrap="square" lIns="51764" tIns="25882" rIns="51764" bIns="25882" rtlCol="0">
            <a:spAutoFit/>
          </a:bodyPr>
          <a:lstStyle/>
          <a:p>
            <a:r>
              <a:rPr lang="zh-CN" altLang="zh-CN" sz="1400" b="1"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rPr>
              <a:t>二</a:t>
            </a:r>
            <a:r>
              <a:rPr lang="zh-CN" altLang="zh-CN" sz="1400" b="1"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rPr>
              <a:t>单击填加标题</a:t>
            </a:r>
          </a:p>
        </p:txBody>
      </p:sp>
      <p:sp>
        <p:nvSpPr>
          <p:cNvPr id="47" name="TextBox 46"/>
          <p:cNvSpPr txBox="1"/>
          <p:nvPr/>
        </p:nvSpPr>
        <p:spPr>
          <a:xfrm>
            <a:off x="2804740" y="3832554"/>
            <a:ext cx="5511676" cy="539396"/>
          </a:xfrm>
          <a:prstGeom prst="rect">
            <a:avLst/>
          </a:prstGeom>
          <a:noFill/>
        </p:spPr>
        <p:txBody>
          <a:bodyPr wrap="square" lIns="78230" tIns="39115" rIns="78230" bIns="39115" rtlCol="0">
            <a:spAutoFit/>
          </a:bodyPr>
          <a:lstStyle/>
          <a:p>
            <a:pPr>
              <a:lnSpc>
                <a:spcPct val="150000"/>
              </a:lnSpc>
            </a:pPr>
            <a:r>
              <a:rPr lang="zh-CN" altLang="en-US" sz="1000" dirty="0">
                <a:solidFill>
                  <a:schemeClr val="tx1">
                    <a:lumMod val="95000"/>
                    <a:lumOff val="5000"/>
                  </a:schemeClr>
                </a:solidFill>
                <a:latin typeface="微软雅黑" panose="020B0503020204020204" pitchFamily="34" charset="-122"/>
                <a:ea typeface="微软雅黑" panose="020B0503020204020204" pitchFamily="34" charset="-122"/>
              </a:rPr>
              <a:t>单击此处添加文本单击此处添加文本 单击此处添加文本单击此处添加文本单击此处添加文本</a:t>
            </a:r>
            <a:endParaRPr lang="en-US" altLang="zh-CN" sz="10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50000"/>
              </a:lnSpc>
            </a:pPr>
            <a:r>
              <a:rPr lang="zh-CN" altLang="en-US" sz="1000" dirty="0">
                <a:solidFill>
                  <a:schemeClr val="tx1">
                    <a:lumMod val="95000"/>
                    <a:lumOff val="5000"/>
                  </a:schemeClr>
                </a:solidFill>
                <a:latin typeface="微软雅黑" panose="020B0503020204020204" pitchFamily="34" charset="-122"/>
                <a:ea typeface="微软雅黑" panose="020B0503020204020204" pitchFamily="34" charset="-122"/>
              </a:rPr>
              <a:t>单击此处添加文本单击此处添加文本单击此处添加文本 单击此处添加文本单击此处添加文本</a:t>
            </a:r>
            <a:endParaRPr lang="en-US" altLang="zh-CN" sz="1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8" name="TextBox 47"/>
          <p:cNvSpPr txBox="1"/>
          <p:nvPr/>
        </p:nvSpPr>
        <p:spPr>
          <a:xfrm>
            <a:off x="2698744" y="3592685"/>
            <a:ext cx="2412353" cy="275570"/>
          </a:xfrm>
          <a:prstGeom prst="rect">
            <a:avLst/>
          </a:prstGeom>
          <a:noFill/>
        </p:spPr>
        <p:txBody>
          <a:bodyPr wrap="square" lIns="51764" tIns="25882" rIns="51764" bIns="25882" rtlCol="0">
            <a:spAutoFit/>
          </a:bodyPr>
          <a:lstStyle/>
          <a:p>
            <a:r>
              <a:rPr lang="zh-CN" altLang="zh-CN" sz="1400" b="1"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rPr>
              <a:t>三</a:t>
            </a:r>
            <a:r>
              <a:rPr lang="zh-CN" altLang="zh-CN" sz="1400" b="1"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rPr>
              <a:t>单击填加标题</a:t>
            </a:r>
          </a:p>
        </p:txBody>
      </p:sp>
      <p:grpSp>
        <p:nvGrpSpPr>
          <p:cNvPr id="49" name="Group 4"/>
          <p:cNvGrpSpPr/>
          <p:nvPr/>
        </p:nvGrpSpPr>
        <p:grpSpPr>
          <a:xfrm>
            <a:off x="1142899" y="2503790"/>
            <a:ext cx="1501663" cy="702856"/>
            <a:chOff x="1372486" y="3793072"/>
            <a:chExt cx="6146978" cy="2804667"/>
          </a:xfrm>
        </p:grpSpPr>
        <p:sp>
          <p:nvSpPr>
            <p:cNvPr id="50" name="Freeform 1"/>
            <p:cNvSpPr>
              <a:spLocks noChangeArrowheads="1"/>
            </p:cNvSpPr>
            <p:nvPr/>
          </p:nvSpPr>
          <p:spPr bwMode="auto">
            <a:xfrm rot="10800000">
              <a:off x="1372486" y="3793072"/>
              <a:ext cx="6146978" cy="2804667"/>
            </a:xfrm>
            <a:custGeom>
              <a:avLst/>
              <a:gdLst>
                <a:gd name="T0" fmla="*/ 5874 w 7875"/>
                <a:gd name="T1" fmla="*/ 1811 h 3594"/>
                <a:gd name="T2" fmla="*/ 7874 w 7875"/>
                <a:gd name="T3" fmla="*/ 0 h 3594"/>
                <a:gd name="T4" fmla="*/ 1969 w 7875"/>
                <a:gd name="T5" fmla="*/ 0 h 3594"/>
                <a:gd name="T6" fmla="*/ 0 w 7875"/>
                <a:gd name="T7" fmla="*/ 1811 h 3594"/>
                <a:gd name="T8" fmla="*/ 1969 w 7875"/>
                <a:gd name="T9" fmla="*/ 3593 h 3594"/>
                <a:gd name="T10" fmla="*/ 7874 w 7875"/>
                <a:gd name="T11" fmla="*/ 3593 h 3594"/>
                <a:gd name="T12" fmla="*/ 5874 w 7875"/>
                <a:gd name="T13" fmla="*/ 1811 h 3594"/>
              </a:gdLst>
              <a:ahLst/>
              <a:cxnLst>
                <a:cxn ang="0">
                  <a:pos x="T0" y="T1"/>
                </a:cxn>
                <a:cxn ang="0">
                  <a:pos x="T2" y="T3"/>
                </a:cxn>
                <a:cxn ang="0">
                  <a:pos x="T4" y="T5"/>
                </a:cxn>
                <a:cxn ang="0">
                  <a:pos x="T6" y="T7"/>
                </a:cxn>
                <a:cxn ang="0">
                  <a:pos x="T8" y="T9"/>
                </a:cxn>
                <a:cxn ang="0">
                  <a:pos x="T10" y="T11"/>
                </a:cxn>
                <a:cxn ang="0">
                  <a:pos x="T12" y="T13"/>
                </a:cxn>
              </a:cxnLst>
              <a:rect l="0" t="0" r="r" b="b"/>
              <a:pathLst>
                <a:path w="7875" h="3594">
                  <a:moveTo>
                    <a:pt x="5874" y="1811"/>
                  </a:moveTo>
                  <a:lnTo>
                    <a:pt x="7874" y="0"/>
                  </a:lnTo>
                  <a:lnTo>
                    <a:pt x="1969" y="0"/>
                  </a:lnTo>
                  <a:lnTo>
                    <a:pt x="0" y="1811"/>
                  </a:lnTo>
                  <a:lnTo>
                    <a:pt x="1969" y="3593"/>
                  </a:lnTo>
                  <a:lnTo>
                    <a:pt x="7874" y="3593"/>
                  </a:lnTo>
                  <a:lnTo>
                    <a:pt x="5874" y="1811"/>
                  </a:lnTo>
                </a:path>
              </a:pathLst>
            </a:custGeom>
            <a:solidFill>
              <a:schemeClr val="accent2"/>
            </a:solidFill>
            <a:ln>
              <a:noFill/>
            </a:ln>
            <a:effectLst/>
          </p:spPr>
          <p:txBody>
            <a:bodyPr wrap="none" anchor="ctr"/>
            <a:lstStyle/>
            <a:p>
              <a:endParaRPr lang="en-US">
                <a:latin typeface="微软雅黑" panose="020B0503020204020204" pitchFamily="34" charset="-122"/>
                <a:ea typeface="微软雅黑" panose="020B0503020204020204" pitchFamily="34" charset="-122"/>
              </a:endParaRPr>
            </a:p>
          </p:txBody>
        </p:sp>
        <p:grpSp>
          <p:nvGrpSpPr>
            <p:cNvPr id="51" name="Group 2"/>
            <p:cNvGrpSpPr>
              <a:grpSpLocks/>
            </p:cNvGrpSpPr>
            <p:nvPr/>
          </p:nvGrpSpPr>
          <p:grpSpPr bwMode="auto">
            <a:xfrm>
              <a:off x="3531959" y="4060393"/>
              <a:ext cx="1906518" cy="1888205"/>
              <a:chOff x="1569458" y="688424"/>
              <a:chExt cx="334962" cy="331788"/>
            </a:xfrm>
            <a:solidFill>
              <a:schemeClr val="bg1"/>
            </a:solidFill>
          </p:grpSpPr>
          <p:sp>
            <p:nvSpPr>
              <p:cNvPr id="52" name="Freeform 11"/>
              <p:cNvSpPr>
                <a:spLocks noChangeArrowheads="1"/>
              </p:cNvSpPr>
              <p:nvPr/>
            </p:nvSpPr>
            <p:spPr bwMode="auto">
              <a:xfrm>
                <a:off x="1587500" y="901699"/>
                <a:ext cx="42863" cy="77788"/>
              </a:xfrm>
              <a:custGeom>
                <a:avLst/>
                <a:gdLst>
                  <a:gd name="T0" fmla="*/ 0 w 118"/>
                  <a:gd name="T1" fmla="*/ 183 h 218"/>
                  <a:gd name="T2" fmla="*/ 25 w 118"/>
                  <a:gd name="T3" fmla="*/ 217 h 218"/>
                  <a:gd name="T4" fmla="*/ 84 w 118"/>
                  <a:gd name="T5" fmla="*/ 217 h 218"/>
                  <a:gd name="T6" fmla="*/ 117 w 118"/>
                  <a:gd name="T7" fmla="*/ 183 h 218"/>
                  <a:gd name="T8" fmla="*/ 117 w 118"/>
                  <a:gd name="T9" fmla="*/ 0 h 218"/>
                  <a:gd name="T10" fmla="*/ 17 w 118"/>
                  <a:gd name="T11" fmla="*/ 91 h 218"/>
                  <a:gd name="T12" fmla="*/ 0 w 118"/>
                  <a:gd name="T13" fmla="*/ 75 h 218"/>
                  <a:gd name="T14" fmla="*/ 0 w 118"/>
                  <a:gd name="T15" fmla="*/ 183 h 218"/>
                  <a:gd name="T16" fmla="*/ 0 w 118"/>
                  <a:gd name="T17" fmla="*/ 183 h 218"/>
                  <a:gd name="T18" fmla="*/ 0 w 118"/>
                  <a:gd name="T19" fmla="*/ 18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8" h="218">
                    <a:moveTo>
                      <a:pt x="0" y="183"/>
                    </a:moveTo>
                    <a:cubicBezTo>
                      <a:pt x="0" y="200"/>
                      <a:pt x="8" y="217"/>
                      <a:pt x="25" y="217"/>
                    </a:cubicBezTo>
                    <a:cubicBezTo>
                      <a:pt x="84" y="217"/>
                      <a:pt x="84" y="217"/>
                      <a:pt x="84" y="217"/>
                    </a:cubicBezTo>
                    <a:cubicBezTo>
                      <a:pt x="100" y="217"/>
                      <a:pt x="117" y="200"/>
                      <a:pt x="117" y="183"/>
                    </a:cubicBezTo>
                    <a:cubicBezTo>
                      <a:pt x="117" y="0"/>
                      <a:pt x="117" y="0"/>
                      <a:pt x="117" y="0"/>
                    </a:cubicBezTo>
                    <a:cubicBezTo>
                      <a:pt x="17" y="91"/>
                      <a:pt x="17" y="91"/>
                      <a:pt x="17" y="91"/>
                    </a:cubicBezTo>
                    <a:cubicBezTo>
                      <a:pt x="0" y="75"/>
                      <a:pt x="0" y="75"/>
                      <a:pt x="0" y="75"/>
                    </a:cubicBezTo>
                    <a:lnTo>
                      <a:pt x="0" y="183"/>
                    </a:lnTo>
                    <a:close/>
                    <a:moveTo>
                      <a:pt x="0" y="183"/>
                    </a:moveTo>
                    <a:lnTo>
                      <a:pt x="0" y="183"/>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endParaRPr lang="en-US">
                  <a:latin typeface="微软雅黑" panose="020B0503020204020204" pitchFamily="34" charset="-122"/>
                  <a:ea typeface="微软雅黑" panose="020B0503020204020204" pitchFamily="34" charset="-122"/>
                </a:endParaRPr>
              </a:p>
            </p:txBody>
          </p:sp>
          <p:sp>
            <p:nvSpPr>
              <p:cNvPr id="53" name="Freeform 12"/>
              <p:cNvSpPr>
                <a:spLocks noChangeArrowheads="1"/>
              </p:cNvSpPr>
              <p:nvPr/>
            </p:nvSpPr>
            <p:spPr bwMode="auto">
              <a:xfrm>
                <a:off x="1657350" y="858837"/>
                <a:ext cx="42863" cy="120650"/>
              </a:xfrm>
              <a:custGeom>
                <a:avLst/>
                <a:gdLst>
                  <a:gd name="T0" fmla="*/ 0 w 118"/>
                  <a:gd name="T1" fmla="*/ 301 h 336"/>
                  <a:gd name="T2" fmla="*/ 34 w 118"/>
                  <a:gd name="T3" fmla="*/ 335 h 336"/>
                  <a:gd name="T4" fmla="*/ 84 w 118"/>
                  <a:gd name="T5" fmla="*/ 335 h 336"/>
                  <a:gd name="T6" fmla="*/ 117 w 118"/>
                  <a:gd name="T7" fmla="*/ 301 h 336"/>
                  <a:gd name="T8" fmla="*/ 117 w 118"/>
                  <a:gd name="T9" fmla="*/ 76 h 336"/>
                  <a:gd name="T10" fmla="*/ 42 w 118"/>
                  <a:gd name="T11" fmla="*/ 0 h 336"/>
                  <a:gd name="T12" fmla="*/ 0 w 118"/>
                  <a:gd name="T13" fmla="*/ 42 h 336"/>
                  <a:gd name="T14" fmla="*/ 0 w 118"/>
                  <a:gd name="T15" fmla="*/ 301 h 336"/>
                  <a:gd name="T16" fmla="*/ 0 w 118"/>
                  <a:gd name="T17" fmla="*/ 301 h 336"/>
                  <a:gd name="T18" fmla="*/ 0 w 118"/>
                  <a:gd name="T19" fmla="*/ 301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8" h="336">
                    <a:moveTo>
                      <a:pt x="0" y="301"/>
                    </a:moveTo>
                    <a:cubicBezTo>
                      <a:pt x="0" y="318"/>
                      <a:pt x="17" y="335"/>
                      <a:pt x="34" y="335"/>
                    </a:cubicBezTo>
                    <a:cubicBezTo>
                      <a:pt x="84" y="335"/>
                      <a:pt x="84" y="335"/>
                      <a:pt x="84" y="335"/>
                    </a:cubicBezTo>
                    <a:cubicBezTo>
                      <a:pt x="101" y="335"/>
                      <a:pt x="117" y="318"/>
                      <a:pt x="117" y="301"/>
                    </a:cubicBezTo>
                    <a:cubicBezTo>
                      <a:pt x="117" y="76"/>
                      <a:pt x="117" y="76"/>
                      <a:pt x="117" y="76"/>
                    </a:cubicBezTo>
                    <a:cubicBezTo>
                      <a:pt x="42" y="0"/>
                      <a:pt x="42" y="0"/>
                      <a:pt x="42" y="0"/>
                    </a:cubicBezTo>
                    <a:cubicBezTo>
                      <a:pt x="0" y="42"/>
                      <a:pt x="0" y="42"/>
                      <a:pt x="0" y="42"/>
                    </a:cubicBezTo>
                    <a:lnTo>
                      <a:pt x="0" y="301"/>
                    </a:lnTo>
                    <a:close/>
                    <a:moveTo>
                      <a:pt x="0" y="301"/>
                    </a:moveTo>
                    <a:lnTo>
                      <a:pt x="0" y="30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endParaRPr lang="en-US">
                  <a:latin typeface="微软雅黑" panose="020B0503020204020204" pitchFamily="34" charset="-122"/>
                  <a:ea typeface="微软雅黑" panose="020B0503020204020204" pitchFamily="34" charset="-122"/>
                </a:endParaRPr>
              </a:p>
            </p:txBody>
          </p:sp>
          <p:sp>
            <p:nvSpPr>
              <p:cNvPr id="54" name="Freeform 13"/>
              <p:cNvSpPr>
                <a:spLocks noChangeArrowheads="1"/>
              </p:cNvSpPr>
              <p:nvPr/>
            </p:nvSpPr>
            <p:spPr bwMode="auto">
              <a:xfrm>
                <a:off x="1727200" y="858837"/>
                <a:ext cx="42863" cy="120650"/>
              </a:xfrm>
              <a:custGeom>
                <a:avLst/>
                <a:gdLst>
                  <a:gd name="T0" fmla="*/ 92 w 118"/>
                  <a:gd name="T1" fmla="*/ 335 h 336"/>
                  <a:gd name="T2" fmla="*/ 117 w 118"/>
                  <a:gd name="T3" fmla="*/ 301 h 336"/>
                  <a:gd name="T4" fmla="*/ 117 w 118"/>
                  <a:gd name="T5" fmla="*/ 0 h 336"/>
                  <a:gd name="T6" fmla="*/ 0 w 118"/>
                  <a:gd name="T7" fmla="*/ 118 h 336"/>
                  <a:gd name="T8" fmla="*/ 0 w 118"/>
                  <a:gd name="T9" fmla="*/ 301 h 336"/>
                  <a:gd name="T10" fmla="*/ 33 w 118"/>
                  <a:gd name="T11" fmla="*/ 335 h 336"/>
                  <a:gd name="T12" fmla="*/ 92 w 118"/>
                  <a:gd name="T13" fmla="*/ 335 h 336"/>
                  <a:gd name="T14" fmla="*/ 92 w 118"/>
                  <a:gd name="T15" fmla="*/ 335 h 336"/>
                  <a:gd name="T16" fmla="*/ 92 w 118"/>
                  <a:gd name="T17" fmla="*/ 335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336">
                    <a:moveTo>
                      <a:pt x="92" y="335"/>
                    </a:moveTo>
                    <a:cubicBezTo>
                      <a:pt x="108" y="335"/>
                      <a:pt x="117" y="318"/>
                      <a:pt x="117" y="301"/>
                    </a:cubicBezTo>
                    <a:cubicBezTo>
                      <a:pt x="117" y="0"/>
                      <a:pt x="117" y="0"/>
                      <a:pt x="117" y="0"/>
                    </a:cubicBezTo>
                    <a:cubicBezTo>
                      <a:pt x="0" y="118"/>
                      <a:pt x="0" y="118"/>
                      <a:pt x="0" y="118"/>
                    </a:cubicBezTo>
                    <a:cubicBezTo>
                      <a:pt x="0" y="301"/>
                      <a:pt x="0" y="301"/>
                      <a:pt x="0" y="301"/>
                    </a:cubicBezTo>
                    <a:cubicBezTo>
                      <a:pt x="0" y="318"/>
                      <a:pt x="16" y="335"/>
                      <a:pt x="33" y="335"/>
                    </a:cubicBezTo>
                    <a:lnTo>
                      <a:pt x="92" y="335"/>
                    </a:lnTo>
                    <a:close/>
                    <a:moveTo>
                      <a:pt x="92" y="335"/>
                    </a:moveTo>
                    <a:lnTo>
                      <a:pt x="92" y="33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endParaRPr lang="en-US">
                  <a:latin typeface="微软雅黑" panose="020B0503020204020204" pitchFamily="34" charset="-122"/>
                  <a:ea typeface="微软雅黑" panose="020B0503020204020204" pitchFamily="34" charset="-122"/>
                </a:endParaRPr>
              </a:p>
            </p:txBody>
          </p:sp>
          <p:sp>
            <p:nvSpPr>
              <p:cNvPr id="55" name="Freeform 14"/>
              <p:cNvSpPr>
                <a:spLocks noChangeArrowheads="1"/>
              </p:cNvSpPr>
              <p:nvPr/>
            </p:nvSpPr>
            <p:spPr bwMode="auto">
              <a:xfrm>
                <a:off x="1795463" y="817562"/>
                <a:ext cx="46037" cy="163512"/>
              </a:xfrm>
              <a:custGeom>
                <a:avLst/>
                <a:gdLst>
                  <a:gd name="T0" fmla="*/ 0 w 126"/>
                  <a:gd name="T1" fmla="*/ 41 h 452"/>
                  <a:gd name="T2" fmla="*/ 0 w 126"/>
                  <a:gd name="T3" fmla="*/ 417 h 452"/>
                  <a:gd name="T4" fmla="*/ 33 w 126"/>
                  <a:gd name="T5" fmla="*/ 451 h 452"/>
                  <a:gd name="T6" fmla="*/ 92 w 126"/>
                  <a:gd name="T7" fmla="*/ 451 h 452"/>
                  <a:gd name="T8" fmla="*/ 125 w 126"/>
                  <a:gd name="T9" fmla="*/ 417 h 452"/>
                  <a:gd name="T10" fmla="*/ 125 w 126"/>
                  <a:gd name="T11" fmla="*/ 66 h 452"/>
                  <a:gd name="T12" fmla="*/ 50 w 126"/>
                  <a:gd name="T13" fmla="*/ 0 h 452"/>
                  <a:gd name="T14" fmla="*/ 0 w 126"/>
                  <a:gd name="T15" fmla="*/ 41 h 452"/>
                  <a:gd name="T16" fmla="*/ 0 w 126"/>
                  <a:gd name="T17" fmla="*/ 41 h 452"/>
                  <a:gd name="T18" fmla="*/ 0 w 126"/>
                  <a:gd name="T19" fmla="*/ 41 h 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6" h="452">
                    <a:moveTo>
                      <a:pt x="0" y="41"/>
                    </a:moveTo>
                    <a:cubicBezTo>
                      <a:pt x="0" y="417"/>
                      <a:pt x="0" y="417"/>
                      <a:pt x="0" y="417"/>
                    </a:cubicBezTo>
                    <a:cubicBezTo>
                      <a:pt x="0" y="434"/>
                      <a:pt x="17" y="451"/>
                      <a:pt x="33" y="451"/>
                    </a:cubicBezTo>
                    <a:cubicBezTo>
                      <a:pt x="92" y="451"/>
                      <a:pt x="92" y="451"/>
                      <a:pt x="92" y="451"/>
                    </a:cubicBezTo>
                    <a:cubicBezTo>
                      <a:pt x="109" y="451"/>
                      <a:pt x="125" y="434"/>
                      <a:pt x="125" y="417"/>
                    </a:cubicBezTo>
                    <a:cubicBezTo>
                      <a:pt x="125" y="66"/>
                      <a:pt x="125" y="66"/>
                      <a:pt x="125" y="66"/>
                    </a:cubicBezTo>
                    <a:cubicBezTo>
                      <a:pt x="50" y="0"/>
                      <a:pt x="50" y="0"/>
                      <a:pt x="50" y="0"/>
                    </a:cubicBezTo>
                    <a:lnTo>
                      <a:pt x="0" y="41"/>
                    </a:lnTo>
                    <a:close/>
                    <a:moveTo>
                      <a:pt x="0" y="41"/>
                    </a:moveTo>
                    <a:lnTo>
                      <a:pt x="0" y="4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endParaRPr lang="en-US">
                  <a:latin typeface="微软雅黑" panose="020B0503020204020204" pitchFamily="34" charset="-122"/>
                  <a:ea typeface="微软雅黑" panose="020B0503020204020204" pitchFamily="34" charset="-122"/>
                </a:endParaRPr>
              </a:p>
            </p:txBody>
          </p:sp>
          <p:sp>
            <p:nvSpPr>
              <p:cNvPr id="56" name="Freeform 15"/>
              <p:cNvSpPr>
                <a:spLocks noChangeArrowheads="1"/>
              </p:cNvSpPr>
              <p:nvPr/>
            </p:nvSpPr>
            <p:spPr bwMode="auto">
              <a:xfrm>
                <a:off x="1576388" y="744537"/>
                <a:ext cx="261937" cy="163512"/>
              </a:xfrm>
              <a:custGeom>
                <a:avLst/>
                <a:gdLst>
                  <a:gd name="T0" fmla="*/ 234 w 728"/>
                  <a:gd name="T1" fmla="*/ 284 h 452"/>
                  <a:gd name="T2" fmla="*/ 292 w 728"/>
                  <a:gd name="T3" fmla="*/ 284 h 452"/>
                  <a:gd name="T4" fmla="*/ 359 w 728"/>
                  <a:gd name="T5" fmla="*/ 351 h 452"/>
                  <a:gd name="T6" fmla="*/ 401 w 728"/>
                  <a:gd name="T7" fmla="*/ 368 h 452"/>
                  <a:gd name="T8" fmla="*/ 434 w 728"/>
                  <a:gd name="T9" fmla="*/ 351 h 452"/>
                  <a:gd name="T10" fmla="*/ 660 w 728"/>
                  <a:gd name="T11" fmla="*/ 134 h 452"/>
                  <a:gd name="T12" fmla="*/ 694 w 728"/>
                  <a:gd name="T13" fmla="*/ 167 h 452"/>
                  <a:gd name="T14" fmla="*/ 710 w 728"/>
                  <a:gd name="T15" fmla="*/ 175 h 452"/>
                  <a:gd name="T16" fmla="*/ 727 w 728"/>
                  <a:gd name="T17" fmla="*/ 159 h 452"/>
                  <a:gd name="T18" fmla="*/ 727 w 728"/>
                  <a:gd name="T19" fmla="*/ 33 h 452"/>
                  <a:gd name="T20" fmla="*/ 719 w 728"/>
                  <a:gd name="T21" fmla="*/ 8 h 452"/>
                  <a:gd name="T22" fmla="*/ 694 w 728"/>
                  <a:gd name="T23" fmla="*/ 0 h 452"/>
                  <a:gd name="T24" fmla="*/ 568 w 728"/>
                  <a:gd name="T25" fmla="*/ 0 h 452"/>
                  <a:gd name="T26" fmla="*/ 551 w 728"/>
                  <a:gd name="T27" fmla="*/ 8 h 452"/>
                  <a:gd name="T28" fmla="*/ 551 w 728"/>
                  <a:gd name="T29" fmla="*/ 33 h 452"/>
                  <a:gd name="T30" fmla="*/ 585 w 728"/>
                  <a:gd name="T31" fmla="*/ 58 h 452"/>
                  <a:gd name="T32" fmla="*/ 426 w 728"/>
                  <a:gd name="T33" fmla="*/ 217 h 452"/>
                  <a:gd name="T34" fmla="*/ 401 w 728"/>
                  <a:gd name="T35" fmla="*/ 225 h 452"/>
                  <a:gd name="T36" fmla="*/ 368 w 728"/>
                  <a:gd name="T37" fmla="*/ 217 h 452"/>
                  <a:gd name="T38" fmla="*/ 292 w 728"/>
                  <a:gd name="T39" fmla="*/ 142 h 452"/>
                  <a:gd name="T40" fmla="*/ 234 w 728"/>
                  <a:gd name="T41" fmla="*/ 142 h 452"/>
                  <a:gd name="T42" fmla="*/ 8 w 728"/>
                  <a:gd name="T43" fmla="*/ 359 h 452"/>
                  <a:gd name="T44" fmla="*/ 0 w 728"/>
                  <a:gd name="T45" fmla="*/ 393 h 452"/>
                  <a:gd name="T46" fmla="*/ 8 w 728"/>
                  <a:gd name="T47" fmla="*/ 426 h 452"/>
                  <a:gd name="T48" fmla="*/ 25 w 728"/>
                  <a:gd name="T49" fmla="*/ 435 h 452"/>
                  <a:gd name="T50" fmla="*/ 83 w 728"/>
                  <a:gd name="T51" fmla="*/ 435 h 452"/>
                  <a:gd name="T52" fmla="*/ 234 w 728"/>
                  <a:gd name="T53" fmla="*/ 284 h 452"/>
                  <a:gd name="T54" fmla="*/ 234 w 728"/>
                  <a:gd name="T55" fmla="*/ 284 h 452"/>
                  <a:gd name="T56" fmla="*/ 234 w 728"/>
                  <a:gd name="T57" fmla="*/ 284 h 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28" h="452">
                    <a:moveTo>
                      <a:pt x="234" y="284"/>
                    </a:moveTo>
                    <a:cubicBezTo>
                      <a:pt x="250" y="267"/>
                      <a:pt x="276" y="267"/>
                      <a:pt x="292" y="284"/>
                    </a:cubicBezTo>
                    <a:cubicBezTo>
                      <a:pt x="359" y="351"/>
                      <a:pt x="359" y="351"/>
                      <a:pt x="359" y="351"/>
                    </a:cubicBezTo>
                    <a:cubicBezTo>
                      <a:pt x="376" y="368"/>
                      <a:pt x="384" y="368"/>
                      <a:pt x="401" y="368"/>
                    </a:cubicBezTo>
                    <a:cubicBezTo>
                      <a:pt x="418" y="368"/>
                      <a:pt x="426" y="368"/>
                      <a:pt x="434" y="351"/>
                    </a:cubicBezTo>
                    <a:cubicBezTo>
                      <a:pt x="660" y="134"/>
                      <a:pt x="660" y="134"/>
                      <a:pt x="660" y="134"/>
                    </a:cubicBezTo>
                    <a:cubicBezTo>
                      <a:pt x="694" y="167"/>
                      <a:pt x="694" y="167"/>
                      <a:pt x="694" y="167"/>
                    </a:cubicBezTo>
                    <a:cubicBezTo>
                      <a:pt x="702" y="175"/>
                      <a:pt x="710" y="175"/>
                      <a:pt x="710" y="175"/>
                    </a:cubicBezTo>
                    <a:cubicBezTo>
                      <a:pt x="719" y="175"/>
                      <a:pt x="727" y="167"/>
                      <a:pt x="727" y="159"/>
                    </a:cubicBezTo>
                    <a:cubicBezTo>
                      <a:pt x="727" y="33"/>
                      <a:pt x="727" y="33"/>
                      <a:pt x="727" y="33"/>
                    </a:cubicBezTo>
                    <a:cubicBezTo>
                      <a:pt x="727" y="25"/>
                      <a:pt x="727" y="16"/>
                      <a:pt x="719" y="8"/>
                    </a:cubicBezTo>
                    <a:cubicBezTo>
                      <a:pt x="710" y="0"/>
                      <a:pt x="702" y="0"/>
                      <a:pt x="694" y="0"/>
                    </a:cubicBezTo>
                    <a:cubicBezTo>
                      <a:pt x="568" y="0"/>
                      <a:pt x="568" y="0"/>
                      <a:pt x="568" y="0"/>
                    </a:cubicBezTo>
                    <a:cubicBezTo>
                      <a:pt x="560" y="0"/>
                      <a:pt x="551" y="0"/>
                      <a:pt x="551" y="8"/>
                    </a:cubicBezTo>
                    <a:cubicBezTo>
                      <a:pt x="543" y="16"/>
                      <a:pt x="551" y="25"/>
                      <a:pt x="551" y="33"/>
                    </a:cubicBezTo>
                    <a:cubicBezTo>
                      <a:pt x="585" y="58"/>
                      <a:pt x="585" y="58"/>
                      <a:pt x="585" y="58"/>
                    </a:cubicBezTo>
                    <a:cubicBezTo>
                      <a:pt x="426" y="217"/>
                      <a:pt x="426" y="217"/>
                      <a:pt x="426" y="217"/>
                    </a:cubicBezTo>
                    <a:cubicBezTo>
                      <a:pt x="426" y="225"/>
                      <a:pt x="409" y="225"/>
                      <a:pt x="401" y="225"/>
                    </a:cubicBezTo>
                    <a:cubicBezTo>
                      <a:pt x="393" y="225"/>
                      <a:pt x="376" y="225"/>
                      <a:pt x="368" y="217"/>
                    </a:cubicBezTo>
                    <a:cubicBezTo>
                      <a:pt x="292" y="142"/>
                      <a:pt x="292" y="142"/>
                      <a:pt x="292" y="142"/>
                    </a:cubicBezTo>
                    <a:cubicBezTo>
                      <a:pt x="276" y="125"/>
                      <a:pt x="250" y="125"/>
                      <a:pt x="234" y="142"/>
                    </a:cubicBezTo>
                    <a:cubicBezTo>
                      <a:pt x="8" y="359"/>
                      <a:pt x="8" y="359"/>
                      <a:pt x="8" y="359"/>
                    </a:cubicBezTo>
                    <a:cubicBezTo>
                      <a:pt x="0" y="368"/>
                      <a:pt x="0" y="384"/>
                      <a:pt x="0" y="393"/>
                    </a:cubicBezTo>
                    <a:cubicBezTo>
                      <a:pt x="0" y="410"/>
                      <a:pt x="0" y="418"/>
                      <a:pt x="8" y="426"/>
                    </a:cubicBezTo>
                    <a:cubicBezTo>
                      <a:pt x="25" y="435"/>
                      <a:pt x="25" y="435"/>
                      <a:pt x="25" y="435"/>
                    </a:cubicBezTo>
                    <a:cubicBezTo>
                      <a:pt x="41" y="451"/>
                      <a:pt x="67" y="451"/>
                      <a:pt x="83" y="435"/>
                    </a:cubicBezTo>
                    <a:lnTo>
                      <a:pt x="234" y="284"/>
                    </a:lnTo>
                    <a:close/>
                    <a:moveTo>
                      <a:pt x="234" y="284"/>
                    </a:moveTo>
                    <a:lnTo>
                      <a:pt x="234" y="284"/>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endParaRPr lang="en-US">
                  <a:latin typeface="微软雅黑" panose="020B0503020204020204" pitchFamily="34" charset="-122"/>
                  <a:ea typeface="微软雅黑" panose="020B0503020204020204" pitchFamily="34" charset="-122"/>
                </a:endParaRPr>
              </a:p>
            </p:txBody>
          </p:sp>
          <p:sp>
            <p:nvSpPr>
              <p:cNvPr id="57" name="Freeform 16"/>
              <p:cNvSpPr>
                <a:spLocks noChangeArrowheads="1"/>
              </p:cNvSpPr>
              <p:nvPr/>
            </p:nvSpPr>
            <p:spPr bwMode="auto">
              <a:xfrm>
                <a:off x="1569458" y="688424"/>
                <a:ext cx="334962" cy="331788"/>
              </a:xfrm>
              <a:custGeom>
                <a:avLst/>
                <a:gdLst>
                  <a:gd name="T0" fmla="*/ 887 w 929"/>
                  <a:gd name="T1" fmla="*/ 0 h 921"/>
                  <a:gd name="T2" fmla="*/ 836 w 929"/>
                  <a:gd name="T3" fmla="*/ 50 h 921"/>
                  <a:gd name="T4" fmla="*/ 836 w 929"/>
                  <a:gd name="T5" fmla="*/ 837 h 921"/>
                  <a:gd name="T6" fmla="*/ 51 w 929"/>
                  <a:gd name="T7" fmla="*/ 837 h 921"/>
                  <a:gd name="T8" fmla="*/ 0 w 929"/>
                  <a:gd name="T9" fmla="*/ 878 h 921"/>
                  <a:gd name="T10" fmla="*/ 51 w 929"/>
                  <a:gd name="T11" fmla="*/ 920 h 921"/>
                  <a:gd name="T12" fmla="*/ 887 w 929"/>
                  <a:gd name="T13" fmla="*/ 920 h 921"/>
                  <a:gd name="T14" fmla="*/ 928 w 929"/>
                  <a:gd name="T15" fmla="*/ 878 h 921"/>
                  <a:gd name="T16" fmla="*/ 928 w 929"/>
                  <a:gd name="T17" fmla="*/ 50 h 921"/>
                  <a:gd name="T18" fmla="*/ 887 w 929"/>
                  <a:gd name="T19" fmla="*/ 0 h 921"/>
                  <a:gd name="T20" fmla="*/ 887 w 929"/>
                  <a:gd name="T21" fmla="*/ 0 h 921"/>
                  <a:gd name="T22" fmla="*/ 887 w 929"/>
                  <a:gd name="T23" fmla="*/ 0 h 9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29" h="921">
                    <a:moveTo>
                      <a:pt x="887" y="0"/>
                    </a:moveTo>
                    <a:cubicBezTo>
                      <a:pt x="862" y="0"/>
                      <a:pt x="836" y="26"/>
                      <a:pt x="836" y="50"/>
                    </a:cubicBezTo>
                    <a:cubicBezTo>
                      <a:pt x="836" y="837"/>
                      <a:pt x="836" y="837"/>
                      <a:pt x="836" y="837"/>
                    </a:cubicBezTo>
                    <a:cubicBezTo>
                      <a:pt x="51" y="837"/>
                      <a:pt x="51" y="837"/>
                      <a:pt x="51" y="837"/>
                    </a:cubicBezTo>
                    <a:cubicBezTo>
                      <a:pt x="26" y="837"/>
                      <a:pt x="0" y="853"/>
                      <a:pt x="0" y="878"/>
                    </a:cubicBezTo>
                    <a:cubicBezTo>
                      <a:pt x="0" y="903"/>
                      <a:pt x="26" y="920"/>
                      <a:pt x="51" y="920"/>
                    </a:cubicBezTo>
                    <a:cubicBezTo>
                      <a:pt x="887" y="920"/>
                      <a:pt x="887" y="920"/>
                      <a:pt x="887" y="920"/>
                    </a:cubicBezTo>
                    <a:cubicBezTo>
                      <a:pt x="912" y="920"/>
                      <a:pt x="928" y="903"/>
                      <a:pt x="928" y="878"/>
                    </a:cubicBezTo>
                    <a:cubicBezTo>
                      <a:pt x="928" y="50"/>
                      <a:pt x="928" y="50"/>
                      <a:pt x="928" y="50"/>
                    </a:cubicBezTo>
                    <a:cubicBezTo>
                      <a:pt x="928" y="26"/>
                      <a:pt x="903" y="0"/>
                      <a:pt x="887" y="0"/>
                    </a:cubicBezTo>
                    <a:close/>
                    <a:moveTo>
                      <a:pt x="887" y="0"/>
                    </a:moveTo>
                    <a:lnTo>
                      <a:pt x="887" y="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endParaRPr lang="en-US">
                  <a:latin typeface="微软雅黑" panose="020B0503020204020204" pitchFamily="34" charset="-122"/>
                  <a:ea typeface="微软雅黑" panose="020B0503020204020204" pitchFamily="34" charset="-122"/>
                </a:endParaRPr>
              </a:p>
            </p:txBody>
          </p:sp>
        </p:grpSp>
      </p:grpSp>
      <p:sp>
        <p:nvSpPr>
          <p:cNvPr id="23" name="TextBox 22"/>
          <p:cNvSpPr txBox="1"/>
          <p:nvPr/>
        </p:nvSpPr>
        <p:spPr>
          <a:xfrm>
            <a:off x="355782" y="205624"/>
            <a:ext cx="2236510" cy="400110"/>
          </a:xfrm>
          <a:prstGeom prst="rect">
            <a:avLst/>
          </a:prstGeom>
          <a:noFill/>
        </p:spPr>
        <p:txBody>
          <a:bodyPr wrap="none" rtlCol="0">
            <a:spAutoFit/>
          </a:bodyPr>
          <a:lstStyle/>
          <a:p>
            <a:r>
              <a:rPr lang="zh-CN" altLang="en-US" sz="2000" b="1" dirty="0" smtClean="0">
                <a:solidFill>
                  <a:schemeClr val="accent1"/>
                </a:solidFill>
                <a:latin typeface="微软雅黑" pitchFamily="34" charset="-122"/>
                <a:ea typeface="微软雅黑" pitchFamily="34" charset="-122"/>
              </a:rPr>
              <a:t>点击添加标题文本</a:t>
            </a:r>
            <a:endParaRPr lang="zh-CN" altLang="en-US" sz="2000" b="1" dirty="0">
              <a:solidFill>
                <a:schemeClr val="accent1"/>
              </a:solidFill>
              <a:latin typeface="微软雅黑" pitchFamily="34" charset="-122"/>
              <a:ea typeface="微软雅黑" pitchFamily="34" charset="-122"/>
            </a:endParaRPr>
          </a:p>
        </p:txBody>
      </p:sp>
      <p:sp>
        <p:nvSpPr>
          <p:cNvPr id="24" name="TextBox 23"/>
          <p:cNvSpPr txBox="1"/>
          <p:nvPr/>
        </p:nvSpPr>
        <p:spPr>
          <a:xfrm>
            <a:off x="7682019" y="195037"/>
            <a:ext cx="1138453" cy="461665"/>
          </a:xfrm>
          <a:prstGeom prst="rect">
            <a:avLst/>
          </a:prstGeom>
          <a:noFill/>
        </p:spPr>
        <p:txBody>
          <a:bodyPr wrap="none" rtlCol="0">
            <a:spAutoFit/>
          </a:bodyPr>
          <a:lstStyle/>
          <a:p>
            <a:r>
              <a:rPr lang="en-US" altLang="zh-CN" sz="2400" dirty="0" smtClean="0">
                <a:solidFill>
                  <a:schemeClr val="accent2"/>
                </a:solidFill>
                <a:latin typeface="Eras Bold ITC" panose="020B0907030504020204" pitchFamily="34" charset="0"/>
                <a:ea typeface="微软雅黑" panose="020B0503020204020204" pitchFamily="34" charset="-122"/>
              </a:rPr>
              <a:t>LOGO</a:t>
            </a:r>
            <a:endParaRPr lang="zh-CN" altLang="en-US" sz="2400" dirty="0">
              <a:solidFill>
                <a:schemeClr val="accent2"/>
              </a:solidFill>
              <a:latin typeface="Eras Bold ITC" panose="020B0907030504020204" pitchFamily="34" charset="0"/>
              <a:ea typeface="微软雅黑" panose="020B0503020204020204" pitchFamily="34" charset="-122"/>
            </a:endParaRPr>
          </a:p>
        </p:txBody>
      </p:sp>
    </p:spTree>
    <p:extLst>
      <p:ext uri="{BB962C8B-B14F-4D97-AF65-F5344CB8AC3E}">
        <p14:creationId xmlns:p14="http://schemas.microsoft.com/office/powerpoint/2010/main" val="3215265478"/>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0-#ppt_w/2"/>
                                          </p:val>
                                        </p:tav>
                                        <p:tav tm="100000">
                                          <p:val>
                                            <p:strVal val="#ppt_x"/>
                                          </p:val>
                                        </p:tav>
                                      </p:tavLst>
                                    </p:anim>
                                    <p:anim calcmode="lin" valueType="num">
                                      <p:cBhvr additive="base">
                                        <p:cTn id="8" dur="500" fill="hold"/>
                                        <p:tgtEl>
                                          <p:spTgt spid="3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fade">
                                      <p:cBhvr>
                                        <p:cTn id="12" dur="500"/>
                                        <p:tgtEl>
                                          <p:spTgt spid="41"/>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40"/>
                                        </p:tgtEl>
                                        <p:attrNameLst>
                                          <p:attrName>style.visibility</p:attrName>
                                        </p:attrNameLst>
                                      </p:cBhvr>
                                      <p:to>
                                        <p:strVal val="visible"/>
                                      </p:to>
                                    </p:set>
                                    <p:animEffect transition="in" filter="wipe(left)">
                                      <p:cBhvr>
                                        <p:cTn id="16" dur="750"/>
                                        <p:tgtEl>
                                          <p:spTgt spid="40"/>
                                        </p:tgtEl>
                                      </p:cBhvr>
                                    </p:animEffect>
                                  </p:childTnLst>
                                </p:cTn>
                              </p:par>
                            </p:childTnLst>
                          </p:cTn>
                        </p:par>
                        <p:par>
                          <p:cTn id="17" fill="hold">
                            <p:stCondLst>
                              <p:cond delay="1750"/>
                            </p:stCondLst>
                            <p:childTnLst>
                              <p:par>
                                <p:cTn id="18" presetID="2" presetClass="entr" presetSubtype="8" decel="100000" fill="hold" nodeType="afterEffect">
                                  <p:stCondLst>
                                    <p:cond delay="0"/>
                                  </p:stCondLst>
                                  <p:childTnLst>
                                    <p:set>
                                      <p:cBhvr>
                                        <p:cTn id="19" dur="1" fill="hold">
                                          <p:stCondLst>
                                            <p:cond delay="0"/>
                                          </p:stCondLst>
                                        </p:cTn>
                                        <p:tgtEl>
                                          <p:spTgt spid="49"/>
                                        </p:tgtEl>
                                        <p:attrNameLst>
                                          <p:attrName>style.visibility</p:attrName>
                                        </p:attrNameLst>
                                      </p:cBhvr>
                                      <p:to>
                                        <p:strVal val="visible"/>
                                      </p:to>
                                    </p:set>
                                    <p:anim calcmode="lin" valueType="num">
                                      <p:cBhvr additive="base">
                                        <p:cTn id="20" dur="500" fill="hold"/>
                                        <p:tgtEl>
                                          <p:spTgt spid="49"/>
                                        </p:tgtEl>
                                        <p:attrNameLst>
                                          <p:attrName>ppt_x</p:attrName>
                                        </p:attrNameLst>
                                      </p:cBhvr>
                                      <p:tavLst>
                                        <p:tav tm="0">
                                          <p:val>
                                            <p:strVal val="0-#ppt_w/2"/>
                                          </p:val>
                                        </p:tav>
                                        <p:tav tm="100000">
                                          <p:val>
                                            <p:strVal val="#ppt_x"/>
                                          </p:val>
                                        </p:tav>
                                      </p:tavLst>
                                    </p:anim>
                                    <p:anim calcmode="lin" valueType="num">
                                      <p:cBhvr additive="base">
                                        <p:cTn id="21" dur="500" fill="hold"/>
                                        <p:tgtEl>
                                          <p:spTgt spid="49"/>
                                        </p:tgtEl>
                                        <p:attrNameLst>
                                          <p:attrName>ppt_y</p:attrName>
                                        </p:attrNameLst>
                                      </p:cBhvr>
                                      <p:tavLst>
                                        <p:tav tm="0">
                                          <p:val>
                                            <p:strVal val="#ppt_y"/>
                                          </p:val>
                                        </p:tav>
                                        <p:tav tm="100000">
                                          <p:val>
                                            <p:strVal val="#ppt_y"/>
                                          </p:val>
                                        </p:tav>
                                      </p:tavLst>
                                    </p:anim>
                                  </p:childTnLst>
                                </p:cTn>
                              </p:par>
                            </p:childTnLst>
                          </p:cTn>
                        </p:par>
                        <p:par>
                          <p:cTn id="22" fill="hold">
                            <p:stCondLst>
                              <p:cond delay="2250"/>
                            </p:stCondLst>
                            <p:childTnLst>
                              <p:par>
                                <p:cTn id="23" presetID="10" presetClass="entr" presetSubtype="0" fill="hold" grpId="0" nodeType="afterEffect">
                                  <p:stCondLst>
                                    <p:cond delay="0"/>
                                  </p:stCondLst>
                                  <p:childTnLst>
                                    <p:set>
                                      <p:cBhvr>
                                        <p:cTn id="24" dur="1" fill="hold">
                                          <p:stCondLst>
                                            <p:cond delay="0"/>
                                          </p:stCondLst>
                                        </p:cTn>
                                        <p:tgtEl>
                                          <p:spTgt spid="46"/>
                                        </p:tgtEl>
                                        <p:attrNameLst>
                                          <p:attrName>style.visibility</p:attrName>
                                        </p:attrNameLst>
                                      </p:cBhvr>
                                      <p:to>
                                        <p:strVal val="visible"/>
                                      </p:to>
                                    </p:set>
                                    <p:animEffect transition="in" filter="fade">
                                      <p:cBhvr>
                                        <p:cTn id="25" dur="500"/>
                                        <p:tgtEl>
                                          <p:spTgt spid="46"/>
                                        </p:tgtEl>
                                      </p:cBhvr>
                                    </p:animEffect>
                                  </p:childTnLst>
                                </p:cTn>
                              </p:par>
                            </p:childTnLst>
                          </p:cTn>
                        </p:par>
                        <p:par>
                          <p:cTn id="26" fill="hold">
                            <p:stCondLst>
                              <p:cond delay="2750"/>
                            </p:stCondLst>
                            <p:childTnLst>
                              <p:par>
                                <p:cTn id="27" presetID="22" presetClass="entr" presetSubtype="8" fill="hold" grpId="0" nodeType="afterEffect">
                                  <p:stCondLst>
                                    <p:cond delay="0"/>
                                  </p:stCondLst>
                                  <p:childTnLst>
                                    <p:set>
                                      <p:cBhvr>
                                        <p:cTn id="28" dur="1" fill="hold">
                                          <p:stCondLst>
                                            <p:cond delay="0"/>
                                          </p:stCondLst>
                                        </p:cTn>
                                        <p:tgtEl>
                                          <p:spTgt spid="45"/>
                                        </p:tgtEl>
                                        <p:attrNameLst>
                                          <p:attrName>style.visibility</p:attrName>
                                        </p:attrNameLst>
                                      </p:cBhvr>
                                      <p:to>
                                        <p:strVal val="visible"/>
                                      </p:to>
                                    </p:set>
                                    <p:animEffect transition="in" filter="wipe(left)">
                                      <p:cBhvr>
                                        <p:cTn id="29" dur="750"/>
                                        <p:tgtEl>
                                          <p:spTgt spid="45"/>
                                        </p:tgtEl>
                                      </p:cBhvr>
                                    </p:animEffect>
                                  </p:childTnLst>
                                </p:cTn>
                              </p:par>
                            </p:childTnLst>
                          </p:cTn>
                        </p:par>
                        <p:par>
                          <p:cTn id="30" fill="hold">
                            <p:stCondLst>
                              <p:cond delay="3500"/>
                            </p:stCondLst>
                            <p:childTnLst>
                              <p:par>
                                <p:cTn id="31" presetID="2" presetClass="entr" presetSubtype="8" decel="100000" fill="hold" nodeType="afterEffect">
                                  <p:stCondLst>
                                    <p:cond delay="0"/>
                                  </p:stCondLst>
                                  <p:childTnLst>
                                    <p:set>
                                      <p:cBhvr>
                                        <p:cTn id="32" dur="1" fill="hold">
                                          <p:stCondLst>
                                            <p:cond delay="0"/>
                                          </p:stCondLst>
                                        </p:cTn>
                                        <p:tgtEl>
                                          <p:spTgt spid="42"/>
                                        </p:tgtEl>
                                        <p:attrNameLst>
                                          <p:attrName>style.visibility</p:attrName>
                                        </p:attrNameLst>
                                      </p:cBhvr>
                                      <p:to>
                                        <p:strVal val="visible"/>
                                      </p:to>
                                    </p:set>
                                    <p:anim calcmode="lin" valueType="num">
                                      <p:cBhvr additive="base">
                                        <p:cTn id="33" dur="500" fill="hold"/>
                                        <p:tgtEl>
                                          <p:spTgt spid="42"/>
                                        </p:tgtEl>
                                        <p:attrNameLst>
                                          <p:attrName>ppt_x</p:attrName>
                                        </p:attrNameLst>
                                      </p:cBhvr>
                                      <p:tavLst>
                                        <p:tav tm="0">
                                          <p:val>
                                            <p:strVal val="0-#ppt_w/2"/>
                                          </p:val>
                                        </p:tav>
                                        <p:tav tm="100000">
                                          <p:val>
                                            <p:strVal val="#ppt_x"/>
                                          </p:val>
                                        </p:tav>
                                      </p:tavLst>
                                    </p:anim>
                                    <p:anim calcmode="lin" valueType="num">
                                      <p:cBhvr additive="base">
                                        <p:cTn id="34" dur="500" fill="hold"/>
                                        <p:tgtEl>
                                          <p:spTgt spid="42"/>
                                        </p:tgtEl>
                                        <p:attrNameLst>
                                          <p:attrName>ppt_y</p:attrName>
                                        </p:attrNameLst>
                                      </p:cBhvr>
                                      <p:tavLst>
                                        <p:tav tm="0">
                                          <p:val>
                                            <p:strVal val="#ppt_y"/>
                                          </p:val>
                                        </p:tav>
                                        <p:tav tm="100000">
                                          <p:val>
                                            <p:strVal val="#ppt_y"/>
                                          </p:val>
                                        </p:tav>
                                      </p:tavLst>
                                    </p:anim>
                                  </p:childTnLst>
                                </p:cTn>
                              </p:par>
                            </p:childTnLst>
                          </p:cTn>
                        </p:par>
                        <p:par>
                          <p:cTn id="35" fill="hold">
                            <p:stCondLst>
                              <p:cond delay="4000"/>
                            </p:stCondLst>
                            <p:childTnLst>
                              <p:par>
                                <p:cTn id="36" presetID="10" presetClass="entr" presetSubtype="0" fill="hold" grpId="0" nodeType="afterEffect">
                                  <p:stCondLst>
                                    <p:cond delay="0"/>
                                  </p:stCondLst>
                                  <p:childTnLst>
                                    <p:set>
                                      <p:cBhvr>
                                        <p:cTn id="37" dur="1" fill="hold">
                                          <p:stCondLst>
                                            <p:cond delay="0"/>
                                          </p:stCondLst>
                                        </p:cTn>
                                        <p:tgtEl>
                                          <p:spTgt spid="48"/>
                                        </p:tgtEl>
                                        <p:attrNameLst>
                                          <p:attrName>style.visibility</p:attrName>
                                        </p:attrNameLst>
                                      </p:cBhvr>
                                      <p:to>
                                        <p:strVal val="visible"/>
                                      </p:to>
                                    </p:set>
                                    <p:animEffect transition="in" filter="fade">
                                      <p:cBhvr>
                                        <p:cTn id="38" dur="500"/>
                                        <p:tgtEl>
                                          <p:spTgt spid="48"/>
                                        </p:tgtEl>
                                      </p:cBhvr>
                                    </p:animEffect>
                                  </p:childTnLst>
                                </p:cTn>
                              </p:par>
                            </p:childTnLst>
                          </p:cTn>
                        </p:par>
                        <p:par>
                          <p:cTn id="39" fill="hold">
                            <p:stCondLst>
                              <p:cond delay="4500"/>
                            </p:stCondLst>
                            <p:childTnLst>
                              <p:par>
                                <p:cTn id="40" presetID="22" presetClass="entr" presetSubtype="8" fill="hold" grpId="0" nodeType="afterEffect">
                                  <p:stCondLst>
                                    <p:cond delay="0"/>
                                  </p:stCondLst>
                                  <p:childTnLst>
                                    <p:set>
                                      <p:cBhvr>
                                        <p:cTn id="41" dur="1" fill="hold">
                                          <p:stCondLst>
                                            <p:cond delay="0"/>
                                          </p:stCondLst>
                                        </p:cTn>
                                        <p:tgtEl>
                                          <p:spTgt spid="47"/>
                                        </p:tgtEl>
                                        <p:attrNameLst>
                                          <p:attrName>style.visibility</p:attrName>
                                        </p:attrNameLst>
                                      </p:cBhvr>
                                      <p:to>
                                        <p:strVal val="visible"/>
                                      </p:to>
                                    </p:set>
                                    <p:animEffect transition="in" filter="wipe(left)">
                                      <p:cBhvr>
                                        <p:cTn id="42" dur="75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5" grpId="0"/>
      <p:bldP spid="46" grpId="0"/>
      <p:bldP spid="47" grpId="0"/>
      <p:bldP spid="4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a:spLocks noChangeArrowheads="1"/>
          </p:cNvSpPr>
          <p:nvPr/>
        </p:nvSpPr>
        <p:spPr bwMode="auto">
          <a:xfrm>
            <a:off x="2682875" y="1808435"/>
            <a:ext cx="352532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6000" b="1" dirty="0">
                <a:solidFill>
                  <a:schemeClr val="accent1"/>
                </a:solidFill>
                <a:latin typeface="微软雅黑" panose="020B0503020204020204" pitchFamily="34" charset="-122"/>
                <a:ea typeface="微软雅黑" panose="020B0503020204020204" pitchFamily="34" charset="-122"/>
              </a:rPr>
              <a:t>THANKS</a:t>
            </a:r>
          </a:p>
        </p:txBody>
      </p:sp>
      <p:sp>
        <p:nvSpPr>
          <p:cNvPr id="4" name="空心弧 3"/>
          <p:cNvSpPr/>
          <p:nvPr/>
        </p:nvSpPr>
        <p:spPr bwMode="auto">
          <a:xfrm rot="7086271">
            <a:off x="4967288" y="1569017"/>
            <a:ext cx="1482725" cy="1482725"/>
          </a:xfrm>
          <a:prstGeom prst="blockArc">
            <a:avLst>
              <a:gd name="adj1" fmla="val 5502533"/>
              <a:gd name="adj2" fmla="val 1980318"/>
              <a:gd name="adj3" fmla="val 1053"/>
            </a:avLst>
          </a:prstGeom>
          <a:solidFill>
            <a:schemeClr val="accent2"/>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tx1"/>
              </a:solidFill>
            </a:endParaRPr>
          </a:p>
        </p:txBody>
      </p:sp>
      <p:sp>
        <p:nvSpPr>
          <p:cNvPr id="5" name="TextBox 8"/>
          <p:cNvSpPr txBox="1">
            <a:spLocks noChangeArrowheads="1"/>
          </p:cNvSpPr>
          <p:nvPr/>
        </p:nvSpPr>
        <p:spPr bwMode="auto">
          <a:xfrm>
            <a:off x="2830513" y="2653279"/>
            <a:ext cx="21923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Calibri" pitchFamily="34" charset="0"/>
                <a:ea typeface="宋体" pitchFamily="2" charset="-122"/>
              </a:defRPr>
            </a:lvl1pPr>
            <a:lvl2pPr marL="742950" indent="-285750">
              <a:defRPr sz="2400">
                <a:solidFill>
                  <a:schemeClr val="tx1"/>
                </a:solidFill>
                <a:latin typeface="Calibri" pitchFamily="34" charset="0"/>
                <a:ea typeface="宋体" pitchFamily="2" charset="-122"/>
              </a:defRPr>
            </a:lvl2pPr>
            <a:lvl3pPr>
              <a:defRPr sz="2000">
                <a:solidFill>
                  <a:schemeClr val="tx1"/>
                </a:solidFill>
                <a:latin typeface="Calibri" pitchFamily="34" charset="0"/>
                <a:ea typeface="宋体" pitchFamily="2" charset="-122"/>
              </a:defRPr>
            </a:lvl3pPr>
            <a:lvl4pPr>
              <a:defRPr>
                <a:solidFill>
                  <a:schemeClr val="tx1"/>
                </a:solidFill>
                <a:latin typeface="Calibri" pitchFamily="34" charset="0"/>
                <a:ea typeface="宋体" pitchFamily="2" charset="-122"/>
              </a:defRPr>
            </a:lvl4pPr>
            <a:lvl5pPr>
              <a:defRPr>
                <a:solidFill>
                  <a:schemeClr val="tx1"/>
                </a:solidFill>
                <a:latin typeface="Calibri" pitchFamily="34" charset="0"/>
                <a:ea typeface="宋体" pitchFamily="2" charset="-122"/>
              </a:defRPr>
            </a:lvl5pPr>
            <a:lvl6pPr eaLnBrk="0" fontAlgn="base" hangingPunct="0">
              <a:spcAft>
                <a:spcPct val="0"/>
              </a:spcAft>
              <a:buFont typeface="Arial" charset="0"/>
              <a:defRPr>
                <a:solidFill>
                  <a:schemeClr val="tx1"/>
                </a:solidFill>
                <a:latin typeface="Calibri" pitchFamily="34" charset="0"/>
                <a:ea typeface="宋体" pitchFamily="2" charset="-122"/>
              </a:defRPr>
            </a:lvl6pPr>
            <a:lvl7pPr eaLnBrk="0" fontAlgn="base" hangingPunct="0">
              <a:spcAft>
                <a:spcPct val="0"/>
              </a:spcAft>
              <a:buFont typeface="Arial" charset="0"/>
              <a:defRPr>
                <a:solidFill>
                  <a:schemeClr val="tx1"/>
                </a:solidFill>
                <a:latin typeface="Calibri" pitchFamily="34" charset="0"/>
                <a:ea typeface="宋体" pitchFamily="2" charset="-122"/>
              </a:defRPr>
            </a:lvl7pPr>
            <a:lvl8pPr eaLnBrk="0" fontAlgn="base" hangingPunct="0">
              <a:spcAft>
                <a:spcPct val="0"/>
              </a:spcAft>
              <a:buFont typeface="Arial" charset="0"/>
              <a:defRPr>
                <a:solidFill>
                  <a:schemeClr val="tx1"/>
                </a:solidFill>
                <a:latin typeface="Calibri" pitchFamily="34" charset="0"/>
                <a:ea typeface="宋体" pitchFamily="2" charset="-122"/>
              </a:defRPr>
            </a:lvl8pPr>
            <a:lvl9pPr eaLnBrk="0" fontAlgn="base" hangingPunct="0">
              <a:spcAft>
                <a:spcPct val="0"/>
              </a:spcAft>
              <a:buFont typeface="Arial" charset="0"/>
              <a:defRPr>
                <a:solidFill>
                  <a:schemeClr val="tx1"/>
                </a:solidFill>
                <a:latin typeface="Calibri" pitchFamily="34" charset="0"/>
                <a:ea typeface="宋体" pitchFamily="2" charset="-122"/>
              </a:defRPr>
            </a:lvl9pPr>
          </a:lstStyle>
          <a:p>
            <a:pPr algn="dist" eaLnBrk="1" hangingPunct="1">
              <a:defRPr/>
            </a:pPr>
            <a:r>
              <a:rPr lang="zh-CN" altLang="en-US" sz="1800" dirty="0" smtClean="0">
                <a:solidFill>
                  <a:schemeClr val="tx1">
                    <a:lumMod val="75000"/>
                    <a:lumOff val="25000"/>
                  </a:schemeClr>
                </a:solidFill>
                <a:latin typeface="微软雅黑" pitchFamily="34" charset="-122"/>
                <a:ea typeface="微软雅黑" pitchFamily="34" charset="-122"/>
              </a:rPr>
              <a:t>谢谢聆听</a:t>
            </a:r>
          </a:p>
        </p:txBody>
      </p:sp>
      <p:cxnSp>
        <p:nvCxnSpPr>
          <p:cNvPr id="6" name="直接连接符 5"/>
          <p:cNvCxnSpPr/>
          <p:nvPr/>
        </p:nvCxnSpPr>
        <p:spPr>
          <a:xfrm>
            <a:off x="1331640" y="3869577"/>
            <a:ext cx="6696744" cy="0"/>
          </a:xfrm>
          <a:prstGeom prst="line">
            <a:avLst/>
          </a:prstGeom>
          <a:ln w="3175" cmpd="sng">
            <a:solidFill>
              <a:schemeClr val="bg1">
                <a:lumMod val="75000"/>
              </a:schemeClr>
            </a:solidFill>
          </a:ln>
          <a:effectLst>
            <a:innerShdw blurRad="63500" dist="50800" dir="162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619672" y="3941288"/>
            <a:ext cx="5904656" cy="276999"/>
          </a:xfrm>
          <a:prstGeom prst="rect">
            <a:avLst/>
          </a:prstGeom>
          <a:noFill/>
        </p:spPr>
        <p:txBody>
          <a:bodyPr wrap="square" rtlCol="0">
            <a:spAutoFit/>
          </a:bodyPr>
          <a:lstStyle/>
          <a:p>
            <a:pPr algn="ctr"/>
            <a:r>
              <a:rPr lang="en-US" altLang="zh-CN" sz="1200" dirty="0" smtClean="0">
                <a:solidFill>
                  <a:schemeClr val="accent1"/>
                </a:solidFill>
                <a:latin typeface="Impact" pitchFamily="34" charset="0"/>
              </a:rPr>
              <a:t>COMPANY</a:t>
            </a:r>
            <a:r>
              <a:rPr lang="zh-CN" altLang="en-US" sz="1200" dirty="0" smtClean="0">
                <a:solidFill>
                  <a:schemeClr val="accent1"/>
                </a:solidFill>
                <a:latin typeface="Impact" pitchFamily="34" charset="0"/>
              </a:rPr>
              <a:t>：</a:t>
            </a:r>
            <a:r>
              <a:rPr lang="zh-CN" altLang="en-US" sz="1200" b="1" dirty="0" smtClean="0">
                <a:solidFill>
                  <a:schemeClr val="bg1">
                    <a:lumMod val="50000"/>
                  </a:schemeClr>
                </a:solidFill>
                <a:latin typeface="微软雅黑" pitchFamily="34" charset="-122"/>
                <a:ea typeface="微软雅黑" pitchFamily="34" charset="-122"/>
              </a:rPr>
              <a:t>中国某某科技有限公司         </a:t>
            </a:r>
            <a:r>
              <a:rPr lang="en-US" altLang="zh-CN" sz="1200" dirty="0" smtClean="0">
                <a:solidFill>
                  <a:schemeClr val="accent1"/>
                </a:solidFill>
                <a:latin typeface="Impact" pitchFamily="34" charset="0"/>
              </a:rPr>
              <a:t>DESIGNER:  </a:t>
            </a:r>
            <a:r>
              <a:rPr lang="zh-CN" altLang="en-US" sz="1200" b="1" dirty="0">
                <a:solidFill>
                  <a:schemeClr val="bg1">
                    <a:lumMod val="50000"/>
                  </a:schemeClr>
                </a:solidFill>
                <a:latin typeface="Impact" pitchFamily="34" charset="0"/>
                <a:ea typeface="微软雅黑" pitchFamily="34" charset="-122"/>
              </a:rPr>
              <a:t>山丘</a:t>
            </a:r>
            <a:r>
              <a:rPr lang="en-US" altLang="zh-CN" sz="1200" b="1" dirty="0" smtClean="0">
                <a:solidFill>
                  <a:schemeClr val="bg1">
                    <a:lumMod val="50000"/>
                  </a:schemeClr>
                </a:solidFill>
                <a:latin typeface="Impact" pitchFamily="34" charset="0"/>
                <a:ea typeface="微软雅黑" pitchFamily="34" charset="-122"/>
              </a:rPr>
              <a:t>               </a:t>
            </a:r>
            <a:r>
              <a:rPr lang="en-US" altLang="zh-CN" sz="1200" dirty="0" smtClean="0">
                <a:solidFill>
                  <a:schemeClr val="accent1"/>
                </a:solidFill>
                <a:latin typeface="Impact" pitchFamily="34" charset="0"/>
                <a:ea typeface="微软雅黑" pitchFamily="34" charset="-122"/>
              </a:rPr>
              <a:t>DATE:  </a:t>
            </a:r>
            <a:r>
              <a:rPr lang="en-US" altLang="zh-CN" sz="1200" dirty="0" smtClean="0">
                <a:solidFill>
                  <a:schemeClr val="bg1">
                    <a:lumMod val="50000"/>
                  </a:schemeClr>
                </a:solidFill>
                <a:latin typeface="Impact" pitchFamily="34" charset="0"/>
                <a:ea typeface="微软雅黑" pitchFamily="34" charset="-122"/>
              </a:rPr>
              <a:t>2026-3-31</a:t>
            </a:r>
            <a:endParaRPr lang="zh-CN" altLang="en-US" sz="1200" dirty="0" smtClean="0">
              <a:solidFill>
                <a:schemeClr val="bg1">
                  <a:lumMod val="50000"/>
                </a:schemeClr>
              </a:solidFill>
              <a:latin typeface="Impact" pitchFamily="34" charset="0"/>
              <a:ea typeface="微软雅黑" pitchFamily="34" charset="-122"/>
            </a:endParaRPr>
          </a:p>
        </p:txBody>
      </p:sp>
    </p:spTree>
    <p:extLst>
      <p:ext uri="{BB962C8B-B14F-4D97-AF65-F5344CB8AC3E}">
        <p14:creationId xmlns:p14="http://schemas.microsoft.com/office/powerpoint/2010/main" val="448634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000"/>
                                        <p:tgtEl>
                                          <p:spTgt spid="3"/>
                                        </p:tgtEl>
                                      </p:cBhvr>
                                    </p:animEffect>
                                  </p:childTnLst>
                                </p:cTn>
                              </p:par>
                            </p:childTnLst>
                          </p:cTn>
                        </p:par>
                        <p:par>
                          <p:cTn id="8" fill="hold">
                            <p:stCondLst>
                              <p:cond delay="1000"/>
                            </p:stCondLst>
                            <p:childTnLst>
                              <p:par>
                                <p:cTn id="9" presetID="22" presetClass="entr" presetSubtype="4"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1000"/>
                                        <p:tgtEl>
                                          <p:spTgt spid="5"/>
                                        </p:tgtEl>
                                      </p:cBhvr>
                                    </p:animEffect>
                                  </p:childTnLst>
                                </p:cTn>
                              </p:par>
                            </p:childTnLst>
                          </p:cTn>
                        </p:par>
                        <p:par>
                          <p:cTn id="12" fill="hold">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1500"/>
                                        <p:tgtEl>
                                          <p:spTgt spid="4"/>
                                        </p:tgtEl>
                                      </p:cBhvr>
                                    </p:animEffect>
                                  </p:childTnLst>
                                </p:cTn>
                              </p:par>
                            </p:childTnLst>
                          </p:cTn>
                        </p:par>
                        <p:par>
                          <p:cTn id="16" fill="hold">
                            <p:stCondLst>
                              <p:cond delay="3500"/>
                            </p:stCondLst>
                            <p:childTnLst>
                              <p:par>
                                <p:cTn id="17" presetID="22" presetClass="entr" presetSubtype="8"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500"/>
                                        <p:tgtEl>
                                          <p:spTgt spid="6"/>
                                        </p:tgtEl>
                                      </p:cBhvr>
                                    </p:animEffect>
                                  </p:childTnLst>
                                </p:cTn>
                              </p:par>
                              <p:par>
                                <p:cTn id="20" presetID="56" presetClass="entr" presetSubtype="0" fill="hold" grpId="0" nodeType="withEffect">
                                  <p:stCondLst>
                                    <p:cond delay="0"/>
                                  </p:stCondLst>
                                  <p:iterate type="lt">
                                    <p:tmPct val="10000"/>
                                  </p:iterate>
                                  <p:childTnLst>
                                    <p:set>
                                      <p:cBhvr>
                                        <p:cTn id="21" dur="1" fill="hold">
                                          <p:stCondLst>
                                            <p:cond delay="0"/>
                                          </p:stCondLst>
                                        </p:cTn>
                                        <p:tgtEl>
                                          <p:spTgt spid="7"/>
                                        </p:tgtEl>
                                        <p:attrNameLst>
                                          <p:attrName>style.visibility</p:attrName>
                                        </p:attrNameLst>
                                      </p:cBhvr>
                                      <p:to>
                                        <p:strVal val="visible"/>
                                      </p:to>
                                    </p:set>
                                    <p:anim by="(-#ppt_w*2)" calcmode="lin" valueType="num">
                                      <p:cBhvr rctx="PPT">
                                        <p:cTn id="22" dur="500" autoRev="1" fill="hold">
                                          <p:stCondLst>
                                            <p:cond delay="0"/>
                                          </p:stCondLst>
                                        </p:cTn>
                                        <p:tgtEl>
                                          <p:spTgt spid="7"/>
                                        </p:tgtEl>
                                        <p:attrNameLst>
                                          <p:attrName>ppt_w</p:attrName>
                                        </p:attrNameLst>
                                      </p:cBhvr>
                                    </p:anim>
                                    <p:anim by="(#ppt_w*0.50)" calcmode="lin" valueType="num">
                                      <p:cBhvr>
                                        <p:cTn id="23" dur="500" decel="50000" autoRev="1" fill="hold">
                                          <p:stCondLst>
                                            <p:cond delay="0"/>
                                          </p:stCondLst>
                                        </p:cTn>
                                        <p:tgtEl>
                                          <p:spTgt spid="7"/>
                                        </p:tgtEl>
                                        <p:attrNameLst>
                                          <p:attrName>ppt_x</p:attrName>
                                        </p:attrNameLst>
                                      </p:cBhvr>
                                    </p:anim>
                                    <p:anim from="(-#ppt_h/2)" to="(#ppt_y)" calcmode="lin" valueType="num">
                                      <p:cBhvr>
                                        <p:cTn id="24" dur="1000" fill="hold">
                                          <p:stCondLst>
                                            <p:cond delay="0"/>
                                          </p:stCondLst>
                                        </p:cTn>
                                        <p:tgtEl>
                                          <p:spTgt spid="7"/>
                                        </p:tgtEl>
                                        <p:attrNameLst>
                                          <p:attrName>ppt_y</p:attrName>
                                        </p:attrNameLst>
                                      </p:cBhvr>
                                    </p:anim>
                                    <p:animRot by="21600000">
                                      <p:cBhvr>
                                        <p:cTn id="25" dur="1000" fill="hold">
                                          <p:stCondLst>
                                            <p:cond delay="0"/>
                                          </p:stCondLst>
                                        </p:cTn>
                                        <p:tgtEl>
                                          <p:spTgt spid="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7" grpId="0"/>
    </p:bld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矩形 8"/>
          <p:cNvSpPr/>
          <p:nvPr/>
        </p:nvSpPr>
        <p:spPr>
          <a:xfrm>
            <a:off x="0" y="2679737"/>
            <a:ext cx="9144000" cy="129584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71" tIns="34285" rIns="68571" bIns="34285" rtlCol="0" anchor="ctr"/>
          <a:lstStyle/>
          <a:p>
            <a:pPr algn="ctr"/>
            <a:endParaRPr lang="zh-CN" altLang="en-US"/>
          </a:p>
        </p:txBody>
      </p:sp>
      <p:sp>
        <p:nvSpPr>
          <p:cNvPr id="10" name="TextBox 9"/>
          <p:cNvSpPr txBox="1"/>
          <p:nvPr/>
        </p:nvSpPr>
        <p:spPr>
          <a:xfrm>
            <a:off x="2440868" y="4570398"/>
            <a:ext cx="4262262" cy="307746"/>
          </a:xfrm>
          <a:prstGeom prst="rect">
            <a:avLst/>
          </a:prstGeom>
          <a:noFill/>
        </p:spPr>
        <p:txBody>
          <a:bodyPr wrap="none" lIns="91411" tIns="45705" rIns="91411" bIns="45705" rtlCol="0">
            <a:spAutoFit/>
          </a:bodyPr>
          <a:lstStyle/>
          <a:p>
            <a:pPr algn="ctr">
              <a:defRPr/>
            </a:pPr>
            <a:r>
              <a:rPr lang="en-US" altLang="zh-CN" sz="1400" dirty="0">
                <a:hlinkClick r:id="rId3"/>
              </a:rPr>
              <a:t>http://pan.baidu.com/s/1qWKBbWS?qq-pf-to=pcqq.c2c</a:t>
            </a:r>
            <a:endParaRPr lang="zh-CN" altLang="en-US" sz="1200" kern="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1" name="TextBox 10"/>
          <p:cNvSpPr txBox="1"/>
          <p:nvPr/>
        </p:nvSpPr>
        <p:spPr>
          <a:xfrm>
            <a:off x="3093293" y="4254275"/>
            <a:ext cx="2957411" cy="323072"/>
          </a:xfrm>
          <a:prstGeom prst="rect">
            <a:avLst/>
          </a:prstGeom>
          <a:noFill/>
        </p:spPr>
        <p:txBody>
          <a:bodyPr wrap="none" lIns="91411" tIns="45705" rIns="91411" bIns="45705" rtlCol="0">
            <a:spAutoFit/>
          </a:bodyPr>
          <a:lstStyle/>
          <a:p>
            <a:pPr algn="ctr">
              <a:defRPr/>
            </a:pPr>
            <a:r>
              <a:rPr lang="zh-CN" altLang="en-US" sz="1500" b="1" kern="0" dirty="0">
                <a:solidFill>
                  <a:schemeClr val="bg1">
                    <a:lumMod val="50000"/>
                  </a:schemeClr>
                </a:solidFill>
                <a:latin typeface="微软雅黑" pitchFamily="34" charset="-122"/>
                <a:ea typeface="微软雅黑" pitchFamily="34" charset="-122"/>
              </a:rPr>
              <a:t>赠送您本人亲测的</a:t>
            </a:r>
            <a:r>
              <a:rPr lang="en-US" altLang="zh-CN" sz="1500" b="1" kern="0" dirty="0">
                <a:solidFill>
                  <a:schemeClr val="bg1">
                    <a:lumMod val="50000"/>
                  </a:schemeClr>
                </a:solidFill>
                <a:latin typeface="微软雅黑" pitchFamily="34" charset="-122"/>
                <a:ea typeface="微软雅黑" pitchFamily="34" charset="-122"/>
              </a:rPr>
              <a:t>PPT2010</a:t>
            </a:r>
            <a:r>
              <a:rPr lang="zh-CN" altLang="en-US" sz="1500" b="1" kern="0" dirty="0">
                <a:solidFill>
                  <a:schemeClr val="bg1">
                    <a:lumMod val="50000"/>
                  </a:schemeClr>
                </a:solidFill>
                <a:latin typeface="微软雅黑" pitchFamily="34" charset="-122"/>
                <a:ea typeface="微软雅黑" pitchFamily="34" charset="-122"/>
              </a:rPr>
              <a:t>软件</a:t>
            </a:r>
          </a:p>
        </p:txBody>
      </p:sp>
      <p:sp>
        <p:nvSpPr>
          <p:cNvPr id="12" name="TextBox 146"/>
          <p:cNvSpPr txBox="1">
            <a:spLocks noChangeArrowheads="1"/>
          </p:cNvSpPr>
          <p:nvPr/>
        </p:nvSpPr>
        <p:spPr bwMode="auto">
          <a:xfrm>
            <a:off x="1776827" y="2844342"/>
            <a:ext cx="5603851" cy="969259"/>
          </a:xfrm>
          <a:prstGeom prst="rect">
            <a:avLst/>
          </a:prstGeom>
          <a:noFill/>
          <a:ln w="9525">
            <a:noFill/>
            <a:miter lim="800000"/>
            <a:headEnd/>
            <a:tailEnd/>
          </a:ln>
        </p:spPr>
        <p:txBody>
          <a:bodyPr wrap="square" lIns="68560" tIns="34279" rIns="68560" bIns="34279">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zh-CN" altLang="en-US" sz="2100" b="1" dirty="0">
                <a:solidFill>
                  <a:srgbClr val="005A82"/>
                </a:solidFill>
                <a:latin typeface="Arial" panose="020B0604020202020204" pitchFamily="34" charset="0"/>
                <a:ea typeface="微软雅黑" pitchFamily="34" charset="-122"/>
                <a:cs typeface="Arial" panose="020B0604020202020204" pitchFamily="34" charset="0"/>
              </a:rPr>
              <a:t>如果您需要修改或定制</a:t>
            </a:r>
            <a:r>
              <a:rPr lang="en-US" altLang="zh-CN" sz="2100" b="1" dirty="0">
                <a:solidFill>
                  <a:srgbClr val="005A82"/>
                </a:solidFill>
                <a:latin typeface="Arial" panose="020B0604020202020204" pitchFamily="34" charset="0"/>
                <a:ea typeface="微软雅黑" pitchFamily="34" charset="-122"/>
                <a:cs typeface="Arial" panose="020B0604020202020204" pitchFamily="34" charset="0"/>
              </a:rPr>
              <a:t>PPT  </a:t>
            </a:r>
            <a:r>
              <a:rPr lang="zh-CN" altLang="en-US" sz="2100" b="1" dirty="0">
                <a:solidFill>
                  <a:srgbClr val="005A82"/>
                </a:solidFill>
                <a:latin typeface="Arial" panose="020B0604020202020204" pitchFamily="34" charset="0"/>
                <a:ea typeface="微软雅黑" pitchFamily="34" charset="-122"/>
                <a:cs typeface="Arial" panose="020B0604020202020204" pitchFamily="34" charset="0"/>
              </a:rPr>
              <a:t>可联系设计师</a:t>
            </a:r>
            <a:endParaRPr lang="en-US" altLang="zh-CN" sz="2100" b="1" dirty="0">
              <a:solidFill>
                <a:srgbClr val="005A82"/>
              </a:solidFill>
              <a:latin typeface="Arial" panose="020B0604020202020204" pitchFamily="34" charset="0"/>
              <a:ea typeface="微软雅黑" pitchFamily="34" charset="-122"/>
              <a:cs typeface="Arial" panose="020B0604020202020204" pitchFamily="34" charset="0"/>
            </a:endParaRPr>
          </a:p>
          <a:p>
            <a:pPr algn="ctr">
              <a:lnSpc>
                <a:spcPct val="150000"/>
              </a:lnSpc>
            </a:pPr>
            <a:r>
              <a:rPr lang="zh-CN" altLang="en-US" b="1" dirty="0">
                <a:solidFill>
                  <a:srgbClr val="005A82"/>
                </a:solidFill>
                <a:latin typeface="Arial" panose="020B0604020202020204" pitchFamily="34" charset="0"/>
                <a:ea typeface="微软雅黑" pitchFamily="34" charset="-122"/>
                <a:cs typeface="Arial" panose="020B0604020202020204" pitchFamily="34" charset="0"/>
              </a:rPr>
              <a:t>李小胖     </a:t>
            </a:r>
            <a:r>
              <a:rPr lang="en-US" altLang="zh-CN" b="1" dirty="0">
                <a:solidFill>
                  <a:srgbClr val="005A82"/>
                </a:solidFill>
                <a:latin typeface="Arial" panose="020B0604020202020204" pitchFamily="34" charset="0"/>
                <a:ea typeface="微软雅黑" pitchFamily="34" charset="-122"/>
                <a:cs typeface="Arial" panose="020B0604020202020204" pitchFamily="34" charset="0"/>
              </a:rPr>
              <a:t>QQ</a:t>
            </a:r>
            <a:r>
              <a:rPr lang="zh-CN" altLang="en-US" b="1" dirty="0">
                <a:solidFill>
                  <a:srgbClr val="005A82"/>
                </a:solidFill>
                <a:latin typeface="Arial" panose="020B0604020202020204" pitchFamily="34" charset="0"/>
                <a:ea typeface="微软雅黑" pitchFamily="34" charset="-122"/>
                <a:cs typeface="Arial" panose="020B0604020202020204" pitchFamily="34" charset="0"/>
              </a:rPr>
              <a:t>：</a:t>
            </a:r>
            <a:r>
              <a:rPr lang="en-US" altLang="zh-CN" b="1" dirty="0">
                <a:solidFill>
                  <a:srgbClr val="005A82"/>
                </a:solidFill>
                <a:latin typeface="Arial" panose="020B0604020202020204" pitchFamily="34" charset="0"/>
                <a:ea typeface="微软雅黑" pitchFamily="34" charset="-122"/>
                <a:cs typeface="Arial" panose="020B0604020202020204" pitchFamily="34" charset="0"/>
              </a:rPr>
              <a:t>344739901</a:t>
            </a:r>
            <a:endParaRPr lang="en-US" b="1" dirty="0">
              <a:solidFill>
                <a:srgbClr val="005A82"/>
              </a:solidFill>
              <a:latin typeface="Arial" panose="020B0604020202020204" pitchFamily="34" charset="0"/>
              <a:ea typeface="微软雅黑" pitchFamily="34" charset="-122"/>
              <a:cs typeface="Arial" panose="020B0604020202020204" pitchFamily="34" charset="0"/>
            </a:endParaRPr>
          </a:p>
        </p:txBody>
      </p:sp>
      <p:sp>
        <p:nvSpPr>
          <p:cNvPr id="13" name="TextBox 146">
            <a:hlinkClick r:id="rId4"/>
          </p:cNvPr>
          <p:cNvSpPr txBox="1">
            <a:spLocks noChangeArrowheads="1"/>
          </p:cNvSpPr>
          <p:nvPr/>
        </p:nvSpPr>
        <p:spPr bwMode="auto">
          <a:xfrm>
            <a:off x="2087401" y="2117607"/>
            <a:ext cx="4969198" cy="346157"/>
          </a:xfrm>
          <a:prstGeom prst="rect">
            <a:avLst/>
          </a:prstGeom>
          <a:noFill/>
          <a:ln w="9525">
            <a:noFill/>
            <a:miter lim="800000"/>
            <a:headEnd/>
            <a:tailEnd/>
          </a:ln>
        </p:spPr>
        <p:txBody>
          <a:bodyPr wrap="square" lIns="68560" tIns="34279" rIns="68560" bIns="34279">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dirty="0">
                <a:hlinkClick r:id="rId4"/>
              </a:rPr>
              <a:t>http://www.ppt20.com/u/246273</a:t>
            </a:r>
            <a:endParaRPr lang="en-US" u="sng" dirty="0">
              <a:solidFill>
                <a:schemeClr val="accent1">
                  <a:lumMod val="75000"/>
                </a:schemeClr>
              </a:solidFill>
              <a:latin typeface="Arial" panose="020B0604020202020204" pitchFamily="34" charset="0"/>
              <a:ea typeface="微软雅黑" pitchFamily="34" charset="-122"/>
              <a:cs typeface="Arial" panose="020B0604020202020204" pitchFamily="34" charset="0"/>
            </a:endParaRPr>
          </a:p>
        </p:txBody>
      </p:sp>
      <p:pic>
        <p:nvPicPr>
          <p:cNvPr id="14" name="Picture 2">
            <a:hlinkClick r:id="rId5"/>
          </p:cNvPr>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3992142" y="573991"/>
            <a:ext cx="1119988" cy="1119583"/>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6"/>
          <p:cNvSpPr txBox="1">
            <a:spLocks noChangeArrowheads="1"/>
          </p:cNvSpPr>
          <p:nvPr/>
        </p:nvSpPr>
        <p:spPr bwMode="auto">
          <a:xfrm>
            <a:off x="2357464" y="1869835"/>
            <a:ext cx="4429069" cy="300000"/>
          </a:xfrm>
          <a:prstGeom prst="rect">
            <a:avLst/>
          </a:prstGeom>
          <a:noFill/>
          <a:ln w="9525">
            <a:noFill/>
            <a:miter lim="800000"/>
            <a:headEnd/>
            <a:tailEnd/>
          </a:ln>
        </p:spPr>
        <p:txBody>
          <a:bodyPr wrap="square" lIns="68560" tIns="34279" rIns="68560" bIns="34279">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500" dirty="0">
                <a:solidFill>
                  <a:schemeClr val="tx1">
                    <a:lumMod val="75000"/>
                    <a:lumOff val="25000"/>
                  </a:schemeClr>
                </a:solidFill>
                <a:latin typeface="Arial" panose="020B0604020202020204" pitchFamily="34" charset="0"/>
                <a:ea typeface="微软雅黑" pitchFamily="34" charset="-122"/>
                <a:cs typeface="Arial" panose="020B0604020202020204" pitchFamily="34" charset="0"/>
              </a:rPr>
              <a:t>李小胖</a:t>
            </a:r>
            <a:r>
              <a:rPr lang="en-US" altLang="zh-CN" sz="1500" dirty="0">
                <a:solidFill>
                  <a:schemeClr val="tx1">
                    <a:lumMod val="75000"/>
                    <a:lumOff val="25000"/>
                  </a:schemeClr>
                </a:solidFill>
                <a:latin typeface="Arial" panose="020B0604020202020204" pitchFamily="34" charset="0"/>
                <a:ea typeface="微软雅黑" pitchFamily="34" charset="-122"/>
                <a:cs typeface="Arial" panose="020B0604020202020204" pitchFamily="34" charset="0"/>
              </a:rPr>
              <a:t>PPT</a:t>
            </a:r>
            <a:r>
              <a:rPr lang="zh-CN" altLang="en-US" sz="1500" dirty="0">
                <a:solidFill>
                  <a:schemeClr val="tx1">
                    <a:lumMod val="75000"/>
                    <a:lumOff val="25000"/>
                  </a:schemeClr>
                </a:solidFill>
                <a:latin typeface="Arial" panose="020B0604020202020204" pitchFamily="34" charset="0"/>
                <a:ea typeface="微软雅黑" pitchFamily="34" charset="-122"/>
                <a:cs typeface="Arial" panose="020B0604020202020204" pitchFamily="34" charset="0"/>
              </a:rPr>
              <a:t>作品库</a:t>
            </a:r>
            <a:endParaRPr lang="en-US" sz="1500" dirty="0">
              <a:solidFill>
                <a:schemeClr val="tx1">
                  <a:lumMod val="75000"/>
                  <a:lumOff val="25000"/>
                </a:schemeClr>
              </a:solidFill>
              <a:latin typeface="Arial" panose="020B0604020202020204" pitchFamily="34" charset="0"/>
              <a:ea typeface="微软雅黑" pitchFamily="34" charset="-122"/>
              <a:cs typeface="Arial" panose="020B0604020202020204" pitchFamily="34" charset="0"/>
            </a:endParaRPr>
          </a:p>
        </p:txBody>
      </p:sp>
    </p:spTree>
    <p:extLst>
      <p:ext uri="{BB962C8B-B14F-4D97-AF65-F5344CB8AC3E}">
        <p14:creationId xmlns:p14="http://schemas.microsoft.com/office/powerpoint/2010/main" val="1109357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heme/theme1.xml><?xml version="1.0" encoding="utf-8"?>
<a:theme xmlns:a="http://schemas.openxmlformats.org/drawingml/2006/main" name="Office 主题">
  <a:themeElements>
    <a:clrScheme name="自定义 210">
      <a:dk1>
        <a:sysClr val="windowText" lastClr="000000"/>
      </a:dk1>
      <a:lt1>
        <a:sysClr val="window" lastClr="FFFFFF"/>
      </a:lt1>
      <a:dk2>
        <a:srgbClr val="1F497D"/>
      </a:dk2>
      <a:lt2>
        <a:srgbClr val="EEECE1"/>
      </a:lt2>
      <a:accent1>
        <a:srgbClr val="2272AB"/>
      </a:accent1>
      <a:accent2>
        <a:srgbClr val="595959"/>
      </a:accent2>
      <a:accent3>
        <a:srgbClr val="A5A5A5"/>
      </a:accent3>
      <a:accent4>
        <a:srgbClr val="A5A5A5"/>
      </a:accent4>
      <a:accent5>
        <a:srgbClr val="A5A5A5"/>
      </a:accent5>
      <a:accent6>
        <a:srgbClr val="A5A5A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270</TotalTime>
  <Words>3080</Words>
  <Application>Microsoft Office PowerPoint</Application>
  <PresentationFormat>全屏显示(16:9)</PresentationFormat>
  <Paragraphs>424</Paragraphs>
  <Slides>34</Slides>
  <Notes>34</Notes>
  <HiddenSlides>1</HiddenSlides>
  <MMClips>1</MMClips>
  <ScaleCrop>false</ScaleCrop>
  <HeadingPairs>
    <vt:vector size="4" baseType="variant">
      <vt:variant>
        <vt:lpstr>主题</vt:lpstr>
      </vt:variant>
      <vt:variant>
        <vt:i4>1</vt:i4>
      </vt:variant>
      <vt:variant>
        <vt:lpstr>幻灯片标题</vt:lpstr>
      </vt:variant>
      <vt:variant>
        <vt:i4>34</vt:i4>
      </vt:variant>
    </vt:vector>
  </HeadingPairs>
  <TitlesOfParts>
    <vt:vector size="35" baseType="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李培俊</dc:creator>
  <cp:lastModifiedBy>李培俊</cp:lastModifiedBy>
  <cp:revision>52</cp:revision>
  <dcterms:created xsi:type="dcterms:W3CDTF">2015-10-16T03:54:15Z</dcterms:created>
  <dcterms:modified xsi:type="dcterms:W3CDTF">2015-12-13T20:17:57Z</dcterms:modified>
</cp:coreProperties>
</file>