
<file path=[Content_Types].xml><?xml version="1.0" encoding="utf-8"?>
<Types xmlns="http://schemas.openxmlformats.org/package/2006/content-types">
  <Default Extension="emf" ContentType="image/x-emf"/>
  <Default Extension="jpeg" ContentType="image/jpeg"/>
  <Default Extension="mp3" ContentType="audio/m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79" r:id="rId6"/>
    <p:sldId id="280" r:id="rId7"/>
    <p:sldId id="282" r:id="rId8"/>
    <p:sldId id="283" r:id="rId9"/>
    <p:sldId id="285" r:id="rId10"/>
    <p:sldId id="286" r:id="rId11"/>
    <p:sldId id="288" r:id="rId12"/>
    <p:sldId id="317" r:id="rId13"/>
    <p:sldId id="289" r:id="rId14"/>
    <p:sldId id="290" r:id="rId15"/>
    <p:sldId id="291" r:id="rId16"/>
    <p:sldId id="292" r:id="rId17"/>
    <p:sldId id="293" r:id="rId18"/>
    <p:sldId id="294" r:id="rId19"/>
    <p:sldId id="295" r:id="rId20"/>
    <p:sldId id="299" r:id="rId21"/>
    <p:sldId id="318" r:id="rId22"/>
    <p:sldId id="300" r:id="rId23"/>
    <p:sldId id="301" r:id="rId24"/>
    <p:sldId id="302" r:id="rId25"/>
    <p:sldId id="303" r:id="rId26"/>
    <p:sldId id="304" r:id="rId27"/>
    <p:sldId id="305" r:id="rId28"/>
    <p:sldId id="306" r:id="rId29"/>
    <p:sldId id="307" r:id="rId30"/>
    <p:sldId id="308" r:id="rId31"/>
    <p:sldId id="319" r:id="rId32"/>
    <p:sldId id="309" r:id="rId33"/>
    <p:sldId id="310" r:id="rId34"/>
    <p:sldId id="311" r:id="rId35"/>
    <p:sldId id="312" r:id="rId36"/>
    <p:sldId id="313" r:id="rId37"/>
    <p:sldId id="314" r:id="rId38"/>
    <p:sldId id="315" r:id="rId39"/>
    <p:sldId id="316" r:id="rId40"/>
    <p:sldId id="278" r:id="rId41"/>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54487"/>
    <a:srgbClr val="F46970"/>
    <a:srgbClr val="53C780"/>
    <a:srgbClr val="67D993"/>
    <a:srgbClr val="F2A849"/>
    <a:srgbClr val="F8F8F8"/>
    <a:srgbClr val="1173B0"/>
    <a:srgbClr val="080808"/>
    <a:srgbClr val="333333"/>
    <a:srgbClr val="EC814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8" d="100"/>
          <a:sy n="108" d="100"/>
        </p:scale>
        <p:origin x="730" y="643"/>
      </p:cViewPr>
      <p:guideLst>
        <p:guide orient="horz" pos="162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s>
</file>

<file path=ppt/charts/_rels/chart1.xml.rels><?xml version="1.0" encoding="UTF-8" standalone="yes"?>
<Relationships xmlns="http://schemas.openxmlformats.org/package/2006/relationships"><Relationship Id="rId2" Type="http://schemas.openxmlformats.org/officeDocument/2006/relationships/package" Target="../embeddings/Microsoft_Excel_Worksheet.xlsx"/><Relationship Id="rId1" Type="http://schemas.openxmlformats.org/officeDocument/2006/relationships/themeOverride" Target="../theme/themeOverrid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5"/>
    </mc:Choice>
    <mc:Fallback>
      <c:style val="5"/>
    </mc:Fallback>
  </mc:AlternateContent>
  <c:clrMapOvr bg1="lt1" tx1="dk1" bg2="lt2" tx2="dk2" accent1="accent1" accent2="accent2" accent3="accent3" accent4="accent4" accent5="accent5" accent6="accent6" hlink="hlink" folHlink="folHlink"/>
  <c:chart>
    <c:title>
      <c:tx>
        <c:rich>
          <a:bodyPr/>
          <a:lstStyle/>
          <a:p>
            <a:pPr>
              <a:defRPr sz="2000" b="1">
                <a:solidFill>
                  <a:srgbClr val="052E65"/>
                </a:solidFill>
                <a:latin typeface="微软雅黑" pitchFamily="34" charset="-122"/>
                <a:ea typeface="微软雅黑" pitchFamily="34" charset="-122"/>
              </a:defRPr>
            </a:pPr>
            <a:r>
              <a:rPr lang="zh-CN" altLang="en-US" sz="2000" b="1" dirty="0">
                <a:solidFill>
                  <a:srgbClr val="052E65"/>
                </a:solidFill>
                <a:latin typeface="微软雅黑" pitchFamily="34" charset="-122"/>
                <a:ea typeface="微软雅黑" pitchFamily="34" charset="-122"/>
              </a:rPr>
              <a:t>图表标题信息</a:t>
            </a:r>
          </a:p>
        </c:rich>
      </c:tx>
      <c:layout>
        <c:manualLayout>
          <c:xMode val="edge"/>
          <c:yMode val="edge"/>
          <c:x val="0.33342900171585871"/>
          <c:y val="0"/>
        </c:manualLayout>
      </c:layout>
      <c:overlay val="0"/>
    </c:title>
    <c:autoTitleDeleted val="0"/>
    <c:plotArea>
      <c:layout>
        <c:manualLayout>
          <c:layoutTarget val="inner"/>
          <c:xMode val="edge"/>
          <c:yMode val="edge"/>
          <c:x val="7.4042638840994573E-2"/>
          <c:y val="0.19179870319704492"/>
          <c:w val="0.74471397117492"/>
          <c:h val="0.63799790826767422"/>
        </c:manualLayout>
      </c:layout>
      <c:barChart>
        <c:barDir val="col"/>
        <c:grouping val="clustered"/>
        <c:varyColors val="0"/>
        <c:ser>
          <c:idx val="0"/>
          <c:order val="0"/>
          <c:tx>
            <c:strRef>
              <c:f>Sheet1!$B$1</c:f>
              <c:strCache>
                <c:ptCount val="1"/>
                <c:pt idx="0">
                  <c:v>系列 1</c:v>
                </c:pt>
              </c:strCache>
            </c:strRef>
          </c:tx>
          <c:spPr>
            <a:solidFill>
              <a:srgbClr val="054487"/>
            </a:solidFill>
          </c:spPr>
          <c:invertIfNegative val="0"/>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B21D-4BF3-93F0-6A26CA33A0A3}"/>
            </c:ext>
          </c:extLst>
        </c:ser>
        <c:ser>
          <c:idx val="1"/>
          <c:order val="1"/>
          <c:tx>
            <c:strRef>
              <c:f>Sheet1!$C$1</c:f>
              <c:strCache>
                <c:ptCount val="1"/>
                <c:pt idx="0">
                  <c:v>系列 2</c:v>
                </c:pt>
              </c:strCache>
            </c:strRef>
          </c:tx>
          <c:spPr>
            <a:solidFill>
              <a:srgbClr val="0B87D6"/>
            </a:solidFill>
          </c:spPr>
          <c:invertIfNegative val="0"/>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B21D-4BF3-93F0-6A26CA33A0A3}"/>
            </c:ext>
          </c:extLst>
        </c:ser>
        <c:ser>
          <c:idx val="2"/>
          <c:order val="2"/>
          <c:tx>
            <c:strRef>
              <c:f>Sheet1!$D$1</c:f>
              <c:strCache>
                <c:ptCount val="1"/>
                <c:pt idx="0">
                  <c:v>系列三</c:v>
                </c:pt>
              </c:strCache>
            </c:strRef>
          </c:tx>
          <c:spPr>
            <a:solidFill>
              <a:srgbClr val="5BBAF6"/>
            </a:solidFill>
          </c:spPr>
          <c:invertIfNegative val="0"/>
          <c:cat>
            <c:strRef>
              <c:f>Sheet1!$A$2:$A$5</c:f>
              <c:strCache>
                <c:ptCount val="4"/>
                <c:pt idx="0">
                  <c:v>类别 1</c:v>
                </c:pt>
                <c:pt idx="1">
                  <c:v>类别 2</c:v>
                </c:pt>
                <c:pt idx="2">
                  <c:v>类别 3</c:v>
                </c:pt>
                <c:pt idx="3">
                  <c:v>类别 4</c:v>
                </c:pt>
              </c:strCache>
            </c:strRef>
          </c:cat>
          <c:val>
            <c:numRef>
              <c:f>Sheet1!$D$2:$D$5</c:f>
              <c:numCache>
                <c:formatCode>General</c:formatCode>
                <c:ptCount val="4"/>
                <c:pt idx="0">
                  <c:v>2.5</c:v>
                </c:pt>
                <c:pt idx="1">
                  <c:v>3.7</c:v>
                </c:pt>
                <c:pt idx="2">
                  <c:v>2.1</c:v>
                </c:pt>
                <c:pt idx="3">
                  <c:v>4.2</c:v>
                </c:pt>
              </c:numCache>
            </c:numRef>
          </c:val>
          <c:extLst>
            <c:ext xmlns:c16="http://schemas.microsoft.com/office/drawing/2014/chart" uri="{C3380CC4-5D6E-409C-BE32-E72D297353CC}">
              <c16:uniqueId val="{00000002-B21D-4BF3-93F0-6A26CA33A0A3}"/>
            </c:ext>
          </c:extLst>
        </c:ser>
        <c:dLbls>
          <c:showLegendKey val="0"/>
          <c:showVal val="0"/>
          <c:showCatName val="0"/>
          <c:showSerName val="0"/>
          <c:showPercent val="0"/>
          <c:showBubbleSize val="0"/>
        </c:dLbls>
        <c:gapWidth val="150"/>
        <c:axId val="121451648"/>
        <c:axId val="235657472"/>
      </c:barChart>
      <c:catAx>
        <c:axId val="121451648"/>
        <c:scaling>
          <c:orientation val="minMax"/>
        </c:scaling>
        <c:delete val="0"/>
        <c:axPos val="b"/>
        <c:numFmt formatCode="General" sourceLinked="0"/>
        <c:majorTickMark val="out"/>
        <c:minorTickMark val="none"/>
        <c:tickLblPos val="nextTo"/>
        <c:txPr>
          <a:bodyPr/>
          <a:lstStyle/>
          <a:p>
            <a:pPr>
              <a:defRPr sz="1600">
                <a:latin typeface="微软雅黑" pitchFamily="34" charset="-122"/>
                <a:ea typeface="微软雅黑" pitchFamily="34" charset="-122"/>
              </a:defRPr>
            </a:pPr>
            <a:endParaRPr lang="zh-CN"/>
          </a:p>
        </c:txPr>
        <c:crossAx val="235657472"/>
        <c:crosses val="autoZero"/>
        <c:auto val="1"/>
        <c:lblAlgn val="ctr"/>
        <c:lblOffset val="100"/>
        <c:noMultiLvlLbl val="0"/>
      </c:catAx>
      <c:valAx>
        <c:axId val="235657472"/>
        <c:scaling>
          <c:orientation val="minMax"/>
        </c:scaling>
        <c:delete val="0"/>
        <c:axPos val="l"/>
        <c:majorGridlines>
          <c:spPr>
            <a:ln>
              <a:solidFill>
                <a:schemeClr val="bg1">
                  <a:lumMod val="85000"/>
                </a:schemeClr>
              </a:solidFill>
            </a:ln>
          </c:spPr>
        </c:majorGridlines>
        <c:numFmt formatCode="General" sourceLinked="1"/>
        <c:majorTickMark val="out"/>
        <c:minorTickMark val="none"/>
        <c:tickLblPos val="nextTo"/>
        <c:crossAx val="121451648"/>
        <c:crosses val="autoZero"/>
        <c:crossBetween val="between"/>
      </c:valAx>
      <c:spPr>
        <a:ln>
          <a:solidFill>
            <a:schemeClr val="bg1">
              <a:lumMod val="85000"/>
            </a:schemeClr>
          </a:solidFill>
        </a:ln>
      </c:spPr>
    </c:plotArea>
    <c:plotVisOnly val="1"/>
    <c:dispBlanksAs val="gap"/>
    <c:showDLblsOverMax val="0"/>
  </c:chart>
  <c:txPr>
    <a:bodyPr/>
    <a:lstStyle/>
    <a:p>
      <a:pPr>
        <a:defRPr sz="1800"/>
      </a:pPr>
      <a:endParaRPr lang="zh-CN"/>
    </a:p>
  </c:txPr>
  <c:externalData r:id="rId2">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9674D2DF-EA40-424B-9200-EEB89F240BBC}" type="datetimeFigureOut">
              <a:rPr lang="zh-CN" altLang="en-US" smtClean="0"/>
              <a:t>2023/6/1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700C422-8648-4504-BD31-0470E17558FA}" type="slidenum">
              <a:rPr lang="zh-CN" altLang="en-US" smtClean="0"/>
              <a:t>‹#›</a:t>
            </a:fld>
            <a:endParaRPr lang="zh-CN" altLang="en-US"/>
          </a:p>
        </p:txBody>
      </p:sp>
    </p:spTree>
    <p:extLst>
      <p:ext uri="{BB962C8B-B14F-4D97-AF65-F5344CB8AC3E}">
        <p14:creationId xmlns:p14="http://schemas.microsoft.com/office/powerpoint/2010/main" val="3943953535"/>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674D2DF-EA40-424B-9200-EEB89F240BBC}" type="datetimeFigureOut">
              <a:rPr lang="zh-CN" altLang="en-US" smtClean="0"/>
              <a:t>2023/6/1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700C422-8648-4504-BD31-0470E17558FA}" type="slidenum">
              <a:rPr lang="zh-CN" altLang="en-US" smtClean="0"/>
              <a:t>‹#›</a:t>
            </a:fld>
            <a:endParaRPr lang="zh-CN" altLang="en-US"/>
          </a:p>
        </p:txBody>
      </p:sp>
    </p:spTree>
    <p:extLst>
      <p:ext uri="{BB962C8B-B14F-4D97-AF65-F5344CB8AC3E}">
        <p14:creationId xmlns:p14="http://schemas.microsoft.com/office/powerpoint/2010/main" val="895892056"/>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9674D2DF-EA40-424B-9200-EEB89F240BBC}" type="datetimeFigureOut">
              <a:rPr lang="zh-CN" altLang="en-US" smtClean="0"/>
              <a:t>2023/6/1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700C422-8648-4504-BD31-0470E17558FA}" type="slidenum">
              <a:rPr lang="zh-CN" altLang="en-US" smtClean="0"/>
              <a:t>‹#›</a:t>
            </a:fld>
            <a:endParaRPr lang="zh-CN" altLang="en-US"/>
          </a:p>
        </p:txBody>
      </p:sp>
    </p:spTree>
    <p:extLst>
      <p:ext uri="{BB962C8B-B14F-4D97-AF65-F5344CB8AC3E}">
        <p14:creationId xmlns:p14="http://schemas.microsoft.com/office/powerpoint/2010/main" val="3060701929"/>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9674D2DF-EA40-424B-9200-EEB89F240BBC}" type="datetimeFigureOut">
              <a:rPr lang="zh-CN" altLang="en-US" smtClean="0"/>
              <a:t>2023/6/1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700C422-8648-4504-BD31-0470E17558FA}" type="slidenum">
              <a:rPr lang="zh-CN" altLang="en-US" smtClean="0"/>
              <a:t>‹#›</a:t>
            </a:fld>
            <a:endParaRPr lang="zh-CN" altLang="en-US"/>
          </a:p>
        </p:txBody>
      </p:sp>
    </p:spTree>
    <p:extLst>
      <p:ext uri="{BB962C8B-B14F-4D97-AF65-F5344CB8AC3E}">
        <p14:creationId xmlns:p14="http://schemas.microsoft.com/office/powerpoint/2010/main" val="2531539309"/>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9674D2DF-EA40-424B-9200-EEB89F240BBC}" type="datetimeFigureOut">
              <a:rPr lang="zh-CN" altLang="en-US" smtClean="0"/>
              <a:t>2023/6/1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1700C422-8648-4504-BD31-0470E17558FA}" type="slidenum">
              <a:rPr lang="zh-CN" altLang="en-US" smtClean="0"/>
              <a:t>‹#›</a:t>
            </a:fld>
            <a:endParaRPr lang="zh-CN" altLang="en-US"/>
          </a:p>
        </p:txBody>
      </p:sp>
    </p:spTree>
    <p:extLst>
      <p:ext uri="{BB962C8B-B14F-4D97-AF65-F5344CB8AC3E}">
        <p14:creationId xmlns:p14="http://schemas.microsoft.com/office/powerpoint/2010/main" val="4202532562"/>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674D2DF-EA40-424B-9200-EEB89F240BBC}" type="datetimeFigureOut">
              <a:rPr lang="zh-CN" altLang="en-US" smtClean="0"/>
              <a:t>2023/6/1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700C422-8648-4504-BD31-0470E17558FA}" type="slidenum">
              <a:rPr lang="zh-CN" altLang="en-US" smtClean="0"/>
              <a:t>‹#›</a:t>
            </a:fld>
            <a:endParaRPr lang="zh-CN" altLang="en-US"/>
          </a:p>
        </p:txBody>
      </p:sp>
    </p:spTree>
    <p:extLst>
      <p:ext uri="{BB962C8B-B14F-4D97-AF65-F5344CB8AC3E}">
        <p14:creationId xmlns:p14="http://schemas.microsoft.com/office/powerpoint/2010/main" val="2367479600"/>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674D2DF-EA40-424B-9200-EEB89F240BBC}" type="datetimeFigureOut">
              <a:rPr lang="zh-CN" altLang="en-US" smtClean="0"/>
              <a:t>2023/6/1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700C422-8648-4504-BD31-0470E17558FA}" type="slidenum">
              <a:rPr lang="zh-CN" altLang="en-US" smtClean="0"/>
              <a:t>‹#›</a:t>
            </a:fld>
            <a:endParaRPr lang="zh-CN" altLang="en-US"/>
          </a:p>
        </p:txBody>
      </p:sp>
    </p:spTree>
    <p:extLst>
      <p:ext uri="{BB962C8B-B14F-4D97-AF65-F5344CB8AC3E}">
        <p14:creationId xmlns:p14="http://schemas.microsoft.com/office/powerpoint/2010/main" val="1981210030"/>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674D2DF-EA40-424B-9200-EEB89F240BBC}" type="datetimeFigureOut">
              <a:rPr lang="zh-CN" altLang="en-US" smtClean="0"/>
              <a:t>2023/6/1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700C422-8648-4504-BD31-0470E17558FA}" type="slidenum">
              <a:rPr lang="zh-CN" altLang="en-US" smtClean="0"/>
              <a:t>‹#›</a:t>
            </a:fld>
            <a:endParaRPr lang="zh-CN" altLang="en-US"/>
          </a:p>
        </p:txBody>
      </p:sp>
    </p:spTree>
    <p:extLst>
      <p:ext uri="{BB962C8B-B14F-4D97-AF65-F5344CB8AC3E}">
        <p14:creationId xmlns:p14="http://schemas.microsoft.com/office/powerpoint/2010/main" val="3678947074"/>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674D2DF-EA40-424B-9200-EEB89F240BBC}" type="datetimeFigureOut">
              <a:rPr lang="zh-CN" altLang="en-US" smtClean="0"/>
              <a:t>2023/6/1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700C422-8648-4504-BD31-0470E17558FA}" type="slidenum">
              <a:rPr lang="zh-CN" altLang="en-US" smtClean="0"/>
              <a:t>‹#›</a:t>
            </a:fld>
            <a:endParaRPr lang="zh-CN" altLang="en-US"/>
          </a:p>
        </p:txBody>
      </p:sp>
    </p:spTree>
    <p:extLst>
      <p:ext uri="{BB962C8B-B14F-4D97-AF65-F5344CB8AC3E}">
        <p14:creationId xmlns:p14="http://schemas.microsoft.com/office/powerpoint/2010/main" val="3581879914"/>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674D2DF-EA40-424B-9200-EEB89F240BBC}" type="datetimeFigureOut">
              <a:rPr lang="zh-CN" altLang="en-US" smtClean="0"/>
              <a:t>2023/6/1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700C422-8648-4504-BD31-0470E17558FA}" type="slidenum">
              <a:rPr lang="zh-CN" altLang="en-US" smtClean="0"/>
              <a:t>‹#›</a:t>
            </a:fld>
            <a:endParaRPr lang="zh-CN" altLang="en-US"/>
          </a:p>
        </p:txBody>
      </p:sp>
    </p:spTree>
    <p:extLst>
      <p:ext uri="{BB962C8B-B14F-4D97-AF65-F5344CB8AC3E}">
        <p14:creationId xmlns:p14="http://schemas.microsoft.com/office/powerpoint/2010/main" val="361872938"/>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81"/>
            <a:ext cx="6019800" cy="329088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674D2DF-EA40-424B-9200-EEB89F240BBC}" type="datetimeFigureOut">
              <a:rPr lang="zh-CN" altLang="en-US" smtClean="0"/>
              <a:t>2023/6/1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700C422-8648-4504-BD31-0470E17558FA}" type="slidenum">
              <a:rPr lang="zh-CN" altLang="en-US" smtClean="0"/>
              <a:t>‹#›</a:t>
            </a:fld>
            <a:endParaRPr lang="zh-CN" altLang="en-US"/>
          </a:p>
        </p:txBody>
      </p:sp>
    </p:spTree>
    <p:extLst>
      <p:ext uri="{BB962C8B-B14F-4D97-AF65-F5344CB8AC3E}">
        <p14:creationId xmlns:p14="http://schemas.microsoft.com/office/powerpoint/2010/main" val="1400025067"/>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9674D2DF-EA40-424B-9200-EEB89F240BBC}" type="datetimeFigureOut">
              <a:rPr lang="zh-CN" altLang="en-US" smtClean="0"/>
              <a:t>2023/6/1</a:t>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1700C422-8648-4504-BD31-0470E17558FA}" type="slidenum">
              <a:rPr lang="zh-CN" altLang="en-US" smtClean="0"/>
              <a:t>‹#›</a:t>
            </a:fld>
            <a:endParaRPr lang="zh-CN" altLang="en-US"/>
          </a:p>
        </p:txBody>
      </p:sp>
    </p:spTree>
    <p:extLst>
      <p:ext uri="{BB962C8B-B14F-4D97-AF65-F5344CB8AC3E}">
        <p14:creationId xmlns:p14="http://schemas.microsoft.com/office/powerpoint/2010/main" val="5003466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7.xml"/><Relationship Id="rId4" Type="http://schemas.openxmlformats.org/officeDocument/2006/relationships/image" Target="../media/image19.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7.xml"/><Relationship Id="rId5" Type="http://schemas.openxmlformats.org/officeDocument/2006/relationships/image" Target="../media/image23.jpeg"/><Relationship Id="rId4" Type="http://schemas.openxmlformats.org/officeDocument/2006/relationships/image" Target="../media/image22.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51720" y="913234"/>
            <a:ext cx="5344788" cy="3314700"/>
          </a:xfrm>
          <a:prstGeom prst="rect">
            <a:avLst/>
          </a:prstGeom>
        </p:spPr>
      </p:pic>
      <p:pic>
        <p:nvPicPr>
          <p:cNvPr id="2" name="图片 1"/>
          <p:cNvPicPr>
            <a:picLocks noChangeAspect="1"/>
          </p:cNvPicPr>
          <p:nvPr/>
        </p:nvPicPr>
        <p:blipFill rotWithShape="1">
          <a:blip r:embed="rId5" cstate="print">
            <a:grayscl/>
            <a:extLst>
              <a:ext uri="{28A0092B-C50C-407E-A947-70E740481C1C}">
                <a14:useLocalDpi xmlns:a14="http://schemas.microsoft.com/office/drawing/2010/main" val="0"/>
              </a:ext>
            </a:extLst>
          </a:blip>
          <a:srcRect l="406" t="33452" r="-406" b="-344"/>
          <a:stretch/>
        </p:blipFill>
        <p:spPr>
          <a:xfrm>
            <a:off x="6312921" y="1563638"/>
            <a:ext cx="2831079" cy="1720298"/>
          </a:xfrm>
          <a:prstGeom prst="rect">
            <a:avLst/>
          </a:prstGeom>
        </p:spPr>
      </p:pic>
      <p:grpSp>
        <p:nvGrpSpPr>
          <p:cNvPr id="5" name="组合 4"/>
          <p:cNvGrpSpPr/>
          <p:nvPr/>
        </p:nvGrpSpPr>
        <p:grpSpPr>
          <a:xfrm>
            <a:off x="0" y="1563638"/>
            <a:ext cx="6228184" cy="1720298"/>
            <a:chOff x="0" y="1563638"/>
            <a:chExt cx="6228184" cy="1720298"/>
          </a:xfrm>
        </p:grpSpPr>
        <p:sp>
          <p:nvSpPr>
            <p:cNvPr id="3" name="矩形 2"/>
            <p:cNvSpPr/>
            <p:nvPr/>
          </p:nvSpPr>
          <p:spPr>
            <a:xfrm>
              <a:off x="0" y="1563638"/>
              <a:ext cx="6228184" cy="1652237"/>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0" y="3215875"/>
              <a:ext cx="6228184" cy="68061"/>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等腰三角形 10"/>
          <p:cNvSpPr/>
          <p:nvPr/>
        </p:nvSpPr>
        <p:spPr>
          <a:xfrm rot="5400000">
            <a:off x="-17748" y="483518"/>
            <a:ext cx="323528" cy="288032"/>
          </a:xfrm>
          <a:prstGeom prst="triangle">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TextBox 11"/>
          <p:cNvSpPr txBox="1"/>
          <p:nvPr/>
        </p:nvSpPr>
        <p:spPr>
          <a:xfrm>
            <a:off x="321365" y="396701"/>
            <a:ext cx="1044116" cy="461665"/>
          </a:xfrm>
          <a:prstGeom prst="rect">
            <a:avLst/>
          </a:prstGeom>
          <a:noFill/>
        </p:spPr>
        <p:txBody>
          <a:bodyPr wrap="square" rtlCol="0">
            <a:spAutoFit/>
          </a:bodyPr>
          <a:lstStyle/>
          <a:p>
            <a:r>
              <a:rPr lang="en-US" altLang="zh-CN" sz="2400" b="1" dirty="0">
                <a:solidFill>
                  <a:srgbClr val="054487"/>
                </a:solidFill>
              </a:rPr>
              <a:t>LOGO</a:t>
            </a:r>
            <a:endParaRPr lang="zh-CN" altLang="en-US" sz="2400" b="1" dirty="0">
              <a:solidFill>
                <a:srgbClr val="054487"/>
              </a:solidFill>
            </a:endParaRPr>
          </a:p>
        </p:txBody>
      </p:sp>
      <p:sp>
        <p:nvSpPr>
          <p:cNvPr id="13" name="TextBox 12"/>
          <p:cNvSpPr txBox="1"/>
          <p:nvPr/>
        </p:nvSpPr>
        <p:spPr>
          <a:xfrm>
            <a:off x="3939073" y="1581234"/>
            <a:ext cx="2267745" cy="1107996"/>
          </a:xfrm>
          <a:prstGeom prst="rect">
            <a:avLst/>
          </a:prstGeom>
          <a:noFill/>
        </p:spPr>
        <p:txBody>
          <a:bodyPr wrap="square" rtlCol="0">
            <a:spAutoFit/>
          </a:bodyPr>
          <a:lstStyle/>
          <a:p>
            <a:r>
              <a:rPr lang="en-US" altLang="zh-CN" sz="6600" b="1" dirty="0">
                <a:solidFill>
                  <a:schemeClr val="bg1"/>
                </a:solidFill>
                <a:latin typeface="Ancona-Black" panose="00000900000000000000" pitchFamily="2" charset="0"/>
                <a:ea typeface="Ancona-Black" panose="00000900000000000000" pitchFamily="2" charset="0"/>
              </a:rPr>
              <a:t>2016</a:t>
            </a:r>
            <a:endParaRPr lang="zh-CN" altLang="en-US" sz="6600" b="1" dirty="0">
              <a:solidFill>
                <a:schemeClr val="bg1"/>
              </a:solidFill>
              <a:latin typeface="Ancona-Black" panose="00000900000000000000" pitchFamily="2" charset="0"/>
              <a:ea typeface="微软雅黑" panose="020B0503020204020204" pitchFamily="34" charset="-122"/>
            </a:endParaRPr>
          </a:p>
        </p:txBody>
      </p:sp>
      <p:sp>
        <p:nvSpPr>
          <p:cNvPr id="14" name="TextBox 13"/>
          <p:cNvSpPr txBox="1"/>
          <p:nvPr/>
        </p:nvSpPr>
        <p:spPr>
          <a:xfrm>
            <a:off x="611560" y="2567803"/>
            <a:ext cx="5546779"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扁平化商务工作总结汇报述职</a:t>
            </a:r>
            <a:r>
              <a:rPr lang="en-US" altLang="zh-CN" sz="2800" b="1" dirty="0" err="1">
                <a:solidFill>
                  <a:schemeClr val="bg1"/>
                </a:solidFill>
                <a:latin typeface="微软雅黑" panose="020B0503020204020204" pitchFamily="34" charset="-122"/>
                <a:ea typeface="微软雅黑" panose="020B0503020204020204" pitchFamily="34" charset="-122"/>
              </a:rPr>
              <a:t>PPT</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grpSp>
        <p:nvGrpSpPr>
          <p:cNvPr id="15" name="组合 23"/>
          <p:cNvGrpSpPr>
            <a:grpSpLocks/>
          </p:cNvGrpSpPr>
          <p:nvPr/>
        </p:nvGrpSpPr>
        <p:grpSpPr bwMode="auto">
          <a:xfrm>
            <a:off x="5937770" y="403646"/>
            <a:ext cx="495300" cy="509588"/>
            <a:chOff x="0" y="0"/>
            <a:chExt cx="495300" cy="509588"/>
          </a:xfrm>
        </p:grpSpPr>
        <p:sp>
          <p:nvSpPr>
            <p:cNvPr id="16" name="Oval 9"/>
            <p:cNvSpPr>
              <a:spLocks noChangeArrowheads="1"/>
            </p:cNvSpPr>
            <p:nvPr/>
          </p:nvSpPr>
          <p:spPr bwMode="auto">
            <a:xfrm>
              <a:off x="0" y="0"/>
              <a:ext cx="495300" cy="509588"/>
            </a:xfrm>
            <a:prstGeom prst="ellipse">
              <a:avLst/>
            </a:prstGeom>
            <a:solidFill>
              <a:srgbClr val="05448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endParaRPr lang="zh-CN" altLang="en-US"/>
            </a:p>
          </p:txBody>
        </p:sp>
        <p:sp>
          <p:nvSpPr>
            <p:cNvPr id="17" name="Freeform 14"/>
            <p:cNvSpPr>
              <a:spLocks noEditPoints="1"/>
            </p:cNvSpPr>
            <p:nvPr/>
          </p:nvSpPr>
          <p:spPr bwMode="auto">
            <a:xfrm>
              <a:off x="87312" y="60325"/>
              <a:ext cx="331787" cy="327025"/>
            </a:xfrm>
            <a:custGeom>
              <a:avLst/>
              <a:gdLst>
                <a:gd name="T0" fmla="*/ 221450 w 427"/>
                <a:gd name="T1" fmla="*/ 125841 h 408"/>
                <a:gd name="T2" fmla="*/ 216788 w 427"/>
                <a:gd name="T3" fmla="*/ 135459 h 408"/>
                <a:gd name="T4" fmla="*/ 216011 w 427"/>
                <a:gd name="T5" fmla="*/ 141871 h 408"/>
                <a:gd name="T6" fmla="*/ 216011 w 427"/>
                <a:gd name="T7" fmla="*/ 153894 h 408"/>
                <a:gd name="T8" fmla="*/ 220673 w 427"/>
                <a:gd name="T9" fmla="*/ 165917 h 408"/>
                <a:gd name="T10" fmla="*/ 223781 w 427"/>
                <a:gd name="T11" fmla="*/ 171528 h 408"/>
                <a:gd name="T12" fmla="*/ 233106 w 427"/>
                <a:gd name="T13" fmla="*/ 179543 h 408"/>
                <a:gd name="T14" fmla="*/ 239322 w 427"/>
                <a:gd name="T15" fmla="*/ 182749 h 408"/>
                <a:gd name="T16" fmla="*/ 252531 w 427"/>
                <a:gd name="T17" fmla="*/ 109008 h 408"/>
                <a:gd name="T18" fmla="*/ 236991 w 427"/>
                <a:gd name="T19" fmla="*/ 112214 h 408"/>
                <a:gd name="T20" fmla="*/ 228444 w 427"/>
                <a:gd name="T21" fmla="*/ 117825 h 408"/>
                <a:gd name="T22" fmla="*/ 224558 w 427"/>
                <a:gd name="T23" fmla="*/ 121833 h 408"/>
                <a:gd name="T24" fmla="*/ 202802 w 427"/>
                <a:gd name="T25" fmla="*/ 37672 h 408"/>
                <a:gd name="T26" fmla="*/ 165505 w 427"/>
                <a:gd name="T27" fmla="*/ 76146 h 408"/>
                <a:gd name="T28" fmla="*/ 200471 w 427"/>
                <a:gd name="T29" fmla="*/ 153894 h 408"/>
                <a:gd name="T30" fmla="*/ 200471 w 427"/>
                <a:gd name="T31" fmla="*/ 138665 h 408"/>
                <a:gd name="T32" fmla="*/ 189593 w 427"/>
                <a:gd name="T33" fmla="*/ 83359 h 408"/>
                <a:gd name="T34" fmla="*/ 131316 w 427"/>
                <a:gd name="T35" fmla="*/ 146680 h 408"/>
                <a:gd name="T36" fmla="*/ 165505 w 427"/>
                <a:gd name="T37" fmla="*/ 215612 h 408"/>
                <a:gd name="T38" fmla="*/ 149188 w 427"/>
                <a:gd name="T39" fmla="*/ 218017 h 408"/>
                <a:gd name="T40" fmla="*/ 140640 w 427"/>
                <a:gd name="T41" fmla="*/ 208398 h 408"/>
                <a:gd name="T42" fmla="*/ 135201 w 427"/>
                <a:gd name="T43" fmla="*/ 203589 h 408"/>
                <a:gd name="T44" fmla="*/ 112668 w 427"/>
                <a:gd name="T45" fmla="*/ 193971 h 408"/>
                <a:gd name="T46" fmla="*/ 103343 w 427"/>
                <a:gd name="T47" fmla="*/ 193169 h 408"/>
                <a:gd name="T48" fmla="*/ 0 w 427"/>
                <a:gd name="T49" fmla="*/ 327025 h 408"/>
                <a:gd name="T50" fmla="*/ 43513 w 427"/>
                <a:gd name="T51" fmla="*/ 247673 h 408"/>
                <a:gd name="T52" fmla="*/ 113445 w 427"/>
                <a:gd name="T53" fmla="*/ 247673 h 408"/>
                <a:gd name="T54" fmla="*/ 158512 w 427"/>
                <a:gd name="T55" fmla="*/ 327025 h 408"/>
                <a:gd name="T56" fmla="*/ 149188 w 427"/>
                <a:gd name="T57" fmla="*/ 218017 h 408"/>
                <a:gd name="T58" fmla="*/ 228444 w 427"/>
                <a:gd name="T59" fmla="*/ 193169 h 408"/>
                <a:gd name="T60" fmla="*/ 218342 w 427"/>
                <a:gd name="T61" fmla="*/ 193971 h 408"/>
                <a:gd name="T62" fmla="*/ 190370 w 427"/>
                <a:gd name="T63" fmla="*/ 208398 h 408"/>
                <a:gd name="T64" fmla="*/ 186484 w 427"/>
                <a:gd name="T65" fmla="*/ 213207 h 408"/>
                <a:gd name="T66" fmla="*/ 205133 w 427"/>
                <a:gd name="T67" fmla="*/ 327025 h 408"/>
                <a:gd name="T68" fmla="*/ 216788 w 427"/>
                <a:gd name="T69" fmla="*/ 327025 h 408"/>
                <a:gd name="T70" fmla="*/ 298375 w 427"/>
                <a:gd name="T71" fmla="*/ 247673 h 408"/>
                <a:gd name="T72" fmla="*/ 331787 w 427"/>
                <a:gd name="T73" fmla="*/ 250879 h 408"/>
                <a:gd name="T74" fmla="*/ 79256 w 427"/>
                <a:gd name="T75" fmla="*/ 185154 h 408"/>
                <a:gd name="T76" fmla="*/ 97904 w 427"/>
                <a:gd name="T77" fmla="*/ 179543 h 408"/>
                <a:gd name="T78" fmla="*/ 103343 w 427"/>
                <a:gd name="T79" fmla="*/ 176337 h 408"/>
                <a:gd name="T80" fmla="*/ 113445 w 427"/>
                <a:gd name="T81" fmla="*/ 160306 h 408"/>
                <a:gd name="T82" fmla="*/ 115776 w 427"/>
                <a:gd name="T83" fmla="*/ 153093 h 408"/>
                <a:gd name="T84" fmla="*/ 115776 w 427"/>
                <a:gd name="T85" fmla="*/ 140268 h 408"/>
                <a:gd name="T86" fmla="*/ 112668 w 427"/>
                <a:gd name="T87" fmla="*/ 131451 h 408"/>
                <a:gd name="T88" fmla="*/ 110337 w 427"/>
                <a:gd name="T89" fmla="*/ 125841 h 408"/>
                <a:gd name="T90" fmla="*/ 103343 w 427"/>
                <a:gd name="T91" fmla="*/ 117825 h 408"/>
                <a:gd name="T92" fmla="*/ 97904 w 427"/>
                <a:gd name="T93" fmla="*/ 114619 h 408"/>
                <a:gd name="T94" fmla="*/ 79256 w 427"/>
                <a:gd name="T95" fmla="*/ 109008 h 40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427" h="408">
                  <a:moveTo>
                    <a:pt x="289" y="152"/>
                  </a:moveTo>
                  <a:cubicBezTo>
                    <a:pt x="288" y="154"/>
                    <a:pt x="286" y="155"/>
                    <a:pt x="285" y="157"/>
                  </a:cubicBezTo>
                  <a:cubicBezTo>
                    <a:pt x="285" y="157"/>
                    <a:pt x="285" y="157"/>
                    <a:pt x="285" y="157"/>
                  </a:cubicBezTo>
                  <a:cubicBezTo>
                    <a:pt x="284" y="159"/>
                    <a:pt x="283" y="161"/>
                    <a:pt x="282" y="162"/>
                  </a:cubicBezTo>
                  <a:cubicBezTo>
                    <a:pt x="282" y="163"/>
                    <a:pt x="282" y="163"/>
                    <a:pt x="282" y="164"/>
                  </a:cubicBezTo>
                  <a:cubicBezTo>
                    <a:pt x="281" y="165"/>
                    <a:pt x="280" y="167"/>
                    <a:pt x="279" y="169"/>
                  </a:cubicBezTo>
                  <a:cubicBezTo>
                    <a:pt x="279" y="169"/>
                    <a:pt x="279" y="169"/>
                    <a:pt x="279" y="170"/>
                  </a:cubicBezTo>
                  <a:cubicBezTo>
                    <a:pt x="279" y="171"/>
                    <a:pt x="278" y="173"/>
                    <a:pt x="278" y="175"/>
                  </a:cubicBezTo>
                  <a:cubicBezTo>
                    <a:pt x="278" y="176"/>
                    <a:pt x="278" y="176"/>
                    <a:pt x="278" y="177"/>
                  </a:cubicBezTo>
                  <a:cubicBezTo>
                    <a:pt x="277" y="179"/>
                    <a:pt x="277" y="181"/>
                    <a:pt x="277" y="183"/>
                  </a:cubicBezTo>
                  <a:cubicBezTo>
                    <a:pt x="277" y="186"/>
                    <a:pt x="278" y="189"/>
                    <a:pt x="278" y="191"/>
                  </a:cubicBezTo>
                  <a:cubicBezTo>
                    <a:pt x="278" y="192"/>
                    <a:pt x="278" y="192"/>
                    <a:pt x="278" y="192"/>
                  </a:cubicBezTo>
                  <a:cubicBezTo>
                    <a:pt x="279" y="195"/>
                    <a:pt x="279" y="197"/>
                    <a:pt x="280" y="199"/>
                  </a:cubicBezTo>
                  <a:cubicBezTo>
                    <a:pt x="280" y="200"/>
                    <a:pt x="280" y="200"/>
                    <a:pt x="280" y="200"/>
                  </a:cubicBezTo>
                  <a:cubicBezTo>
                    <a:pt x="281" y="203"/>
                    <a:pt x="282" y="205"/>
                    <a:pt x="284" y="207"/>
                  </a:cubicBezTo>
                  <a:cubicBezTo>
                    <a:pt x="284" y="207"/>
                    <a:pt x="284" y="208"/>
                    <a:pt x="284" y="208"/>
                  </a:cubicBezTo>
                  <a:cubicBezTo>
                    <a:pt x="285" y="210"/>
                    <a:pt x="287" y="212"/>
                    <a:pt x="288" y="214"/>
                  </a:cubicBezTo>
                  <a:cubicBezTo>
                    <a:pt x="288" y="214"/>
                    <a:pt x="288" y="214"/>
                    <a:pt x="288" y="214"/>
                  </a:cubicBezTo>
                  <a:cubicBezTo>
                    <a:pt x="290" y="216"/>
                    <a:pt x="292" y="218"/>
                    <a:pt x="294" y="219"/>
                  </a:cubicBezTo>
                  <a:cubicBezTo>
                    <a:pt x="294" y="219"/>
                    <a:pt x="294" y="220"/>
                    <a:pt x="294" y="220"/>
                  </a:cubicBezTo>
                  <a:cubicBezTo>
                    <a:pt x="296" y="221"/>
                    <a:pt x="298" y="223"/>
                    <a:pt x="300" y="224"/>
                  </a:cubicBezTo>
                  <a:cubicBezTo>
                    <a:pt x="300" y="224"/>
                    <a:pt x="301" y="224"/>
                    <a:pt x="301" y="224"/>
                  </a:cubicBezTo>
                  <a:cubicBezTo>
                    <a:pt x="303" y="226"/>
                    <a:pt x="305" y="227"/>
                    <a:pt x="308" y="228"/>
                  </a:cubicBezTo>
                  <a:cubicBezTo>
                    <a:pt x="308" y="228"/>
                    <a:pt x="308" y="228"/>
                    <a:pt x="308" y="228"/>
                  </a:cubicBezTo>
                  <a:cubicBezTo>
                    <a:pt x="313" y="230"/>
                    <a:pt x="319" y="231"/>
                    <a:pt x="325" y="231"/>
                  </a:cubicBezTo>
                  <a:cubicBezTo>
                    <a:pt x="351" y="231"/>
                    <a:pt x="372" y="210"/>
                    <a:pt x="372" y="183"/>
                  </a:cubicBezTo>
                  <a:cubicBezTo>
                    <a:pt x="372" y="157"/>
                    <a:pt x="351" y="136"/>
                    <a:pt x="325" y="136"/>
                  </a:cubicBezTo>
                  <a:cubicBezTo>
                    <a:pt x="318" y="136"/>
                    <a:pt x="312" y="137"/>
                    <a:pt x="306" y="140"/>
                  </a:cubicBezTo>
                  <a:cubicBezTo>
                    <a:pt x="306" y="140"/>
                    <a:pt x="306" y="140"/>
                    <a:pt x="306" y="140"/>
                  </a:cubicBezTo>
                  <a:cubicBezTo>
                    <a:pt x="306" y="140"/>
                    <a:pt x="306" y="140"/>
                    <a:pt x="305" y="140"/>
                  </a:cubicBezTo>
                  <a:cubicBezTo>
                    <a:pt x="304" y="141"/>
                    <a:pt x="302" y="142"/>
                    <a:pt x="301" y="143"/>
                  </a:cubicBezTo>
                  <a:cubicBezTo>
                    <a:pt x="300" y="143"/>
                    <a:pt x="300" y="143"/>
                    <a:pt x="299" y="143"/>
                  </a:cubicBezTo>
                  <a:cubicBezTo>
                    <a:pt x="298" y="144"/>
                    <a:pt x="296" y="146"/>
                    <a:pt x="294" y="147"/>
                  </a:cubicBezTo>
                  <a:cubicBezTo>
                    <a:pt x="294" y="147"/>
                    <a:pt x="294" y="147"/>
                    <a:pt x="294" y="147"/>
                  </a:cubicBezTo>
                  <a:cubicBezTo>
                    <a:pt x="293" y="148"/>
                    <a:pt x="291" y="150"/>
                    <a:pt x="290" y="151"/>
                  </a:cubicBezTo>
                  <a:cubicBezTo>
                    <a:pt x="290" y="151"/>
                    <a:pt x="289" y="152"/>
                    <a:pt x="289" y="152"/>
                  </a:cubicBezTo>
                  <a:close/>
                  <a:moveTo>
                    <a:pt x="213" y="95"/>
                  </a:moveTo>
                  <a:lnTo>
                    <a:pt x="213" y="95"/>
                  </a:lnTo>
                  <a:cubicBezTo>
                    <a:pt x="240" y="95"/>
                    <a:pt x="261" y="73"/>
                    <a:pt x="261" y="47"/>
                  </a:cubicBezTo>
                  <a:cubicBezTo>
                    <a:pt x="261" y="21"/>
                    <a:pt x="240" y="0"/>
                    <a:pt x="213" y="0"/>
                  </a:cubicBezTo>
                  <a:cubicBezTo>
                    <a:pt x="187" y="0"/>
                    <a:pt x="166" y="21"/>
                    <a:pt x="166" y="47"/>
                  </a:cubicBezTo>
                  <a:cubicBezTo>
                    <a:pt x="166" y="73"/>
                    <a:pt x="187" y="95"/>
                    <a:pt x="213" y="95"/>
                  </a:cubicBezTo>
                  <a:close/>
                  <a:moveTo>
                    <a:pt x="258" y="228"/>
                  </a:moveTo>
                  <a:lnTo>
                    <a:pt x="258" y="228"/>
                  </a:lnTo>
                  <a:lnTo>
                    <a:pt x="258" y="192"/>
                  </a:lnTo>
                  <a:cubicBezTo>
                    <a:pt x="258" y="189"/>
                    <a:pt x="257" y="186"/>
                    <a:pt x="257" y="183"/>
                  </a:cubicBezTo>
                  <a:cubicBezTo>
                    <a:pt x="257" y="180"/>
                    <a:pt x="258" y="178"/>
                    <a:pt x="258" y="175"/>
                  </a:cubicBezTo>
                  <a:lnTo>
                    <a:pt x="258" y="173"/>
                  </a:lnTo>
                  <a:cubicBezTo>
                    <a:pt x="262" y="151"/>
                    <a:pt x="275" y="134"/>
                    <a:pt x="293" y="124"/>
                  </a:cubicBezTo>
                  <a:cubicBezTo>
                    <a:pt x="280" y="112"/>
                    <a:pt x="263" y="104"/>
                    <a:pt x="244" y="104"/>
                  </a:cubicBezTo>
                  <a:lnTo>
                    <a:pt x="183" y="104"/>
                  </a:lnTo>
                  <a:cubicBezTo>
                    <a:pt x="164" y="104"/>
                    <a:pt x="147" y="112"/>
                    <a:pt x="134" y="124"/>
                  </a:cubicBezTo>
                  <a:cubicBezTo>
                    <a:pt x="155" y="135"/>
                    <a:pt x="169" y="158"/>
                    <a:pt x="169" y="183"/>
                  </a:cubicBezTo>
                  <a:cubicBezTo>
                    <a:pt x="169" y="189"/>
                    <a:pt x="169" y="194"/>
                    <a:pt x="168" y="199"/>
                  </a:cubicBezTo>
                  <a:lnTo>
                    <a:pt x="168" y="228"/>
                  </a:lnTo>
                  <a:cubicBezTo>
                    <a:pt x="187" y="236"/>
                    <a:pt x="203" y="251"/>
                    <a:pt x="213" y="269"/>
                  </a:cubicBezTo>
                  <a:cubicBezTo>
                    <a:pt x="223" y="251"/>
                    <a:pt x="239" y="237"/>
                    <a:pt x="258" y="228"/>
                  </a:cubicBezTo>
                  <a:close/>
                  <a:moveTo>
                    <a:pt x="192" y="272"/>
                  </a:moveTo>
                  <a:lnTo>
                    <a:pt x="192" y="272"/>
                  </a:lnTo>
                  <a:cubicBezTo>
                    <a:pt x="190" y="270"/>
                    <a:pt x="189" y="268"/>
                    <a:pt x="187" y="266"/>
                  </a:cubicBezTo>
                  <a:cubicBezTo>
                    <a:pt x="187" y="265"/>
                    <a:pt x="186" y="265"/>
                    <a:pt x="186" y="265"/>
                  </a:cubicBezTo>
                  <a:cubicBezTo>
                    <a:pt x="185" y="263"/>
                    <a:pt x="183" y="262"/>
                    <a:pt x="181" y="260"/>
                  </a:cubicBezTo>
                  <a:cubicBezTo>
                    <a:pt x="181" y="260"/>
                    <a:pt x="181" y="259"/>
                    <a:pt x="181" y="259"/>
                  </a:cubicBezTo>
                  <a:cubicBezTo>
                    <a:pt x="179" y="258"/>
                    <a:pt x="177" y="256"/>
                    <a:pt x="175" y="255"/>
                  </a:cubicBezTo>
                  <a:cubicBezTo>
                    <a:pt x="175" y="255"/>
                    <a:pt x="175" y="254"/>
                    <a:pt x="174" y="254"/>
                  </a:cubicBezTo>
                  <a:cubicBezTo>
                    <a:pt x="168" y="250"/>
                    <a:pt x="161" y="246"/>
                    <a:pt x="153" y="244"/>
                  </a:cubicBezTo>
                  <a:cubicBezTo>
                    <a:pt x="151" y="243"/>
                    <a:pt x="150" y="243"/>
                    <a:pt x="148" y="242"/>
                  </a:cubicBezTo>
                  <a:cubicBezTo>
                    <a:pt x="147" y="242"/>
                    <a:pt x="146" y="242"/>
                    <a:pt x="145" y="242"/>
                  </a:cubicBezTo>
                  <a:cubicBezTo>
                    <a:pt x="144" y="242"/>
                    <a:pt x="143" y="241"/>
                    <a:pt x="141" y="241"/>
                  </a:cubicBezTo>
                  <a:cubicBezTo>
                    <a:pt x="141" y="241"/>
                    <a:pt x="140" y="241"/>
                    <a:pt x="139" y="241"/>
                  </a:cubicBezTo>
                  <a:cubicBezTo>
                    <a:pt x="137" y="241"/>
                    <a:pt x="135" y="241"/>
                    <a:pt x="133" y="241"/>
                  </a:cubicBezTo>
                  <a:lnTo>
                    <a:pt x="71" y="241"/>
                  </a:lnTo>
                  <a:cubicBezTo>
                    <a:pt x="32" y="241"/>
                    <a:pt x="0" y="273"/>
                    <a:pt x="0" y="313"/>
                  </a:cubicBezTo>
                  <a:lnTo>
                    <a:pt x="0" y="408"/>
                  </a:lnTo>
                  <a:lnTo>
                    <a:pt x="42" y="408"/>
                  </a:lnTo>
                  <a:lnTo>
                    <a:pt x="42" y="309"/>
                  </a:lnTo>
                  <a:lnTo>
                    <a:pt x="56" y="309"/>
                  </a:lnTo>
                  <a:lnTo>
                    <a:pt x="56" y="408"/>
                  </a:lnTo>
                  <a:lnTo>
                    <a:pt x="146" y="408"/>
                  </a:lnTo>
                  <a:lnTo>
                    <a:pt x="146" y="309"/>
                  </a:lnTo>
                  <a:lnTo>
                    <a:pt x="161" y="309"/>
                  </a:lnTo>
                  <a:lnTo>
                    <a:pt x="161" y="408"/>
                  </a:lnTo>
                  <a:lnTo>
                    <a:pt x="204" y="408"/>
                  </a:lnTo>
                  <a:lnTo>
                    <a:pt x="204" y="313"/>
                  </a:lnTo>
                  <a:cubicBezTo>
                    <a:pt x="204" y="297"/>
                    <a:pt x="200" y="283"/>
                    <a:pt x="192" y="272"/>
                  </a:cubicBezTo>
                  <a:cubicBezTo>
                    <a:pt x="192" y="272"/>
                    <a:pt x="192" y="272"/>
                    <a:pt x="192" y="272"/>
                  </a:cubicBezTo>
                  <a:close/>
                  <a:moveTo>
                    <a:pt x="355" y="241"/>
                  </a:moveTo>
                  <a:lnTo>
                    <a:pt x="355" y="241"/>
                  </a:lnTo>
                  <a:lnTo>
                    <a:pt x="294" y="241"/>
                  </a:lnTo>
                  <a:cubicBezTo>
                    <a:pt x="292" y="241"/>
                    <a:pt x="290" y="241"/>
                    <a:pt x="288" y="241"/>
                  </a:cubicBezTo>
                  <a:cubicBezTo>
                    <a:pt x="287" y="241"/>
                    <a:pt x="286" y="241"/>
                    <a:pt x="285" y="241"/>
                  </a:cubicBezTo>
                  <a:cubicBezTo>
                    <a:pt x="284" y="241"/>
                    <a:pt x="283" y="242"/>
                    <a:pt x="281" y="242"/>
                  </a:cubicBezTo>
                  <a:cubicBezTo>
                    <a:pt x="280" y="242"/>
                    <a:pt x="280" y="242"/>
                    <a:pt x="279" y="242"/>
                  </a:cubicBezTo>
                  <a:cubicBezTo>
                    <a:pt x="277" y="243"/>
                    <a:pt x="276" y="243"/>
                    <a:pt x="274" y="244"/>
                  </a:cubicBezTo>
                  <a:cubicBezTo>
                    <a:pt x="263" y="247"/>
                    <a:pt x="254" y="252"/>
                    <a:pt x="245" y="260"/>
                  </a:cubicBezTo>
                  <a:cubicBezTo>
                    <a:pt x="245" y="260"/>
                    <a:pt x="245" y="260"/>
                    <a:pt x="245" y="260"/>
                  </a:cubicBezTo>
                  <a:cubicBezTo>
                    <a:pt x="243" y="262"/>
                    <a:pt x="242" y="263"/>
                    <a:pt x="240" y="265"/>
                  </a:cubicBezTo>
                  <a:cubicBezTo>
                    <a:pt x="240" y="265"/>
                    <a:pt x="240" y="266"/>
                    <a:pt x="240" y="266"/>
                  </a:cubicBezTo>
                  <a:cubicBezTo>
                    <a:pt x="229" y="278"/>
                    <a:pt x="222" y="295"/>
                    <a:pt x="222" y="313"/>
                  </a:cubicBezTo>
                  <a:lnTo>
                    <a:pt x="222" y="408"/>
                  </a:lnTo>
                  <a:lnTo>
                    <a:pt x="264" y="408"/>
                  </a:lnTo>
                  <a:lnTo>
                    <a:pt x="264" y="309"/>
                  </a:lnTo>
                  <a:lnTo>
                    <a:pt x="279" y="309"/>
                  </a:lnTo>
                  <a:lnTo>
                    <a:pt x="279" y="408"/>
                  </a:lnTo>
                  <a:lnTo>
                    <a:pt x="369" y="408"/>
                  </a:lnTo>
                  <a:lnTo>
                    <a:pt x="369" y="309"/>
                  </a:lnTo>
                  <a:lnTo>
                    <a:pt x="384" y="309"/>
                  </a:lnTo>
                  <a:lnTo>
                    <a:pt x="384" y="408"/>
                  </a:lnTo>
                  <a:lnTo>
                    <a:pt x="427" y="408"/>
                  </a:lnTo>
                  <a:lnTo>
                    <a:pt x="427" y="313"/>
                  </a:lnTo>
                  <a:cubicBezTo>
                    <a:pt x="427" y="273"/>
                    <a:pt x="395" y="241"/>
                    <a:pt x="355" y="241"/>
                  </a:cubicBezTo>
                  <a:close/>
                  <a:moveTo>
                    <a:pt x="102" y="231"/>
                  </a:moveTo>
                  <a:lnTo>
                    <a:pt x="102" y="231"/>
                  </a:lnTo>
                  <a:cubicBezTo>
                    <a:pt x="108" y="231"/>
                    <a:pt x="114" y="230"/>
                    <a:pt x="119" y="228"/>
                  </a:cubicBezTo>
                  <a:cubicBezTo>
                    <a:pt x="119" y="228"/>
                    <a:pt x="119" y="228"/>
                    <a:pt x="119" y="228"/>
                  </a:cubicBezTo>
                  <a:cubicBezTo>
                    <a:pt x="122" y="227"/>
                    <a:pt x="124" y="226"/>
                    <a:pt x="126" y="224"/>
                  </a:cubicBezTo>
                  <a:cubicBezTo>
                    <a:pt x="126" y="224"/>
                    <a:pt x="126" y="224"/>
                    <a:pt x="126" y="224"/>
                  </a:cubicBezTo>
                  <a:cubicBezTo>
                    <a:pt x="129" y="223"/>
                    <a:pt x="131" y="221"/>
                    <a:pt x="133" y="220"/>
                  </a:cubicBezTo>
                  <a:cubicBezTo>
                    <a:pt x="133" y="220"/>
                    <a:pt x="133" y="220"/>
                    <a:pt x="133" y="220"/>
                  </a:cubicBezTo>
                  <a:cubicBezTo>
                    <a:pt x="137" y="216"/>
                    <a:pt x="140" y="212"/>
                    <a:pt x="143" y="208"/>
                  </a:cubicBezTo>
                  <a:cubicBezTo>
                    <a:pt x="143" y="207"/>
                    <a:pt x="143" y="207"/>
                    <a:pt x="143" y="207"/>
                  </a:cubicBezTo>
                  <a:cubicBezTo>
                    <a:pt x="144" y="205"/>
                    <a:pt x="145" y="203"/>
                    <a:pt x="146" y="200"/>
                  </a:cubicBezTo>
                  <a:cubicBezTo>
                    <a:pt x="146" y="200"/>
                    <a:pt x="147" y="200"/>
                    <a:pt x="147" y="199"/>
                  </a:cubicBezTo>
                  <a:cubicBezTo>
                    <a:pt x="148" y="197"/>
                    <a:pt x="148" y="195"/>
                    <a:pt x="149" y="192"/>
                  </a:cubicBezTo>
                  <a:cubicBezTo>
                    <a:pt x="149" y="192"/>
                    <a:pt x="149" y="192"/>
                    <a:pt x="149" y="191"/>
                  </a:cubicBezTo>
                  <a:cubicBezTo>
                    <a:pt x="149" y="189"/>
                    <a:pt x="150" y="186"/>
                    <a:pt x="150" y="183"/>
                  </a:cubicBezTo>
                  <a:cubicBezTo>
                    <a:pt x="150" y="181"/>
                    <a:pt x="149" y="179"/>
                    <a:pt x="149" y="177"/>
                  </a:cubicBezTo>
                  <a:cubicBezTo>
                    <a:pt x="149" y="176"/>
                    <a:pt x="149" y="176"/>
                    <a:pt x="149" y="175"/>
                  </a:cubicBezTo>
                  <a:cubicBezTo>
                    <a:pt x="148" y="173"/>
                    <a:pt x="148" y="171"/>
                    <a:pt x="147" y="169"/>
                  </a:cubicBezTo>
                  <a:cubicBezTo>
                    <a:pt x="147" y="169"/>
                    <a:pt x="147" y="169"/>
                    <a:pt x="147" y="169"/>
                  </a:cubicBezTo>
                  <a:cubicBezTo>
                    <a:pt x="147" y="167"/>
                    <a:pt x="146" y="165"/>
                    <a:pt x="145" y="164"/>
                  </a:cubicBezTo>
                  <a:cubicBezTo>
                    <a:pt x="145" y="163"/>
                    <a:pt x="145" y="163"/>
                    <a:pt x="145" y="162"/>
                  </a:cubicBezTo>
                  <a:cubicBezTo>
                    <a:pt x="144" y="161"/>
                    <a:pt x="143" y="159"/>
                    <a:pt x="142" y="157"/>
                  </a:cubicBezTo>
                  <a:cubicBezTo>
                    <a:pt x="140" y="155"/>
                    <a:pt x="139" y="154"/>
                    <a:pt x="138" y="152"/>
                  </a:cubicBezTo>
                  <a:cubicBezTo>
                    <a:pt x="137" y="152"/>
                    <a:pt x="137" y="151"/>
                    <a:pt x="137" y="151"/>
                  </a:cubicBezTo>
                  <a:cubicBezTo>
                    <a:pt x="136" y="150"/>
                    <a:pt x="134" y="148"/>
                    <a:pt x="133" y="147"/>
                  </a:cubicBezTo>
                  <a:cubicBezTo>
                    <a:pt x="133" y="147"/>
                    <a:pt x="133" y="147"/>
                    <a:pt x="132" y="147"/>
                  </a:cubicBezTo>
                  <a:cubicBezTo>
                    <a:pt x="131" y="146"/>
                    <a:pt x="129" y="144"/>
                    <a:pt x="127" y="143"/>
                  </a:cubicBezTo>
                  <a:cubicBezTo>
                    <a:pt x="127" y="143"/>
                    <a:pt x="127" y="143"/>
                    <a:pt x="126" y="143"/>
                  </a:cubicBezTo>
                  <a:cubicBezTo>
                    <a:pt x="125" y="142"/>
                    <a:pt x="123" y="141"/>
                    <a:pt x="121" y="140"/>
                  </a:cubicBezTo>
                  <a:cubicBezTo>
                    <a:pt x="121" y="140"/>
                    <a:pt x="121" y="140"/>
                    <a:pt x="121" y="140"/>
                  </a:cubicBezTo>
                  <a:cubicBezTo>
                    <a:pt x="115" y="137"/>
                    <a:pt x="109" y="136"/>
                    <a:pt x="102" y="136"/>
                  </a:cubicBezTo>
                  <a:cubicBezTo>
                    <a:pt x="76" y="136"/>
                    <a:pt x="54" y="157"/>
                    <a:pt x="54" y="183"/>
                  </a:cubicBezTo>
                  <a:cubicBezTo>
                    <a:pt x="54" y="210"/>
                    <a:pt x="76" y="231"/>
                    <a:pt x="102" y="23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8" name="组合 35"/>
          <p:cNvGrpSpPr>
            <a:grpSpLocks/>
          </p:cNvGrpSpPr>
          <p:nvPr/>
        </p:nvGrpSpPr>
        <p:grpSpPr bwMode="auto">
          <a:xfrm>
            <a:off x="6553720" y="403646"/>
            <a:ext cx="495300" cy="509588"/>
            <a:chOff x="0" y="0"/>
            <a:chExt cx="495300" cy="509588"/>
          </a:xfrm>
        </p:grpSpPr>
        <p:sp>
          <p:nvSpPr>
            <p:cNvPr id="19" name="Oval 10"/>
            <p:cNvSpPr>
              <a:spLocks noChangeArrowheads="1"/>
            </p:cNvSpPr>
            <p:nvPr/>
          </p:nvSpPr>
          <p:spPr bwMode="auto">
            <a:xfrm>
              <a:off x="0" y="0"/>
              <a:ext cx="495300" cy="509588"/>
            </a:xfrm>
            <a:prstGeom prst="ellipse">
              <a:avLst/>
            </a:prstGeom>
            <a:solidFill>
              <a:srgbClr val="05448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endParaRPr lang="zh-CN" altLang="en-US"/>
            </a:p>
          </p:txBody>
        </p:sp>
        <p:sp>
          <p:nvSpPr>
            <p:cNvPr id="20" name="Freeform 15"/>
            <p:cNvSpPr>
              <a:spLocks noEditPoints="1"/>
            </p:cNvSpPr>
            <p:nvPr/>
          </p:nvSpPr>
          <p:spPr bwMode="auto">
            <a:xfrm>
              <a:off x="90487" y="128588"/>
              <a:ext cx="311150" cy="250825"/>
            </a:xfrm>
            <a:custGeom>
              <a:avLst/>
              <a:gdLst>
                <a:gd name="T0" fmla="*/ 114348 w 400"/>
                <a:gd name="T1" fmla="*/ 126615 h 313"/>
                <a:gd name="T2" fmla="*/ 158687 w 400"/>
                <a:gd name="T3" fmla="*/ 103375 h 313"/>
                <a:gd name="T4" fmla="*/ 241919 w 400"/>
                <a:gd name="T5" fmla="*/ 88951 h 313"/>
                <a:gd name="T6" fmla="*/ 265255 w 400"/>
                <a:gd name="T7" fmla="*/ 53691 h 313"/>
                <a:gd name="T8" fmla="*/ 231029 w 400"/>
                <a:gd name="T9" fmla="*/ 77732 h 313"/>
                <a:gd name="T10" fmla="*/ 158687 w 400"/>
                <a:gd name="T11" fmla="*/ 81738 h 313"/>
                <a:gd name="T12" fmla="*/ 311150 w 400"/>
                <a:gd name="T13" fmla="*/ 33657 h 313"/>
                <a:gd name="T14" fmla="*/ 189024 w 400"/>
                <a:gd name="T15" fmla="*/ 12822 h 313"/>
                <a:gd name="T16" fmla="*/ 177356 w 400"/>
                <a:gd name="T17" fmla="*/ 0 h 313"/>
                <a:gd name="T18" fmla="*/ 62230 w 400"/>
                <a:gd name="T19" fmla="*/ 12822 h 313"/>
                <a:gd name="T20" fmla="*/ 70787 w 400"/>
                <a:gd name="T21" fmla="*/ 33657 h 313"/>
                <a:gd name="T22" fmla="*/ 87900 w 400"/>
                <a:gd name="T23" fmla="*/ 56896 h 313"/>
                <a:gd name="T24" fmla="*/ 286258 w 400"/>
                <a:gd name="T25" fmla="*/ 33657 h 313"/>
                <a:gd name="T26" fmla="*/ 143907 w 400"/>
                <a:gd name="T27" fmla="*/ 164278 h 313"/>
                <a:gd name="T28" fmla="*/ 286258 w 400"/>
                <a:gd name="T29" fmla="*/ 171491 h 313"/>
                <a:gd name="T30" fmla="*/ 146241 w 400"/>
                <a:gd name="T31" fmla="*/ 178703 h 313"/>
                <a:gd name="T32" fmla="*/ 147018 w 400"/>
                <a:gd name="T33" fmla="*/ 199538 h 313"/>
                <a:gd name="T34" fmla="*/ 177356 w 400"/>
                <a:gd name="T35" fmla="*/ 249222 h 313"/>
                <a:gd name="T36" fmla="*/ 189024 w 400"/>
                <a:gd name="T37" fmla="*/ 199538 h 313"/>
                <a:gd name="T38" fmla="*/ 245031 w 400"/>
                <a:gd name="T39" fmla="*/ 247620 h 313"/>
                <a:gd name="T40" fmla="*/ 239586 w 400"/>
                <a:gd name="T41" fmla="*/ 199538 h 313"/>
                <a:gd name="T42" fmla="*/ 311150 w 400"/>
                <a:gd name="T43" fmla="*/ 178703 h 313"/>
                <a:gd name="T44" fmla="*/ 303371 w 400"/>
                <a:gd name="T45" fmla="*/ 33657 h 313"/>
                <a:gd name="T46" fmla="*/ 65342 w 400"/>
                <a:gd name="T47" fmla="*/ 129820 h 313"/>
                <a:gd name="T48" fmla="*/ 95679 w 400"/>
                <a:gd name="T49" fmla="*/ 98567 h 313"/>
                <a:gd name="T50" fmla="*/ 35004 w 400"/>
                <a:gd name="T51" fmla="*/ 98567 h 313"/>
                <a:gd name="T52" fmla="*/ 84788 w 400"/>
                <a:gd name="T53" fmla="*/ 136231 h 313"/>
                <a:gd name="T54" fmla="*/ 73120 w 400"/>
                <a:gd name="T55" fmla="*/ 136231 h 313"/>
                <a:gd name="T56" fmla="*/ 76232 w 400"/>
                <a:gd name="T57" fmla="*/ 141840 h 313"/>
                <a:gd name="T58" fmla="*/ 79343 w 400"/>
                <a:gd name="T59" fmla="*/ 213161 h 313"/>
                <a:gd name="T60" fmla="*/ 52118 w 400"/>
                <a:gd name="T61" fmla="*/ 213161 h 313"/>
                <a:gd name="T62" fmla="*/ 55229 w 400"/>
                <a:gd name="T63" fmla="*/ 141840 h 313"/>
                <a:gd name="T64" fmla="*/ 59119 w 400"/>
                <a:gd name="T65" fmla="*/ 136231 h 313"/>
                <a:gd name="T66" fmla="*/ 0 w 400"/>
                <a:gd name="T67" fmla="*/ 182710 h 313"/>
                <a:gd name="T68" fmla="*/ 26448 w 400"/>
                <a:gd name="T69" fmla="*/ 250825 h 313"/>
                <a:gd name="T70" fmla="*/ 35782 w 400"/>
                <a:gd name="T71" fmla="*/ 181107 h 313"/>
                <a:gd name="T72" fmla="*/ 93345 w 400"/>
                <a:gd name="T73" fmla="*/ 250825 h 313"/>
                <a:gd name="T74" fmla="*/ 102680 w 400"/>
                <a:gd name="T75" fmla="*/ 181107 h 313"/>
                <a:gd name="T76" fmla="*/ 129905 w 400"/>
                <a:gd name="T77" fmla="*/ 250825 h 313"/>
                <a:gd name="T78" fmla="*/ 84788 w 400"/>
                <a:gd name="T79" fmla="*/ 136231 h 313"/>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00" h="313">
                  <a:moveTo>
                    <a:pt x="204" y="102"/>
                  </a:moveTo>
                  <a:lnTo>
                    <a:pt x="147" y="158"/>
                  </a:lnTo>
                  <a:cubicBezTo>
                    <a:pt x="153" y="162"/>
                    <a:pt x="158" y="166"/>
                    <a:pt x="163" y="170"/>
                  </a:cubicBezTo>
                  <a:lnTo>
                    <a:pt x="204" y="129"/>
                  </a:lnTo>
                  <a:lnTo>
                    <a:pt x="248" y="174"/>
                  </a:lnTo>
                  <a:lnTo>
                    <a:pt x="311" y="111"/>
                  </a:lnTo>
                  <a:lnTo>
                    <a:pt x="321" y="135"/>
                  </a:lnTo>
                  <a:lnTo>
                    <a:pt x="341" y="67"/>
                  </a:lnTo>
                  <a:lnTo>
                    <a:pt x="272" y="87"/>
                  </a:lnTo>
                  <a:lnTo>
                    <a:pt x="297" y="97"/>
                  </a:lnTo>
                  <a:lnTo>
                    <a:pt x="248" y="146"/>
                  </a:lnTo>
                  <a:lnTo>
                    <a:pt x="204" y="102"/>
                  </a:lnTo>
                  <a:close/>
                  <a:moveTo>
                    <a:pt x="400" y="42"/>
                  </a:moveTo>
                  <a:lnTo>
                    <a:pt x="400" y="42"/>
                  </a:lnTo>
                  <a:lnTo>
                    <a:pt x="400" y="16"/>
                  </a:lnTo>
                  <a:lnTo>
                    <a:pt x="243" y="16"/>
                  </a:lnTo>
                  <a:lnTo>
                    <a:pt x="243" y="0"/>
                  </a:lnTo>
                  <a:lnTo>
                    <a:pt x="228" y="0"/>
                  </a:lnTo>
                  <a:lnTo>
                    <a:pt x="228" y="16"/>
                  </a:lnTo>
                  <a:lnTo>
                    <a:pt x="80" y="16"/>
                  </a:lnTo>
                  <a:lnTo>
                    <a:pt x="80" y="42"/>
                  </a:lnTo>
                  <a:lnTo>
                    <a:pt x="91" y="42"/>
                  </a:lnTo>
                  <a:lnTo>
                    <a:pt x="91" y="64"/>
                  </a:lnTo>
                  <a:cubicBezTo>
                    <a:pt x="99" y="65"/>
                    <a:pt x="106" y="67"/>
                    <a:pt x="113" y="71"/>
                  </a:cubicBezTo>
                  <a:lnTo>
                    <a:pt x="113" y="42"/>
                  </a:lnTo>
                  <a:lnTo>
                    <a:pt x="368" y="42"/>
                  </a:lnTo>
                  <a:lnTo>
                    <a:pt x="368" y="205"/>
                  </a:lnTo>
                  <a:lnTo>
                    <a:pt x="185" y="205"/>
                  </a:lnTo>
                  <a:cubicBezTo>
                    <a:pt x="186" y="208"/>
                    <a:pt x="187" y="211"/>
                    <a:pt x="187" y="214"/>
                  </a:cubicBezTo>
                  <a:lnTo>
                    <a:pt x="368" y="214"/>
                  </a:lnTo>
                  <a:lnTo>
                    <a:pt x="368" y="223"/>
                  </a:lnTo>
                  <a:lnTo>
                    <a:pt x="188" y="223"/>
                  </a:lnTo>
                  <a:cubicBezTo>
                    <a:pt x="188" y="225"/>
                    <a:pt x="189" y="226"/>
                    <a:pt x="189" y="228"/>
                  </a:cubicBezTo>
                  <a:lnTo>
                    <a:pt x="189" y="249"/>
                  </a:lnTo>
                  <a:lnTo>
                    <a:pt x="228" y="249"/>
                  </a:lnTo>
                  <a:lnTo>
                    <a:pt x="228" y="311"/>
                  </a:lnTo>
                  <a:lnTo>
                    <a:pt x="243" y="311"/>
                  </a:lnTo>
                  <a:lnTo>
                    <a:pt x="243" y="249"/>
                  </a:lnTo>
                  <a:lnTo>
                    <a:pt x="292" y="249"/>
                  </a:lnTo>
                  <a:lnTo>
                    <a:pt x="315" y="309"/>
                  </a:lnTo>
                  <a:lnTo>
                    <a:pt x="330" y="305"/>
                  </a:lnTo>
                  <a:lnTo>
                    <a:pt x="308" y="249"/>
                  </a:lnTo>
                  <a:lnTo>
                    <a:pt x="400" y="249"/>
                  </a:lnTo>
                  <a:lnTo>
                    <a:pt x="400" y="223"/>
                  </a:lnTo>
                  <a:lnTo>
                    <a:pt x="390" y="223"/>
                  </a:lnTo>
                  <a:lnTo>
                    <a:pt x="390" y="42"/>
                  </a:lnTo>
                  <a:lnTo>
                    <a:pt x="400" y="42"/>
                  </a:lnTo>
                  <a:close/>
                  <a:moveTo>
                    <a:pt x="84" y="162"/>
                  </a:moveTo>
                  <a:lnTo>
                    <a:pt x="84" y="162"/>
                  </a:lnTo>
                  <a:cubicBezTo>
                    <a:pt x="105" y="162"/>
                    <a:pt x="123" y="144"/>
                    <a:pt x="123" y="123"/>
                  </a:cubicBezTo>
                  <a:cubicBezTo>
                    <a:pt x="123" y="101"/>
                    <a:pt x="105" y="84"/>
                    <a:pt x="84" y="84"/>
                  </a:cubicBezTo>
                  <a:cubicBezTo>
                    <a:pt x="62" y="84"/>
                    <a:pt x="45" y="101"/>
                    <a:pt x="45" y="123"/>
                  </a:cubicBezTo>
                  <a:cubicBezTo>
                    <a:pt x="45" y="144"/>
                    <a:pt x="62" y="162"/>
                    <a:pt x="84" y="162"/>
                  </a:cubicBezTo>
                  <a:close/>
                  <a:moveTo>
                    <a:pt x="109" y="170"/>
                  </a:moveTo>
                  <a:lnTo>
                    <a:pt x="109" y="170"/>
                  </a:lnTo>
                  <a:lnTo>
                    <a:pt x="94" y="170"/>
                  </a:lnTo>
                  <a:lnTo>
                    <a:pt x="97" y="171"/>
                  </a:lnTo>
                  <a:cubicBezTo>
                    <a:pt x="98" y="172"/>
                    <a:pt x="99" y="175"/>
                    <a:pt x="98" y="177"/>
                  </a:cubicBezTo>
                  <a:lnTo>
                    <a:pt x="93" y="190"/>
                  </a:lnTo>
                  <a:lnTo>
                    <a:pt x="102" y="266"/>
                  </a:lnTo>
                  <a:lnTo>
                    <a:pt x="85" y="282"/>
                  </a:lnTo>
                  <a:lnTo>
                    <a:pt x="67" y="266"/>
                  </a:lnTo>
                  <a:lnTo>
                    <a:pt x="77" y="190"/>
                  </a:lnTo>
                  <a:lnTo>
                    <a:pt x="71" y="177"/>
                  </a:lnTo>
                  <a:cubicBezTo>
                    <a:pt x="71" y="175"/>
                    <a:pt x="71" y="172"/>
                    <a:pt x="73" y="171"/>
                  </a:cubicBezTo>
                  <a:lnTo>
                    <a:pt x="76" y="170"/>
                  </a:lnTo>
                  <a:lnTo>
                    <a:pt x="59" y="170"/>
                  </a:lnTo>
                  <a:cubicBezTo>
                    <a:pt x="26" y="170"/>
                    <a:pt x="0" y="196"/>
                    <a:pt x="0" y="228"/>
                  </a:cubicBezTo>
                  <a:lnTo>
                    <a:pt x="0" y="313"/>
                  </a:lnTo>
                  <a:lnTo>
                    <a:pt x="34" y="313"/>
                  </a:lnTo>
                  <a:lnTo>
                    <a:pt x="34" y="226"/>
                  </a:lnTo>
                  <a:lnTo>
                    <a:pt x="46" y="226"/>
                  </a:lnTo>
                  <a:lnTo>
                    <a:pt x="46" y="313"/>
                  </a:lnTo>
                  <a:lnTo>
                    <a:pt x="120" y="313"/>
                  </a:lnTo>
                  <a:lnTo>
                    <a:pt x="120" y="226"/>
                  </a:lnTo>
                  <a:lnTo>
                    <a:pt x="132" y="226"/>
                  </a:lnTo>
                  <a:lnTo>
                    <a:pt x="132" y="313"/>
                  </a:lnTo>
                  <a:lnTo>
                    <a:pt x="167" y="313"/>
                  </a:lnTo>
                  <a:lnTo>
                    <a:pt x="167" y="228"/>
                  </a:lnTo>
                  <a:cubicBezTo>
                    <a:pt x="167" y="196"/>
                    <a:pt x="141" y="170"/>
                    <a:pt x="109" y="17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1" name="组合 36"/>
          <p:cNvGrpSpPr>
            <a:grpSpLocks/>
          </p:cNvGrpSpPr>
          <p:nvPr/>
        </p:nvGrpSpPr>
        <p:grpSpPr bwMode="auto">
          <a:xfrm>
            <a:off x="7136333" y="403646"/>
            <a:ext cx="495300" cy="509588"/>
            <a:chOff x="0" y="0"/>
            <a:chExt cx="495300" cy="509588"/>
          </a:xfrm>
        </p:grpSpPr>
        <p:sp>
          <p:nvSpPr>
            <p:cNvPr id="22" name="Oval 11"/>
            <p:cNvSpPr>
              <a:spLocks noChangeArrowheads="1"/>
            </p:cNvSpPr>
            <p:nvPr/>
          </p:nvSpPr>
          <p:spPr bwMode="auto">
            <a:xfrm>
              <a:off x="0" y="0"/>
              <a:ext cx="495300" cy="509588"/>
            </a:xfrm>
            <a:prstGeom prst="ellipse">
              <a:avLst/>
            </a:prstGeom>
            <a:solidFill>
              <a:srgbClr val="05448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endParaRPr lang="zh-CN" altLang="en-US"/>
            </a:p>
          </p:txBody>
        </p:sp>
        <p:sp>
          <p:nvSpPr>
            <p:cNvPr id="23" name="Freeform 16"/>
            <p:cNvSpPr>
              <a:spLocks noEditPoints="1"/>
            </p:cNvSpPr>
            <p:nvPr/>
          </p:nvSpPr>
          <p:spPr bwMode="auto">
            <a:xfrm>
              <a:off x="117475" y="112713"/>
              <a:ext cx="279400" cy="284163"/>
            </a:xfrm>
            <a:custGeom>
              <a:avLst/>
              <a:gdLst>
                <a:gd name="T0" fmla="*/ 252865 w 358"/>
                <a:gd name="T1" fmla="*/ 244941 h 355"/>
                <a:gd name="T2" fmla="*/ 223988 w 358"/>
                <a:gd name="T3" fmla="*/ 244941 h 355"/>
                <a:gd name="T4" fmla="*/ 183405 w 358"/>
                <a:gd name="T5" fmla="*/ 165695 h 355"/>
                <a:gd name="T6" fmla="*/ 178722 w 358"/>
                <a:gd name="T7" fmla="*/ 180904 h 355"/>
                <a:gd name="T8" fmla="*/ 156870 w 358"/>
                <a:gd name="T9" fmla="*/ 198514 h 355"/>
                <a:gd name="T10" fmla="*/ 229451 w 358"/>
                <a:gd name="T11" fmla="*/ 280961 h 355"/>
                <a:gd name="T12" fmla="*/ 275498 w 358"/>
                <a:gd name="T13" fmla="*/ 248943 h 355"/>
                <a:gd name="T14" fmla="*/ 241939 w 358"/>
                <a:gd name="T15" fmla="*/ 212122 h 355"/>
                <a:gd name="T16" fmla="*/ 190429 w 358"/>
                <a:gd name="T17" fmla="*/ 168897 h 355"/>
                <a:gd name="T18" fmla="*/ 100678 w 358"/>
                <a:gd name="T19" fmla="*/ 100858 h 355"/>
                <a:gd name="T20" fmla="*/ 116287 w 358"/>
                <a:gd name="T21" fmla="*/ 96856 h 355"/>
                <a:gd name="T22" fmla="*/ 120189 w 358"/>
                <a:gd name="T23" fmla="*/ 81647 h 355"/>
                <a:gd name="T24" fmla="*/ 124091 w 358"/>
                <a:gd name="T25" fmla="*/ 66438 h 355"/>
                <a:gd name="T26" fmla="*/ 53851 w 358"/>
                <a:gd name="T27" fmla="*/ 6404 h 355"/>
                <a:gd name="T28" fmla="*/ 44485 w 358"/>
                <a:gd name="T29" fmla="*/ 80846 h 355"/>
                <a:gd name="T30" fmla="*/ 0 w 358"/>
                <a:gd name="T31" fmla="*/ 61635 h 355"/>
                <a:gd name="T32" fmla="*/ 82727 w 358"/>
                <a:gd name="T33" fmla="*/ 122470 h 355"/>
                <a:gd name="T34" fmla="*/ 93654 w 358"/>
                <a:gd name="T35" fmla="*/ 108862 h 355"/>
                <a:gd name="T36" fmla="*/ 269254 w 358"/>
                <a:gd name="T37" fmla="*/ 28016 h 355"/>
                <a:gd name="T38" fmla="*/ 231793 w 358"/>
                <a:gd name="T39" fmla="*/ 800 h 355"/>
                <a:gd name="T40" fmla="*/ 131115 w 358"/>
                <a:gd name="T41" fmla="*/ 92853 h 355"/>
                <a:gd name="T42" fmla="*/ 117067 w 358"/>
                <a:gd name="T43" fmla="*/ 113665 h 355"/>
                <a:gd name="T44" fmla="*/ 104580 w 358"/>
                <a:gd name="T45" fmla="*/ 120069 h 355"/>
                <a:gd name="T46" fmla="*/ 106141 w 358"/>
                <a:gd name="T47" fmla="*/ 159291 h 355"/>
                <a:gd name="T48" fmla="*/ 24974 w 358"/>
                <a:gd name="T49" fmla="*/ 231333 h 355"/>
                <a:gd name="T50" fmla="*/ 15609 w 358"/>
                <a:gd name="T51" fmla="*/ 284163 h 355"/>
                <a:gd name="T52" fmla="*/ 57753 w 358"/>
                <a:gd name="T53" fmla="*/ 240938 h 355"/>
                <a:gd name="T54" fmla="*/ 124091 w 358"/>
                <a:gd name="T55" fmla="*/ 177702 h 355"/>
                <a:gd name="T56" fmla="*/ 160772 w 358"/>
                <a:gd name="T57" fmla="*/ 177702 h 355"/>
                <a:gd name="T58" fmla="*/ 171698 w 358"/>
                <a:gd name="T59" fmla="*/ 153688 h 355"/>
                <a:gd name="T60" fmla="*/ 187307 w 358"/>
                <a:gd name="T61" fmla="*/ 150486 h 355"/>
                <a:gd name="T62" fmla="*/ 269254 w 358"/>
                <a:gd name="T63" fmla="*/ 28016 h 35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58" h="355">
                  <a:moveTo>
                    <a:pt x="305" y="288"/>
                  </a:moveTo>
                  <a:cubicBezTo>
                    <a:pt x="316" y="288"/>
                    <a:pt x="324" y="296"/>
                    <a:pt x="324" y="306"/>
                  </a:cubicBezTo>
                  <a:cubicBezTo>
                    <a:pt x="324" y="316"/>
                    <a:pt x="316" y="325"/>
                    <a:pt x="305" y="325"/>
                  </a:cubicBezTo>
                  <a:cubicBezTo>
                    <a:pt x="295" y="325"/>
                    <a:pt x="287" y="316"/>
                    <a:pt x="287" y="306"/>
                  </a:cubicBezTo>
                  <a:cubicBezTo>
                    <a:pt x="287" y="296"/>
                    <a:pt x="295" y="288"/>
                    <a:pt x="305" y="288"/>
                  </a:cubicBezTo>
                  <a:close/>
                  <a:moveTo>
                    <a:pt x="235" y="207"/>
                  </a:moveTo>
                  <a:lnTo>
                    <a:pt x="239" y="216"/>
                  </a:lnTo>
                  <a:lnTo>
                    <a:pt x="229" y="226"/>
                  </a:lnTo>
                  <a:lnTo>
                    <a:pt x="220" y="235"/>
                  </a:lnTo>
                  <a:cubicBezTo>
                    <a:pt x="215" y="241"/>
                    <a:pt x="208" y="245"/>
                    <a:pt x="201" y="248"/>
                  </a:cubicBezTo>
                  <a:lnTo>
                    <a:pt x="264" y="311"/>
                  </a:lnTo>
                  <a:lnTo>
                    <a:pt x="294" y="351"/>
                  </a:lnTo>
                  <a:lnTo>
                    <a:pt x="309" y="355"/>
                  </a:lnTo>
                  <a:lnTo>
                    <a:pt x="353" y="311"/>
                  </a:lnTo>
                  <a:lnTo>
                    <a:pt x="349" y="295"/>
                  </a:lnTo>
                  <a:lnTo>
                    <a:pt x="310" y="265"/>
                  </a:lnTo>
                  <a:lnTo>
                    <a:pt x="250" y="205"/>
                  </a:lnTo>
                  <a:lnTo>
                    <a:pt x="244" y="211"/>
                  </a:lnTo>
                  <a:lnTo>
                    <a:pt x="235" y="207"/>
                  </a:lnTo>
                  <a:close/>
                  <a:moveTo>
                    <a:pt x="129" y="126"/>
                  </a:moveTo>
                  <a:lnTo>
                    <a:pt x="140" y="116"/>
                  </a:lnTo>
                  <a:lnTo>
                    <a:pt x="149" y="121"/>
                  </a:lnTo>
                  <a:lnTo>
                    <a:pt x="144" y="112"/>
                  </a:lnTo>
                  <a:lnTo>
                    <a:pt x="154" y="102"/>
                  </a:lnTo>
                  <a:lnTo>
                    <a:pt x="155" y="101"/>
                  </a:lnTo>
                  <a:cubicBezTo>
                    <a:pt x="158" y="95"/>
                    <a:pt x="159" y="89"/>
                    <a:pt x="159" y="83"/>
                  </a:cubicBezTo>
                  <a:cubicBezTo>
                    <a:pt x="159" y="41"/>
                    <a:pt x="119" y="0"/>
                    <a:pt x="76" y="1"/>
                  </a:cubicBezTo>
                  <a:cubicBezTo>
                    <a:pt x="76" y="1"/>
                    <a:pt x="72" y="6"/>
                    <a:pt x="69" y="8"/>
                  </a:cubicBezTo>
                  <a:cubicBezTo>
                    <a:pt x="103" y="42"/>
                    <a:pt x="100" y="37"/>
                    <a:pt x="100" y="57"/>
                  </a:cubicBezTo>
                  <a:cubicBezTo>
                    <a:pt x="100" y="74"/>
                    <a:pt x="73" y="101"/>
                    <a:pt x="57" y="101"/>
                  </a:cubicBezTo>
                  <a:cubicBezTo>
                    <a:pt x="35" y="101"/>
                    <a:pt x="42" y="104"/>
                    <a:pt x="8" y="70"/>
                  </a:cubicBezTo>
                  <a:cubicBezTo>
                    <a:pt x="5" y="72"/>
                    <a:pt x="0" y="77"/>
                    <a:pt x="0" y="77"/>
                  </a:cubicBezTo>
                  <a:cubicBezTo>
                    <a:pt x="1" y="119"/>
                    <a:pt x="40" y="160"/>
                    <a:pt x="83" y="160"/>
                  </a:cubicBezTo>
                  <a:cubicBezTo>
                    <a:pt x="90" y="160"/>
                    <a:pt x="98" y="157"/>
                    <a:pt x="106" y="153"/>
                  </a:cubicBezTo>
                  <a:lnTo>
                    <a:pt x="108" y="155"/>
                  </a:lnTo>
                  <a:cubicBezTo>
                    <a:pt x="111" y="148"/>
                    <a:pt x="115" y="141"/>
                    <a:pt x="120" y="136"/>
                  </a:cubicBezTo>
                  <a:lnTo>
                    <a:pt x="129" y="126"/>
                  </a:lnTo>
                  <a:close/>
                  <a:moveTo>
                    <a:pt x="345" y="35"/>
                  </a:moveTo>
                  <a:lnTo>
                    <a:pt x="321" y="10"/>
                  </a:lnTo>
                  <a:cubicBezTo>
                    <a:pt x="314" y="4"/>
                    <a:pt x="306" y="1"/>
                    <a:pt x="297" y="1"/>
                  </a:cubicBezTo>
                  <a:cubicBezTo>
                    <a:pt x="289" y="1"/>
                    <a:pt x="280" y="4"/>
                    <a:pt x="273" y="10"/>
                  </a:cubicBezTo>
                  <a:lnTo>
                    <a:pt x="168" y="116"/>
                  </a:lnTo>
                  <a:cubicBezTo>
                    <a:pt x="171" y="122"/>
                    <a:pt x="169" y="131"/>
                    <a:pt x="164" y="136"/>
                  </a:cubicBezTo>
                  <a:cubicBezTo>
                    <a:pt x="161" y="140"/>
                    <a:pt x="155" y="142"/>
                    <a:pt x="150" y="142"/>
                  </a:cubicBezTo>
                  <a:cubicBezTo>
                    <a:pt x="148" y="142"/>
                    <a:pt x="145" y="141"/>
                    <a:pt x="143" y="140"/>
                  </a:cubicBezTo>
                  <a:lnTo>
                    <a:pt x="134" y="150"/>
                  </a:lnTo>
                  <a:cubicBezTo>
                    <a:pt x="121" y="163"/>
                    <a:pt x="121" y="184"/>
                    <a:pt x="134" y="197"/>
                  </a:cubicBezTo>
                  <a:lnTo>
                    <a:pt x="136" y="199"/>
                  </a:lnTo>
                  <a:lnTo>
                    <a:pt x="54" y="281"/>
                  </a:lnTo>
                  <a:lnTo>
                    <a:pt x="32" y="289"/>
                  </a:lnTo>
                  <a:lnTo>
                    <a:pt x="0" y="335"/>
                  </a:lnTo>
                  <a:lnTo>
                    <a:pt x="20" y="355"/>
                  </a:lnTo>
                  <a:lnTo>
                    <a:pt x="66" y="323"/>
                  </a:lnTo>
                  <a:lnTo>
                    <a:pt x="74" y="301"/>
                  </a:lnTo>
                  <a:lnTo>
                    <a:pt x="156" y="219"/>
                  </a:lnTo>
                  <a:lnTo>
                    <a:pt x="159" y="222"/>
                  </a:lnTo>
                  <a:cubicBezTo>
                    <a:pt x="165" y="228"/>
                    <a:pt x="174" y="231"/>
                    <a:pt x="182" y="231"/>
                  </a:cubicBezTo>
                  <a:cubicBezTo>
                    <a:pt x="191" y="231"/>
                    <a:pt x="200" y="228"/>
                    <a:pt x="206" y="222"/>
                  </a:cubicBezTo>
                  <a:lnTo>
                    <a:pt x="215" y="212"/>
                  </a:lnTo>
                  <a:cubicBezTo>
                    <a:pt x="212" y="206"/>
                    <a:pt x="215" y="197"/>
                    <a:pt x="220" y="192"/>
                  </a:cubicBezTo>
                  <a:cubicBezTo>
                    <a:pt x="223" y="188"/>
                    <a:pt x="229" y="186"/>
                    <a:pt x="234" y="186"/>
                  </a:cubicBezTo>
                  <a:cubicBezTo>
                    <a:pt x="236" y="186"/>
                    <a:pt x="238" y="187"/>
                    <a:pt x="240" y="188"/>
                  </a:cubicBezTo>
                  <a:lnTo>
                    <a:pt x="345" y="82"/>
                  </a:lnTo>
                  <a:cubicBezTo>
                    <a:pt x="358" y="69"/>
                    <a:pt x="358" y="48"/>
                    <a:pt x="345" y="3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4" name="组合 39"/>
          <p:cNvGrpSpPr>
            <a:grpSpLocks/>
          </p:cNvGrpSpPr>
          <p:nvPr/>
        </p:nvGrpSpPr>
        <p:grpSpPr bwMode="auto">
          <a:xfrm>
            <a:off x="7750695" y="403646"/>
            <a:ext cx="493713" cy="509588"/>
            <a:chOff x="0" y="0"/>
            <a:chExt cx="493712" cy="509588"/>
          </a:xfrm>
        </p:grpSpPr>
        <p:sp>
          <p:nvSpPr>
            <p:cNvPr id="25" name="Oval 12"/>
            <p:cNvSpPr>
              <a:spLocks noChangeArrowheads="1"/>
            </p:cNvSpPr>
            <p:nvPr/>
          </p:nvSpPr>
          <p:spPr bwMode="auto">
            <a:xfrm>
              <a:off x="0" y="0"/>
              <a:ext cx="493712" cy="509588"/>
            </a:xfrm>
            <a:prstGeom prst="ellipse">
              <a:avLst/>
            </a:prstGeom>
            <a:solidFill>
              <a:srgbClr val="05448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endParaRPr lang="zh-CN" altLang="en-US"/>
            </a:p>
          </p:txBody>
        </p:sp>
        <p:sp>
          <p:nvSpPr>
            <p:cNvPr id="26" name="Freeform 17"/>
            <p:cNvSpPr>
              <a:spLocks noEditPoints="1"/>
            </p:cNvSpPr>
            <p:nvPr/>
          </p:nvSpPr>
          <p:spPr bwMode="auto">
            <a:xfrm>
              <a:off x="103187" y="92075"/>
              <a:ext cx="300037" cy="330200"/>
            </a:xfrm>
            <a:custGeom>
              <a:avLst/>
              <a:gdLst>
                <a:gd name="T0" fmla="*/ 90709 w 387"/>
                <a:gd name="T1" fmla="*/ 50492 h 412"/>
                <a:gd name="T2" fmla="*/ 196148 w 387"/>
                <a:gd name="T3" fmla="*/ 36867 h 412"/>
                <a:gd name="T4" fmla="*/ 158159 w 387"/>
                <a:gd name="T5" fmla="*/ 22441 h 412"/>
                <a:gd name="T6" fmla="*/ 114743 w 387"/>
                <a:gd name="T7" fmla="*/ 22441 h 412"/>
                <a:gd name="T8" fmla="*/ 76754 w 387"/>
                <a:gd name="T9" fmla="*/ 36867 h 412"/>
                <a:gd name="T10" fmla="*/ 246542 w 387"/>
                <a:gd name="T11" fmla="*/ 286120 h 412"/>
                <a:gd name="T12" fmla="*/ 251194 w 387"/>
                <a:gd name="T13" fmla="*/ 276502 h 412"/>
                <a:gd name="T14" fmla="*/ 233362 w 387"/>
                <a:gd name="T15" fmla="*/ 214790 h 412"/>
                <a:gd name="T16" fmla="*/ 222508 w 387"/>
                <a:gd name="T17" fmla="*/ 214790 h 412"/>
                <a:gd name="T18" fmla="*/ 222508 w 387"/>
                <a:gd name="T19" fmla="*/ 262076 h 412"/>
                <a:gd name="T20" fmla="*/ 223283 w 387"/>
                <a:gd name="T21" fmla="*/ 262878 h 412"/>
                <a:gd name="T22" fmla="*/ 223283 w 387"/>
                <a:gd name="T23" fmla="*/ 264481 h 412"/>
                <a:gd name="T24" fmla="*/ 224059 w 387"/>
                <a:gd name="T25" fmla="*/ 265282 h 412"/>
                <a:gd name="T26" fmla="*/ 285307 w 387"/>
                <a:gd name="T27" fmla="*/ 217996 h 412"/>
                <a:gd name="T28" fmla="*/ 227935 w 387"/>
                <a:gd name="T29" fmla="*/ 186739 h 412"/>
                <a:gd name="T30" fmla="*/ 214755 w 387"/>
                <a:gd name="T31" fmla="*/ 329399 h 412"/>
                <a:gd name="T32" fmla="*/ 296161 w 387"/>
                <a:gd name="T33" fmla="*/ 271694 h 412"/>
                <a:gd name="T34" fmla="*/ 286082 w 387"/>
                <a:gd name="T35" fmla="*/ 270091 h 412"/>
                <a:gd name="T36" fmla="*/ 227935 w 387"/>
                <a:gd name="T37" fmla="*/ 318980 h 412"/>
                <a:gd name="T38" fmla="*/ 170564 w 387"/>
                <a:gd name="T39" fmla="*/ 246849 h 412"/>
                <a:gd name="T40" fmla="*/ 238789 w 387"/>
                <a:gd name="T41" fmla="*/ 198761 h 412"/>
                <a:gd name="T42" fmla="*/ 286082 w 387"/>
                <a:gd name="T43" fmla="*/ 270091 h 412"/>
                <a:gd name="T44" fmla="*/ 100788 w 387"/>
                <a:gd name="T45" fmla="*/ 269289 h 412"/>
                <a:gd name="T46" fmla="*/ 171339 w 387"/>
                <a:gd name="T47" fmla="*/ 196357 h 412"/>
                <a:gd name="T48" fmla="*/ 186069 w 387"/>
                <a:gd name="T49" fmla="*/ 185136 h 412"/>
                <a:gd name="T50" fmla="*/ 258947 w 387"/>
                <a:gd name="T51" fmla="*/ 112204 h 412"/>
                <a:gd name="T52" fmla="*/ 262048 w 387"/>
                <a:gd name="T53" fmla="*/ 181129 h 412"/>
                <a:gd name="T54" fmla="*/ 272902 w 387"/>
                <a:gd name="T55" fmla="*/ 185136 h 412"/>
                <a:gd name="T56" fmla="*/ 272902 w 387"/>
                <a:gd name="T57" fmla="*/ 76138 h 412"/>
                <a:gd name="T58" fmla="*/ 14730 w 387"/>
                <a:gd name="T59" fmla="*/ 61712 h 412"/>
                <a:gd name="T60" fmla="*/ 0 w 387"/>
                <a:gd name="T61" fmla="*/ 115410 h 412"/>
                <a:gd name="T62" fmla="*/ 0 w 387"/>
                <a:gd name="T63" fmla="*/ 196357 h 412"/>
                <a:gd name="T64" fmla="*/ 0 w 387"/>
                <a:gd name="T65" fmla="*/ 274900 h 412"/>
                <a:gd name="T66" fmla="*/ 151181 w 387"/>
                <a:gd name="T67" fmla="*/ 289326 h 412"/>
                <a:gd name="T68" fmla="*/ 11629 w 387"/>
                <a:gd name="T69" fmla="*/ 115410 h 412"/>
                <a:gd name="T70" fmla="*/ 14730 w 387"/>
                <a:gd name="T71" fmla="*/ 112204 h 412"/>
                <a:gd name="T72" fmla="*/ 89158 w 387"/>
                <a:gd name="T73" fmla="*/ 185136 h 412"/>
                <a:gd name="T74" fmla="*/ 11629 w 387"/>
                <a:gd name="T75" fmla="*/ 115410 h 412"/>
                <a:gd name="T76" fmla="*/ 89158 w 387"/>
                <a:gd name="T77" fmla="*/ 196357 h 412"/>
                <a:gd name="T78" fmla="*/ 14730 w 387"/>
                <a:gd name="T79" fmla="*/ 269289 h 412"/>
                <a:gd name="T80" fmla="*/ 11629 w 387"/>
                <a:gd name="T81" fmla="*/ 196357 h 412"/>
                <a:gd name="T82" fmla="*/ 100788 w 387"/>
                <a:gd name="T83" fmla="*/ 185136 h 412"/>
                <a:gd name="T84" fmla="*/ 100788 w 387"/>
                <a:gd name="T85" fmla="*/ 112204 h 412"/>
                <a:gd name="T86" fmla="*/ 175215 w 387"/>
                <a:gd name="T87" fmla="*/ 185136 h 412"/>
                <a:gd name="T88" fmla="*/ 180642 w 387"/>
                <a:gd name="T89" fmla="*/ 76138 h 412"/>
                <a:gd name="T90" fmla="*/ 190721 w 387"/>
                <a:gd name="T91" fmla="*/ 85756 h 412"/>
                <a:gd name="T92" fmla="*/ 171339 w 387"/>
                <a:gd name="T93" fmla="*/ 85756 h 412"/>
                <a:gd name="T94" fmla="*/ 95361 w 387"/>
                <a:gd name="T95" fmla="*/ 76138 h 412"/>
                <a:gd name="T96" fmla="*/ 104664 w 387"/>
                <a:gd name="T97" fmla="*/ 85756 h 412"/>
                <a:gd name="T98" fmla="*/ 85282 w 387"/>
                <a:gd name="T99" fmla="*/ 85756 h 412"/>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387" h="412">
                  <a:moveTo>
                    <a:pt x="99" y="46"/>
                  </a:moveTo>
                  <a:cubicBezTo>
                    <a:pt x="99" y="55"/>
                    <a:pt x="107" y="63"/>
                    <a:pt x="117" y="63"/>
                  </a:cubicBezTo>
                  <a:lnTo>
                    <a:pt x="236" y="63"/>
                  </a:lnTo>
                  <a:cubicBezTo>
                    <a:pt x="246" y="63"/>
                    <a:pt x="253" y="55"/>
                    <a:pt x="253" y="46"/>
                  </a:cubicBezTo>
                  <a:cubicBezTo>
                    <a:pt x="253" y="36"/>
                    <a:pt x="246" y="28"/>
                    <a:pt x="236" y="28"/>
                  </a:cubicBezTo>
                  <a:lnTo>
                    <a:pt x="204" y="28"/>
                  </a:lnTo>
                  <a:cubicBezTo>
                    <a:pt x="204" y="13"/>
                    <a:pt x="192" y="0"/>
                    <a:pt x="176" y="0"/>
                  </a:cubicBezTo>
                  <a:cubicBezTo>
                    <a:pt x="161" y="0"/>
                    <a:pt x="148" y="13"/>
                    <a:pt x="148" y="28"/>
                  </a:cubicBezTo>
                  <a:lnTo>
                    <a:pt x="117" y="28"/>
                  </a:lnTo>
                  <a:cubicBezTo>
                    <a:pt x="107" y="28"/>
                    <a:pt x="99" y="36"/>
                    <a:pt x="99" y="46"/>
                  </a:cubicBezTo>
                  <a:close/>
                  <a:moveTo>
                    <a:pt x="313" y="355"/>
                  </a:moveTo>
                  <a:cubicBezTo>
                    <a:pt x="315" y="356"/>
                    <a:pt x="317" y="357"/>
                    <a:pt x="318" y="357"/>
                  </a:cubicBezTo>
                  <a:cubicBezTo>
                    <a:pt x="320" y="357"/>
                    <a:pt x="322" y="356"/>
                    <a:pt x="324" y="355"/>
                  </a:cubicBezTo>
                  <a:cubicBezTo>
                    <a:pt x="326" y="352"/>
                    <a:pt x="326" y="348"/>
                    <a:pt x="324" y="345"/>
                  </a:cubicBezTo>
                  <a:lnTo>
                    <a:pt x="301" y="323"/>
                  </a:lnTo>
                  <a:lnTo>
                    <a:pt x="301" y="268"/>
                  </a:lnTo>
                  <a:cubicBezTo>
                    <a:pt x="301" y="264"/>
                    <a:pt x="298" y="260"/>
                    <a:pt x="294" y="260"/>
                  </a:cubicBezTo>
                  <a:cubicBezTo>
                    <a:pt x="290" y="260"/>
                    <a:pt x="287" y="264"/>
                    <a:pt x="287" y="268"/>
                  </a:cubicBezTo>
                  <a:lnTo>
                    <a:pt x="287" y="326"/>
                  </a:lnTo>
                  <a:cubicBezTo>
                    <a:pt x="287" y="326"/>
                    <a:pt x="287" y="327"/>
                    <a:pt x="287" y="327"/>
                  </a:cubicBezTo>
                  <a:cubicBezTo>
                    <a:pt x="287" y="327"/>
                    <a:pt x="287" y="327"/>
                    <a:pt x="287" y="328"/>
                  </a:cubicBezTo>
                  <a:cubicBezTo>
                    <a:pt x="287" y="328"/>
                    <a:pt x="287" y="328"/>
                    <a:pt x="288" y="328"/>
                  </a:cubicBezTo>
                  <a:cubicBezTo>
                    <a:pt x="288" y="329"/>
                    <a:pt x="288" y="329"/>
                    <a:pt x="288" y="329"/>
                  </a:cubicBezTo>
                  <a:cubicBezTo>
                    <a:pt x="288" y="329"/>
                    <a:pt x="288" y="329"/>
                    <a:pt x="288" y="330"/>
                  </a:cubicBezTo>
                  <a:cubicBezTo>
                    <a:pt x="288" y="330"/>
                    <a:pt x="289" y="330"/>
                    <a:pt x="289" y="331"/>
                  </a:cubicBezTo>
                  <a:cubicBezTo>
                    <a:pt x="289" y="331"/>
                    <a:pt x="289" y="331"/>
                    <a:pt x="289" y="331"/>
                  </a:cubicBezTo>
                  <a:lnTo>
                    <a:pt x="313" y="355"/>
                  </a:lnTo>
                  <a:close/>
                  <a:moveTo>
                    <a:pt x="368" y="272"/>
                  </a:moveTo>
                  <a:cubicBezTo>
                    <a:pt x="355" y="252"/>
                    <a:pt x="335" y="239"/>
                    <a:pt x="311" y="234"/>
                  </a:cubicBezTo>
                  <a:cubicBezTo>
                    <a:pt x="305" y="233"/>
                    <a:pt x="300" y="233"/>
                    <a:pt x="294" y="233"/>
                  </a:cubicBezTo>
                  <a:cubicBezTo>
                    <a:pt x="251" y="233"/>
                    <a:pt x="214" y="264"/>
                    <a:pt x="206" y="306"/>
                  </a:cubicBezTo>
                  <a:cubicBezTo>
                    <a:pt x="197" y="354"/>
                    <a:pt x="229" y="401"/>
                    <a:pt x="277" y="411"/>
                  </a:cubicBezTo>
                  <a:cubicBezTo>
                    <a:pt x="283" y="412"/>
                    <a:pt x="289" y="412"/>
                    <a:pt x="294" y="412"/>
                  </a:cubicBezTo>
                  <a:cubicBezTo>
                    <a:pt x="337" y="412"/>
                    <a:pt x="374" y="382"/>
                    <a:pt x="382" y="339"/>
                  </a:cubicBezTo>
                  <a:cubicBezTo>
                    <a:pt x="387" y="316"/>
                    <a:pt x="382" y="292"/>
                    <a:pt x="368" y="272"/>
                  </a:cubicBezTo>
                  <a:close/>
                  <a:moveTo>
                    <a:pt x="369" y="337"/>
                  </a:moveTo>
                  <a:lnTo>
                    <a:pt x="369" y="337"/>
                  </a:lnTo>
                  <a:cubicBezTo>
                    <a:pt x="362" y="372"/>
                    <a:pt x="330" y="398"/>
                    <a:pt x="294" y="398"/>
                  </a:cubicBezTo>
                  <a:cubicBezTo>
                    <a:pt x="289" y="398"/>
                    <a:pt x="285" y="398"/>
                    <a:pt x="280" y="397"/>
                  </a:cubicBezTo>
                  <a:cubicBezTo>
                    <a:pt x="239" y="389"/>
                    <a:pt x="212" y="349"/>
                    <a:pt x="220" y="308"/>
                  </a:cubicBezTo>
                  <a:cubicBezTo>
                    <a:pt x="227" y="273"/>
                    <a:pt x="258" y="247"/>
                    <a:pt x="294" y="247"/>
                  </a:cubicBezTo>
                  <a:cubicBezTo>
                    <a:pt x="299" y="247"/>
                    <a:pt x="304" y="247"/>
                    <a:pt x="308" y="248"/>
                  </a:cubicBezTo>
                  <a:cubicBezTo>
                    <a:pt x="328" y="252"/>
                    <a:pt x="345" y="263"/>
                    <a:pt x="357" y="280"/>
                  </a:cubicBezTo>
                  <a:cubicBezTo>
                    <a:pt x="368" y="297"/>
                    <a:pt x="372" y="317"/>
                    <a:pt x="369" y="337"/>
                  </a:cubicBezTo>
                  <a:close/>
                  <a:moveTo>
                    <a:pt x="189" y="336"/>
                  </a:moveTo>
                  <a:lnTo>
                    <a:pt x="130" y="336"/>
                  </a:lnTo>
                  <a:lnTo>
                    <a:pt x="130" y="245"/>
                  </a:lnTo>
                  <a:lnTo>
                    <a:pt x="221" y="245"/>
                  </a:lnTo>
                  <a:cubicBezTo>
                    <a:pt x="227" y="240"/>
                    <a:pt x="234" y="235"/>
                    <a:pt x="241" y="231"/>
                  </a:cubicBezTo>
                  <a:lnTo>
                    <a:pt x="240" y="231"/>
                  </a:lnTo>
                  <a:lnTo>
                    <a:pt x="240" y="140"/>
                  </a:lnTo>
                  <a:lnTo>
                    <a:pt x="334" y="140"/>
                  </a:lnTo>
                  <a:cubicBezTo>
                    <a:pt x="336" y="140"/>
                    <a:pt x="338" y="142"/>
                    <a:pt x="338" y="144"/>
                  </a:cubicBezTo>
                  <a:lnTo>
                    <a:pt x="338" y="226"/>
                  </a:lnTo>
                  <a:cubicBezTo>
                    <a:pt x="343" y="228"/>
                    <a:pt x="348" y="231"/>
                    <a:pt x="352" y="234"/>
                  </a:cubicBezTo>
                  <a:lnTo>
                    <a:pt x="352" y="231"/>
                  </a:lnTo>
                  <a:lnTo>
                    <a:pt x="352" y="144"/>
                  </a:lnTo>
                  <a:lnTo>
                    <a:pt x="352" y="95"/>
                  </a:lnTo>
                  <a:cubicBezTo>
                    <a:pt x="352" y="85"/>
                    <a:pt x="344" y="77"/>
                    <a:pt x="334" y="77"/>
                  </a:cubicBezTo>
                  <a:lnTo>
                    <a:pt x="19" y="77"/>
                  </a:lnTo>
                  <a:cubicBezTo>
                    <a:pt x="8" y="77"/>
                    <a:pt x="0" y="85"/>
                    <a:pt x="0" y="95"/>
                  </a:cubicBezTo>
                  <a:lnTo>
                    <a:pt x="0" y="144"/>
                  </a:lnTo>
                  <a:lnTo>
                    <a:pt x="0" y="231"/>
                  </a:lnTo>
                  <a:lnTo>
                    <a:pt x="0" y="245"/>
                  </a:lnTo>
                  <a:lnTo>
                    <a:pt x="0" y="332"/>
                  </a:lnTo>
                  <a:lnTo>
                    <a:pt x="0" y="343"/>
                  </a:lnTo>
                  <a:cubicBezTo>
                    <a:pt x="0" y="353"/>
                    <a:pt x="8" y="361"/>
                    <a:pt x="19" y="361"/>
                  </a:cubicBezTo>
                  <a:lnTo>
                    <a:pt x="195" y="361"/>
                  </a:lnTo>
                  <a:cubicBezTo>
                    <a:pt x="192" y="353"/>
                    <a:pt x="190" y="345"/>
                    <a:pt x="189" y="336"/>
                  </a:cubicBezTo>
                  <a:close/>
                  <a:moveTo>
                    <a:pt x="15" y="144"/>
                  </a:moveTo>
                  <a:lnTo>
                    <a:pt x="15" y="144"/>
                  </a:lnTo>
                  <a:cubicBezTo>
                    <a:pt x="15" y="142"/>
                    <a:pt x="16" y="140"/>
                    <a:pt x="19" y="140"/>
                  </a:cubicBezTo>
                  <a:lnTo>
                    <a:pt x="115" y="140"/>
                  </a:lnTo>
                  <a:lnTo>
                    <a:pt x="115" y="231"/>
                  </a:lnTo>
                  <a:lnTo>
                    <a:pt x="15" y="231"/>
                  </a:lnTo>
                  <a:lnTo>
                    <a:pt x="15" y="144"/>
                  </a:lnTo>
                  <a:close/>
                  <a:moveTo>
                    <a:pt x="115" y="245"/>
                  </a:moveTo>
                  <a:lnTo>
                    <a:pt x="115" y="245"/>
                  </a:lnTo>
                  <a:lnTo>
                    <a:pt x="115" y="336"/>
                  </a:lnTo>
                  <a:lnTo>
                    <a:pt x="19" y="336"/>
                  </a:lnTo>
                  <a:cubicBezTo>
                    <a:pt x="16" y="336"/>
                    <a:pt x="15" y="334"/>
                    <a:pt x="15" y="332"/>
                  </a:cubicBezTo>
                  <a:lnTo>
                    <a:pt x="15" y="245"/>
                  </a:lnTo>
                  <a:lnTo>
                    <a:pt x="115" y="245"/>
                  </a:lnTo>
                  <a:close/>
                  <a:moveTo>
                    <a:pt x="130" y="231"/>
                  </a:moveTo>
                  <a:lnTo>
                    <a:pt x="130" y="231"/>
                  </a:lnTo>
                  <a:lnTo>
                    <a:pt x="130" y="140"/>
                  </a:lnTo>
                  <a:lnTo>
                    <a:pt x="226" y="140"/>
                  </a:lnTo>
                  <a:lnTo>
                    <a:pt x="226" y="231"/>
                  </a:lnTo>
                  <a:lnTo>
                    <a:pt x="130" y="231"/>
                  </a:lnTo>
                  <a:close/>
                  <a:moveTo>
                    <a:pt x="233" y="95"/>
                  </a:moveTo>
                  <a:lnTo>
                    <a:pt x="233" y="95"/>
                  </a:lnTo>
                  <a:cubicBezTo>
                    <a:pt x="240" y="95"/>
                    <a:pt x="246" y="101"/>
                    <a:pt x="246" y="107"/>
                  </a:cubicBezTo>
                  <a:cubicBezTo>
                    <a:pt x="246" y="114"/>
                    <a:pt x="240" y="120"/>
                    <a:pt x="233" y="120"/>
                  </a:cubicBezTo>
                  <a:cubicBezTo>
                    <a:pt x="226" y="120"/>
                    <a:pt x="221" y="114"/>
                    <a:pt x="221" y="107"/>
                  </a:cubicBezTo>
                  <a:cubicBezTo>
                    <a:pt x="221" y="101"/>
                    <a:pt x="226" y="95"/>
                    <a:pt x="233" y="95"/>
                  </a:cubicBezTo>
                  <a:close/>
                  <a:moveTo>
                    <a:pt x="123" y="95"/>
                  </a:moveTo>
                  <a:lnTo>
                    <a:pt x="123" y="95"/>
                  </a:lnTo>
                  <a:cubicBezTo>
                    <a:pt x="129" y="95"/>
                    <a:pt x="135" y="101"/>
                    <a:pt x="135" y="107"/>
                  </a:cubicBezTo>
                  <a:cubicBezTo>
                    <a:pt x="135" y="114"/>
                    <a:pt x="129" y="120"/>
                    <a:pt x="123" y="120"/>
                  </a:cubicBezTo>
                  <a:cubicBezTo>
                    <a:pt x="116" y="120"/>
                    <a:pt x="110" y="114"/>
                    <a:pt x="110" y="107"/>
                  </a:cubicBezTo>
                  <a:cubicBezTo>
                    <a:pt x="110" y="101"/>
                    <a:pt x="116" y="95"/>
                    <a:pt x="123" y="9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0" name="圆角矩形 53"/>
          <p:cNvSpPr>
            <a:spLocks noChangeArrowheads="1"/>
          </p:cNvSpPr>
          <p:nvPr/>
        </p:nvSpPr>
        <p:spPr bwMode="auto">
          <a:xfrm>
            <a:off x="4466630" y="3843161"/>
            <a:ext cx="1233488" cy="360363"/>
          </a:xfrm>
          <a:prstGeom prst="roundRect">
            <a:avLst>
              <a:gd name="adj" fmla="val 16667"/>
            </a:avLst>
          </a:prstGeom>
          <a:solidFill>
            <a:srgbClr val="054487"/>
          </a:solidFill>
          <a:ln>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21A3D0"/>
              </a:solidFill>
              <a:effectLst/>
              <a:uLnTx/>
              <a:uFillTx/>
              <a:latin typeface="Calibri"/>
              <a:ea typeface="宋体"/>
            </a:endParaRPr>
          </a:p>
        </p:txBody>
      </p:sp>
      <p:sp>
        <p:nvSpPr>
          <p:cNvPr id="31" name="TextBox 55"/>
          <p:cNvSpPr txBox="1">
            <a:spLocks noChangeArrowheads="1"/>
          </p:cNvSpPr>
          <p:nvPr/>
        </p:nvSpPr>
        <p:spPr bwMode="auto">
          <a:xfrm>
            <a:off x="2996605" y="3782368"/>
            <a:ext cx="1344613"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charset="-122"/>
              </a:defRPr>
            </a:lvl9pPr>
          </a:lstStyle>
          <a:p>
            <a:pPr defTabSz="914400" eaLnBrk="1" hangingPunct="1">
              <a:lnSpc>
                <a:spcPct val="150000"/>
              </a:lnSpc>
            </a:pPr>
            <a:r>
              <a:rPr lang="zh-CN" altLang="en-US" sz="1800" dirty="0">
                <a:solidFill>
                  <a:srgbClr val="054487"/>
                </a:solidFill>
                <a:latin typeface="微软雅黑" pitchFamily="34" charset="-122"/>
                <a:ea typeface="微软雅黑" pitchFamily="34" charset="-122"/>
              </a:rPr>
              <a:t>前行者</a:t>
            </a:r>
          </a:p>
        </p:txBody>
      </p:sp>
      <p:sp>
        <p:nvSpPr>
          <p:cNvPr id="32" name="TextBox 56"/>
          <p:cNvSpPr txBox="1">
            <a:spLocks noChangeArrowheads="1"/>
          </p:cNvSpPr>
          <p:nvPr/>
        </p:nvSpPr>
        <p:spPr bwMode="auto">
          <a:xfrm>
            <a:off x="5776317" y="3768549"/>
            <a:ext cx="1735931"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charset="-122"/>
              </a:defRPr>
            </a:lvl9pPr>
          </a:lstStyle>
          <a:p>
            <a:pPr defTabSz="914400" eaLnBrk="1" hangingPunct="1">
              <a:lnSpc>
                <a:spcPct val="150000"/>
              </a:lnSpc>
            </a:pPr>
            <a:r>
              <a:rPr lang="zh-CN" altLang="en-US" sz="1800" dirty="0">
                <a:solidFill>
                  <a:srgbClr val="054487"/>
                </a:solidFill>
                <a:latin typeface="微软雅黑" pitchFamily="34" charset="-122"/>
                <a:ea typeface="微软雅黑" pitchFamily="34" charset="-122"/>
              </a:rPr>
              <a:t>前行者工作室</a:t>
            </a:r>
            <a:endParaRPr lang="en-US" sz="1800" dirty="0">
              <a:solidFill>
                <a:srgbClr val="054487"/>
              </a:solidFill>
              <a:latin typeface="微软雅黑" pitchFamily="34" charset="-122"/>
              <a:ea typeface="微软雅黑" pitchFamily="34" charset="-122"/>
            </a:endParaRPr>
          </a:p>
        </p:txBody>
      </p:sp>
      <p:sp>
        <p:nvSpPr>
          <p:cNvPr id="33" name="TextBox 58"/>
          <p:cNvSpPr txBox="1">
            <a:spLocks noChangeArrowheads="1"/>
          </p:cNvSpPr>
          <p:nvPr/>
        </p:nvSpPr>
        <p:spPr bwMode="auto">
          <a:xfrm>
            <a:off x="4509493" y="3768549"/>
            <a:ext cx="1190625"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charset="-122"/>
              </a:defRPr>
            </a:lvl9pPr>
          </a:lstStyle>
          <a:p>
            <a:pPr algn="dist" defTabSz="914400" eaLnBrk="1" hangingPunct="1">
              <a:lnSpc>
                <a:spcPct val="150000"/>
              </a:lnSpc>
            </a:pPr>
            <a:r>
              <a:rPr lang="zh-CN" altLang="en-US" sz="1800" dirty="0">
                <a:solidFill>
                  <a:schemeClr val="bg1"/>
                </a:solidFill>
                <a:latin typeface="微软雅黑" pitchFamily="34" charset="-122"/>
                <a:ea typeface="微软雅黑" pitchFamily="34" charset="-122"/>
              </a:rPr>
              <a:t>部门</a:t>
            </a:r>
            <a:endParaRPr lang="en-US" sz="1800" dirty="0">
              <a:solidFill>
                <a:schemeClr val="bg1"/>
              </a:solidFill>
              <a:latin typeface="微软雅黑" pitchFamily="34" charset="-122"/>
              <a:ea typeface="微软雅黑" pitchFamily="34" charset="-122"/>
            </a:endParaRPr>
          </a:p>
        </p:txBody>
      </p:sp>
      <p:sp>
        <p:nvSpPr>
          <p:cNvPr id="34" name="圆角矩形 59"/>
          <p:cNvSpPr>
            <a:spLocks noChangeArrowheads="1"/>
          </p:cNvSpPr>
          <p:nvPr/>
        </p:nvSpPr>
        <p:spPr bwMode="auto">
          <a:xfrm>
            <a:off x="1691680" y="3856980"/>
            <a:ext cx="1233488" cy="360363"/>
          </a:xfrm>
          <a:prstGeom prst="roundRect">
            <a:avLst>
              <a:gd name="adj" fmla="val 16667"/>
            </a:avLst>
          </a:prstGeom>
          <a:solidFill>
            <a:srgbClr val="054487"/>
          </a:solidFill>
          <a:ln>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21A3D0"/>
              </a:solidFill>
              <a:effectLst/>
              <a:uLnTx/>
              <a:uFillTx/>
              <a:latin typeface="Calibri"/>
              <a:ea typeface="宋体"/>
            </a:endParaRPr>
          </a:p>
        </p:txBody>
      </p:sp>
      <p:sp>
        <p:nvSpPr>
          <p:cNvPr id="35" name="TextBox 60"/>
          <p:cNvSpPr txBox="1">
            <a:spLocks noChangeArrowheads="1"/>
          </p:cNvSpPr>
          <p:nvPr/>
        </p:nvSpPr>
        <p:spPr bwMode="auto">
          <a:xfrm>
            <a:off x="1734543" y="3782368"/>
            <a:ext cx="1190625" cy="458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charset="-122"/>
              </a:defRPr>
            </a:lvl9pPr>
          </a:lstStyle>
          <a:p>
            <a:pPr algn="dist" defTabSz="914400" eaLnBrk="1" hangingPunct="1">
              <a:lnSpc>
                <a:spcPct val="150000"/>
              </a:lnSpc>
            </a:pPr>
            <a:r>
              <a:rPr lang="zh-CN" altLang="en-US" sz="1800" dirty="0">
                <a:solidFill>
                  <a:schemeClr val="bg1"/>
                </a:solidFill>
                <a:latin typeface="微软雅黑" pitchFamily="34" charset="-122"/>
                <a:ea typeface="微软雅黑" pitchFamily="34" charset="-122"/>
              </a:rPr>
              <a:t>汇报人</a:t>
            </a:r>
            <a:endParaRPr lang="en-US" sz="1800" dirty="0">
              <a:solidFill>
                <a:schemeClr val="bg1"/>
              </a:solidFill>
              <a:latin typeface="微软雅黑" pitchFamily="34" charset="-122"/>
              <a:ea typeface="微软雅黑" pitchFamily="34" charset="-122"/>
            </a:endParaRPr>
          </a:p>
        </p:txBody>
      </p:sp>
      <p:pic>
        <p:nvPicPr>
          <p:cNvPr id="36" name="【6】-Fade＜无限循环极品 这一刻 唤醒了2014所有的痛苦与极乐＞.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756592" y="-843795"/>
            <a:ext cx="609600" cy="609600"/>
          </a:xfrm>
          <a:prstGeom prst="rect">
            <a:avLst/>
          </a:prstGeom>
        </p:spPr>
      </p:pic>
    </p:spTree>
    <p:extLst>
      <p:ext uri="{BB962C8B-B14F-4D97-AF65-F5344CB8AC3E}">
        <p14:creationId xmlns:p14="http://schemas.microsoft.com/office/powerpoint/2010/main" val="2022625421"/>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6"/>
                                        </p:tgtEl>
                                      </p:cBhvr>
                                    </p:cmd>
                                  </p:child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childTnLst>
                          </p:cTn>
                        </p:par>
                        <p:par>
                          <p:cTn id="11" fill="hold">
                            <p:stCondLst>
                              <p:cond delay="500"/>
                            </p:stCondLst>
                            <p:childTnLst>
                              <p:par>
                                <p:cTn id="12" presetID="2" presetClass="entr" presetSubtype="2" fill="hold" nodeType="after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additive="base">
                                        <p:cTn id="14" dur="500" fill="hold"/>
                                        <p:tgtEl>
                                          <p:spTgt spid="2"/>
                                        </p:tgtEl>
                                        <p:attrNameLst>
                                          <p:attrName>ppt_x</p:attrName>
                                        </p:attrNameLst>
                                      </p:cBhvr>
                                      <p:tavLst>
                                        <p:tav tm="0">
                                          <p:val>
                                            <p:strVal val="1+#ppt_w/2"/>
                                          </p:val>
                                        </p:tav>
                                        <p:tav tm="100000">
                                          <p:val>
                                            <p:strVal val="#ppt_x"/>
                                          </p:val>
                                        </p:tav>
                                      </p:tavLst>
                                    </p:anim>
                                    <p:anim calcmode="lin" valueType="num">
                                      <p:cBhvr additive="base">
                                        <p:cTn id="15" dur="500" fill="hold"/>
                                        <p:tgtEl>
                                          <p:spTgt spid="2"/>
                                        </p:tgtEl>
                                        <p:attrNameLst>
                                          <p:attrName>ppt_y</p:attrName>
                                        </p:attrNameLst>
                                      </p:cBhvr>
                                      <p:tavLst>
                                        <p:tav tm="0">
                                          <p:val>
                                            <p:strVal val="#ppt_y"/>
                                          </p:val>
                                        </p:tav>
                                        <p:tav tm="100000">
                                          <p:val>
                                            <p:strVal val="#ppt_y"/>
                                          </p:val>
                                        </p:tav>
                                      </p:tavLst>
                                    </p:anim>
                                  </p:childTnLst>
                                </p:cTn>
                              </p:par>
                            </p:childTnLst>
                          </p:cTn>
                        </p:par>
                        <p:par>
                          <p:cTn id="16" fill="hold">
                            <p:stCondLst>
                              <p:cond delay="1000"/>
                            </p:stCondLst>
                            <p:childTnLst>
                              <p:par>
                                <p:cTn id="17" presetID="56" presetClass="entr" presetSubtype="0" fill="hold" grpId="0" nodeType="afterEffect">
                                  <p:stCondLst>
                                    <p:cond delay="0"/>
                                  </p:stCondLst>
                                  <p:iterate type="lt">
                                    <p:tmPct val="10000"/>
                                  </p:iterate>
                                  <p:childTnLst>
                                    <p:set>
                                      <p:cBhvr>
                                        <p:cTn id="18" dur="1" fill="hold">
                                          <p:stCondLst>
                                            <p:cond delay="0"/>
                                          </p:stCondLst>
                                        </p:cTn>
                                        <p:tgtEl>
                                          <p:spTgt spid="13"/>
                                        </p:tgtEl>
                                        <p:attrNameLst>
                                          <p:attrName>style.visibility</p:attrName>
                                        </p:attrNameLst>
                                      </p:cBhvr>
                                      <p:to>
                                        <p:strVal val="visible"/>
                                      </p:to>
                                    </p:set>
                                    <p:anim by="(-#ppt_w*2)" calcmode="lin" valueType="num">
                                      <p:cBhvr rctx="PPT">
                                        <p:cTn id="19" dur="500" autoRev="1" fill="hold">
                                          <p:stCondLst>
                                            <p:cond delay="0"/>
                                          </p:stCondLst>
                                        </p:cTn>
                                        <p:tgtEl>
                                          <p:spTgt spid="13"/>
                                        </p:tgtEl>
                                        <p:attrNameLst>
                                          <p:attrName>ppt_w</p:attrName>
                                        </p:attrNameLst>
                                      </p:cBhvr>
                                    </p:anim>
                                    <p:anim by="(#ppt_w*0.50)" calcmode="lin" valueType="num">
                                      <p:cBhvr>
                                        <p:cTn id="20" dur="500" decel="50000" autoRev="1" fill="hold">
                                          <p:stCondLst>
                                            <p:cond delay="0"/>
                                          </p:stCondLst>
                                        </p:cTn>
                                        <p:tgtEl>
                                          <p:spTgt spid="13"/>
                                        </p:tgtEl>
                                        <p:attrNameLst>
                                          <p:attrName>ppt_x</p:attrName>
                                        </p:attrNameLst>
                                      </p:cBhvr>
                                    </p:anim>
                                    <p:anim from="(-#ppt_h/2)" to="(#ppt_y)" calcmode="lin" valueType="num">
                                      <p:cBhvr>
                                        <p:cTn id="21" dur="1000" fill="hold">
                                          <p:stCondLst>
                                            <p:cond delay="0"/>
                                          </p:stCondLst>
                                        </p:cTn>
                                        <p:tgtEl>
                                          <p:spTgt spid="13"/>
                                        </p:tgtEl>
                                        <p:attrNameLst>
                                          <p:attrName>ppt_y</p:attrName>
                                        </p:attrNameLst>
                                      </p:cBhvr>
                                    </p:anim>
                                    <p:animRot by="21600000">
                                      <p:cBhvr>
                                        <p:cTn id="22" dur="1000" fill="hold">
                                          <p:stCondLst>
                                            <p:cond delay="0"/>
                                          </p:stCondLst>
                                        </p:cTn>
                                        <p:tgtEl>
                                          <p:spTgt spid="13"/>
                                        </p:tgtEl>
                                        <p:attrNameLst>
                                          <p:attrName>r</p:attrName>
                                        </p:attrNameLst>
                                      </p:cBhvr>
                                    </p:animRot>
                                  </p:childTnLst>
                                </p:cTn>
                              </p:par>
                            </p:childTnLst>
                          </p:cTn>
                        </p:par>
                        <p:par>
                          <p:cTn id="23" fill="hold">
                            <p:stCondLst>
                              <p:cond delay="2300"/>
                            </p:stCondLst>
                            <p:childTnLst>
                              <p:par>
                                <p:cTn id="24" presetID="41" presetClass="entr" presetSubtype="0" fill="hold" grpId="0" nodeType="afterEffect">
                                  <p:stCondLst>
                                    <p:cond delay="0"/>
                                  </p:stCondLst>
                                  <p:iterate type="lt">
                                    <p:tmPct val="10000"/>
                                  </p:iterate>
                                  <p:childTnLst>
                                    <p:set>
                                      <p:cBhvr>
                                        <p:cTn id="25" dur="1" fill="hold">
                                          <p:stCondLst>
                                            <p:cond delay="0"/>
                                          </p:stCondLst>
                                        </p:cTn>
                                        <p:tgtEl>
                                          <p:spTgt spid="14"/>
                                        </p:tgtEl>
                                        <p:attrNameLst>
                                          <p:attrName>style.visibility</p:attrName>
                                        </p:attrNameLst>
                                      </p:cBhvr>
                                      <p:to>
                                        <p:strVal val="visible"/>
                                      </p:to>
                                    </p:set>
                                    <p:anim calcmode="lin" valueType="num">
                                      <p:cBhvr>
                                        <p:cTn id="26" dur="500" fill="hold"/>
                                        <p:tgtEl>
                                          <p:spTgt spid="14"/>
                                        </p:tgtEl>
                                        <p:attrNameLst>
                                          <p:attrName>ppt_x</p:attrName>
                                        </p:attrNameLst>
                                      </p:cBhvr>
                                      <p:tavLst>
                                        <p:tav tm="0">
                                          <p:val>
                                            <p:strVal val="#ppt_x"/>
                                          </p:val>
                                        </p:tav>
                                        <p:tav tm="50000">
                                          <p:val>
                                            <p:strVal val="#ppt_x+.1"/>
                                          </p:val>
                                        </p:tav>
                                        <p:tav tm="100000">
                                          <p:val>
                                            <p:strVal val="#ppt_x"/>
                                          </p:val>
                                        </p:tav>
                                      </p:tavLst>
                                    </p:anim>
                                    <p:anim calcmode="lin" valueType="num">
                                      <p:cBhvr>
                                        <p:cTn id="27" dur="500" fill="hold"/>
                                        <p:tgtEl>
                                          <p:spTgt spid="14"/>
                                        </p:tgtEl>
                                        <p:attrNameLst>
                                          <p:attrName>ppt_y</p:attrName>
                                        </p:attrNameLst>
                                      </p:cBhvr>
                                      <p:tavLst>
                                        <p:tav tm="0">
                                          <p:val>
                                            <p:strVal val="#ppt_y"/>
                                          </p:val>
                                        </p:tav>
                                        <p:tav tm="100000">
                                          <p:val>
                                            <p:strVal val="#ppt_y"/>
                                          </p:val>
                                        </p:tav>
                                      </p:tavLst>
                                    </p:anim>
                                    <p:anim calcmode="lin" valueType="num">
                                      <p:cBhvr>
                                        <p:cTn id="28" dur="500" fill="hold"/>
                                        <p:tgtEl>
                                          <p:spTgt spid="14"/>
                                        </p:tgtEl>
                                        <p:attrNameLst>
                                          <p:attrName>ppt_h</p:attrName>
                                        </p:attrNameLst>
                                      </p:cBhvr>
                                      <p:tavLst>
                                        <p:tav tm="0">
                                          <p:val>
                                            <p:strVal val="#ppt_h/10"/>
                                          </p:val>
                                        </p:tav>
                                        <p:tav tm="50000">
                                          <p:val>
                                            <p:strVal val="#ppt_h+.01"/>
                                          </p:val>
                                        </p:tav>
                                        <p:tav tm="100000">
                                          <p:val>
                                            <p:strVal val="#ppt_h"/>
                                          </p:val>
                                        </p:tav>
                                      </p:tavLst>
                                    </p:anim>
                                    <p:anim calcmode="lin" valueType="num">
                                      <p:cBhvr>
                                        <p:cTn id="29" dur="500" fill="hold"/>
                                        <p:tgtEl>
                                          <p:spTgt spid="14"/>
                                        </p:tgtEl>
                                        <p:attrNameLst>
                                          <p:attrName>ppt_w</p:attrName>
                                        </p:attrNameLst>
                                      </p:cBhvr>
                                      <p:tavLst>
                                        <p:tav tm="0">
                                          <p:val>
                                            <p:strVal val="#ppt_w/10"/>
                                          </p:val>
                                        </p:tav>
                                        <p:tav tm="50000">
                                          <p:val>
                                            <p:strVal val="#ppt_w+.01"/>
                                          </p:val>
                                        </p:tav>
                                        <p:tav tm="100000">
                                          <p:val>
                                            <p:strVal val="#ppt_w"/>
                                          </p:val>
                                        </p:tav>
                                      </p:tavLst>
                                    </p:anim>
                                    <p:animEffect transition="in" filter="fade">
                                      <p:cBhvr>
                                        <p:cTn id="30" dur="500" tmFilter="0,0; .5, 1; 1, 1"/>
                                        <p:tgtEl>
                                          <p:spTgt spid="14"/>
                                        </p:tgtEl>
                                      </p:cBhvr>
                                    </p:animEffect>
                                  </p:childTnLst>
                                </p:cTn>
                              </p:par>
                            </p:childTnLst>
                          </p:cTn>
                        </p:par>
                        <p:par>
                          <p:cTn id="31" fill="hold">
                            <p:stCondLst>
                              <p:cond delay="3550"/>
                            </p:stCondLst>
                            <p:childTnLst>
                              <p:par>
                                <p:cTn id="32" presetID="2" presetClass="entr" presetSubtype="8"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 calcmode="lin" valueType="num">
                                      <p:cBhvr additive="base">
                                        <p:cTn id="34" dur="500" fill="hold"/>
                                        <p:tgtEl>
                                          <p:spTgt spid="11"/>
                                        </p:tgtEl>
                                        <p:attrNameLst>
                                          <p:attrName>ppt_x</p:attrName>
                                        </p:attrNameLst>
                                      </p:cBhvr>
                                      <p:tavLst>
                                        <p:tav tm="0">
                                          <p:val>
                                            <p:strVal val="0-#ppt_w/2"/>
                                          </p:val>
                                        </p:tav>
                                        <p:tav tm="100000">
                                          <p:val>
                                            <p:strVal val="#ppt_x"/>
                                          </p:val>
                                        </p:tav>
                                      </p:tavLst>
                                    </p:anim>
                                    <p:anim calcmode="lin" valueType="num">
                                      <p:cBhvr additive="base">
                                        <p:cTn id="35" dur="500" fill="hold"/>
                                        <p:tgtEl>
                                          <p:spTgt spid="11"/>
                                        </p:tgtEl>
                                        <p:attrNameLst>
                                          <p:attrName>ppt_y</p:attrName>
                                        </p:attrNameLst>
                                      </p:cBhvr>
                                      <p:tavLst>
                                        <p:tav tm="0">
                                          <p:val>
                                            <p:strVal val="#ppt_y"/>
                                          </p:val>
                                        </p:tav>
                                        <p:tav tm="100000">
                                          <p:val>
                                            <p:strVal val="#ppt_y"/>
                                          </p:val>
                                        </p:tav>
                                      </p:tavLst>
                                    </p:anim>
                                  </p:childTnLst>
                                </p:cTn>
                              </p:par>
                            </p:childTnLst>
                          </p:cTn>
                        </p:par>
                        <p:par>
                          <p:cTn id="36" fill="hold">
                            <p:stCondLst>
                              <p:cond delay="4050"/>
                            </p:stCondLst>
                            <p:childTnLst>
                              <p:par>
                                <p:cTn id="37" presetID="41" presetClass="entr" presetSubtype="0" fill="hold" grpId="0" nodeType="afterEffect">
                                  <p:stCondLst>
                                    <p:cond delay="0"/>
                                  </p:stCondLst>
                                  <p:iterate type="lt">
                                    <p:tmPct val="10000"/>
                                  </p:iterate>
                                  <p:childTnLst>
                                    <p:set>
                                      <p:cBhvr>
                                        <p:cTn id="38" dur="1" fill="hold">
                                          <p:stCondLst>
                                            <p:cond delay="0"/>
                                          </p:stCondLst>
                                        </p:cTn>
                                        <p:tgtEl>
                                          <p:spTgt spid="12"/>
                                        </p:tgtEl>
                                        <p:attrNameLst>
                                          <p:attrName>style.visibility</p:attrName>
                                        </p:attrNameLst>
                                      </p:cBhvr>
                                      <p:to>
                                        <p:strVal val="visible"/>
                                      </p:to>
                                    </p:set>
                                    <p:anim calcmode="lin" valueType="num">
                                      <p:cBhvr>
                                        <p:cTn id="39" dur="500" fill="hold"/>
                                        <p:tgtEl>
                                          <p:spTgt spid="12"/>
                                        </p:tgtEl>
                                        <p:attrNameLst>
                                          <p:attrName>ppt_x</p:attrName>
                                        </p:attrNameLst>
                                      </p:cBhvr>
                                      <p:tavLst>
                                        <p:tav tm="0">
                                          <p:val>
                                            <p:strVal val="#ppt_x"/>
                                          </p:val>
                                        </p:tav>
                                        <p:tav tm="50000">
                                          <p:val>
                                            <p:strVal val="#ppt_x+.1"/>
                                          </p:val>
                                        </p:tav>
                                        <p:tav tm="100000">
                                          <p:val>
                                            <p:strVal val="#ppt_x"/>
                                          </p:val>
                                        </p:tav>
                                      </p:tavLst>
                                    </p:anim>
                                    <p:anim calcmode="lin" valueType="num">
                                      <p:cBhvr>
                                        <p:cTn id="40" dur="500" fill="hold"/>
                                        <p:tgtEl>
                                          <p:spTgt spid="12"/>
                                        </p:tgtEl>
                                        <p:attrNameLst>
                                          <p:attrName>ppt_y</p:attrName>
                                        </p:attrNameLst>
                                      </p:cBhvr>
                                      <p:tavLst>
                                        <p:tav tm="0">
                                          <p:val>
                                            <p:strVal val="#ppt_y"/>
                                          </p:val>
                                        </p:tav>
                                        <p:tav tm="100000">
                                          <p:val>
                                            <p:strVal val="#ppt_y"/>
                                          </p:val>
                                        </p:tav>
                                      </p:tavLst>
                                    </p:anim>
                                    <p:anim calcmode="lin" valueType="num">
                                      <p:cBhvr>
                                        <p:cTn id="41" dur="500" fill="hold"/>
                                        <p:tgtEl>
                                          <p:spTgt spid="12"/>
                                        </p:tgtEl>
                                        <p:attrNameLst>
                                          <p:attrName>ppt_h</p:attrName>
                                        </p:attrNameLst>
                                      </p:cBhvr>
                                      <p:tavLst>
                                        <p:tav tm="0">
                                          <p:val>
                                            <p:strVal val="#ppt_h/10"/>
                                          </p:val>
                                        </p:tav>
                                        <p:tav tm="50000">
                                          <p:val>
                                            <p:strVal val="#ppt_h+.01"/>
                                          </p:val>
                                        </p:tav>
                                        <p:tav tm="100000">
                                          <p:val>
                                            <p:strVal val="#ppt_h"/>
                                          </p:val>
                                        </p:tav>
                                      </p:tavLst>
                                    </p:anim>
                                    <p:anim calcmode="lin" valueType="num">
                                      <p:cBhvr>
                                        <p:cTn id="42" dur="500" fill="hold"/>
                                        <p:tgtEl>
                                          <p:spTgt spid="12"/>
                                        </p:tgtEl>
                                        <p:attrNameLst>
                                          <p:attrName>ppt_w</p:attrName>
                                        </p:attrNameLst>
                                      </p:cBhvr>
                                      <p:tavLst>
                                        <p:tav tm="0">
                                          <p:val>
                                            <p:strVal val="#ppt_w/10"/>
                                          </p:val>
                                        </p:tav>
                                        <p:tav tm="50000">
                                          <p:val>
                                            <p:strVal val="#ppt_w+.01"/>
                                          </p:val>
                                        </p:tav>
                                        <p:tav tm="100000">
                                          <p:val>
                                            <p:strVal val="#ppt_w"/>
                                          </p:val>
                                        </p:tav>
                                      </p:tavLst>
                                    </p:anim>
                                    <p:animEffect transition="in" filter="fade">
                                      <p:cBhvr>
                                        <p:cTn id="43" dur="500" tmFilter="0,0; .5, 1; 1, 1"/>
                                        <p:tgtEl>
                                          <p:spTgt spid="12"/>
                                        </p:tgtEl>
                                      </p:cBhvr>
                                    </p:animEffect>
                                  </p:childTnLst>
                                </p:cTn>
                              </p:par>
                            </p:childTnLst>
                          </p:cTn>
                        </p:par>
                        <p:par>
                          <p:cTn id="44" fill="hold">
                            <p:stCondLst>
                              <p:cond delay="4700"/>
                            </p:stCondLst>
                            <p:childTnLst>
                              <p:par>
                                <p:cTn id="45" presetID="2" presetClass="entr" presetSubtype="12" fill="hold" nodeType="afterEffect">
                                  <p:stCondLst>
                                    <p:cond delay="0"/>
                                  </p:stCondLst>
                                  <p:childTnLst>
                                    <p:set>
                                      <p:cBhvr>
                                        <p:cTn id="46" dur="1" fill="hold">
                                          <p:stCondLst>
                                            <p:cond delay="0"/>
                                          </p:stCondLst>
                                        </p:cTn>
                                        <p:tgtEl>
                                          <p:spTgt spid="15"/>
                                        </p:tgtEl>
                                        <p:attrNameLst>
                                          <p:attrName>style.visibility</p:attrName>
                                        </p:attrNameLst>
                                      </p:cBhvr>
                                      <p:to>
                                        <p:strVal val="visible"/>
                                      </p:to>
                                    </p:set>
                                    <p:anim calcmode="lin" valueType="num">
                                      <p:cBhvr additive="base">
                                        <p:cTn id="47" dur="500" fill="hold"/>
                                        <p:tgtEl>
                                          <p:spTgt spid="15"/>
                                        </p:tgtEl>
                                        <p:attrNameLst>
                                          <p:attrName>ppt_x</p:attrName>
                                        </p:attrNameLst>
                                      </p:cBhvr>
                                      <p:tavLst>
                                        <p:tav tm="0">
                                          <p:val>
                                            <p:strVal val="0-#ppt_w/2"/>
                                          </p:val>
                                        </p:tav>
                                        <p:tav tm="100000">
                                          <p:val>
                                            <p:strVal val="#ppt_x"/>
                                          </p:val>
                                        </p:tav>
                                      </p:tavLst>
                                    </p:anim>
                                    <p:anim calcmode="lin" valueType="num">
                                      <p:cBhvr additive="base">
                                        <p:cTn id="48" dur="500" fill="hold"/>
                                        <p:tgtEl>
                                          <p:spTgt spid="15"/>
                                        </p:tgtEl>
                                        <p:attrNameLst>
                                          <p:attrName>ppt_y</p:attrName>
                                        </p:attrNameLst>
                                      </p:cBhvr>
                                      <p:tavLst>
                                        <p:tav tm="0">
                                          <p:val>
                                            <p:strVal val="1+#ppt_h/2"/>
                                          </p:val>
                                        </p:tav>
                                        <p:tav tm="100000">
                                          <p:val>
                                            <p:strVal val="#ppt_y"/>
                                          </p:val>
                                        </p:tav>
                                      </p:tavLst>
                                    </p:anim>
                                  </p:childTnLst>
                                </p:cTn>
                              </p:par>
                              <p:par>
                                <p:cTn id="49" presetID="2" presetClass="entr" presetSubtype="12" fill="hold" nodeType="withEffect">
                                  <p:stCondLst>
                                    <p:cond delay="100"/>
                                  </p:stCondLst>
                                  <p:childTnLst>
                                    <p:set>
                                      <p:cBhvr>
                                        <p:cTn id="50" dur="1" fill="hold">
                                          <p:stCondLst>
                                            <p:cond delay="0"/>
                                          </p:stCondLst>
                                        </p:cTn>
                                        <p:tgtEl>
                                          <p:spTgt spid="18"/>
                                        </p:tgtEl>
                                        <p:attrNameLst>
                                          <p:attrName>style.visibility</p:attrName>
                                        </p:attrNameLst>
                                      </p:cBhvr>
                                      <p:to>
                                        <p:strVal val="visible"/>
                                      </p:to>
                                    </p:set>
                                    <p:anim calcmode="lin" valueType="num">
                                      <p:cBhvr additive="base">
                                        <p:cTn id="51" dur="500" fill="hold"/>
                                        <p:tgtEl>
                                          <p:spTgt spid="18"/>
                                        </p:tgtEl>
                                        <p:attrNameLst>
                                          <p:attrName>ppt_x</p:attrName>
                                        </p:attrNameLst>
                                      </p:cBhvr>
                                      <p:tavLst>
                                        <p:tav tm="0">
                                          <p:val>
                                            <p:strVal val="0-#ppt_w/2"/>
                                          </p:val>
                                        </p:tav>
                                        <p:tav tm="100000">
                                          <p:val>
                                            <p:strVal val="#ppt_x"/>
                                          </p:val>
                                        </p:tav>
                                      </p:tavLst>
                                    </p:anim>
                                    <p:anim calcmode="lin" valueType="num">
                                      <p:cBhvr additive="base">
                                        <p:cTn id="52" dur="500" fill="hold"/>
                                        <p:tgtEl>
                                          <p:spTgt spid="18"/>
                                        </p:tgtEl>
                                        <p:attrNameLst>
                                          <p:attrName>ppt_y</p:attrName>
                                        </p:attrNameLst>
                                      </p:cBhvr>
                                      <p:tavLst>
                                        <p:tav tm="0">
                                          <p:val>
                                            <p:strVal val="1+#ppt_h/2"/>
                                          </p:val>
                                        </p:tav>
                                        <p:tav tm="100000">
                                          <p:val>
                                            <p:strVal val="#ppt_y"/>
                                          </p:val>
                                        </p:tav>
                                      </p:tavLst>
                                    </p:anim>
                                  </p:childTnLst>
                                </p:cTn>
                              </p:par>
                              <p:par>
                                <p:cTn id="53" presetID="2" presetClass="entr" presetSubtype="12" fill="hold" nodeType="withEffect">
                                  <p:stCondLst>
                                    <p:cond delay="200"/>
                                  </p:stCondLst>
                                  <p:childTnLst>
                                    <p:set>
                                      <p:cBhvr>
                                        <p:cTn id="54" dur="1" fill="hold">
                                          <p:stCondLst>
                                            <p:cond delay="0"/>
                                          </p:stCondLst>
                                        </p:cTn>
                                        <p:tgtEl>
                                          <p:spTgt spid="21"/>
                                        </p:tgtEl>
                                        <p:attrNameLst>
                                          <p:attrName>style.visibility</p:attrName>
                                        </p:attrNameLst>
                                      </p:cBhvr>
                                      <p:to>
                                        <p:strVal val="visible"/>
                                      </p:to>
                                    </p:set>
                                    <p:anim calcmode="lin" valueType="num">
                                      <p:cBhvr additive="base">
                                        <p:cTn id="55" dur="500" fill="hold"/>
                                        <p:tgtEl>
                                          <p:spTgt spid="21"/>
                                        </p:tgtEl>
                                        <p:attrNameLst>
                                          <p:attrName>ppt_x</p:attrName>
                                        </p:attrNameLst>
                                      </p:cBhvr>
                                      <p:tavLst>
                                        <p:tav tm="0">
                                          <p:val>
                                            <p:strVal val="0-#ppt_w/2"/>
                                          </p:val>
                                        </p:tav>
                                        <p:tav tm="100000">
                                          <p:val>
                                            <p:strVal val="#ppt_x"/>
                                          </p:val>
                                        </p:tav>
                                      </p:tavLst>
                                    </p:anim>
                                    <p:anim calcmode="lin" valueType="num">
                                      <p:cBhvr additive="base">
                                        <p:cTn id="56" dur="500" fill="hold"/>
                                        <p:tgtEl>
                                          <p:spTgt spid="21"/>
                                        </p:tgtEl>
                                        <p:attrNameLst>
                                          <p:attrName>ppt_y</p:attrName>
                                        </p:attrNameLst>
                                      </p:cBhvr>
                                      <p:tavLst>
                                        <p:tav tm="0">
                                          <p:val>
                                            <p:strVal val="1+#ppt_h/2"/>
                                          </p:val>
                                        </p:tav>
                                        <p:tav tm="100000">
                                          <p:val>
                                            <p:strVal val="#ppt_y"/>
                                          </p:val>
                                        </p:tav>
                                      </p:tavLst>
                                    </p:anim>
                                  </p:childTnLst>
                                </p:cTn>
                              </p:par>
                              <p:par>
                                <p:cTn id="57" presetID="2" presetClass="entr" presetSubtype="12" fill="hold" nodeType="withEffect">
                                  <p:stCondLst>
                                    <p:cond delay="300"/>
                                  </p:stCondLst>
                                  <p:childTnLst>
                                    <p:set>
                                      <p:cBhvr>
                                        <p:cTn id="58" dur="1" fill="hold">
                                          <p:stCondLst>
                                            <p:cond delay="0"/>
                                          </p:stCondLst>
                                        </p:cTn>
                                        <p:tgtEl>
                                          <p:spTgt spid="24"/>
                                        </p:tgtEl>
                                        <p:attrNameLst>
                                          <p:attrName>style.visibility</p:attrName>
                                        </p:attrNameLst>
                                      </p:cBhvr>
                                      <p:to>
                                        <p:strVal val="visible"/>
                                      </p:to>
                                    </p:set>
                                    <p:anim calcmode="lin" valueType="num">
                                      <p:cBhvr additive="base">
                                        <p:cTn id="59" dur="500" fill="hold"/>
                                        <p:tgtEl>
                                          <p:spTgt spid="24"/>
                                        </p:tgtEl>
                                        <p:attrNameLst>
                                          <p:attrName>ppt_x</p:attrName>
                                        </p:attrNameLst>
                                      </p:cBhvr>
                                      <p:tavLst>
                                        <p:tav tm="0">
                                          <p:val>
                                            <p:strVal val="0-#ppt_w/2"/>
                                          </p:val>
                                        </p:tav>
                                        <p:tav tm="100000">
                                          <p:val>
                                            <p:strVal val="#ppt_x"/>
                                          </p:val>
                                        </p:tav>
                                      </p:tavLst>
                                    </p:anim>
                                    <p:anim calcmode="lin" valueType="num">
                                      <p:cBhvr additive="base">
                                        <p:cTn id="60" dur="500" fill="hold"/>
                                        <p:tgtEl>
                                          <p:spTgt spid="24"/>
                                        </p:tgtEl>
                                        <p:attrNameLst>
                                          <p:attrName>ppt_y</p:attrName>
                                        </p:attrNameLst>
                                      </p:cBhvr>
                                      <p:tavLst>
                                        <p:tav tm="0">
                                          <p:val>
                                            <p:strVal val="1+#ppt_h/2"/>
                                          </p:val>
                                        </p:tav>
                                        <p:tav tm="100000">
                                          <p:val>
                                            <p:strVal val="#ppt_y"/>
                                          </p:val>
                                        </p:tav>
                                      </p:tavLst>
                                    </p:anim>
                                  </p:childTnLst>
                                </p:cTn>
                              </p:par>
                            </p:childTnLst>
                          </p:cTn>
                        </p:par>
                        <p:par>
                          <p:cTn id="61" fill="hold">
                            <p:stCondLst>
                              <p:cond delay="5500"/>
                            </p:stCondLst>
                            <p:childTnLst>
                              <p:par>
                                <p:cTn id="62" presetID="2" presetClass="entr" presetSubtype="6" fill="hold" grpId="0" nodeType="afterEffect">
                                  <p:stCondLst>
                                    <p:cond delay="0"/>
                                  </p:stCondLst>
                                  <p:childTnLst>
                                    <p:set>
                                      <p:cBhvr>
                                        <p:cTn id="63" dur="1" fill="hold">
                                          <p:stCondLst>
                                            <p:cond delay="0"/>
                                          </p:stCondLst>
                                        </p:cTn>
                                        <p:tgtEl>
                                          <p:spTgt spid="34"/>
                                        </p:tgtEl>
                                        <p:attrNameLst>
                                          <p:attrName>style.visibility</p:attrName>
                                        </p:attrNameLst>
                                      </p:cBhvr>
                                      <p:to>
                                        <p:strVal val="visible"/>
                                      </p:to>
                                    </p:set>
                                    <p:anim calcmode="lin" valueType="num">
                                      <p:cBhvr additive="base">
                                        <p:cTn id="64" dur="500" fill="hold"/>
                                        <p:tgtEl>
                                          <p:spTgt spid="34"/>
                                        </p:tgtEl>
                                        <p:attrNameLst>
                                          <p:attrName>ppt_x</p:attrName>
                                        </p:attrNameLst>
                                      </p:cBhvr>
                                      <p:tavLst>
                                        <p:tav tm="0">
                                          <p:val>
                                            <p:strVal val="1+#ppt_w/2"/>
                                          </p:val>
                                        </p:tav>
                                        <p:tav tm="100000">
                                          <p:val>
                                            <p:strVal val="#ppt_x"/>
                                          </p:val>
                                        </p:tav>
                                      </p:tavLst>
                                    </p:anim>
                                    <p:anim calcmode="lin" valueType="num">
                                      <p:cBhvr additive="base">
                                        <p:cTn id="65" dur="500" fill="hold"/>
                                        <p:tgtEl>
                                          <p:spTgt spid="34"/>
                                        </p:tgtEl>
                                        <p:attrNameLst>
                                          <p:attrName>ppt_y</p:attrName>
                                        </p:attrNameLst>
                                      </p:cBhvr>
                                      <p:tavLst>
                                        <p:tav tm="0">
                                          <p:val>
                                            <p:strVal val="1+#ppt_h/2"/>
                                          </p:val>
                                        </p:tav>
                                        <p:tav tm="100000">
                                          <p:val>
                                            <p:strVal val="#ppt_y"/>
                                          </p:val>
                                        </p:tav>
                                      </p:tavLst>
                                    </p:anim>
                                  </p:childTnLst>
                                </p:cTn>
                              </p:par>
                              <p:par>
                                <p:cTn id="66" presetID="2" presetClass="entr" presetSubtype="6" fill="hold" grpId="0" nodeType="withEffect">
                                  <p:stCondLst>
                                    <p:cond delay="0"/>
                                  </p:stCondLst>
                                  <p:childTnLst>
                                    <p:set>
                                      <p:cBhvr>
                                        <p:cTn id="67" dur="1" fill="hold">
                                          <p:stCondLst>
                                            <p:cond delay="0"/>
                                          </p:stCondLst>
                                        </p:cTn>
                                        <p:tgtEl>
                                          <p:spTgt spid="30"/>
                                        </p:tgtEl>
                                        <p:attrNameLst>
                                          <p:attrName>style.visibility</p:attrName>
                                        </p:attrNameLst>
                                      </p:cBhvr>
                                      <p:to>
                                        <p:strVal val="visible"/>
                                      </p:to>
                                    </p:set>
                                    <p:anim calcmode="lin" valueType="num">
                                      <p:cBhvr additive="base">
                                        <p:cTn id="68" dur="500" fill="hold"/>
                                        <p:tgtEl>
                                          <p:spTgt spid="30"/>
                                        </p:tgtEl>
                                        <p:attrNameLst>
                                          <p:attrName>ppt_x</p:attrName>
                                        </p:attrNameLst>
                                      </p:cBhvr>
                                      <p:tavLst>
                                        <p:tav tm="0">
                                          <p:val>
                                            <p:strVal val="1+#ppt_w/2"/>
                                          </p:val>
                                        </p:tav>
                                        <p:tav tm="100000">
                                          <p:val>
                                            <p:strVal val="#ppt_x"/>
                                          </p:val>
                                        </p:tav>
                                      </p:tavLst>
                                    </p:anim>
                                    <p:anim calcmode="lin" valueType="num">
                                      <p:cBhvr additive="base">
                                        <p:cTn id="69" dur="500" fill="hold"/>
                                        <p:tgtEl>
                                          <p:spTgt spid="30"/>
                                        </p:tgtEl>
                                        <p:attrNameLst>
                                          <p:attrName>ppt_y</p:attrName>
                                        </p:attrNameLst>
                                      </p:cBhvr>
                                      <p:tavLst>
                                        <p:tav tm="0">
                                          <p:val>
                                            <p:strVal val="1+#ppt_h/2"/>
                                          </p:val>
                                        </p:tav>
                                        <p:tav tm="100000">
                                          <p:val>
                                            <p:strVal val="#ppt_y"/>
                                          </p:val>
                                        </p:tav>
                                      </p:tavLst>
                                    </p:anim>
                                  </p:childTnLst>
                                </p:cTn>
                              </p:par>
                            </p:childTnLst>
                          </p:cTn>
                        </p:par>
                        <p:par>
                          <p:cTn id="70" fill="hold">
                            <p:stCondLst>
                              <p:cond delay="6000"/>
                            </p:stCondLst>
                            <p:childTnLst>
                              <p:par>
                                <p:cTn id="71" presetID="31" presetClass="entr" presetSubtype="0" fill="hold" grpId="0" nodeType="afterEffect">
                                  <p:stCondLst>
                                    <p:cond delay="0"/>
                                  </p:stCondLst>
                                  <p:childTnLst>
                                    <p:set>
                                      <p:cBhvr>
                                        <p:cTn id="72" dur="1" fill="hold">
                                          <p:stCondLst>
                                            <p:cond delay="0"/>
                                          </p:stCondLst>
                                        </p:cTn>
                                        <p:tgtEl>
                                          <p:spTgt spid="35"/>
                                        </p:tgtEl>
                                        <p:attrNameLst>
                                          <p:attrName>style.visibility</p:attrName>
                                        </p:attrNameLst>
                                      </p:cBhvr>
                                      <p:to>
                                        <p:strVal val="visible"/>
                                      </p:to>
                                    </p:set>
                                    <p:anim calcmode="lin" valueType="num">
                                      <p:cBhvr>
                                        <p:cTn id="73" dur="400" fill="hold"/>
                                        <p:tgtEl>
                                          <p:spTgt spid="35"/>
                                        </p:tgtEl>
                                        <p:attrNameLst>
                                          <p:attrName>ppt_w</p:attrName>
                                        </p:attrNameLst>
                                      </p:cBhvr>
                                      <p:tavLst>
                                        <p:tav tm="0">
                                          <p:val>
                                            <p:fltVal val="0"/>
                                          </p:val>
                                        </p:tav>
                                        <p:tav tm="100000">
                                          <p:val>
                                            <p:strVal val="#ppt_w"/>
                                          </p:val>
                                        </p:tav>
                                      </p:tavLst>
                                    </p:anim>
                                    <p:anim calcmode="lin" valueType="num">
                                      <p:cBhvr>
                                        <p:cTn id="74" dur="400" fill="hold"/>
                                        <p:tgtEl>
                                          <p:spTgt spid="35"/>
                                        </p:tgtEl>
                                        <p:attrNameLst>
                                          <p:attrName>ppt_h</p:attrName>
                                        </p:attrNameLst>
                                      </p:cBhvr>
                                      <p:tavLst>
                                        <p:tav tm="0">
                                          <p:val>
                                            <p:fltVal val="0"/>
                                          </p:val>
                                        </p:tav>
                                        <p:tav tm="100000">
                                          <p:val>
                                            <p:strVal val="#ppt_h"/>
                                          </p:val>
                                        </p:tav>
                                      </p:tavLst>
                                    </p:anim>
                                    <p:anim calcmode="lin" valueType="num">
                                      <p:cBhvr>
                                        <p:cTn id="75" dur="400" fill="hold"/>
                                        <p:tgtEl>
                                          <p:spTgt spid="35"/>
                                        </p:tgtEl>
                                        <p:attrNameLst>
                                          <p:attrName>style.rotation</p:attrName>
                                        </p:attrNameLst>
                                      </p:cBhvr>
                                      <p:tavLst>
                                        <p:tav tm="0">
                                          <p:val>
                                            <p:fltVal val="90"/>
                                          </p:val>
                                        </p:tav>
                                        <p:tav tm="100000">
                                          <p:val>
                                            <p:fltVal val="0"/>
                                          </p:val>
                                        </p:tav>
                                      </p:tavLst>
                                    </p:anim>
                                    <p:animEffect transition="in" filter="fade">
                                      <p:cBhvr>
                                        <p:cTn id="76" dur="400"/>
                                        <p:tgtEl>
                                          <p:spTgt spid="35"/>
                                        </p:tgtEl>
                                      </p:cBhvr>
                                    </p:animEffect>
                                  </p:childTnLst>
                                </p:cTn>
                              </p:par>
                              <p:par>
                                <p:cTn id="77" presetID="31" presetClass="entr" presetSubtype="0" fill="hold" grpId="0" nodeType="withEffect">
                                  <p:stCondLst>
                                    <p:cond delay="0"/>
                                  </p:stCondLst>
                                  <p:childTnLst>
                                    <p:set>
                                      <p:cBhvr>
                                        <p:cTn id="78" dur="1" fill="hold">
                                          <p:stCondLst>
                                            <p:cond delay="0"/>
                                          </p:stCondLst>
                                        </p:cTn>
                                        <p:tgtEl>
                                          <p:spTgt spid="33"/>
                                        </p:tgtEl>
                                        <p:attrNameLst>
                                          <p:attrName>style.visibility</p:attrName>
                                        </p:attrNameLst>
                                      </p:cBhvr>
                                      <p:to>
                                        <p:strVal val="visible"/>
                                      </p:to>
                                    </p:set>
                                    <p:anim calcmode="lin" valueType="num">
                                      <p:cBhvr>
                                        <p:cTn id="79" dur="400" fill="hold"/>
                                        <p:tgtEl>
                                          <p:spTgt spid="33"/>
                                        </p:tgtEl>
                                        <p:attrNameLst>
                                          <p:attrName>ppt_w</p:attrName>
                                        </p:attrNameLst>
                                      </p:cBhvr>
                                      <p:tavLst>
                                        <p:tav tm="0">
                                          <p:val>
                                            <p:fltVal val="0"/>
                                          </p:val>
                                        </p:tav>
                                        <p:tav tm="100000">
                                          <p:val>
                                            <p:strVal val="#ppt_w"/>
                                          </p:val>
                                        </p:tav>
                                      </p:tavLst>
                                    </p:anim>
                                    <p:anim calcmode="lin" valueType="num">
                                      <p:cBhvr>
                                        <p:cTn id="80" dur="400" fill="hold"/>
                                        <p:tgtEl>
                                          <p:spTgt spid="33"/>
                                        </p:tgtEl>
                                        <p:attrNameLst>
                                          <p:attrName>ppt_h</p:attrName>
                                        </p:attrNameLst>
                                      </p:cBhvr>
                                      <p:tavLst>
                                        <p:tav tm="0">
                                          <p:val>
                                            <p:fltVal val="0"/>
                                          </p:val>
                                        </p:tav>
                                        <p:tav tm="100000">
                                          <p:val>
                                            <p:strVal val="#ppt_h"/>
                                          </p:val>
                                        </p:tav>
                                      </p:tavLst>
                                    </p:anim>
                                    <p:anim calcmode="lin" valueType="num">
                                      <p:cBhvr>
                                        <p:cTn id="81" dur="400" fill="hold"/>
                                        <p:tgtEl>
                                          <p:spTgt spid="33"/>
                                        </p:tgtEl>
                                        <p:attrNameLst>
                                          <p:attrName>style.rotation</p:attrName>
                                        </p:attrNameLst>
                                      </p:cBhvr>
                                      <p:tavLst>
                                        <p:tav tm="0">
                                          <p:val>
                                            <p:fltVal val="90"/>
                                          </p:val>
                                        </p:tav>
                                        <p:tav tm="100000">
                                          <p:val>
                                            <p:fltVal val="0"/>
                                          </p:val>
                                        </p:tav>
                                      </p:tavLst>
                                    </p:anim>
                                    <p:animEffect transition="in" filter="fade">
                                      <p:cBhvr>
                                        <p:cTn id="82" dur="400"/>
                                        <p:tgtEl>
                                          <p:spTgt spid="33"/>
                                        </p:tgtEl>
                                      </p:cBhvr>
                                    </p:animEffect>
                                  </p:childTnLst>
                                </p:cTn>
                              </p:par>
                            </p:childTnLst>
                          </p:cTn>
                        </p:par>
                        <p:par>
                          <p:cTn id="83" fill="hold">
                            <p:stCondLst>
                              <p:cond delay="6400"/>
                            </p:stCondLst>
                            <p:childTnLst>
                              <p:par>
                                <p:cTn id="84" presetID="22" presetClass="entr" presetSubtype="8" fill="hold" grpId="0" nodeType="afterEffect">
                                  <p:stCondLst>
                                    <p:cond delay="0"/>
                                  </p:stCondLst>
                                  <p:childTnLst>
                                    <p:set>
                                      <p:cBhvr>
                                        <p:cTn id="85" dur="1" fill="hold">
                                          <p:stCondLst>
                                            <p:cond delay="0"/>
                                          </p:stCondLst>
                                        </p:cTn>
                                        <p:tgtEl>
                                          <p:spTgt spid="31"/>
                                        </p:tgtEl>
                                        <p:attrNameLst>
                                          <p:attrName>style.visibility</p:attrName>
                                        </p:attrNameLst>
                                      </p:cBhvr>
                                      <p:to>
                                        <p:strVal val="visible"/>
                                      </p:to>
                                    </p:set>
                                    <p:animEffect transition="in" filter="wipe(left)">
                                      <p:cBhvr>
                                        <p:cTn id="86" dur="500"/>
                                        <p:tgtEl>
                                          <p:spTgt spid="31"/>
                                        </p:tgtEl>
                                      </p:cBhvr>
                                    </p:animEffect>
                                  </p:childTnLst>
                                </p:cTn>
                              </p:par>
                              <p:par>
                                <p:cTn id="87" presetID="22" presetClass="entr" presetSubtype="8" fill="hold" grpId="0" nodeType="withEffect">
                                  <p:stCondLst>
                                    <p:cond delay="0"/>
                                  </p:stCondLst>
                                  <p:childTnLst>
                                    <p:set>
                                      <p:cBhvr>
                                        <p:cTn id="88" dur="1" fill="hold">
                                          <p:stCondLst>
                                            <p:cond delay="0"/>
                                          </p:stCondLst>
                                        </p:cTn>
                                        <p:tgtEl>
                                          <p:spTgt spid="32"/>
                                        </p:tgtEl>
                                        <p:attrNameLst>
                                          <p:attrName>style.visibility</p:attrName>
                                        </p:attrNameLst>
                                      </p:cBhvr>
                                      <p:to>
                                        <p:strVal val="visible"/>
                                      </p:to>
                                    </p:set>
                                    <p:animEffect transition="in" filter="wipe(left)">
                                      <p:cBhvr>
                                        <p:cTn id="89"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90" repeatCount="indefinite" fill="hold" display="0">
                  <p:stCondLst>
                    <p:cond delay="indefinite"/>
                  </p:stCondLst>
                  <p:endCondLst>
                    <p:cond evt="onStopAudio" delay="0">
                      <p:tgtEl>
                        <p:sldTgt/>
                      </p:tgtEl>
                    </p:cond>
                  </p:endCondLst>
                </p:cTn>
                <p:tgtEl>
                  <p:spTgt spid="36"/>
                </p:tgtEl>
              </p:cMediaNode>
            </p:audio>
          </p:childTnLst>
        </p:cTn>
      </p:par>
    </p:tnLst>
    <p:bldLst>
      <p:bldP spid="11" grpId="0" animBg="1"/>
      <p:bldP spid="12" grpId="0"/>
      <p:bldP spid="13" grpId="0"/>
      <p:bldP spid="14" grpId="0"/>
      <p:bldP spid="30" grpId="0" animBg="1" autoUpdateAnimBg="0"/>
      <p:bldP spid="31" grpId="0" autoUpdateAnimBg="0"/>
      <p:bldP spid="32" grpId="0" autoUpdateAnimBg="0"/>
      <p:bldP spid="33" grpId="0" autoUpdateAnimBg="0"/>
      <p:bldP spid="34" grpId="0" animBg="1" autoUpdateAnimBg="0"/>
      <p:bldP spid="35" grpId="0" autoUpdateAnimBg="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AutoShape 291"/>
          <p:cNvSpPr>
            <a:spLocks noChangeArrowheads="1"/>
          </p:cNvSpPr>
          <p:nvPr/>
        </p:nvSpPr>
        <p:spPr bwMode="auto">
          <a:xfrm flipV="1">
            <a:off x="7391400" y="1920825"/>
            <a:ext cx="1752600" cy="1833563"/>
          </a:xfrm>
          <a:custGeom>
            <a:avLst/>
            <a:gdLst/>
            <a:ahLst/>
            <a:cxnLst/>
            <a:rect l="l" t="t" r="r" b="b"/>
            <a:pathLst>
              <a:path w="1752600" h="1295400">
                <a:moveTo>
                  <a:pt x="0" y="1295400"/>
                </a:moveTo>
                <a:lnTo>
                  <a:pt x="1752600" y="1295400"/>
                </a:lnTo>
                <a:lnTo>
                  <a:pt x="1752600" y="0"/>
                </a:lnTo>
                <a:lnTo>
                  <a:pt x="714154" y="0"/>
                </a:lnTo>
                <a:close/>
              </a:path>
            </a:pathLst>
          </a:custGeom>
          <a:solidFill>
            <a:srgbClr val="054487"/>
          </a:solidFill>
          <a:ln>
            <a:noFill/>
          </a:ln>
          <a:effectLst/>
        </p:spPr>
        <p:txBody>
          <a:bodyPr wrap="none" anchor="ctr"/>
          <a:lstStyle/>
          <a:p>
            <a:endParaRPr lang="zh-CN" altLang="en-US">
              <a:solidFill>
                <a:schemeClr val="bg1"/>
              </a:solidFill>
            </a:endParaRPr>
          </a:p>
        </p:txBody>
      </p:sp>
      <p:sp>
        <p:nvSpPr>
          <p:cNvPr id="33" name="AutoShape 292"/>
          <p:cNvSpPr>
            <a:spLocks noChangeArrowheads="1"/>
          </p:cNvSpPr>
          <p:nvPr/>
        </p:nvSpPr>
        <p:spPr bwMode="auto">
          <a:xfrm flipV="1">
            <a:off x="0" y="1920825"/>
            <a:ext cx="4191000" cy="1833563"/>
          </a:xfrm>
          <a:custGeom>
            <a:avLst/>
            <a:gdLst/>
            <a:ahLst/>
            <a:cxnLst/>
            <a:rect l="l" t="t" r="r" b="b"/>
            <a:pathLst>
              <a:path w="4191000" h="1295400">
                <a:moveTo>
                  <a:pt x="0" y="1295400"/>
                </a:moveTo>
                <a:lnTo>
                  <a:pt x="3476846" y="1295400"/>
                </a:lnTo>
                <a:lnTo>
                  <a:pt x="4191000" y="0"/>
                </a:lnTo>
                <a:lnTo>
                  <a:pt x="0" y="0"/>
                </a:lnTo>
                <a:close/>
              </a:path>
            </a:pathLst>
          </a:custGeom>
          <a:solidFill>
            <a:srgbClr val="054487"/>
          </a:solidFill>
          <a:ln>
            <a:noFill/>
          </a:ln>
          <a:effectLst/>
        </p:spPr>
        <p:txBody>
          <a:bodyPr wrap="none" anchor="ctr"/>
          <a:lstStyle/>
          <a:p>
            <a:endParaRPr lang="zh-CN" altLang="en-US">
              <a:solidFill>
                <a:schemeClr val="bg1"/>
              </a:solidFill>
            </a:endParaRPr>
          </a:p>
        </p:txBody>
      </p:sp>
      <p:sp>
        <p:nvSpPr>
          <p:cNvPr id="34" name="WordArt 293"/>
          <p:cNvSpPr>
            <a:spLocks noChangeArrowheads="1" noChangeShapeType="1" noTextEdit="1"/>
          </p:cNvSpPr>
          <p:nvPr/>
        </p:nvSpPr>
        <p:spPr bwMode="auto">
          <a:xfrm>
            <a:off x="467544" y="2137420"/>
            <a:ext cx="2016224" cy="792535"/>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nchor="ctr"/>
          <a:lstStyle/>
          <a:p>
            <a:pPr algn="ctr"/>
            <a:r>
              <a:rPr lang="zh-CN" altLang="en-US" sz="5400" kern="10" spc="700" dirty="0">
                <a:solidFill>
                  <a:schemeClr val="bg1"/>
                </a:solidFill>
                <a:latin typeface="微软雅黑" pitchFamily="34" charset="-122"/>
                <a:ea typeface="微软雅黑" pitchFamily="34" charset="-122"/>
              </a:rPr>
              <a:t>目 录</a:t>
            </a:r>
          </a:p>
        </p:txBody>
      </p:sp>
      <p:sp>
        <p:nvSpPr>
          <p:cNvPr id="35" name="WordArt 294"/>
          <p:cNvSpPr>
            <a:spLocks noChangeArrowheads="1" noChangeShapeType="1" noTextEdit="1"/>
          </p:cNvSpPr>
          <p:nvPr/>
        </p:nvSpPr>
        <p:spPr bwMode="auto">
          <a:xfrm>
            <a:off x="1259512" y="3073524"/>
            <a:ext cx="2232368" cy="415818"/>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nchor="ctr"/>
          <a:lstStyle/>
          <a:p>
            <a:pPr algn="ctr"/>
            <a:r>
              <a:rPr lang="en-US" altLang="zh-CN" sz="2800" b="1" kern="10" dirty="0">
                <a:solidFill>
                  <a:schemeClr val="bg1"/>
                </a:solidFill>
                <a:latin typeface="微软雅黑" pitchFamily="34" charset="-122"/>
                <a:ea typeface="微软雅黑" pitchFamily="34" charset="-122"/>
              </a:rPr>
              <a:t>   CONTENTS   </a:t>
            </a:r>
            <a:endParaRPr lang="zh-CN" altLang="en-US" sz="2800" b="1" kern="10" dirty="0">
              <a:solidFill>
                <a:schemeClr val="bg1"/>
              </a:solidFill>
              <a:latin typeface="微软雅黑" pitchFamily="34" charset="-122"/>
              <a:ea typeface="微软雅黑" pitchFamily="34" charset="-122"/>
            </a:endParaRPr>
          </a:p>
        </p:txBody>
      </p:sp>
      <p:sp>
        <p:nvSpPr>
          <p:cNvPr id="36" name="WordArt 20"/>
          <p:cNvSpPr>
            <a:spLocks noChangeArrowheads="1" noChangeShapeType="1" noTextEdit="1"/>
          </p:cNvSpPr>
          <p:nvPr/>
        </p:nvSpPr>
        <p:spPr bwMode="auto">
          <a:xfrm>
            <a:off x="3635896" y="1491580"/>
            <a:ext cx="228600" cy="457200"/>
          </a:xfrm>
          <a:prstGeom prst="rect">
            <a:avLst/>
          </a:prstGeom>
          <a:extLst>
            <a:ext uri="{91240B29-F687-4F45-9708-019B960494DF}">
              <a14:hiddenLine xmlns:a14="http://schemas.microsoft.com/office/drawing/2010/main" w="3175">
                <a:solidFill>
                  <a:srgbClr val="0875F8"/>
                </a:solidFill>
                <a:round/>
                <a:headEnd/>
                <a:tailEnd/>
              </a14:hiddenLine>
            </a:ext>
          </a:extLst>
        </p:spPr>
        <p:txBody>
          <a:bodyPr wrap="none" fromWordArt="1">
            <a:prstTxWarp prst="textPlain">
              <a:avLst>
                <a:gd name="adj" fmla="val 50000"/>
              </a:avLst>
            </a:prstTxWarp>
          </a:bodyPr>
          <a:lstStyle/>
          <a:p>
            <a:r>
              <a:rPr lang="en-US" altLang="zh-CN" sz="3600" b="1" kern="10" dirty="0">
                <a:solidFill>
                  <a:srgbClr val="054487"/>
                </a:solidFill>
                <a:latin typeface="Arial"/>
                <a:cs typeface="Arial"/>
              </a:rPr>
              <a:t>1</a:t>
            </a:r>
            <a:endParaRPr lang="zh-CN" altLang="en-US" sz="3600" b="1" kern="10" dirty="0">
              <a:solidFill>
                <a:srgbClr val="054487"/>
              </a:solidFill>
              <a:latin typeface="Arial"/>
              <a:cs typeface="Arial"/>
            </a:endParaRPr>
          </a:p>
        </p:txBody>
      </p:sp>
      <p:sp>
        <p:nvSpPr>
          <p:cNvPr id="37" name="Rectangle 22"/>
          <p:cNvSpPr>
            <a:spLocks noChangeArrowheads="1"/>
          </p:cNvSpPr>
          <p:nvPr/>
        </p:nvSpPr>
        <p:spPr bwMode="auto">
          <a:xfrm>
            <a:off x="4093096" y="1489348"/>
            <a:ext cx="2971800" cy="430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fontAlgn="base" hangingPunct="1">
              <a:lnSpc>
                <a:spcPct val="120000"/>
              </a:lnSpc>
              <a:buClrTx/>
              <a:buSzTx/>
            </a:pPr>
            <a:r>
              <a:rPr lang="zh-CN" altLang="en-US" sz="2000" b="1" dirty="0">
                <a:solidFill>
                  <a:srgbClr val="054487"/>
                </a:solidFill>
                <a:latin typeface="微软雅黑" pitchFamily="34" charset="-122"/>
                <a:ea typeface="微软雅黑" pitchFamily="34" charset="-122"/>
              </a:rPr>
              <a:t>本年年度工作概况</a:t>
            </a:r>
          </a:p>
        </p:txBody>
      </p:sp>
      <p:sp>
        <p:nvSpPr>
          <p:cNvPr id="38" name="WordArt 20"/>
          <p:cNvSpPr>
            <a:spLocks noChangeArrowheads="1" noChangeShapeType="1" noTextEdit="1"/>
          </p:cNvSpPr>
          <p:nvPr/>
        </p:nvSpPr>
        <p:spPr bwMode="auto">
          <a:xfrm>
            <a:off x="3940696" y="2177380"/>
            <a:ext cx="304800" cy="457200"/>
          </a:xfrm>
          <a:prstGeom prst="rect">
            <a:avLst/>
          </a:prstGeom>
          <a:extLst>
            <a:ext uri="{91240B29-F687-4F45-9708-019B960494DF}">
              <a14:hiddenLine xmlns:a14="http://schemas.microsoft.com/office/drawing/2010/main" w="3175">
                <a:solidFill>
                  <a:srgbClr val="0875F8"/>
                </a:solidFill>
                <a:round/>
                <a:headEnd/>
                <a:tailEnd/>
              </a14:hiddenLine>
            </a:ext>
          </a:extLst>
        </p:spPr>
        <p:txBody>
          <a:bodyPr wrap="none" fromWordArt="1">
            <a:prstTxWarp prst="textPlain">
              <a:avLst>
                <a:gd name="adj" fmla="val 50000"/>
              </a:avLst>
            </a:prstTxWarp>
          </a:bodyPr>
          <a:lstStyle/>
          <a:p>
            <a:r>
              <a:rPr lang="en-US" altLang="zh-CN" sz="3600" b="1" kern="10">
                <a:solidFill>
                  <a:srgbClr val="054487"/>
                </a:solidFill>
                <a:latin typeface="Arial"/>
                <a:cs typeface="Arial"/>
              </a:rPr>
              <a:t>2</a:t>
            </a:r>
            <a:endParaRPr lang="zh-CN" altLang="en-US" sz="3600" b="1" kern="10">
              <a:solidFill>
                <a:srgbClr val="054487"/>
              </a:solidFill>
              <a:latin typeface="Arial"/>
              <a:cs typeface="Arial"/>
            </a:endParaRPr>
          </a:p>
        </p:txBody>
      </p:sp>
      <p:sp>
        <p:nvSpPr>
          <p:cNvPr id="39" name="Rectangle 22"/>
          <p:cNvSpPr>
            <a:spLocks noChangeArrowheads="1"/>
          </p:cNvSpPr>
          <p:nvPr/>
        </p:nvSpPr>
        <p:spPr bwMode="auto">
          <a:xfrm>
            <a:off x="4397896" y="2175148"/>
            <a:ext cx="2971800" cy="430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fontAlgn="base" hangingPunct="1">
              <a:lnSpc>
                <a:spcPct val="120000"/>
              </a:lnSpc>
              <a:buClrTx/>
              <a:buSzTx/>
            </a:pPr>
            <a:r>
              <a:rPr lang="zh-CN" altLang="en-US" sz="2000" b="1" dirty="0">
                <a:solidFill>
                  <a:srgbClr val="054487"/>
                </a:solidFill>
                <a:latin typeface="微软雅黑" pitchFamily="34" charset="-122"/>
                <a:ea typeface="微软雅黑" pitchFamily="34" charset="-122"/>
              </a:rPr>
              <a:t>今年度工作完成情况</a:t>
            </a:r>
          </a:p>
        </p:txBody>
      </p:sp>
      <p:sp>
        <p:nvSpPr>
          <p:cNvPr id="40" name="WordArt 20"/>
          <p:cNvSpPr>
            <a:spLocks noChangeArrowheads="1" noChangeShapeType="1" noTextEdit="1"/>
          </p:cNvSpPr>
          <p:nvPr/>
        </p:nvSpPr>
        <p:spPr bwMode="auto">
          <a:xfrm>
            <a:off x="4321696" y="2858418"/>
            <a:ext cx="304800" cy="457200"/>
          </a:xfrm>
          <a:prstGeom prst="rect">
            <a:avLst/>
          </a:prstGeom>
          <a:extLst>
            <a:ext uri="{91240B29-F687-4F45-9708-019B960494DF}">
              <a14:hiddenLine xmlns:a14="http://schemas.microsoft.com/office/drawing/2010/main" w="3175">
                <a:solidFill>
                  <a:srgbClr val="0875F8"/>
                </a:solidFill>
                <a:round/>
                <a:headEnd/>
                <a:tailEnd/>
              </a14:hiddenLine>
            </a:ext>
          </a:extLst>
        </p:spPr>
        <p:txBody>
          <a:bodyPr wrap="none" fromWordArt="1">
            <a:prstTxWarp prst="textPlain">
              <a:avLst>
                <a:gd name="adj" fmla="val 50000"/>
              </a:avLst>
            </a:prstTxWarp>
          </a:bodyPr>
          <a:lstStyle/>
          <a:p>
            <a:r>
              <a:rPr lang="en-US" altLang="zh-CN" sz="3600" b="1" kern="10">
                <a:solidFill>
                  <a:srgbClr val="054487"/>
                </a:solidFill>
                <a:latin typeface="Arial"/>
                <a:cs typeface="Arial"/>
              </a:rPr>
              <a:t>3</a:t>
            </a:r>
            <a:endParaRPr lang="zh-CN" altLang="en-US" sz="3600" b="1" kern="10">
              <a:solidFill>
                <a:srgbClr val="054487"/>
              </a:solidFill>
              <a:latin typeface="Arial"/>
              <a:cs typeface="Arial"/>
            </a:endParaRPr>
          </a:p>
        </p:txBody>
      </p:sp>
      <p:sp>
        <p:nvSpPr>
          <p:cNvPr id="41" name="Rectangle 22"/>
          <p:cNvSpPr>
            <a:spLocks noChangeArrowheads="1"/>
          </p:cNvSpPr>
          <p:nvPr/>
        </p:nvSpPr>
        <p:spPr bwMode="auto">
          <a:xfrm>
            <a:off x="4778896" y="2856186"/>
            <a:ext cx="2971800" cy="430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fontAlgn="base" hangingPunct="1">
              <a:lnSpc>
                <a:spcPct val="120000"/>
              </a:lnSpc>
              <a:buClrTx/>
              <a:buSzTx/>
            </a:pPr>
            <a:r>
              <a:rPr lang="zh-CN" altLang="en-US" sz="2000" b="1" dirty="0">
                <a:solidFill>
                  <a:srgbClr val="054487"/>
                </a:solidFill>
                <a:latin typeface="微软雅黑" pitchFamily="34" charset="-122"/>
                <a:ea typeface="微软雅黑" pitchFamily="34" charset="-122"/>
              </a:rPr>
              <a:t>工作中存在的不足</a:t>
            </a:r>
          </a:p>
        </p:txBody>
      </p:sp>
      <p:sp>
        <p:nvSpPr>
          <p:cNvPr id="42" name="WordArt 20"/>
          <p:cNvSpPr>
            <a:spLocks noChangeArrowheads="1" noChangeShapeType="1" noTextEdit="1"/>
          </p:cNvSpPr>
          <p:nvPr/>
        </p:nvSpPr>
        <p:spPr bwMode="auto">
          <a:xfrm>
            <a:off x="4702696" y="3553743"/>
            <a:ext cx="304800" cy="457200"/>
          </a:xfrm>
          <a:prstGeom prst="rect">
            <a:avLst/>
          </a:prstGeom>
          <a:extLst>
            <a:ext uri="{91240B29-F687-4F45-9708-019B960494DF}">
              <a14:hiddenLine xmlns:a14="http://schemas.microsoft.com/office/drawing/2010/main" w="3175">
                <a:solidFill>
                  <a:srgbClr val="0875F8"/>
                </a:solidFill>
                <a:round/>
                <a:headEnd/>
                <a:tailEnd/>
              </a14:hiddenLine>
            </a:ext>
          </a:extLst>
        </p:spPr>
        <p:txBody>
          <a:bodyPr wrap="none" fromWordArt="1">
            <a:prstTxWarp prst="textPlain">
              <a:avLst>
                <a:gd name="adj" fmla="val 50000"/>
              </a:avLst>
            </a:prstTxWarp>
          </a:bodyPr>
          <a:lstStyle/>
          <a:p>
            <a:r>
              <a:rPr lang="en-US" altLang="zh-CN" sz="3600" b="1" kern="10">
                <a:solidFill>
                  <a:srgbClr val="054487"/>
                </a:solidFill>
                <a:latin typeface="Arial"/>
                <a:cs typeface="Arial"/>
              </a:rPr>
              <a:t>4</a:t>
            </a:r>
            <a:endParaRPr lang="zh-CN" altLang="en-US" sz="3600" b="1" kern="10">
              <a:solidFill>
                <a:srgbClr val="054487"/>
              </a:solidFill>
              <a:latin typeface="Arial"/>
              <a:cs typeface="Arial"/>
            </a:endParaRPr>
          </a:p>
        </p:txBody>
      </p:sp>
      <p:sp>
        <p:nvSpPr>
          <p:cNvPr id="43" name="Rectangle 22"/>
          <p:cNvSpPr>
            <a:spLocks noChangeArrowheads="1"/>
          </p:cNvSpPr>
          <p:nvPr/>
        </p:nvSpPr>
        <p:spPr bwMode="auto">
          <a:xfrm>
            <a:off x="5236096" y="3514304"/>
            <a:ext cx="2971800" cy="430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fontAlgn="base" hangingPunct="1">
              <a:lnSpc>
                <a:spcPct val="120000"/>
              </a:lnSpc>
              <a:buClrTx/>
              <a:buSzTx/>
            </a:pPr>
            <a:r>
              <a:rPr lang="zh-CN" altLang="en-US" sz="2000" b="1" dirty="0">
                <a:solidFill>
                  <a:srgbClr val="054487"/>
                </a:solidFill>
                <a:latin typeface="微软雅黑" pitchFamily="34" charset="-122"/>
                <a:ea typeface="微软雅黑" pitchFamily="34" charset="-122"/>
              </a:rPr>
              <a:t>明年工作展望计划</a:t>
            </a:r>
          </a:p>
        </p:txBody>
      </p:sp>
    </p:spTree>
    <p:extLst>
      <p:ext uri="{BB962C8B-B14F-4D97-AF65-F5344CB8AC3E}">
        <p14:creationId xmlns:p14="http://schemas.microsoft.com/office/powerpoint/2010/main" val="145312146"/>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0-#ppt_w/2"/>
                                          </p:val>
                                        </p:tav>
                                        <p:tav tm="100000">
                                          <p:val>
                                            <p:strVal val="#ppt_x"/>
                                          </p:val>
                                        </p:tav>
                                      </p:tavLst>
                                    </p:anim>
                                    <p:anim calcmode="lin" valueType="num">
                                      <p:cBhvr additive="base">
                                        <p:cTn id="8" dur="500" fill="hold"/>
                                        <p:tgtEl>
                                          <p:spTgt spid="33"/>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32"/>
                                        </p:tgtEl>
                                        <p:attrNameLst>
                                          <p:attrName>style.visibility</p:attrName>
                                        </p:attrNameLst>
                                      </p:cBhvr>
                                      <p:to>
                                        <p:strVal val="visible"/>
                                      </p:to>
                                    </p:set>
                                    <p:anim calcmode="lin" valueType="num">
                                      <p:cBhvr additive="base">
                                        <p:cTn id="11" dur="500" fill="hold"/>
                                        <p:tgtEl>
                                          <p:spTgt spid="32"/>
                                        </p:tgtEl>
                                        <p:attrNameLst>
                                          <p:attrName>ppt_x</p:attrName>
                                        </p:attrNameLst>
                                      </p:cBhvr>
                                      <p:tavLst>
                                        <p:tav tm="0">
                                          <p:val>
                                            <p:strVal val="1+#ppt_w/2"/>
                                          </p:val>
                                        </p:tav>
                                        <p:tav tm="100000">
                                          <p:val>
                                            <p:strVal val="#ppt_x"/>
                                          </p:val>
                                        </p:tav>
                                      </p:tavLst>
                                    </p:anim>
                                    <p:anim calcmode="lin" valueType="num">
                                      <p:cBhvr additive="base">
                                        <p:cTn id="12" dur="500" fill="hold"/>
                                        <p:tgtEl>
                                          <p:spTgt spid="32"/>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34" presetClass="entr" presetSubtype="0" fill="hold" grpId="0" nodeType="afterEffect">
                                  <p:stCondLst>
                                    <p:cond delay="0"/>
                                  </p:stCondLst>
                                  <p:childTnLst>
                                    <p:set>
                                      <p:cBhvr>
                                        <p:cTn id="15" dur="1" fill="hold">
                                          <p:stCondLst>
                                            <p:cond delay="0"/>
                                          </p:stCondLst>
                                        </p:cTn>
                                        <p:tgtEl>
                                          <p:spTgt spid="34"/>
                                        </p:tgtEl>
                                        <p:attrNameLst>
                                          <p:attrName>style.visibility</p:attrName>
                                        </p:attrNameLst>
                                      </p:cBhvr>
                                      <p:to>
                                        <p:strVal val="visible"/>
                                      </p:to>
                                    </p:set>
                                    <p:anim from="(-#ppt_w/2)" to="(#ppt_x)" calcmode="lin" valueType="num">
                                      <p:cBhvr>
                                        <p:cTn id="16" dur="600" fill="hold">
                                          <p:stCondLst>
                                            <p:cond delay="0"/>
                                          </p:stCondLst>
                                        </p:cTn>
                                        <p:tgtEl>
                                          <p:spTgt spid="34"/>
                                        </p:tgtEl>
                                        <p:attrNameLst>
                                          <p:attrName>ppt_x</p:attrName>
                                        </p:attrNameLst>
                                      </p:cBhvr>
                                    </p:anim>
                                    <p:anim from="0" to="-1.0" calcmode="lin" valueType="num">
                                      <p:cBhvr>
                                        <p:cTn id="17" dur="200" decel="50000" autoRev="1" fill="hold">
                                          <p:stCondLst>
                                            <p:cond delay="600"/>
                                          </p:stCondLst>
                                        </p:cTn>
                                        <p:tgtEl>
                                          <p:spTgt spid="34"/>
                                        </p:tgtEl>
                                        <p:attrNameLst>
                                          <p:attrName>xshear</p:attrName>
                                        </p:attrNameLst>
                                      </p:cBhvr>
                                    </p:anim>
                                    <p:animScale>
                                      <p:cBhvr>
                                        <p:cTn id="18" dur="200" decel="100000" autoRev="1" fill="hold">
                                          <p:stCondLst>
                                            <p:cond delay="600"/>
                                          </p:stCondLst>
                                        </p:cTn>
                                        <p:tgtEl>
                                          <p:spTgt spid="34"/>
                                        </p:tgtEl>
                                      </p:cBhvr>
                                      <p:from x="100000" y="100000"/>
                                      <p:to x="80000" y="100000"/>
                                    </p:animScale>
                                    <p:anim by="(#ppt_h/3+#ppt_w*0.1)" calcmode="lin" valueType="num">
                                      <p:cBhvr additive="sum">
                                        <p:cTn id="19" dur="200" decel="100000" autoRev="1" fill="hold">
                                          <p:stCondLst>
                                            <p:cond delay="600"/>
                                          </p:stCondLst>
                                        </p:cTn>
                                        <p:tgtEl>
                                          <p:spTgt spid="34"/>
                                        </p:tgtEl>
                                        <p:attrNameLst>
                                          <p:attrName>ppt_x</p:attrName>
                                        </p:attrNameLst>
                                      </p:cBhvr>
                                    </p:anim>
                                  </p:childTnLst>
                                </p:cTn>
                              </p:par>
                              <p:par>
                                <p:cTn id="20" presetID="34" presetClass="entr" presetSubtype="0" fill="hold" grpId="0" nodeType="withEffect">
                                  <p:stCondLst>
                                    <p:cond delay="0"/>
                                  </p:stCondLst>
                                  <p:childTnLst>
                                    <p:set>
                                      <p:cBhvr>
                                        <p:cTn id="21" dur="1" fill="hold">
                                          <p:stCondLst>
                                            <p:cond delay="0"/>
                                          </p:stCondLst>
                                        </p:cTn>
                                        <p:tgtEl>
                                          <p:spTgt spid="35"/>
                                        </p:tgtEl>
                                        <p:attrNameLst>
                                          <p:attrName>style.visibility</p:attrName>
                                        </p:attrNameLst>
                                      </p:cBhvr>
                                      <p:to>
                                        <p:strVal val="visible"/>
                                      </p:to>
                                    </p:set>
                                    <p:anim from="(-#ppt_w/2)" to="(#ppt_x)" calcmode="lin" valueType="num">
                                      <p:cBhvr>
                                        <p:cTn id="22" dur="600" fill="hold">
                                          <p:stCondLst>
                                            <p:cond delay="0"/>
                                          </p:stCondLst>
                                        </p:cTn>
                                        <p:tgtEl>
                                          <p:spTgt spid="35"/>
                                        </p:tgtEl>
                                        <p:attrNameLst>
                                          <p:attrName>ppt_x</p:attrName>
                                        </p:attrNameLst>
                                      </p:cBhvr>
                                    </p:anim>
                                    <p:anim from="0" to="-1.0" calcmode="lin" valueType="num">
                                      <p:cBhvr>
                                        <p:cTn id="23" dur="200" decel="50000" autoRev="1" fill="hold">
                                          <p:stCondLst>
                                            <p:cond delay="600"/>
                                          </p:stCondLst>
                                        </p:cTn>
                                        <p:tgtEl>
                                          <p:spTgt spid="35"/>
                                        </p:tgtEl>
                                        <p:attrNameLst>
                                          <p:attrName>xshear</p:attrName>
                                        </p:attrNameLst>
                                      </p:cBhvr>
                                    </p:anim>
                                    <p:animScale>
                                      <p:cBhvr>
                                        <p:cTn id="24" dur="200" decel="100000" autoRev="1" fill="hold">
                                          <p:stCondLst>
                                            <p:cond delay="600"/>
                                          </p:stCondLst>
                                        </p:cTn>
                                        <p:tgtEl>
                                          <p:spTgt spid="35"/>
                                        </p:tgtEl>
                                      </p:cBhvr>
                                      <p:from x="100000" y="100000"/>
                                      <p:to x="80000" y="100000"/>
                                    </p:animScale>
                                    <p:anim by="(#ppt_h/3+#ppt_w*0.1)" calcmode="lin" valueType="num">
                                      <p:cBhvr additive="sum">
                                        <p:cTn id="25" dur="200" decel="100000" autoRev="1" fill="hold">
                                          <p:stCondLst>
                                            <p:cond delay="600"/>
                                          </p:stCondLst>
                                        </p:cTn>
                                        <p:tgtEl>
                                          <p:spTgt spid="35"/>
                                        </p:tgtEl>
                                        <p:attrNameLst>
                                          <p:attrName>ppt_x</p:attrName>
                                        </p:attrNameLst>
                                      </p:cBhvr>
                                    </p:anim>
                                  </p:childTnLst>
                                </p:cTn>
                              </p:par>
                            </p:childTnLst>
                          </p:cTn>
                        </p:par>
                        <p:par>
                          <p:cTn id="26" fill="hold">
                            <p:stCondLst>
                              <p:cond delay="1500"/>
                            </p:stCondLst>
                            <p:childTnLst>
                              <p:par>
                                <p:cTn id="27" presetID="49" presetClass="entr" presetSubtype="0" decel="100000" fill="hold" grpId="0" nodeType="afterEffect">
                                  <p:stCondLst>
                                    <p:cond delay="0"/>
                                  </p:stCondLst>
                                  <p:childTnLst>
                                    <p:set>
                                      <p:cBhvr>
                                        <p:cTn id="28" dur="1" fill="hold">
                                          <p:stCondLst>
                                            <p:cond delay="0"/>
                                          </p:stCondLst>
                                        </p:cTn>
                                        <p:tgtEl>
                                          <p:spTgt spid="36"/>
                                        </p:tgtEl>
                                        <p:attrNameLst>
                                          <p:attrName>style.visibility</p:attrName>
                                        </p:attrNameLst>
                                      </p:cBhvr>
                                      <p:to>
                                        <p:strVal val="visible"/>
                                      </p:to>
                                    </p:set>
                                    <p:anim calcmode="lin" valueType="num">
                                      <p:cBhvr>
                                        <p:cTn id="29" dur="500" fill="hold"/>
                                        <p:tgtEl>
                                          <p:spTgt spid="36"/>
                                        </p:tgtEl>
                                        <p:attrNameLst>
                                          <p:attrName>ppt_w</p:attrName>
                                        </p:attrNameLst>
                                      </p:cBhvr>
                                      <p:tavLst>
                                        <p:tav tm="0">
                                          <p:val>
                                            <p:fltVal val="0"/>
                                          </p:val>
                                        </p:tav>
                                        <p:tav tm="100000">
                                          <p:val>
                                            <p:strVal val="#ppt_w"/>
                                          </p:val>
                                        </p:tav>
                                      </p:tavLst>
                                    </p:anim>
                                    <p:anim calcmode="lin" valueType="num">
                                      <p:cBhvr>
                                        <p:cTn id="30" dur="500" fill="hold"/>
                                        <p:tgtEl>
                                          <p:spTgt spid="36"/>
                                        </p:tgtEl>
                                        <p:attrNameLst>
                                          <p:attrName>ppt_h</p:attrName>
                                        </p:attrNameLst>
                                      </p:cBhvr>
                                      <p:tavLst>
                                        <p:tav tm="0">
                                          <p:val>
                                            <p:fltVal val="0"/>
                                          </p:val>
                                        </p:tav>
                                        <p:tav tm="100000">
                                          <p:val>
                                            <p:strVal val="#ppt_h"/>
                                          </p:val>
                                        </p:tav>
                                      </p:tavLst>
                                    </p:anim>
                                    <p:anim calcmode="lin" valueType="num">
                                      <p:cBhvr>
                                        <p:cTn id="31" dur="500" fill="hold"/>
                                        <p:tgtEl>
                                          <p:spTgt spid="36"/>
                                        </p:tgtEl>
                                        <p:attrNameLst>
                                          <p:attrName>style.rotation</p:attrName>
                                        </p:attrNameLst>
                                      </p:cBhvr>
                                      <p:tavLst>
                                        <p:tav tm="0">
                                          <p:val>
                                            <p:fltVal val="360"/>
                                          </p:val>
                                        </p:tav>
                                        <p:tav tm="100000">
                                          <p:val>
                                            <p:fltVal val="0"/>
                                          </p:val>
                                        </p:tav>
                                      </p:tavLst>
                                    </p:anim>
                                    <p:animEffect transition="in" filter="fade">
                                      <p:cBhvr>
                                        <p:cTn id="32" dur="500"/>
                                        <p:tgtEl>
                                          <p:spTgt spid="36"/>
                                        </p:tgtEl>
                                      </p:cBhvr>
                                    </p:animEffect>
                                  </p:childTnLst>
                                </p:cTn>
                              </p:par>
                              <p:par>
                                <p:cTn id="33" presetID="42" presetClass="entr" presetSubtype="0" fill="hold" grpId="0" nodeType="withEffect">
                                  <p:stCondLst>
                                    <p:cond delay="0"/>
                                  </p:stCondLst>
                                  <p:childTnLst>
                                    <p:set>
                                      <p:cBhvr>
                                        <p:cTn id="34" dur="1" fill="hold">
                                          <p:stCondLst>
                                            <p:cond delay="0"/>
                                          </p:stCondLst>
                                        </p:cTn>
                                        <p:tgtEl>
                                          <p:spTgt spid="37"/>
                                        </p:tgtEl>
                                        <p:attrNameLst>
                                          <p:attrName>style.visibility</p:attrName>
                                        </p:attrNameLst>
                                      </p:cBhvr>
                                      <p:to>
                                        <p:strVal val="visible"/>
                                      </p:to>
                                    </p:set>
                                    <p:animEffect transition="in" filter="fade">
                                      <p:cBhvr>
                                        <p:cTn id="35" dur="1000"/>
                                        <p:tgtEl>
                                          <p:spTgt spid="37"/>
                                        </p:tgtEl>
                                      </p:cBhvr>
                                    </p:animEffect>
                                    <p:anim calcmode="lin" valueType="num">
                                      <p:cBhvr>
                                        <p:cTn id="36" dur="1000" fill="hold"/>
                                        <p:tgtEl>
                                          <p:spTgt spid="37"/>
                                        </p:tgtEl>
                                        <p:attrNameLst>
                                          <p:attrName>ppt_x</p:attrName>
                                        </p:attrNameLst>
                                      </p:cBhvr>
                                      <p:tavLst>
                                        <p:tav tm="0">
                                          <p:val>
                                            <p:strVal val="#ppt_x"/>
                                          </p:val>
                                        </p:tav>
                                        <p:tav tm="100000">
                                          <p:val>
                                            <p:strVal val="#ppt_x"/>
                                          </p:val>
                                        </p:tav>
                                      </p:tavLst>
                                    </p:anim>
                                    <p:anim calcmode="lin" valueType="num">
                                      <p:cBhvr>
                                        <p:cTn id="37" dur="1000" fill="hold"/>
                                        <p:tgtEl>
                                          <p:spTgt spid="37"/>
                                        </p:tgtEl>
                                        <p:attrNameLst>
                                          <p:attrName>ppt_y</p:attrName>
                                        </p:attrNameLst>
                                      </p:cBhvr>
                                      <p:tavLst>
                                        <p:tav tm="0">
                                          <p:val>
                                            <p:strVal val="#ppt_y+.1"/>
                                          </p:val>
                                        </p:tav>
                                        <p:tav tm="100000">
                                          <p:val>
                                            <p:strVal val="#ppt_y"/>
                                          </p:val>
                                        </p:tav>
                                      </p:tavLst>
                                    </p:anim>
                                  </p:childTnLst>
                                </p:cTn>
                              </p:par>
                            </p:childTnLst>
                          </p:cTn>
                        </p:par>
                        <p:par>
                          <p:cTn id="38" fill="hold">
                            <p:stCondLst>
                              <p:cond delay="2500"/>
                            </p:stCondLst>
                            <p:childTnLst>
                              <p:par>
                                <p:cTn id="39" presetID="49" presetClass="entr" presetSubtype="0" decel="100000" fill="hold" grpId="0" nodeType="afterEffect">
                                  <p:stCondLst>
                                    <p:cond delay="0"/>
                                  </p:stCondLst>
                                  <p:childTnLst>
                                    <p:set>
                                      <p:cBhvr>
                                        <p:cTn id="40" dur="1" fill="hold">
                                          <p:stCondLst>
                                            <p:cond delay="0"/>
                                          </p:stCondLst>
                                        </p:cTn>
                                        <p:tgtEl>
                                          <p:spTgt spid="38"/>
                                        </p:tgtEl>
                                        <p:attrNameLst>
                                          <p:attrName>style.visibility</p:attrName>
                                        </p:attrNameLst>
                                      </p:cBhvr>
                                      <p:to>
                                        <p:strVal val="visible"/>
                                      </p:to>
                                    </p:set>
                                    <p:anim calcmode="lin" valueType="num">
                                      <p:cBhvr>
                                        <p:cTn id="41" dur="500" fill="hold"/>
                                        <p:tgtEl>
                                          <p:spTgt spid="38"/>
                                        </p:tgtEl>
                                        <p:attrNameLst>
                                          <p:attrName>ppt_w</p:attrName>
                                        </p:attrNameLst>
                                      </p:cBhvr>
                                      <p:tavLst>
                                        <p:tav tm="0">
                                          <p:val>
                                            <p:fltVal val="0"/>
                                          </p:val>
                                        </p:tav>
                                        <p:tav tm="100000">
                                          <p:val>
                                            <p:strVal val="#ppt_w"/>
                                          </p:val>
                                        </p:tav>
                                      </p:tavLst>
                                    </p:anim>
                                    <p:anim calcmode="lin" valueType="num">
                                      <p:cBhvr>
                                        <p:cTn id="42" dur="500" fill="hold"/>
                                        <p:tgtEl>
                                          <p:spTgt spid="38"/>
                                        </p:tgtEl>
                                        <p:attrNameLst>
                                          <p:attrName>ppt_h</p:attrName>
                                        </p:attrNameLst>
                                      </p:cBhvr>
                                      <p:tavLst>
                                        <p:tav tm="0">
                                          <p:val>
                                            <p:fltVal val="0"/>
                                          </p:val>
                                        </p:tav>
                                        <p:tav tm="100000">
                                          <p:val>
                                            <p:strVal val="#ppt_h"/>
                                          </p:val>
                                        </p:tav>
                                      </p:tavLst>
                                    </p:anim>
                                    <p:anim calcmode="lin" valueType="num">
                                      <p:cBhvr>
                                        <p:cTn id="43" dur="500" fill="hold"/>
                                        <p:tgtEl>
                                          <p:spTgt spid="38"/>
                                        </p:tgtEl>
                                        <p:attrNameLst>
                                          <p:attrName>style.rotation</p:attrName>
                                        </p:attrNameLst>
                                      </p:cBhvr>
                                      <p:tavLst>
                                        <p:tav tm="0">
                                          <p:val>
                                            <p:fltVal val="360"/>
                                          </p:val>
                                        </p:tav>
                                        <p:tav tm="100000">
                                          <p:val>
                                            <p:fltVal val="0"/>
                                          </p:val>
                                        </p:tav>
                                      </p:tavLst>
                                    </p:anim>
                                    <p:animEffect transition="in" filter="fade">
                                      <p:cBhvr>
                                        <p:cTn id="44" dur="500"/>
                                        <p:tgtEl>
                                          <p:spTgt spid="38"/>
                                        </p:tgtEl>
                                      </p:cBhvr>
                                    </p:animEffect>
                                  </p:childTnLst>
                                </p:cTn>
                              </p:par>
                              <p:par>
                                <p:cTn id="45" presetID="42" presetClass="entr" presetSubtype="0" fill="hold" grpId="0" nodeType="withEffect">
                                  <p:stCondLst>
                                    <p:cond delay="0"/>
                                  </p:stCondLst>
                                  <p:childTnLst>
                                    <p:set>
                                      <p:cBhvr>
                                        <p:cTn id="46" dur="1" fill="hold">
                                          <p:stCondLst>
                                            <p:cond delay="0"/>
                                          </p:stCondLst>
                                        </p:cTn>
                                        <p:tgtEl>
                                          <p:spTgt spid="39"/>
                                        </p:tgtEl>
                                        <p:attrNameLst>
                                          <p:attrName>style.visibility</p:attrName>
                                        </p:attrNameLst>
                                      </p:cBhvr>
                                      <p:to>
                                        <p:strVal val="visible"/>
                                      </p:to>
                                    </p:set>
                                    <p:animEffect transition="in" filter="fade">
                                      <p:cBhvr>
                                        <p:cTn id="47" dur="1000"/>
                                        <p:tgtEl>
                                          <p:spTgt spid="39"/>
                                        </p:tgtEl>
                                      </p:cBhvr>
                                    </p:animEffect>
                                    <p:anim calcmode="lin" valueType="num">
                                      <p:cBhvr>
                                        <p:cTn id="48" dur="1000" fill="hold"/>
                                        <p:tgtEl>
                                          <p:spTgt spid="39"/>
                                        </p:tgtEl>
                                        <p:attrNameLst>
                                          <p:attrName>ppt_x</p:attrName>
                                        </p:attrNameLst>
                                      </p:cBhvr>
                                      <p:tavLst>
                                        <p:tav tm="0">
                                          <p:val>
                                            <p:strVal val="#ppt_x"/>
                                          </p:val>
                                        </p:tav>
                                        <p:tav tm="100000">
                                          <p:val>
                                            <p:strVal val="#ppt_x"/>
                                          </p:val>
                                        </p:tav>
                                      </p:tavLst>
                                    </p:anim>
                                    <p:anim calcmode="lin" valueType="num">
                                      <p:cBhvr>
                                        <p:cTn id="49" dur="1000" fill="hold"/>
                                        <p:tgtEl>
                                          <p:spTgt spid="39"/>
                                        </p:tgtEl>
                                        <p:attrNameLst>
                                          <p:attrName>ppt_y</p:attrName>
                                        </p:attrNameLst>
                                      </p:cBhvr>
                                      <p:tavLst>
                                        <p:tav tm="0">
                                          <p:val>
                                            <p:strVal val="#ppt_y+.1"/>
                                          </p:val>
                                        </p:tav>
                                        <p:tav tm="100000">
                                          <p:val>
                                            <p:strVal val="#ppt_y"/>
                                          </p:val>
                                        </p:tav>
                                      </p:tavLst>
                                    </p:anim>
                                  </p:childTnLst>
                                </p:cTn>
                              </p:par>
                            </p:childTnLst>
                          </p:cTn>
                        </p:par>
                        <p:par>
                          <p:cTn id="50" fill="hold">
                            <p:stCondLst>
                              <p:cond delay="3500"/>
                            </p:stCondLst>
                            <p:childTnLst>
                              <p:par>
                                <p:cTn id="51" presetID="49" presetClass="entr" presetSubtype="0" decel="100000" fill="hold" grpId="0" nodeType="afterEffect">
                                  <p:stCondLst>
                                    <p:cond delay="0"/>
                                  </p:stCondLst>
                                  <p:childTnLst>
                                    <p:set>
                                      <p:cBhvr>
                                        <p:cTn id="52" dur="1" fill="hold">
                                          <p:stCondLst>
                                            <p:cond delay="0"/>
                                          </p:stCondLst>
                                        </p:cTn>
                                        <p:tgtEl>
                                          <p:spTgt spid="40"/>
                                        </p:tgtEl>
                                        <p:attrNameLst>
                                          <p:attrName>style.visibility</p:attrName>
                                        </p:attrNameLst>
                                      </p:cBhvr>
                                      <p:to>
                                        <p:strVal val="visible"/>
                                      </p:to>
                                    </p:set>
                                    <p:anim calcmode="lin" valueType="num">
                                      <p:cBhvr>
                                        <p:cTn id="53" dur="500" fill="hold"/>
                                        <p:tgtEl>
                                          <p:spTgt spid="40"/>
                                        </p:tgtEl>
                                        <p:attrNameLst>
                                          <p:attrName>ppt_w</p:attrName>
                                        </p:attrNameLst>
                                      </p:cBhvr>
                                      <p:tavLst>
                                        <p:tav tm="0">
                                          <p:val>
                                            <p:fltVal val="0"/>
                                          </p:val>
                                        </p:tav>
                                        <p:tav tm="100000">
                                          <p:val>
                                            <p:strVal val="#ppt_w"/>
                                          </p:val>
                                        </p:tav>
                                      </p:tavLst>
                                    </p:anim>
                                    <p:anim calcmode="lin" valueType="num">
                                      <p:cBhvr>
                                        <p:cTn id="54" dur="500" fill="hold"/>
                                        <p:tgtEl>
                                          <p:spTgt spid="40"/>
                                        </p:tgtEl>
                                        <p:attrNameLst>
                                          <p:attrName>ppt_h</p:attrName>
                                        </p:attrNameLst>
                                      </p:cBhvr>
                                      <p:tavLst>
                                        <p:tav tm="0">
                                          <p:val>
                                            <p:fltVal val="0"/>
                                          </p:val>
                                        </p:tav>
                                        <p:tav tm="100000">
                                          <p:val>
                                            <p:strVal val="#ppt_h"/>
                                          </p:val>
                                        </p:tav>
                                      </p:tavLst>
                                    </p:anim>
                                    <p:anim calcmode="lin" valueType="num">
                                      <p:cBhvr>
                                        <p:cTn id="55" dur="500" fill="hold"/>
                                        <p:tgtEl>
                                          <p:spTgt spid="40"/>
                                        </p:tgtEl>
                                        <p:attrNameLst>
                                          <p:attrName>style.rotation</p:attrName>
                                        </p:attrNameLst>
                                      </p:cBhvr>
                                      <p:tavLst>
                                        <p:tav tm="0">
                                          <p:val>
                                            <p:fltVal val="360"/>
                                          </p:val>
                                        </p:tav>
                                        <p:tav tm="100000">
                                          <p:val>
                                            <p:fltVal val="0"/>
                                          </p:val>
                                        </p:tav>
                                      </p:tavLst>
                                    </p:anim>
                                    <p:animEffect transition="in" filter="fade">
                                      <p:cBhvr>
                                        <p:cTn id="56" dur="500"/>
                                        <p:tgtEl>
                                          <p:spTgt spid="40"/>
                                        </p:tgtEl>
                                      </p:cBhvr>
                                    </p:animEffect>
                                  </p:childTnLst>
                                </p:cTn>
                              </p:par>
                              <p:par>
                                <p:cTn id="57" presetID="42" presetClass="entr" presetSubtype="0" fill="hold" grpId="0" nodeType="withEffect">
                                  <p:stCondLst>
                                    <p:cond delay="0"/>
                                  </p:stCondLst>
                                  <p:childTnLst>
                                    <p:set>
                                      <p:cBhvr>
                                        <p:cTn id="58" dur="1" fill="hold">
                                          <p:stCondLst>
                                            <p:cond delay="0"/>
                                          </p:stCondLst>
                                        </p:cTn>
                                        <p:tgtEl>
                                          <p:spTgt spid="41"/>
                                        </p:tgtEl>
                                        <p:attrNameLst>
                                          <p:attrName>style.visibility</p:attrName>
                                        </p:attrNameLst>
                                      </p:cBhvr>
                                      <p:to>
                                        <p:strVal val="visible"/>
                                      </p:to>
                                    </p:set>
                                    <p:animEffect transition="in" filter="fade">
                                      <p:cBhvr>
                                        <p:cTn id="59" dur="1000"/>
                                        <p:tgtEl>
                                          <p:spTgt spid="41"/>
                                        </p:tgtEl>
                                      </p:cBhvr>
                                    </p:animEffect>
                                    <p:anim calcmode="lin" valueType="num">
                                      <p:cBhvr>
                                        <p:cTn id="60" dur="1000" fill="hold"/>
                                        <p:tgtEl>
                                          <p:spTgt spid="41"/>
                                        </p:tgtEl>
                                        <p:attrNameLst>
                                          <p:attrName>ppt_x</p:attrName>
                                        </p:attrNameLst>
                                      </p:cBhvr>
                                      <p:tavLst>
                                        <p:tav tm="0">
                                          <p:val>
                                            <p:strVal val="#ppt_x"/>
                                          </p:val>
                                        </p:tav>
                                        <p:tav tm="100000">
                                          <p:val>
                                            <p:strVal val="#ppt_x"/>
                                          </p:val>
                                        </p:tav>
                                      </p:tavLst>
                                    </p:anim>
                                    <p:anim calcmode="lin" valueType="num">
                                      <p:cBhvr>
                                        <p:cTn id="61" dur="1000" fill="hold"/>
                                        <p:tgtEl>
                                          <p:spTgt spid="41"/>
                                        </p:tgtEl>
                                        <p:attrNameLst>
                                          <p:attrName>ppt_y</p:attrName>
                                        </p:attrNameLst>
                                      </p:cBhvr>
                                      <p:tavLst>
                                        <p:tav tm="0">
                                          <p:val>
                                            <p:strVal val="#ppt_y+.1"/>
                                          </p:val>
                                        </p:tav>
                                        <p:tav tm="100000">
                                          <p:val>
                                            <p:strVal val="#ppt_y"/>
                                          </p:val>
                                        </p:tav>
                                      </p:tavLst>
                                    </p:anim>
                                  </p:childTnLst>
                                </p:cTn>
                              </p:par>
                            </p:childTnLst>
                          </p:cTn>
                        </p:par>
                        <p:par>
                          <p:cTn id="62" fill="hold">
                            <p:stCondLst>
                              <p:cond delay="4500"/>
                            </p:stCondLst>
                            <p:childTnLst>
                              <p:par>
                                <p:cTn id="63" presetID="49" presetClass="entr" presetSubtype="0" decel="100000" fill="hold" grpId="0" nodeType="afterEffect">
                                  <p:stCondLst>
                                    <p:cond delay="0"/>
                                  </p:stCondLst>
                                  <p:childTnLst>
                                    <p:set>
                                      <p:cBhvr>
                                        <p:cTn id="64" dur="1" fill="hold">
                                          <p:stCondLst>
                                            <p:cond delay="0"/>
                                          </p:stCondLst>
                                        </p:cTn>
                                        <p:tgtEl>
                                          <p:spTgt spid="42"/>
                                        </p:tgtEl>
                                        <p:attrNameLst>
                                          <p:attrName>style.visibility</p:attrName>
                                        </p:attrNameLst>
                                      </p:cBhvr>
                                      <p:to>
                                        <p:strVal val="visible"/>
                                      </p:to>
                                    </p:set>
                                    <p:anim calcmode="lin" valueType="num">
                                      <p:cBhvr>
                                        <p:cTn id="65" dur="500" fill="hold"/>
                                        <p:tgtEl>
                                          <p:spTgt spid="42"/>
                                        </p:tgtEl>
                                        <p:attrNameLst>
                                          <p:attrName>ppt_w</p:attrName>
                                        </p:attrNameLst>
                                      </p:cBhvr>
                                      <p:tavLst>
                                        <p:tav tm="0">
                                          <p:val>
                                            <p:fltVal val="0"/>
                                          </p:val>
                                        </p:tav>
                                        <p:tav tm="100000">
                                          <p:val>
                                            <p:strVal val="#ppt_w"/>
                                          </p:val>
                                        </p:tav>
                                      </p:tavLst>
                                    </p:anim>
                                    <p:anim calcmode="lin" valueType="num">
                                      <p:cBhvr>
                                        <p:cTn id="66" dur="500" fill="hold"/>
                                        <p:tgtEl>
                                          <p:spTgt spid="42"/>
                                        </p:tgtEl>
                                        <p:attrNameLst>
                                          <p:attrName>ppt_h</p:attrName>
                                        </p:attrNameLst>
                                      </p:cBhvr>
                                      <p:tavLst>
                                        <p:tav tm="0">
                                          <p:val>
                                            <p:fltVal val="0"/>
                                          </p:val>
                                        </p:tav>
                                        <p:tav tm="100000">
                                          <p:val>
                                            <p:strVal val="#ppt_h"/>
                                          </p:val>
                                        </p:tav>
                                      </p:tavLst>
                                    </p:anim>
                                    <p:anim calcmode="lin" valueType="num">
                                      <p:cBhvr>
                                        <p:cTn id="67" dur="500" fill="hold"/>
                                        <p:tgtEl>
                                          <p:spTgt spid="42"/>
                                        </p:tgtEl>
                                        <p:attrNameLst>
                                          <p:attrName>style.rotation</p:attrName>
                                        </p:attrNameLst>
                                      </p:cBhvr>
                                      <p:tavLst>
                                        <p:tav tm="0">
                                          <p:val>
                                            <p:fltVal val="360"/>
                                          </p:val>
                                        </p:tav>
                                        <p:tav tm="100000">
                                          <p:val>
                                            <p:fltVal val="0"/>
                                          </p:val>
                                        </p:tav>
                                      </p:tavLst>
                                    </p:anim>
                                    <p:animEffect transition="in" filter="fade">
                                      <p:cBhvr>
                                        <p:cTn id="68" dur="500"/>
                                        <p:tgtEl>
                                          <p:spTgt spid="42"/>
                                        </p:tgtEl>
                                      </p:cBhvr>
                                    </p:animEffect>
                                  </p:childTnLst>
                                </p:cTn>
                              </p:par>
                              <p:par>
                                <p:cTn id="69" presetID="42" presetClass="entr" presetSubtype="0" fill="hold" grpId="0" nodeType="withEffect">
                                  <p:stCondLst>
                                    <p:cond delay="0"/>
                                  </p:stCondLst>
                                  <p:childTnLst>
                                    <p:set>
                                      <p:cBhvr>
                                        <p:cTn id="70" dur="1" fill="hold">
                                          <p:stCondLst>
                                            <p:cond delay="0"/>
                                          </p:stCondLst>
                                        </p:cTn>
                                        <p:tgtEl>
                                          <p:spTgt spid="43"/>
                                        </p:tgtEl>
                                        <p:attrNameLst>
                                          <p:attrName>style.visibility</p:attrName>
                                        </p:attrNameLst>
                                      </p:cBhvr>
                                      <p:to>
                                        <p:strVal val="visible"/>
                                      </p:to>
                                    </p:set>
                                    <p:animEffect transition="in" filter="fade">
                                      <p:cBhvr>
                                        <p:cTn id="71" dur="1000"/>
                                        <p:tgtEl>
                                          <p:spTgt spid="43"/>
                                        </p:tgtEl>
                                      </p:cBhvr>
                                    </p:animEffect>
                                    <p:anim calcmode="lin" valueType="num">
                                      <p:cBhvr>
                                        <p:cTn id="72" dur="1000" fill="hold"/>
                                        <p:tgtEl>
                                          <p:spTgt spid="43"/>
                                        </p:tgtEl>
                                        <p:attrNameLst>
                                          <p:attrName>ppt_x</p:attrName>
                                        </p:attrNameLst>
                                      </p:cBhvr>
                                      <p:tavLst>
                                        <p:tav tm="0">
                                          <p:val>
                                            <p:strVal val="#ppt_x"/>
                                          </p:val>
                                        </p:tav>
                                        <p:tav tm="100000">
                                          <p:val>
                                            <p:strVal val="#ppt_x"/>
                                          </p:val>
                                        </p:tav>
                                      </p:tavLst>
                                    </p:anim>
                                    <p:anim calcmode="lin" valueType="num">
                                      <p:cBhvr>
                                        <p:cTn id="73"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34" grpId="0"/>
      <p:bldP spid="35" grpId="0"/>
      <p:bldP spid="36" grpId="0"/>
      <p:bldP spid="37" grpId="0"/>
      <p:bldP spid="38" grpId="0"/>
      <p:bldP spid="39" grpId="0"/>
      <p:bldP spid="40" grpId="0"/>
      <p:bldP spid="41" grpId="0"/>
      <p:bldP spid="42" grpId="0"/>
      <p:bldP spid="4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3755639" y="1309653"/>
            <a:ext cx="3528392" cy="1569660"/>
          </a:xfrm>
          <a:prstGeom prst="rect">
            <a:avLst/>
          </a:prstGeom>
          <a:noFill/>
        </p:spPr>
        <p:txBody>
          <a:bodyPr wrap="square" rtlCol="0">
            <a:spAutoFit/>
          </a:bodyPr>
          <a:lstStyle/>
          <a:p>
            <a:r>
              <a:rPr lang="en-US" altLang="zh-CN" sz="9600" dirty="0">
                <a:solidFill>
                  <a:srgbClr val="054487"/>
                </a:solidFill>
                <a:latin typeface="Adobe Gothic Std B" pitchFamily="34" charset="-128"/>
                <a:ea typeface="Adobe Gothic Std B" pitchFamily="34" charset="-128"/>
              </a:rPr>
              <a:t>Part 1</a:t>
            </a:r>
            <a:endParaRPr lang="zh-CN" altLang="en-US" sz="9600" dirty="0">
              <a:solidFill>
                <a:srgbClr val="054487"/>
              </a:solidFill>
              <a:latin typeface="Adobe Gothic Std B" pitchFamily="34" charset="-128"/>
            </a:endParaRPr>
          </a:p>
        </p:txBody>
      </p:sp>
      <p:sp>
        <p:nvSpPr>
          <p:cNvPr id="9" name="Rectangle 22"/>
          <p:cNvSpPr>
            <a:spLocks noChangeArrowheads="1"/>
          </p:cNvSpPr>
          <p:nvPr/>
        </p:nvSpPr>
        <p:spPr bwMode="auto">
          <a:xfrm>
            <a:off x="3317327" y="2749356"/>
            <a:ext cx="470087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eaLnBrk="1" fontAlgn="base" hangingPunct="1">
              <a:lnSpc>
                <a:spcPct val="120000"/>
              </a:lnSpc>
              <a:buClrTx/>
              <a:buSzTx/>
            </a:pPr>
            <a:r>
              <a:rPr lang="zh-CN" altLang="en-US" sz="4000" b="1" dirty="0">
                <a:solidFill>
                  <a:srgbClr val="054487"/>
                </a:solidFill>
                <a:latin typeface="微软雅黑" pitchFamily="34" charset="-122"/>
                <a:ea typeface="微软雅黑" pitchFamily="34" charset="-122"/>
              </a:rPr>
              <a:t>本年年度工作概况</a:t>
            </a:r>
          </a:p>
        </p:txBody>
      </p:sp>
      <p:cxnSp>
        <p:nvCxnSpPr>
          <p:cNvPr id="13" name="直接连接符 12"/>
          <p:cNvCxnSpPr/>
          <p:nvPr/>
        </p:nvCxnSpPr>
        <p:spPr>
          <a:xfrm>
            <a:off x="3471522" y="2749356"/>
            <a:ext cx="3980798" cy="0"/>
          </a:xfrm>
          <a:prstGeom prst="line">
            <a:avLst/>
          </a:prstGeom>
          <a:ln w="12700">
            <a:solidFill>
              <a:srgbClr val="054487"/>
            </a:solidFill>
          </a:ln>
        </p:spPr>
        <p:style>
          <a:lnRef idx="1">
            <a:schemeClr val="accent1"/>
          </a:lnRef>
          <a:fillRef idx="0">
            <a:schemeClr val="accent1"/>
          </a:fillRef>
          <a:effectRef idx="0">
            <a:schemeClr val="accent1"/>
          </a:effectRef>
          <a:fontRef idx="minor">
            <a:schemeClr val="tx1"/>
          </a:fontRef>
        </p:style>
      </p:cxnSp>
      <p:grpSp>
        <p:nvGrpSpPr>
          <p:cNvPr id="15" name="组合 14"/>
          <p:cNvGrpSpPr/>
          <p:nvPr/>
        </p:nvGrpSpPr>
        <p:grpSpPr>
          <a:xfrm>
            <a:off x="1314236" y="1564129"/>
            <a:ext cx="1785621" cy="2016224"/>
            <a:chOff x="1314236" y="1427600"/>
            <a:chExt cx="1785621" cy="2016224"/>
          </a:xfrm>
        </p:grpSpPr>
        <p:grpSp>
          <p:nvGrpSpPr>
            <p:cNvPr id="7" name="组合 6"/>
            <p:cNvGrpSpPr/>
            <p:nvPr/>
          </p:nvGrpSpPr>
          <p:grpSpPr>
            <a:xfrm>
              <a:off x="1314236" y="1427600"/>
              <a:ext cx="1785621" cy="2016224"/>
              <a:chOff x="1187624" y="1774887"/>
              <a:chExt cx="1152128" cy="1300919"/>
            </a:xfrm>
          </p:grpSpPr>
          <p:grpSp>
            <p:nvGrpSpPr>
              <p:cNvPr id="2" name="组合 1"/>
              <p:cNvGrpSpPr/>
              <p:nvPr/>
            </p:nvGrpSpPr>
            <p:grpSpPr>
              <a:xfrm>
                <a:off x="1187624" y="1774887"/>
                <a:ext cx="1152128" cy="1300919"/>
                <a:chOff x="1259632" y="1419622"/>
                <a:chExt cx="1152128" cy="1300919"/>
              </a:xfrm>
            </p:grpSpPr>
            <p:sp>
              <p:nvSpPr>
                <p:cNvPr id="3" name="椭圆 2"/>
                <p:cNvSpPr/>
                <p:nvPr/>
              </p:nvSpPr>
              <p:spPr>
                <a:xfrm>
                  <a:off x="1259632" y="1419622"/>
                  <a:ext cx="1152128" cy="1152128"/>
                </a:xfrm>
                <a:prstGeom prst="ellipse">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椭圆 2"/>
                <p:cNvSpPr/>
                <p:nvPr/>
              </p:nvSpPr>
              <p:spPr>
                <a:xfrm rot="1761192">
                  <a:off x="1806317" y="1568413"/>
                  <a:ext cx="576064" cy="1152128"/>
                </a:xfrm>
                <a:custGeom>
                  <a:avLst/>
                  <a:gdLst/>
                  <a:ahLst/>
                  <a:cxnLst/>
                  <a:rect l="l" t="t" r="r" b="b"/>
                  <a:pathLst>
                    <a:path w="576064" h="1152128">
                      <a:moveTo>
                        <a:pt x="0" y="0"/>
                      </a:moveTo>
                      <a:cubicBezTo>
                        <a:pt x="318151" y="0"/>
                        <a:pt x="576064" y="257913"/>
                        <a:pt x="576064" y="576064"/>
                      </a:cubicBezTo>
                      <a:cubicBezTo>
                        <a:pt x="576064" y="894215"/>
                        <a:pt x="318151" y="1152128"/>
                        <a:pt x="0" y="1152128"/>
                      </a:cubicBezTo>
                      <a:close/>
                    </a:path>
                  </a:pathLst>
                </a:custGeom>
                <a:solidFill>
                  <a:srgbClr val="EAEAEA">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 name="TextBox 4"/>
              <p:cNvSpPr txBox="1"/>
              <p:nvPr/>
            </p:nvSpPr>
            <p:spPr>
              <a:xfrm>
                <a:off x="1434530" y="2496128"/>
                <a:ext cx="728783" cy="337595"/>
              </a:xfrm>
              <a:prstGeom prst="rect">
                <a:avLst/>
              </a:prstGeom>
              <a:noFill/>
            </p:spPr>
            <p:txBody>
              <a:bodyPr wrap="square" rtlCol="0">
                <a:spAutoFit/>
              </a:bodyPr>
              <a:lstStyle/>
              <a:p>
                <a:r>
                  <a:rPr lang="en-US" altLang="zh-CN" sz="2800" dirty="0">
                    <a:solidFill>
                      <a:schemeClr val="bg1"/>
                    </a:solidFill>
                  </a:rPr>
                  <a:t>about</a:t>
                </a:r>
                <a:endParaRPr lang="zh-CN" altLang="en-US" sz="2800" dirty="0">
                  <a:solidFill>
                    <a:schemeClr val="bg1"/>
                  </a:solidFill>
                </a:endParaRPr>
              </a:p>
            </p:txBody>
          </p:sp>
        </p:grpSp>
        <p:sp>
          <p:nvSpPr>
            <p:cNvPr id="14" name="Freeform 14"/>
            <p:cNvSpPr>
              <a:spLocks noEditPoints="1"/>
            </p:cNvSpPr>
            <p:nvPr/>
          </p:nvSpPr>
          <p:spPr bwMode="auto">
            <a:xfrm>
              <a:off x="1794779" y="1721902"/>
              <a:ext cx="824533" cy="812699"/>
            </a:xfrm>
            <a:custGeom>
              <a:avLst/>
              <a:gdLst>
                <a:gd name="T0" fmla="*/ 221450 w 427"/>
                <a:gd name="T1" fmla="*/ 125841 h 408"/>
                <a:gd name="T2" fmla="*/ 216788 w 427"/>
                <a:gd name="T3" fmla="*/ 135459 h 408"/>
                <a:gd name="T4" fmla="*/ 216011 w 427"/>
                <a:gd name="T5" fmla="*/ 141871 h 408"/>
                <a:gd name="T6" fmla="*/ 216011 w 427"/>
                <a:gd name="T7" fmla="*/ 153894 h 408"/>
                <a:gd name="T8" fmla="*/ 220673 w 427"/>
                <a:gd name="T9" fmla="*/ 165917 h 408"/>
                <a:gd name="T10" fmla="*/ 223781 w 427"/>
                <a:gd name="T11" fmla="*/ 171528 h 408"/>
                <a:gd name="T12" fmla="*/ 233106 w 427"/>
                <a:gd name="T13" fmla="*/ 179543 h 408"/>
                <a:gd name="T14" fmla="*/ 239322 w 427"/>
                <a:gd name="T15" fmla="*/ 182749 h 408"/>
                <a:gd name="T16" fmla="*/ 252531 w 427"/>
                <a:gd name="T17" fmla="*/ 109008 h 408"/>
                <a:gd name="T18" fmla="*/ 236991 w 427"/>
                <a:gd name="T19" fmla="*/ 112214 h 408"/>
                <a:gd name="T20" fmla="*/ 228444 w 427"/>
                <a:gd name="T21" fmla="*/ 117825 h 408"/>
                <a:gd name="T22" fmla="*/ 224558 w 427"/>
                <a:gd name="T23" fmla="*/ 121833 h 408"/>
                <a:gd name="T24" fmla="*/ 202802 w 427"/>
                <a:gd name="T25" fmla="*/ 37672 h 408"/>
                <a:gd name="T26" fmla="*/ 165505 w 427"/>
                <a:gd name="T27" fmla="*/ 76146 h 408"/>
                <a:gd name="T28" fmla="*/ 200471 w 427"/>
                <a:gd name="T29" fmla="*/ 153894 h 408"/>
                <a:gd name="T30" fmla="*/ 200471 w 427"/>
                <a:gd name="T31" fmla="*/ 138665 h 408"/>
                <a:gd name="T32" fmla="*/ 189593 w 427"/>
                <a:gd name="T33" fmla="*/ 83359 h 408"/>
                <a:gd name="T34" fmla="*/ 131316 w 427"/>
                <a:gd name="T35" fmla="*/ 146680 h 408"/>
                <a:gd name="T36" fmla="*/ 165505 w 427"/>
                <a:gd name="T37" fmla="*/ 215612 h 408"/>
                <a:gd name="T38" fmla="*/ 149188 w 427"/>
                <a:gd name="T39" fmla="*/ 218017 h 408"/>
                <a:gd name="T40" fmla="*/ 140640 w 427"/>
                <a:gd name="T41" fmla="*/ 208398 h 408"/>
                <a:gd name="T42" fmla="*/ 135201 w 427"/>
                <a:gd name="T43" fmla="*/ 203589 h 408"/>
                <a:gd name="T44" fmla="*/ 112668 w 427"/>
                <a:gd name="T45" fmla="*/ 193971 h 408"/>
                <a:gd name="T46" fmla="*/ 103343 w 427"/>
                <a:gd name="T47" fmla="*/ 193169 h 408"/>
                <a:gd name="T48" fmla="*/ 0 w 427"/>
                <a:gd name="T49" fmla="*/ 327025 h 408"/>
                <a:gd name="T50" fmla="*/ 43513 w 427"/>
                <a:gd name="T51" fmla="*/ 247673 h 408"/>
                <a:gd name="T52" fmla="*/ 113445 w 427"/>
                <a:gd name="T53" fmla="*/ 247673 h 408"/>
                <a:gd name="T54" fmla="*/ 158512 w 427"/>
                <a:gd name="T55" fmla="*/ 327025 h 408"/>
                <a:gd name="T56" fmla="*/ 149188 w 427"/>
                <a:gd name="T57" fmla="*/ 218017 h 408"/>
                <a:gd name="T58" fmla="*/ 228444 w 427"/>
                <a:gd name="T59" fmla="*/ 193169 h 408"/>
                <a:gd name="T60" fmla="*/ 218342 w 427"/>
                <a:gd name="T61" fmla="*/ 193971 h 408"/>
                <a:gd name="T62" fmla="*/ 190370 w 427"/>
                <a:gd name="T63" fmla="*/ 208398 h 408"/>
                <a:gd name="T64" fmla="*/ 186484 w 427"/>
                <a:gd name="T65" fmla="*/ 213207 h 408"/>
                <a:gd name="T66" fmla="*/ 205133 w 427"/>
                <a:gd name="T67" fmla="*/ 327025 h 408"/>
                <a:gd name="T68" fmla="*/ 216788 w 427"/>
                <a:gd name="T69" fmla="*/ 327025 h 408"/>
                <a:gd name="T70" fmla="*/ 298375 w 427"/>
                <a:gd name="T71" fmla="*/ 247673 h 408"/>
                <a:gd name="T72" fmla="*/ 331787 w 427"/>
                <a:gd name="T73" fmla="*/ 250879 h 408"/>
                <a:gd name="T74" fmla="*/ 79256 w 427"/>
                <a:gd name="T75" fmla="*/ 185154 h 408"/>
                <a:gd name="T76" fmla="*/ 97904 w 427"/>
                <a:gd name="T77" fmla="*/ 179543 h 408"/>
                <a:gd name="T78" fmla="*/ 103343 w 427"/>
                <a:gd name="T79" fmla="*/ 176337 h 408"/>
                <a:gd name="T80" fmla="*/ 113445 w 427"/>
                <a:gd name="T81" fmla="*/ 160306 h 408"/>
                <a:gd name="T82" fmla="*/ 115776 w 427"/>
                <a:gd name="T83" fmla="*/ 153093 h 408"/>
                <a:gd name="T84" fmla="*/ 115776 w 427"/>
                <a:gd name="T85" fmla="*/ 140268 h 408"/>
                <a:gd name="T86" fmla="*/ 112668 w 427"/>
                <a:gd name="T87" fmla="*/ 131451 h 408"/>
                <a:gd name="T88" fmla="*/ 110337 w 427"/>
                <a:gd name="T89" fmla="*/ 125841 h 408"/>
                <a:gd name="T90" fmla="*/ 103343 w 427"/>
                <a:gd name="T91" fmla="*/ 117825 h 408"/>
                <a:gd name="T92" fmla="*/ 97904 w 427"/>
                <a:gd name="T93" fmla="*/ 114619 h 408"/>
                <a:gd name="T94" fmla="*/ 79256 w 427"/>
                <a:gd name="T95" fmla="*/ 109008 h 40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427" h="408">
                  <a:moveTo>
                    <a:pt x="289" y="152"/>
                  </a:moveTo>
                  <a:cubicBezTo>
                    <a:pt x="288" y="154"/>
                    <a:pt x="286" y="155"/>
                    <a:pt x="285" y="157"/>
                  </a:cubicBezTo>
                  <a:cubicBezTo>
                    <a:pt x="285" y="157"/>
                    <a:pt x="285" y="157"/>
                    <a:pt x="285" y="157"/>
                  </a:cubicBezTo>
                  <a:cubicBezTo>
                    <a:pt x="284" y="159"/>
                    <a:pt x="283" y="161"/>
                    <a:pt x="282" y="162"/>
                  </a:cubicBezTo>
                  <a:cubicBezTo>
                    <a:pt x="282" y="163"/>
                    <a:pt x="282" y="163"/>
                    <a:pt x="282" y="164"/>
                  </a:cubicBezTo>
                  <a:cubicBezTo>
                    <a:pt x="281" y="165"/>
                    <a:pt x="280" y="167"/>
                    <a:pt x="279" y="169"/>
                  </a:cubicBezTo>
                  <a:cubicBezTo>
                    <a:pt x="279" y="169"/>
                    <a:pt x="279" y="169"/>
                    <a:pt x="279" y="170"/>
                  </a:cubicBezTo>
                  <a:cubicBezTo>
                    <a:pt x="279" y="171"/>
                    <a:pt x="278" y="173"/>
                    <a:pt x="278" y="175"/>
                  </a:cubicBezTo>
                  <a:cubicBezTo>
                    <a:pt x="278" y="176"/>
                    <a:pt x="278" y="176"/>
                    <a:pt x="278" y="177"/>
                  </a:cubicBezTo>
                  <a:cubicBezTo>
                    <a:pt x="277" y="179"/>
                    <a:pt x="277" y="181"/>
                    <a:pt x="277" y="183"/>
                  </a:cubicBezTo>
                  <a:cubicBezTo>
                    <a:pt x="277" y="186"/>
                    <a:pt x="278" y="189"/>
                    <a:pt x="278" y="191"/>
                  </a:cubicBezTo>
                  <a:cubicBezTo>
                    <a:pt x="278" y="192"/>
                    <a:pt x="278" y="192"/>
                    <a:pt x="278" y="192"/>
                  </a:cubicBezTo>
                  <a:cubicBezTo>
                    <a:pt x="279" y="195"/>
                    <a:pt x="279" y="197"/>
                    <a:pt x="280" y="199"/>
                  </a:cubicBezTo>
                  <a:cubicBezTo>
                    <a:pt x="280" y="200"/>
                    <a:pt x="280" y="200"/>
                    <a:pt x="280" y="200"/>
                  </a:cubicBezTo>
                  <a:cubicBezTo>
                    <a:pt x="281" y="203"/>
                    <a:pt x="282" y="205"/>
                    <a:pt x="284" y="207"/>
                  </a:cubicBezTo>
                  <a:cubicBezTo>
                    <a:pt x="284" y="207"/>
                    <a:pt x="284" y="208"/>
                    <a:pt x="284" y="208"/>
                  </a:cubicBezTo>
                  <a:cubicBezTo>
                    <a:pt x="285" y="210"/>
                    <a:pt x="287" y="212"/>
                    <a:pt x="288" y="214"/>
                  </a:cubicBezTo>
                  <a:cubicBezTo>
                    <a:pt x="288" y="214"/>
                    <a:pt x="288" y="214"/>
                    <a:pt x="288" y="214"/>
                  </a:cubicBezTo>
                  <a:cubicBezTo>
                    <a:pt x="290" y="216"/>
                    <a:pt x="292" y="218"/>
                    <a:pt x="294" y="219"/>
                  </a:cubicBezTo>
                  <a:cubicBezTo>
                    <a:pt x="294" y="219"/>
                    <a:pt x="294" y="220"/>
                    <a:pt x="294" y="220"/>
                  </a:cubicBezTo>
                  <a:cubicBezTo>
                    <a:pt x="296" y="221"/>
                    <a:pt x="298" y="223"/>
                    <a:pt x="300" y="224"/>
                  </a:cubicBezTo>
                  <a:cubicBezTo>
                    <a:pt x="300" y="224"/>
                    <a:pt x="301" y="224"/>
                    <a:pt x="301" y="224"/>
                  </a:cubicBezTo>
                  <a:cubicBezTo>
                    <a:pt x="303" y="226"/>
                    <a:pt x="305" y="227"/>
                    <a:pt x="308" y="228"/>
                  </a:cubicBezTo>
                  <a:cubicBezTo>
                    <a:pt x="308" y="228"/>
                    <a:pt x="308" y="228"/>
                    <a:pt x="308" y="228"/>
                  </a:cubicBezTo>
                  <a:cubicBezTo>
                    <a:pt x="313" y="230"/>
                    <a:pt x="319" y="231"/>
                    <a:pt x="325" y="231"/>
                  </a:cubicBezTo>
                  <a:cubicBezTo>
                    <a:pt x="351" y="231"/>
                    <a:pt x="372" y="210"/>
                    <a:pt x="372" y="183"/>
                  </a:cubicBezTo>
                  <a:cubicBezTo>
                    <a:pt x="372" y="157"/>
                    <a:pt x="351" y="136"/>
                    <a:pt x="325" y="136"/>
                  </a:cubicBezTo>
                  <a:cubicBezTo>
                    <a:pt x="318" y="136"/>
                    <a:pt x="312" y="137"/>
                    <a:pt x="306" y="140"/>
                  </a:cubicBezTo>
                  <a:cubicBezTo>
                    <a:pt x="306" y="140"/>
                    <a:pt x="306" y="140"/>
                    <a:pt x="306" y="140"/>
                  </a:cubicBezTo>
                  <a:cubicBezTo>
                    <a:pt x="306" y="140"/>
                    <a:pt x="306" y="140"/>
                    <a:pt x="305" y="140"/>
                  </a:cubicBezTo>
                  <a:cubicBezTo>
                    <a:pt x="304" y="141"/>
                    <a:pt x="302" y="142"/>
                    <a:pt x="301" y="143"/>
                  </a:cubicBezTo>
                  <a:cubicBezTo>
                    <a:pt x="300" y="143"/>
                    <a:pt x="300" y="143"/>
                    <a:pt x="299" y="143"/>
                  </a:cubicBezTo>
                  <a:cubicBezTo>
                    <a:pt x="298" y="144"/>
                    <a:pt x="296" y="146"/>
                    <a:pt x="294" y="147"/>
                  </a:cubicBezTo>
                  <a:cubicBezTo>
                    <a:pt x="294" y="147"/>
                    <a:pt x="294" y="147"/>
                    <a:pt x="294" y="147"/>
                  </a:cubicBezTo>
                  <a:cubicBezTo>
                    <a:pt x="293" y="148"/>
                    <a:pt x="291" y="150"/>
                    <a:pt x="290" y="151"/>
                  </a:cubicBezTo>
                  <a:cubicBezTo>
                    <a:pt x="290" y="151"/>
                    <a:pt x="289" y="152"/>
                    <a:pt x="289" y="152"/>
                  </a:cubicBezTo>
                  <a:close/>
                  <a:moveTo>
                    <a:pt x="213" y="95"/>
                  </a:moveTo>
                  <a:lnTo>
                    <a:pt x="213" y="95"/>
                  </a:lnTo>
                  <a:cubicBezTo>
                    <a:pt x="240" y="95"/>
                    <a:pt x="261" y="73"/>
                    <a:pt x="261" y="47"/>
                  </a:cubicBezTo>
                  <a:cubicBezTo>
                    <a:pt x="261" y="21"/>
                    <a:pt x="240" y="0"/>
                    <a:pt x="213" y="0"/>
                  </a:cubicBezTo>
                  <a:cubicBezTo>
                    <a:pt x="187" y="0"/>
                    <a:pt x="166" y="21"/>
                    <a:pt x="166" y="47"/>
                  </a:cubicBezTo>
                  <a:cubicBezTo>
                    <a:pt x="166" y="73"/>
                    <a:pt x="187" y="95"/>
                    <a:pt x="213" y="95"/>
                  </a:cubicBezTo>
                  <a:close/>
                  <a:moveTo>
                    <a:pt x="258" y="228"/>
                  </a:moveTo>
                  <a:lnTo>
                    <a:pt x="258" y="228"/>
                  </a:lnTo>
                  <a:lnTo>
                    <a:pt x="258" y="192"/>
                  </a:lnTo>
                  <a:cubicBezTo>
                    <a:pt x="258" y="189"/>
                    <a:pt x="257" y="186"/>
                    <a:pt x="257" y="183"/>
                  </a:cubicBezTo>
                  <a:cubicBezTo>
                    <a:pt x="257" y="180"/>
                    <a:pt x="258" y="178"/>
                    <a:pt x="258" y="175"/>
                  </a:cubicBezTo>
                  <a:lnTo>
                    <a:pt x="258" y="173"/>
                  </a:lnTo>
                  <a:cubicBezTo>
                    <a:pt x="262" y="151"/>
                    <a:pt x="275" y="134"/>
                    <a:pt x="293" y="124"/>
                  </a:cubicBezTo>
                  <a:cubicBezTo>
                    <a:pt x="280" y="112"/>
                    <a:pt x="263" y="104"/>
                    <a:pt x="244" y="104"/>
                  </a:cubicBezTo>
                  <a:lnTo>
                    <a:pt x="183" y="104"/>
                  </a:lnTo>
                  <a:cubicBezTo>
                    <a:pt x="164" y="104"/>
                    <a:pt x="147" y="112"/>
                    <a:pt x="134" y="124"/>
                  </a:cubicBezTo>
                  <a:cubicBezTo>
                    <a:pt x="155" y="135"/>
                    <a:pt x="169" y="158"/>
                    <a:pt x="169" y="183"/>
                  </a:cubicBezTo>
                  <a:cubicBezTo>
                    <a:pt x="169" y="189"/>
                    <a:pt x="169" y="194"/>
                    <a:pt x="168" y="199"/>
                  </a:cubicBezTo>
                  <a:lnTo>
                    <a:pt x="168" y="228"/>
                  </a:lnTo>
                  <a:cubicBezTo>
                    <a:pt x="187" y="236"/>
                    <a:pt x="203" y="251"/>
                    <a:pt x="213" y="269"/>
                  </a:cubicBezTo>
                  <a:cubicBezTo>
                    <a:pt x="223" y="251"/>
                    <a:pt x="239" y="237"/>
                    <a:pt x="258" y="228"/>
                  </a:cubicBezTo>
                  <a:close/>
                  <a:moveTo>
                    <a:pt x="192" y="272"/>
                  </a:moveTo>
                  <a:lnTo>
                    <a:pt x="192" y="272"/>
                  </a:lnTo>
                  <a:cubicBezTo>
                    <a:pt x="190" y="270"/>
                    <a:pt x="189" y="268"/>
                    <a:pt x="187" y="266"/>
                  </a:cubicBezTo>
                  <a:cubicBezTo>
                    <a:pt x="187" y="265"/>
                    <a:pt x="186" y="265"/>
                    <a:pt x="186" y="265"/>
                  </a:cubicBezTo>
                  <a:cubicBezTo>
                    <a:pt x="185" y="263"/>
                    <a:pt x="183" y="262"/>
                    <a:pt x="181" y="260"/>
                  </a:cubicBezTo>
                  <a:cubicBezTo>
                    <a:pt x="181" y="260"/>
                    <a:pt x="181" y="259"/>
                    <a:pt x="181" y="259"/>
                  </a:cubicBezTo>
                  <a:cubicBezTo>
                    <a:pt x="179" y="258"/>
                    <a:pt x="177" y="256"/>
                    <a:pt x="175" y="255"/>
                  </a:cubicBezTo>
                  <a:cubicBezTo>
                    <a:pt x="175" y="255"/>
                    <a:pt x="175" y="254"/>
                    <a:pt x="174" y="254"/>
                  </a:cubicBezTo>
                  <a:cubicBezTo>
                    <a:pt x="168" y="250"/>
                    <a:pt x="161" y="246"/>
                    <a:pt x="153" y="244"/>
                  </a:cubicBezTo>
                  <a:cubicBezTo>
                    <a:pt x="151" y="243"/>
                    <a:pt x="150" y="243"/>
                    <a:pt x="148" y="242"/>
                  </a:cubicBezTo>
                  <a:cubicBezTo>
                    <a:pt x="147" y="242"/>
                    <a:pt x="146" y="242"/>
                    <a:pt x="145" y="242"/>
                  </a:cubicBezTo>
                  <a:cubicBezTo>
                    <a:pt x="144" y="242"/>
                    <a:pt x="143" y="241"/>
                    <a:pt x="141" y="241"/>
                  </a:cubicBezTo>
                  <a:cubicBezTo>
                    <a:pt x="141" y="241"/>
                    <a:pt x="140" y="241"/>
                    <a:pt x="139" y="241"/>
                  </a:cubicBezTo>
                  <a:cubicBezTo>
                    <a:pt x="137" y="241"/>
                    <a:pt x="135" y="241"/>
                    <a:pt x="133" y="241"/>
                  </a:cubicBezTo>
                  <a:lnTo>
                    <a:pt x="71" y="241"/>
                  </a:lnTo>
                  <a:cubicBezTo>
                    <a:pt x="32" y="241"/>
                    <a:pt x="0" y="273"/>
                    <a:pt x="0" y="313"/>
                  </a:cubicBezTo>
                  <a:lnTo>
                    <a:pt x="0" y="408"/>
                  </a:lnTo>
                  <a:lnTo>
                    <a:pt x="42" y="408"/>
                  </a:lnTo>
                  <a:lnTo>
                    <a:pt x="42" y="309"/>
                  </a:lnTo>
                  <a:lnTo>
                    <a:pt x="56" y="309"/>
                  </a:lnTo>
                  <a:lnTo>
                    <a:pt x="56" y="408"/>
                  </a:lnTo>
                  <a:lnTo>
                    <a:pt x="146" y="408"/>
                  </a:lnTo>
                  <a:lnTo>
                    <a:pt x="146" y="309"/>
                  </a:lnTo>
                  <a:lnTo>
                    <a:pt x="161" y="309"/>
                  </a:lnTo>
                  <a:lnTo>
                    <a:pt x="161" y="408"/>
                  </a:lnTo>
                  <a:lnTo>
                    <a:pt x="204" y="408"/>
                  </a:lnTo>
                  <a:lnTo>
                    <a:pt x="204" y="313"/>
                  </a:lnTo>
                  <a:cubicBezTo>
                    <a:pt x="204" y="297"/>
                    <a:pt x="200" y="283"/>
                    <a:pt x="192" y="272"/>
                  </a:cubicBezTo>
                  <a:cubicBezTo>
                    <a:pt x="192" y="272"/>
                    <a:pt x="192" y="272"/>
                    <a:pt x="192" y="272"/>
                  </a:cubicBezTo>
                  <a:close/>
                  <a:moveTo>
                    <a:pt x="355" y="241"/>
                  </a:moveTo>
                  <a:lnTo>
                    <a:pt x="355" y="241"/>
                  </a:lnTo>
                  <a:lnTo>
                    <a:pt x="294" y="241"/>
                  </a:lnTo>
                  <a:cubicBezTo>
                    <a:pt x="292" y="241"/>
                    <a:pt x="290" y="241"/>
                    <a:pt x="288" y="241"/>
                  </a:cubicBezTo>
                  <a:cubicBezTo>
                    <a:pt x="287" y="241"/>
                    <a:pt x="286" y="241"/>
                    <a:pt x="285" y="241"/>
                  </a:cubicBezTo>
                  <a:cubicBezTo>
                    <a:pt x="284" y="241"/>
                    <a:pt x="283" y="242"/>
                    <a:pt x="281" y="242"/>
                  </a:cubicBezTo>
                  <a:cubicBezTo>
                    <a:pt x="280" y="242"/>
                    <a:pt x="280" y="242"/>
                    <a:pt x="279" y="242"/>
                  </a:cubicBezTo>
                  <a:cubicBezTo>
                    <a:pt x="277" y="243"/>
                    <a:pt x="276" y="243"/>
                    <a:pt x="274" y="244"/>
                  </a:cubicBezTo>
                  <a:cubicBezTo>
                    <a:pt x="263" y="247"/>
                    <a:pt x="254" y="252"/>
                    <a:pt x="245" y="260"/>
                  </a:cubicBezTo>
                  <a:cubicBezTo>
                    <a:pt x="245" y="260"/>
                    <a:pt x="245" y="260"/>
                    <a:pt x="245" y="260"/>
                  </a:cubicBezTo>
                  <a:cubicBezTo>
                    <a:pt x="243" y="262"/>
                    <a:pt x="242" y="263"/>
                    <a:pt x="240" y="265"/>
                  </a:cubicBezTo>
                  <a:cubicBezTo>
                    <a:pt x="240" y="265"/>
                    <a:pt x="240" y="266"/>
                    <a:pt x="240" y="266"/>
                  </a:cubicBezTo>
                  <a:cubicBezTo>
                    <a:pt x="229" y="278"/>
                    <a:pt x="222" y="295"/>
                    <a:pt x="222" y="313"/>
                  </a:cubicBezTo>
                  <a:lnTo>
                    <a:pt x="222" y="408"/>
                  </a:lnTo>
                  <a:lnTo>
                    <a:pt x="264" y="408"/>
                  </a:lnTo>
                  <a:lnTo>
                    <a:pt x="264" y="309"/>
                  </a:lnTo>
                  <a:lnTo>
                    <a:pt x="279" y="309"/>
                  </a:lnTo>
                  <a:lnTo>
                    <a:pt x="279" y="408"/>
                  </a:lnTo>
                  <a:lnTo>
                    <a:pt x="369" y="408"/>
                  </a:lnTo>
                  <a:lnTo>
                    <a:pt x="369" y="309"/>
                  </a:lnTo>
                  <a:lnTo>
                    <a:pt x="384" y="309"/>
                  </a:lnTo>
                  <a:lnTo>
                    <a:pt x="384" y="408"/>
                  </a:lnTo>
                  <a:lnTo>
                    <a:pt x="427" y="408"/>
                  </a:lnTo>
                  <a:lnTo>
                    <a:pt x="427" y="313"/>
                  </a:lnTo>
                  <a:cubicBezTo>
                    <a:pt x="427" y="273"/>
                    <a:pt x="395" y="241"/>
                    <a:pt x="355" y="241"/>
                  </a:cubicBezTo>
                  <a:close/>
                  <a:moveTo>
                    <a:pt x="102" y="231"/>
                  </a:moveTo>
                  <a:lnTo>
                    <a:pt x="102" y="231"/>
                  </a:lnTo>
                  <a:cubicBezTo>
                    <a:pt x="108" y="231"/>
                    <a:pt x="114" y="230"/>
                    <a:pt x="119" y="228"/>
                  </a:cubicBezTo>
                  <a:cubicBezTo>
                    <a:pt x="119" y="228"/>
                    <a:pt x="119" y="228"/>
                    <a:pt x="119" y="228"/>
                  </a:cubicBezTo>
                  <a:cubicBezTo>
                    <a:pt x="122" y="227"/>
                    <a:pt x="124" y="226"/>
                    <a:pt x="126" y="224"/>
                  </a:cubicBezTo>
                  <a:cubicBezTo>
                    <a:pt x="126" y="224"/>
                    <a:pt x="126" y="224"/>
                    <a:pt x="126" y="224"/>
                  </a:cubicBezTo>
                  <a:cubicBezTo>
                    <a:pt x="129" y="223"/>
                    <a:pt x="131" y="221"/>
                    <a:pt x="133" y="220"/>
                  </a:cubicBezTo>
                  <a:cubicBezTo>
                    <a:pt x="133" y="220"/>
                    <a:pt x="133" y="220"/>
                    <a:pt x="133" y="220"/>
                  </a:cubicBezTo>
                  <a:cubicBezTo>
                    <a:pt x="137" y="216"/>
                    <a:pt x="140" y="212"/>
                    <a:pt x="143" y="208"/>
                  </a:cubicBezTo>
                  <a:cubicBezTo>
                    <a:pt x="143" y="207"/>
                    <a:pt x="143" y="207"/>
                    <a:pt x="143" y="207"/>
                  </a:cubicBezTo>
                  <a:cubicBezTo>
                    <a:pt x="144" y="205"/>
                    <a:pt x="145" y="203"/>
                    <a:pt x="146" y="200"/>
                  </a:cubicBezTo>
                  <a:cubicBezTo>
                    <a:pt x="146" y="200"/>
                    <a:pt x="147" y="200"/>
                    <a:pt x="147" y="199"/>
                  </a:cubicBezTo>
                  <a:cubicBezTo>
                    <a:pt x="148" y="197"/>
                    <a:pt x="148" y="195"/>
                    <a:pt x="149" y="192"/>
                  </a:cubicBezTo>
                  <a:cubicBezTo>
                    <a:pt x="149" y="192"/>
                    <a:pt x="149" y="192"/>
                    <a:pt x="149" y="191"/>
                  </a:cubicBezTo>
                  <a:cubicBezTo>
                    <a:pt x="149" y="189"/>
                    <a:pt x="150" y="186"/>
                    <a:pt x="150" y="183"/>
                  </a:cubicBezTo>
                  <a:cubicBezTo>
                    <a:pt x="150" y="181"/>
                    <a:pt x="149" y="179"/>
                    <a:pt x="149" y="177"/>
                  </a:cubicBezTo>
                  <a:cubicBezTo>
                    <a:pt x="149" y="176"/>
                    <a:pt x="149" y="176"/>
                    <a:pt x="149" y="175"/>
                  </a:cubicBezTo>
                  <a:cubicBezTo>
                    <a:pt x="148" y="173"/>
                    <a:pt x="148" y="171"/>
                    <a:pt x="147" y="169"/>
                  </a:cubicBezTo>
                  <a:cubicBezTo>
                    <a:pt x="147" y="169"/>
                    <a:pt x="147" y="169"/>
                    <a:pt x="147" y="169"/>
                  </a:cubicBezTo>
                  <a:cubicBezTo>
                    <a:pt x="147" y="167"/>
                    <a:pt x="146" y="165"/>
                    <a:pt x="145" y="164"/>
                  </a:cubicBezTo>
                  <a:cubicBezTo>
                    <a:pt x="145" y="163"/>
                    <a:pt x="145" y="163"/>
                    <a:pt x="145" y="162"/>
                  </a:cubicBezTo>
                  <a:cubicBezTo>
                    <a:pt x="144" y="161"/>
                    <a:pt x="143" y="159"/>
                    <a:pt x="142" y="157"/>
                  </a:cubicBezTo>
                  <a:cubicBezTo>
                    <a:pt x="140" y="155"/>
                    <a:pt x="139" y="154"/>
                    <a:pt x="138" y="152"/>
                  </a:cubicBezTo>
                  <a:cubicBezTo>
                    <a:pt x="137" y="152"/>
                    <a:pt x="137" y="151"/>
                    <a:pt x="137" y="151"/>
                  </a:cubicBezTo>
                  <a:cubicBezTo>
                    <a:pt x="136" y="150"/>
                    <a:pt x="134" y="148"/>
                    <a:pt x="133" y="147"/>
                  </a:cubicBezTo>
                  <a:cubicBezTo>
                    <a:pt x="133" y="147"/>
                    <a:pt x="133" y="147"/>
                    <a:pt x="132" y="147"/>
                  </a:cubicBezTo>
                  <a:cubicBezTo>
                    <a:pt x="131" y="146"/>
                    <a:pt x="129" y="144"/>
                    <a:pt x="127" y="143"/>
                  </a:cubicBezTo>
                  <a:cubicBezTo>
                    <a:pt x="127" y="143"/>
                    <a:pt x="127" y="143"/>
                    <a:pt x="126" y="143"/>
                  </a:cubicBezTo>
                  <a:cubicBezTo>
                    <a:pt x="125" y="142"/>
                    <a:pt x="123" y="141"/>
                    <a:pt x="121" y="140"/>
                  </a:cubicBezTo>
                  <a:cubicBezTo>
                    <a:pt x="121" y="140"/>
                    <a:pt x="121" y="140"/>
                    <a:pt x="121" y="140"/>
                  </a:cubicBezTo>
                  <a:cubicBezTo>
                    <a:pt x="115" y="137"/>
                    <a:pt x="109" y="136"/>
                    <a:pt x="102" y="136"/>
                  </a:cubicBezTo>
                  <a:cubicBezTo>
                    <a:pt x="76" y="136"/>
                    <a:pt x="54" y="157"/>
                    <a:pt x="54" y="183"/>
                  </a:cubicBezTo>
                  <a:cubicBezTo>
                    <a:pt x="54" y="210"/>
                    <a:pt x="76" y="231"/>
                    <a:pt x="102" y="23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Tree>
    <p:extLst>
      <p:ext uri="{BB962C8B-B14F-4D97-AF65-F5344CB8AC3E}">
        <p14:creationId xmlns:p14="http://schemas.microsoft.com/office/powerpoint/2010/main" val="1871683783"/>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1000"/>
                            </p:stCondLst>
                            <p:childTnLst>
                              <p:par>
                                <p:cTn id="5" presetID="15" presetClass="entr" presetSubtype="0"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1000" fill="hold"/>
                                        <p:tgtEl>
                                          <p:spTgt spid="15"/>
                                        </p:tgtEl>
                                        <p:attrNameLst>
                                          <p:attrName>ppt_w</p:attrName>
                                        </p:attrNameLst>
                                      </p:cBhvr>
                                      <p:tavLst>
                                        <p:tav tm="0">
                                          <p:val>
                                            <p:fltVal val="0"/>
                                          </p:val>
                                        </p:tav>
                                        <p:tav tm="100000">
                                          <p:val>
                                            <p:strVal val="#ppt_w"/>
                                          </p:val>
                                        </p:tav>
                                      </p:tavLst>
                                    </p:anim>
                                    <p:anim calcmode="lin" valueType="num">
                                      <p:cBhvr>
                                        <p:cTn id="8" dur="1000" fill="hold"/>
                                        <p:tgtEl>
                                          <p:spTgt spid="15"/>
                                        </p:tgtEl>
                                        <p:attrNameLst>
                                          <p:attrName>ppt_h</p:attrName>
                                        </p:attrNameLst>
                                      </p:cBhvr>
                                      <p:tavLst>
                                        <p:tav tm="0">
                                          <p:val>
                                            <p:fltVal val="0"/>
                                          </p:val>
                                        </p:tav>
                                        <p:tav tm="100000">
                                          <p:val>
                                            <p:strVal val="#ppt_h"/>
                                          </p:val>
                                        </p:tav>
                                      </p:tavLst>
                                    </p:anim>
                                    <p:anim calcmode="lin" valueType="num">
                                      <p:cBhvr>
                                        <p:cTn id="9" dur="1000" fill="hold"/>
                                        <p:tgtEl>
                                          <p:spTgt spid="15"/>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5"/>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2000"/>
                            </p:stCondLst>
                            <p:childTnLst>
                              <p:par>
                                <p:cTn id="12" presetID="22" presetClass="entr" presetSubtype="8" fill="hold"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wipe(left)">
                                      <p:cBhvr>
                                        <p:cTn id="14" dur="500"/>
                                        <p:tgtEl>
                                          <p:spTgt spid="13"/>
                                        </p:tgtEl>
                                      </p:cBhvr>
                                    </p:animEffect>
                                  </p:childTnLst>
                                </p:cTn>
                              </p:par>
                            </p:childTnLst>
                          </p:cTn>
                        </p:par>
                        <p:par>
                          <p:cTn id="15" fill="hold">
                            <p:stCondLst>
                              <p:cond delay="2500"/>
                            </p:stCondLst>
                            <p:childTnLst>
                              <p:par>
                                <p:cTn id="16" presetID="42" presetClass="entr" presetSubtype="0" fill="hold" grpId="0"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1000"/>
                                        <p:tgtEl>
                                          <p:spTgt spid="8"/>
                                        </p:tgtEl>
                                      </p:cBhvr>
                                    </p:animEffect>
                                    <p:anim calcmode="lin" valueType="num">
                                      <p:cBhvr>
                                        <p:cTn id="19" dur="1000" fill="hold"/>
                                        <p:tgtEl>
                                          <p:spTgt spid="8"/>
                                        </p:tgtEl>
                                        <p:attrNameLst>
                                          <p:attrName>ppt_x</p:attrName>
                                        </p:attrNameLst>
                                      </p:cBhvr>
                                      <p:tavLst>
                                        <p:tav tm="0">
                                          <p:val>
                                            <p:strVal val="#ppt_x"/>
                                          </p:val>
                                        </p:tav>
                                        <p:tav tm="100000">
                                          <p:val>
                                            <p:strVal val="#ppt_x"/>
                                          </p:val>
                                        </p:tav>
                                      </p:tavLst>
                                    </p:anim>
                                    <p:anim calcmode="lin" valueType="num">
                                      <p:cBhvr>
                                        <p:cTn id="20" dur="1000" fill="hold"/>
                                        <p:tgtEl>
                                          <p:spTgt spid="8"/>
                                        </p:tgtEl>
                                        <p:attrNameLst>
                                          <p:attrName>ppt_y</p:attrName>
                                        </p:attrNameLst>
                                      </p:cBhvr>
                                      <p:tavLst>
                                        <p:tav tm="0">
                                          <p:val>
                                            <p:strVal val="#ppt_y+.1"/>
                                          </p:val>
                                        </p:tav>
                                        <p:tav tm="100000">
                                          <p:val>
                                            <p:strVal val="#ppt_y"/>
                                          </p:val>
                                        </p:tav>
                                      </p:tavLst>
                                    </p:anim>
                                  </p:childTnLst>
                                </p:cTn>
                              </p:par>
                              <p:par>
                                <p:cTn id="21" presetID="47"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1000"/>
                                        <p:tgtEl>
                                          <p:spTgt spid="9"/>
                                        </p:tgtEl>
                                      </p:cBhvr>
                                    </p:animEffect>
                                    <p:anim calcmode="lin" valueType="num">
                                      <p:cBhvr>
                                        <p:cTn id="24" dur="1000" fill="hold"/>
                                        <p:tgtEl>
                                          <p:spTgt spid="9"/>
                                        </p:tgtEl>
                                        <p:attrNameLst>
                                          <p:attrName>ppt_x</p:attrName>
                                        </p:attrNameLst>
                                      </p:cBhvr>
                                      <p:tavLst>
                                        <p:tav tm="0">
                                          <p:val>
                                            <p:strVal val="#ppt_x"/>
                                          </p:val>
                                        </p:tav>
                                        <p:tav tm="100000">
                                          <p:val>
                                            <p:strVal val="#ppt_x"/>
                                          </p:val>
                                        </p:tav>
                                      </p:tavLst>
                                    </p:anim>
                                    <p:anim calcmode="lin" valueType="num">
                                      <p:cBhvr>
                                        <p:cTn id="25"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95486"/>
            <a:ext cx="611560" cy="369332"/>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3"/>
          <p:cNvSpPr txBox="1"/>
          <p:nvPr/>
        </p:nvSpPr>
        <p:spPr>
          <a:xfrm>
            <a:off x="683568" y="195486"/>
            <a:ext cx="3816424" cy="646331"/>
          </a:xfrm>
          <a:prstGeom prst="rect">
            <a:avLst/>
          </a:prstGeom>
          <a:noFill/>
        </p:spPr>
        <p:txBody>
          <a:bodyPr wrap="square" rtlCol="0">
            <a:spAutoFit/>
          </a:bodyPr>
          <a:lstStyle/>
          <a:p>
            <a:r>
              <a:rPr lang="zh-CN" altLang="en-US" dirty="0">
                <a:solidFill>
                  <a:srgbClr val="054487"/>
                </a:solidFill>
                <a:latin typeface="微软雅黑" pitchFamily="34" charset="-122"/>
                <a:ea typeface="微软雅黑" pitchFamily="34" charset="-122"/>
              </a:rPr>
              <a:t>输入你的标题 </a:t>
            </a:r>
            <a:r>
              <a:rPr lang="en-US" altLang="zh-CN" dirty="0">
                <a:solidFill>
                  <a:srgbClr val="054487"/>
                </a:solidFill>
                <a:latin typeface="微软雅黑" pitchFamily="34" charset="-122"/>
                <a:ea typeface="微软雅黑" pitchFamily="34" charset="-122"/>
              </a:rPr>
              <a:t>/Add your title</a:t>
            </a:r>
            <a:endParaRPr lang="zh-CN" altLang="en-US" dirty="0">
              <a:solidFill>
                <a:srgbClr val="054487"/>
              </a:solidFill>
              <a:latin typeface="微软雅黑" pitchFamily="34" charset="-122"/>
              <a:ea typeface="微软雅黑" pitchFamily="34" charset="-122"/>
            </a:endParaRPr>
          </a:p>
          <a:p>
            <a:endParaRPr lang="zh-CN" altLang="en-US" dirty="0">
              <a:solidFill>
                <a:srgbClr val="F46970"/>
              </a:solidFill>
              <a:latin typeface="微软雅黑" pitchFamily="34" charset="-122"/>
              <a:ea typeface="微软雅黑" pitchFamily="34" charset="-122"/>
            </a:endParaRPr>
          </a:p>
        </p:txBody>
      </p:sp>
      <p:grpSp>
        <p:nvGrpSpPr>
          <p:cNvPr id="37" name="组合 36"/>
          <p:cNvGrpSpPr/>
          <p:nvPr/>
        </p:nvGrpSpPr>
        <p:grpSpPr>
          <a:xfrm>
            <a:off x="1547664" y="1783016"/>
            <a:ext cx="6232463" cy="1942852"/>
            <a:chOff x="1941025" y="2658890"/>
            <a:chExt cx="8309951" cy="2590469"/>
          </a:xfrm>
        </p:grpSpPr>
        <p:sp>
          <p:nvSpPr>
            <p:cNvPr id="43" name="空心弧 42"/>
            <p:cNvSpPr/>
            <p:nvPr/>
          </p:nvSpPr>
          <p:spPr>
            <a:xfrm>
              <a:off x="7687775" y="2686157"/>
              <a:ext cx="2563201" cy="2563202"/>
            </a:xfrm>
            <a:prstGeom prst="blockArc">
              <a:avLst>
                <a:gd name="adj1" fmla="val 10800000"/>
                <a:gd name="adj2" fmla="val 21532483"/>
                <a:gd name="adj3" fmla="val 24916"/>
              </a:avLst>
            </a:prstGeom>
            <a:solidFill>
              <a:schemeClr val="bg1">
                <a:lumMod val="75000"/>
                <a:alpha val="90000"/>
              </a:schemeClr>
            </a:solidFill>
            <a:ln w="25400" cap="flat" cmpd="sng" algn="ctr">
              <a:noFill/>
              <a:prstDash val="solid"/>
            </a:ln>
            <a:effectLst/>
          </p:spPr>
          <p:txBody>
            <a:bodyPr rtlCol="0" anchor="ctr"/>
            <a:lstStyle/>
            <a:p>
              <a:pPr algn="ctr">
                <a:defRPr/>
              </a:pPr>
              <a:endParaRPr lang="zh-CN" altLang="en-US" kern="0" dirty="0">
                <a:solidFill>
                  <a:prstClr val="white"/>
                </a:solidFill>
                <a:ea typeface="微软雅黑" pitchFamily="34" charset="-122"/>
              </a:endParaRPr>
            </a:p>
          </p:txBody>
        </p:sp>
        <p:sp>
          <p:nvSpPr>
            <p:cNvPr id="46" name="空心弧 45"/>
            <p:cNvSpPr/>
            <p:nvPr/>
          </p:nvSpPr>
          <p:spPr>
            <a:xfrm rot="10800000">
              <a:off x="5772192" y="2658890"/>
              <a:ext cx="2563201" cy="2563202"/>
            </a:xfrm>
            <a:prstGeom prst="blockArc">
              <a:avLst>
                <a:gd name="adj1" fmla="val 10800000"/>
                <a:gd name="adj2" fmla="val 21532483"/>
                <a:gd name="adj3" fmla="val 24916"/>
              </a:avLst>
            </a:prstGeom>
            <a:solidFill>
              <a:schemeClr val="bg1">
                <a:lumMod val="75000"/>
                <a:alpha val="90000"/>
              </a:schemeClr>
            </a:solidFill>
            <a:ln w="25400" cap="flat" cmpd="sng" algn="ctr">
              <a:noFill/>
              <a:prstDash val="solid"/>
            </a:ln>
            <a:effectLst/>
          </p:spPr>
          <p:txBody>
            <a:bodyPr rtlCol="0" anchor="ctr"/>
            <a:lstStyle/>
            <a:p>
              <a:pPr algn="ctr">
                <a:defRPr/>
              </a:pPr>
              <a:endParaRPr lang="zh-CN" altLang="en-US" kern="0" dirty="0">
                <a:solidFill>
                  <a:prstClr val="white"/>
                </a:solidFill>
                <a:ea typeface="微软雅黑" pitchFamily="34" charset="-122"/>
              </a:endParaRPr>
            </a:p>
          </p:txBody>
        </p:sp>
        <p:sp>
          <p:nvSpPr>
            <p:cNvPr id="49" name="空心弧 48"/>
            <p:cNvSpPr/>
            <p:nvPr/>
          </p:nvSpPr>
          <p:spPr>
            <a:xfrm rot="10800000">
              <a:off x="1941025" y="2658890"/>
              <a:ext cx="2563201" cy="2563202"/>
            </a:xfrm>
            <a:prstGeom prst="blockArc">
              <a:avLst>
                <a:gd name="adj1" fmla="val 10800000"/>
                <a:gd name="adj2" fmla="val 21532483"/>
                <a:gd name="adj3" fmla="val 24916"/>
              </a:avLst>
            </a:prstGeom>
            <a:solidFill>
              <a:schemeClr val="bg1">
                <a:lumMod val="75000"/>
                <a:alpha val="90000"/>
              </a:schemeClr>
            </a:solidFill>
            <a:ln w="25400" cap="flat" cmpd="sng" algn="ctr">
              <a:noFill/>
              <a:prstDash val="solid"/>
            </a:ln>
            <a:effectLst/>
          </p:spPr>
          <p:txBody>
            <a:bodyPr rtlCol="0" anchor="ctr"/>
            <a:lstStyle/>
            <a:p>
              <a:pPr algn="ctr">
                <a:defRPr/>
              </a:pPr>
              <a:endParaRPr lang="zh-CN" altLang="en-US" kern="0" dirty="0">
                <a:solidFill>
                  <a:prstClr val="white"/>
                </a:solidFill>
                <a:ea typeface="微软雅黑" pitchFamily="34" charset="-122"/>
              </a:endParaRPr>
            </a:p>
          </p:txBody>
        </p:sp>
        <p:sp>
          <p:nvSpPr>
            <p:cNvPr id="50" name="空心弧 49"/>
            <p:cNvSpPr/>
            <p:nvPr/>
          </p:nvSpPr>
          <p:spPr>
            <a:xfrm>
              <a:off x="3856609" y="2686157"/>
              <a:ext cx="2563201" cy="2563202"/>
            </a:xfrm>
            <a:prstGeom prst="blockArc">
              <a:avLst>
                <a:gd name="adj1" fmla="val 10800000"/>
                <a:gd name="adj2" fmla="val 21532483"/>
                <a:gd name="adj3" fmla="val 24916"/>
              </a:avLst>
            </a:prstGeom>
            <a:solidFill>
              <a:schemeClr val="bg1">
                <a:lumMod val="75000"/>
                <a:alpha val="90000"/>
              </a:schemeClr>
            </a:solidFill>
            <a:ln w="25400" cap="flat" cmpd="sng" algn="ctr">
              <a:noFill/>
              <a:prstDash val="solid"/>
            </a:ln>
            <a:effectLst/>
          </p:spPr>
          <p:txBody>
            <a:bodyPr rtlCol="0" anchor="ctr"/>
            <a:lstStyle/>
            <a:p>
              <a:pPr algn="ctr">
                <a:defRPr/>
              </a:pPr>
              <a:endParaRPr lang="zh-CN" altLang="en-US" kern="0" dirty="0">
                <a:solidFill>
                  <a:prstClr val="white"/>
                </a:solidFill>
                <a:ea typeface="微软雅黑" pitchFamily="34" charset="-122"/>
              </a:endParaRPr>
            </a:p>
          </p:txBody>
        </p:sp>
      </p:grpSp>
      <p:grpSp>
        <p:nvGrpSpPr>
          <p:cNvPr id="51" name="组合 50"/>
          <p:cNvGrpSpPr/>
          <p:nvPr/>
        </p:nvGrpSpPr>
        <p:grpSpPr>
          <a:xfrm>
            <a:off x="1547664" y="1772241"/>
            <a:ext cx="6232463" cy="1953626"/>
            <a:chOff x="1941025" y="2644525"/>
            <a:chExt cx="8309951" cy="2604834"/>
          </a:xfrm>
          <a:solidFill>
            <a:srgbClr val="054487"/>
          </a:solidFill>
        </p:grpSpPr>
        <p:sp>
          <p:nvSpPr>
            <p:cNvPr id="52" name="空心弧 51"/>
            <p:cNvSpPr/>
            <p:nvPr/>
          </p:nvSpPr>
          <p:spPr>
            <a:xfrm>
              <a:off x="1941025" y="2686157"/>
              <a:ext cx="2563201" cy="2563202"/>
            </a:xfrm>
            <a:prstGeom prst="blockArc">
              <a:avLst>
                <a:gd name="adj1" fmla="val 10800000"/>
                <a:gd name="adj2" fmla="val 21532483"/>
                <a:gd name="adj3" fmla="val 24916"/>
              </a:avLst>
            </a:prstGeom>
            <a:grpFill/>
            <a:ln w="25400" cap="flat" cmpd="sng" algn="ctr">
              <a:noFill/>
              <a:prstDash val="solid"/>
            </a:ln>
            <a:effectLst/>
          </p:spPr>
          <p:txBody>
            <a:bodyPr rtlCol="0" anchor="ctr"/>
            <a:lstStyle/>
            <a:p>
              <a:pPr algn="ctr">
                <a:defRPr/>
              </a:pPr>
              <a:endParaRPr lang="zh-CN" altLang="en-US" kern="0" dirty="0">
                <a:solidFill>
                  <a:prstClr val="white"/>
                </a:solidFill>
                <a:ea typeface="微软雅黑" pitchFamily="34" charset="-122"/>
              </a:endParaRPr>
            </a:p>
          </p:txBody>
        </p:sp>
        <p:sp>
          <p:nvSpPr>
            <p:cNvPr id="53" name="空心弧 52"/>
            <p:cNvSpPr/>
            <p:nvPr/>
          </p:nvSpPr>
          <p:spPr>
            <a:xfrm>
              <a:off x="5772192" y="2686157"/>
              <a:ext cx="2563201" cy="2563202"/>
            </a:xfrm>
            <a:prstGeom prst="blockArc">
              <a:avLst>
                <a:gd name="adj1" fmla="val 10800000"/>
                <a:gd name="adj2" fmla="val 21532483"/>
                <a:gd name="adj3" fmla="val 24916"/>
              </a:avLst>
            </a:prstGeom>
            <a:grpFill/>
            <a:ln w="25400" cap="flat" cmpd="sng" algn="ctr">
              <a:noFill/>
              <a:prstDash val="solid"/>
            </a:ln>
            <a:effectLst/>
          </p:spPr>
          <p:txBody>
            <a:bodyPr rtlCol="0" anchor="ctr"/>
            <a:lstStyle/>
            <a:p>
              <a:pPr algn="ctr">
                <a:defRPr/>
              </a:pPr>
              <a:endParaRPr lang="zh-CN" altLang="en-US" kern="0" dirty="0">
                <a:solidFill>
                  <a:prstClr val="white"/>
                </a:solidFill>
                <a:ea typeface="微软雅黑" pitchFamily="34" charset="-122"/>
              </a:endParaRPr>
            </a:p>
          </p:txBody>
        </p:sp>
        <p:sp>
          <p:nvSpPr>
            <p:cNvPr id="54" name="空心弧 53"/>
            <p:cNvSpPr/>
            <p:nvPr/>
          </p:nvSpPr>
          <p:spPr>
            <a:xfrm rot="10800000">
              <a:off x="3856609" y="2644525"/>
              <a:ext cx="2563201" cy="2563202"/>
            </a:xfrm>
            <a:prstGeom prst="blockArc">
              <a:avLst>
                <a:gd name="adj1" fmla="val 10800000"/>
                <a:gd name="adj2" fmla="val 21532483"/>
                <a:gd name="adj3" fmla="val 24916"/>
              </a:avLst>
            </a:prstGeom>
            <a:grpFill/>
            <a:ln w="25400" cap="flat" cmpd="sng" algn="ctr">
              <a:noFill/>
              <a:prstDash val="solid"/>
            </a:ln>
            <a:effectLst/>
          </p:spPr>
          <p:txBody>
            <a:bodyPr rtlCol="0" anchor="ctr"/>
            <a:lstStyle/>
            <a:p>
              <a:pPr algn="ctr">
                <a:defRPr/>
              </a:pPr>
              <a:endParaRPr lang="zh-CN" altLang="en-US" kern="0" dirty="0">
                <a:solidFill>
                  <a:prstClr val="white"/>
                </a:solidFill>
                <a:ea typeface="微软雅黑" pitchFamily="34" charset="-122"/>
              </a:endParaRPr>
            </a:p>
          </p:txBody>
        </p:sp>
        <p:sp>
          <p:nvSpPr>
            <p:cNvPr id="55" name="空心弧 54"/>
            <p:cNvSpPr/>
            <p:nvPr/>
          </p:nvSpPr>
          <p:spPr>
            <a:xfrm rot="10800000">
              <a:off x="7687775" y="2644525"/>
              <a:ext cx="2563201" cy="2563202"/>
            </a:xfrm>
            <a:prstGeom prst="blockArc">
              <a:avLst>
                <a:gd name="adj1" fmla="val 10800000"/>
                <a:gd name="adj2" fmla="val 21532483"/>
                <a:gd name="adj3" fmla="val 24916"/>
              </a:avLst>
            </a:prstGeom>
            <a:grpFill/>
            <a:ln w="25400" cap="flat" cmpd="sng" algn="ctr">
              <a:noFill/>
              <a:prstDash val="solid"/>
            </a:ln>
            <a:effectLst/>
          </p:spPr>
          <p:txBody>
            <a:bodyPr rtlCol="0" anchor="ctr"/>
            <a:lstStyle/>
            <a:p>
              <a:pPr algn="ctr">
                <a:defRPr/>
              </a:pPr>
              <a:endParaRPr lang="zh-CN" altLang="en-US" kern="0" dirty="0">
                <a:solidFill>
                  <a:prstClr val="white"/>
                </a:solidFill>
                <a:ea typeface="微软雅黑" pitchFamily="34" charset="-122"/>
              </a:endParaRPr>
            </a:p>
          </p:txBody>
        </p:sp>
      </p:grpSp>
      <p:grpSp>
        <p:nvGrpSpPr>
          <p:cNvPr id="56" name="组合 55"/>
          <p:cNvGrpSpPr/>
          <p:nvPr/>
        </p:nvGrpSpPr>
        <p:grpSpPr>
          <a:xfrm>
            <a:off x="1640247" y="2122520"/>
            <a:ext cx="1737233" cy="2570273"/>
            <a:chOff x="2064470" y="3111563"/>
            <a:chExt cx="2316310" cy="3427030"/>
          </a:xfrm>
        </p:grpSpPr>
        <p:sp>
          <p:nvSpPr>
            <p:cNvPr id="57" name="椭圆 56"/>
            <p:cNvSpPr/>
            <p:nvPr/>
          </p:nvSpPr>
          <p:spPr>
            <a:xfrm>
              <a:off x="2727050" y="3486549"/>
              <a:ext cx="952557" cy="952557"/>
            </a:xfrm>
            <a:prstGeom prst="ellipse">
              <a:avLst/>
            </a:prstGeom>
            <a:solidFill>
              <a:srgbClr val="054487">
                <a:alpha val="90000"/>
              </a:srgbClr>
            </a:solidFill>
            <a:ln w="25400" cap="flat" cmpd="sng" algn="ctr">
              <a:noFill/>
              <a:prstDash val="solid"/>
            </a:ln>
            <a:effectLst/>
          </p:spPr>
          <p:txBody>
            <a:bodyPr rtlCol="0" anchor="ctr"/>
            <a:lstStyle/>
            <a:p>
              <a:pPr algn="ctr">
                <a:defRPr/>
              </a:pPr>
              <a:r>
                <a:rPr lang="en-US" altLang="zh-CN" sz="3300" b="1" kern="0" dirty="0">
                  <a:solidFill>
                    <a:prstClr val="white"/>
                  </a:solidFill>
                  <a:effectLst>
                    <a:outerShdw blurRad="38100" dist="38100" dir="2700000" algn="tl">
                      <a:srgbClr val="000000">
                        <a:alpha val="43137"/>
                      </a:srgbClr>
                    </a:outerShdw>
                  </a:effectLst>
                  <a:latin typeface="微软雅黑" pitchFamily="34" charset="-122"/>
                  <a:ea typeface="ChunkFive" pitchFamily="2" charset="0"/>
                  <a:cs typeface="Arial" panose="020B0604020202020204" pitchFamily="34" charset="0"/>
                </a:rPr>
                <a:t>1</a:t>
              </a:r>
              <a:endParaRPr lang="zh-CN" altLang="en-US" sz="3300" b="1" kern="0" dirty="0">
                <a:solidFill>
                  <a:prstClr val="white"/>
                </a:solidFill>
                <a:effectLst>
                  <a:outerShdw blurRad="38100" dist="38100" dir="2700000" algn="tl">
                    <a:srgbClr val="000000">
                      <a:alpha val="43137"/>
                    </a:srgbClr>
                  </a:outerShdw>
                </a:effectLst>
                <a:latin typeface="微软雅黑" pitchFamily="34" charset="-122"/>
                <a:ea typeface="ChunkFive" pitchFamily="2" charset="0"/>
                <a:cs typeface="Arial" panose="020B0604020202020204" pitchFamily="34" charset="0"/>
              </a:endParaRPr>
            </a:p>
          </p:txBody>
        </p:sp>
        <p:sp>
          <p:nvSpPr>
            <p:cNvPr id="58" name="文本框 20"/>
            <p:cNvSpPr txBox="1"/>
            <p:nvPr/>
          </p:nvSpPr>
          <p:spPr>
            <a:xfrm rot="723832">
              <a:off x="2413719" y="3111563"/>
              <a:ext cx="1707868" cy="1155748"/>
            </a:xfrm>
            <a:prstGeom prst="rect">
              <a:avLst/>
            </a:prstGeom>
            <a:noFill/>
          </p:spPr>
          <p:txBody>
            <a:bodyPr wrap="square" rtlCol="0">
              <a:prstTxWarp prst="textArchUp">
                <a:avLst>
                  <a:gd name="adj" fmla="val 10683234"/>
                </a:avLst>
              </a:prstTxWarp>
              <a:spAutoFit/>
            </a:bodyPr>
            <a:lstStyle/>
            <a:p>
              <a:pPr>
                <a:defRPr/>
              </a:pPr>
              <a:r>
                <a:rPr lang="zh-CN" altLang="en-US" sz="1500" kern="0" dirty="0">
                  <a:solidFill>
                    <a:prstClr val="white"/>
                  </a:solidFill>
                  <a:latin typeface="微软雅黑" panose="020B0503020204020204" pitchFamily="34" charset="-122"/>
                  <a:ea typeface="微软雅黑" panose="020B0503020204020204" pitchFamily="34" charset="-122"/>
                </a:rPr>
                <a:t>点击输入小标题</a:t>
              </a:r>
            </a:p>
          </p:txBody>
        </p:sp>
        <p:sp>
          <p:nvSpPr>
            <p:cNvPr id="59" name="矩形 58"/>
            <p:cNvSpPr/>
            <p:nvPr/>
          </p:nvSpPr>
          <p:spPr>
            <a:xfrm>
              <a:off x="2064470" y="5628943"/>
              <a:ext cx="2316310" cy="909650"/>
            </a:xfrm>
            <a:prstGeom prst="rect">
              <a:avLst/>
            </a:prstGeom>
          </p:spPr>
          <p:txBody>
            <a:bodyPr wrap="square">
              <a:spAutoFit/>
            </a:bodyPr>
            <a:lstStyle/>
            <a:p>
              <a:pPr>
                <a:lnSpc>
                  <a:spcPts val="2250"/>
                </a:lnSpc>
                <a:defRPr/>
              </a:pPr>
              <a:r>
                <a:rPr lang="zh-CN" altLang="en-US" sz="1500" kern="0" dirty="0">
                  <a:solidFill>
                    <a:prstClr val="black">
                      <a:lumMod val="85000"/>
                      <a:lumOff val="15000"/>
                    </a:prstClr>
                  </a:solidFill>
                  <a:latin typeface="微软雅黑" panose="020B0503020204020204" pitchFamily="34" charset="-122"/>
                  <a:ea typeface="微软雅黑" panose="020B0503020204020204" pitchFamily="34" charset="-122"/>
                </a:rPr>
                <a:t>点击此处添加文本</a:t>
              </a:r>
              <a:endParaRPr lang="en-US" altLang="zh-CN" sz="1500" kern="0" dirty="0">
                <a:solidFill>
                  <a:prstClr val="black">
                    <a:lumMod val="85000"/>
                    <a:lumOff val="15000"/>
                  </a:prstClr>
                </a:solidFill>
                <a:latin typeface="微软雅黑" panose="020B0503020204020204" pitchFamily="34" charset="-122"/>
                <a:ea typeface="微软雅黑" panose="020B0503020204020204" pitchFamily="34" charset="-122"/>
              </a:endParaRPr>
            </a:p>
            <a:p>
              <a:pPr>
                <a:lnSpc>
                  <a:spcPts val="2250"/>
                </a:lnSpc>
                <a:defRPr/>
              </a:pPr>
              <a:r>
                <a:rPr lang="zh-CN" altLang="en-US" sz="1500" kern="0" dirty="0">
                  <a:solidFill>
                    <a:prstClr val="black">
                      <a:lumMod val="85000"/>
                      <a:lumOff val="15000"/>
                    </a:prstClr>
                  </a:solidFill>
                  <a:latin typeface="微软雅黑" panose="020B0503020204020204" pitchFamily="34" charset="-122"/>
                  <a:ea typeface="微软雅黑" panose="020B0503020204020204" pitchFamily="34" charset="-122"/>
                </a:rPr>
                <a:t>点击此处添加文本</a:t>
              </a:r>
              <a:endParaRPr lang="en-US" altLang="zh-CN" sz="1500" kern="0" dirty="0">
                <a:solidFill>
                  <a:prstClr val="black">
                    <a:lumMod val="85000"/>
                    <a:lumOff val="15000"/>
                  </a:prstClr>
                </a:solidFill>
                <a:latin typeface="微软雅黑" panose="020B0503020204020204" pitchFamily="34" charset="-122"/>
                <a:ea typeface="微软雅黑" panose="020B0503020204020204" pitchFamily="34" charset="-122"/>
              </a:endParaRPr>
            </a:p>
          </p:txBody>
        </p:sp>
        <p:sp>
          <p:nvSpPr>
            <p:cNvPr id="60" name="Freeform 5"/>
            <p:cNvSpPr>
              <a:spLocks noEditPoints="1"/>
            </p:cNvSpPr>
            <p:nvPr/>
          </p:nvSpPr>
          <p:spPr bwMode="auto">
            <a:xfrm>
              <a:off x="3093488" y="5310014"/>
              <a:ext cx="258274" cy="258274"/>
            </a:xfrm>
            <a:custGeom>
              <a:avLst/>
              <a:gdLst>
                <a:gd name="T0" fmla="*/ 76 w 152"/>
                <a:gd name="T1" fmla="*/ 0 h 152"/>
                <a:gd name="T2" fmla="*/ 0 w 152"/>
                <a:gd name="T3" fmla="*/ 76 h 152"/>
                <a:gd name="T4" fmla="*/ 76 w 152"/>
                <a:gd name="T5" fmla="*/ 152 h 152"/>
                <a:gd name="T6" fmla="*/ 152 w 152"/>
                <a:gd name="T7" fmla="*/ 76 h 152"/>
                <a:gd name="T8" fmla="*/ 76 w 152"/>
                <a:gd name="T9" fmla="*/ 0 h 152"/>
                <a:gd name="T10" fmla="*/ 90 w 152"/>
                <a:gd name="T11" fmla="*/ 90 h 152"/>
                <a:gd name="T12" fmla="*/ 90 w 152"/>
                <a:gd name="T13" fmla="*/ 131 h 152"/>
                <a:gd name="T14" fmla="*/ 62 w 152"/>
                <a:gd name="T15" fmla="*/ 131 h 152"/>
                <a:gd name="T16" fmla="*/ 62 w 152"/>
                <a:gd name="T17" fmla="*/ 90 h 152"/>
                <a:gd name="T18" fmla="*/ 21 w 152"/>
                <a:gd name="T19" fmla="*/ 90 h 152"/>
                <a:gd name="T20" fmla="*/ 21 w 152"/>
                <a:gd name="T21" fmla="*/ 62 h 152"/>
                <a:gd name="T22" fmla="*/ 62 w 152"/>
                <a:gd name="T23" fmla="*/ 62 h 152"/>
                <a:gd name="T24" fmla="*/ 62 w 152"/>
                <a:gd name="T25" fmla="*/ 21 h 152"/>
                <a:gd name="T26" fmla="*/ 90 w 152"/>
                <a:gd name="T27" fmla="*/ 21 h 152"/>
                <a:gd name="T28" fmla="*/ 90 w 152"/>
                <a:gd name="T29" fmla="*/ 62 h 152"/>
                <a:gd name="T30" fmla="*/ 131 w 152"/>
                <a:gd name="T31" fmla="*/ 62 h 152"/>
                <a:gd name="T32" fmla="*/ 131 w 152"/>
                <a:gd name="T33" fmla="*/ 90 h 152"/>
                <a:gd name="T34" fmla="*/ 90 w 152"/>
                <a:gd name="T35" fmla="*/ 90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2" h="152">
                  <a:moveTo>
                    <a:pt x="76" y="0"/>
                  </a:moveTo>
                  <a:cubicBezTo>
                    <a:pt x="34" y="0"/>
                    <a:pt x="0" y="34"/>
                    <a:pt x="0" y="76"/>
                  </a:cubicBezTo>
                  <a:cubicBezTo>
                    <a:pt x="0" y="118"/>
                    <a:pt x="34" y="152"/>
                    <a:pt x="76" y="152"/>
                  </a:cubicBezTo>
                  <a:cubicBezTo>
                    <a:pt x="118" y="152"/>
                    <a:pt x="152" y="118"/>
                    <a:pt x="152" y="76"/>
                  </a:cubicBezTo>
                  <a:cubicBezTo>
                    <a:pt x="152" y="34"/>
                    <a:pt x="118" y="0"/>
                    <a:pt x="76" y="0"/>
                  </a:cubicBezTo>
                  <a:close/>
                  <a:moveTo>
                    <a:pt x="90" y="90"/>
                  </a:moveTo>
                  <a:cubicBezTo>
                    <a:pt x="90" y="131"/>
                    <a:pt x="90" y="131"/>
                    <a:pt x="90" y="131"/>
                  </a:cubicBezTo>
                  <a:cubicBezTo>
                    <a:pt x="62" y="131"/>
                    <a:pt x="62" y="131"/>
                    <a:pt x="62" y="131"/>
                  </a:cubicBezTo>
                  <a:cubicBezTo>
                    <a:pt x="62" y="90"/>
                    <a:pt x="62" y="90"/>
                    <a:pt x="62" y="90"/>
                  </a:cubicBezTo>
                  <a:cubicBezTo>
                    <a:pt x="21" y="90"/>
                    <a:pt x="21" y="90"/>
                    <a:pt x="21" y="90"/>
                  </a:cubicBezTo>
                  <a:cubicBezTo>
                    <a:pt x="21" y="62"/>
                    <a:pt x="21" y="62"/>
                    <a:pt x="21" y="62"/>
                  </a:cubicBezTo>
                  <a:cubicBezTo>
                    <a:pt x="62" y="62"/>
                    <a:pt x="62" y="62"/>
                    <a:pt x="62" y="62"/>
                  </a:cubicBezTo>
                  <a:cubicBezTo>
                    <a:pt x="62" y="21"/>
                    <a:pt x="62" y="21"/>
                    <a:pt x="62" y="21"/>
                  </a:cubicBezTo>
                  <a:cubicBezTo>
                    <a:pt x="90" y="21"/>
                    <a:pt x="90" y="21"/>
                    <a:pt x="90" y="21"/>
                  </a:cubicBezTo>
                  <a:cubicBezTo>
                    <a:pt x="90" y="62"/>
                    <a:pt x="90" y="62"/>
                    <a:pt x="90" y="62"/>
                  </a:cubicBezTo>
                  <a:cubicBezTo>
                    <a:pt x="131" y="62"/>
                    <a:pt x="131" y="62"/>
                    <a:pt x="131" y="62"/>
                  </a:cubicBezTo>
                  <a:cubicBezTo>
                    <a:pt x="131" y="90"/>
                    <a:pt x="131" y="90"/>
                    <a:pt x="131" y="90"/>
                  </a:cubicBezTo>
                  <a:lnTo>
                    <a:pt x="90" y="90"/>
                  </a:lnTo>
                  <a:close/>
                </a:path>
              </a:pathLst>
            </a:custGeom>
            <a:solidFill>
              <a:srgbClr val="054487">
                <a:alpha val="90000"/>
              </a:srgbClr>
            </a:solidFill>
            <a:ln w="254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endParaRPr lang="zh-CN" altLang="en-US" kern="0" dirty="0">
                <a:solidFill>
                  <a:prstClr val="black">
                    <a:lumMod val="85000"/>
                    <a:lumOff val="15000"/>
                  </a:prstClr>
                </a:solidFill>
                <a:ea typeface="微软雅黑" pitchFamily="34" charset="-122"/>
              </a:endParaRPr>
            </a:p>
          </p:txBody>
        </p:sp>
      </p:grpSp>
      <p:grpSp>
        <p:nvGrpSpPr>
          <p:cNvPr id="61" name="组合 60"/>
          <p:cNvGrpSpPr/>
          <p:nvPr/>
        </p:nvGrpSpPr>
        <p:grpSpPr>
          <a:xfrm>
            <a:off x="4606207" y="2109910"/>
            <a:ext cx="1737233" cy="2582885"/>
            <a:chOff x="6019083" y="3094749"/>
            <a:chExt cx="2316310" cy="3443846"/>
          </a:xfrm>
        </p:grpSpPr>
        <p:sp>
          <p:nvSpPr>
            <p:cNvPr id="62" name="椭圆 61"/>
            <p:cNvSpPr/>
            <p:nvPr/>
          </p:nvSpPr>
          <p:spPr>
            <a:xfrm>
              <a:off x="6577513" y="3486549"/>
              <a:ext cx="952557" cy="952557"/>
            </a:xfrm>
            <a:prstGeom prst="ellipse">
              <a:avLst/>
            </a:prstGeom>
            <a:solidFill>
              <a:srgbClr val="054487">
                <a:alpha val="90000"/>
              </a:srgbClr>
            </a:solidFill>
            <a:ln w="25400" cap="flat" cmpd="sng" algn="ctr">
              <a:noFill/>
              <a:prstDash val="solid"/>
            </a:ln>
            <a:effectLst/>
          </p:spPr>
          <p:txBody>
            <a:bodyPr rtlCol="0" anchor="ctr"/>
            <a:lstStyle/>
            <a:p>
              <a:pPr algn="ctr">
                <a:defRPr/>
              </a:pPr>
              <a:r>
                <a:rPr lang="en-US" altLang="zh-CN" sz="3300" b="1" kern="0" dirty="0">
                  <a:solidFill>
                    <a:prstClr val="white"/>
                  </a:solidFill>
                  <a:effectLst>
                    <a:outerShdw blurRad="38100" dist="38100" dir="2700000" algn="tl">
                      <a:srgbClr val="000000">
                        <a:alpha val="43137"/>
                      </a:srgbClr>
                    </a:outerShdw>
                  </a:effectLst>
                  <a:latin typeface="微软雅黑" pitchFamily="34" charset="-122"/>
                  <a:ea typeface="ChunkFive" pitchFamily="2" charset="0"/>
                  <a:cs typeface="Arial" panose="020B0604020202020204" pitchFamily="34" charset="0"/>
                </a:rPr>
                <a:t>3</a:t>
              </a:r>
              <a:endParaRPr lang="zh-CN" altLang="en-US" sz="3300" b="1" kern="0" dirty="0">
                <a:solidFill>
                  <a:prstClr val="white"/>
                </a:solidFill>
                <a:effectLst>
                  <a:outerShdw blurRad="38100" dist="38100" dir="2700000" algn="tl">
                    <a:srgbClr val="000000">
                      <a:alpha val="43137"/>
                    </a:srgbClr>
                  </a:outerShdw>
                </a:effectLst>
                <a:latin typeface="微软雅黑" pitchFamily="34" charset="-122"/>
                <a:ea typeface="ChunkFive" pitchFamily="2" charset="0"/>
                <a:cs typeface="Arial" panose="020B0604020202020204" pitchFamily="34" charset="0"/>
              </a:endParaRPr>
            </a:p>
          </p:txBody>
        </p:sp>
        <p:sp>
          <p:nvSpPr>
            <p:cNvPr id="63" name="文本框 28"/>
            <p:cNvSpPr txBox="1"/>
            <p:nvPr/>
          </p:nvSpPr>
          <p:spPr>
            <a:xfrm rot="893704">
              <a:off x="6273353" y="3094749"/>
              <a:ext cx="1707868" cy="1155748"/>
            </a:xfrm>
            <a:prstGeom prst="rect">
              <a:avLst/>
            </a:prstGeom>
            <a:noFill/>
          </p:spPr>
          <p:txBody>
            <a:bodyPr wrap="square" rtlCol="0">
              <a:prstTxWarp prst="textArchUp">
                <a:avLst>
                  <a:gd name="adj" fmla="val 10683234"/>
                </a:avLst>
              </a:prstTxWarp>
              <a:spAutoFit/>
            </a:bodyPr>
            <a:lstStyle/>
            <a:p>
              <a:pPr>
                <a:defRPr/>
              </a:pPr>
              <a:r>
                <a:rPr lang="zh-CN" altLang="en-US" sz="1500" kern="0" dirty="0">
                  <a:solidFill>
                    <a:prstClr val="white"/>
                  </a:solidFill>
                  <a:latin typeface="微软雅黑" panose="020B0503020204020204" pitchFamily="34" charset="-122"/>
                  <a:ea typeface="微软雅黑" panose="020B0503020204020204" pitchFamily="34" charset="-122"/>
                </a:rPr>
                <a:t>点击输入小标题</a:t>
              </a:r>
            </a:p>
          </p:txBody>
        </p:sp>
        <p:sp>
          <p:nvSpPr>
            <p:cNvPr id="64" name="矩形 63"/>
            <p:cNvSpPr/>
            <p:nvPr/>
          </p:nvSpPr>
          <p:spPr>
            <a:xfrm>
              <a:off x="6019083" y="5628944"/>
              <a:ext cx="2316310" cy="909651"/>
            </a:xfrm>
            <a:prstGeom prst="rect">
              <a:avLst/>
            </a:prstGeom>
          </p:spPr>
          <p:txBody>
            <a:bodyPr wrap="square">
              <a:spAutoFit/>
            </a:bodyPr>
            <a:lstStyle/>
            <a:p>
              <a:pPr>
                <a:lnSpc>
                  <a:spcPts val="2250"/>
                </a:lnSpc>
                <a:defRPr/>
              </a:pPr>
              <a:r>
                <a:rPr lang="zh-CN" altLang="en-US" sz="1500" kern="0" dirty="0">
                  <a:solidFill>
                    <a:prstClr val="black">
                      <a:lumMod val="85000"/>
                      <a:lumOff val="15000"/>
                    </a:prstClr>
                  </a:solidFill>
                  <a:latin typeface="微软雅黑" panose="020B0503020204020204" pitchFamily="34" charset="-122"/>
                  <a:ea typeface="微软雅黑" panose="020B0503020204020204" pitchFamily="34" charset="-122"/>
                </a:rPr>
                <a:t>点击此处添加文本</a:t>
              </a:r>
              <a:endParaRPr lang="en-US" altLang="zh-CN" sz="1500" kern="0" dirty="0">
                <a:solidFill>
                  <a:prstClr val="black">
                    <a:lumMod val="85000"/>
                    <a:lumOff val="15000"/>
                  </a:prstClr>
                </a:solidFill>
                <a:latin typeface="微软雅黑" panose="020B0503020204020204" pitchFamily="34" charset="-122"/>
                <a:ea typeface="微软雅黑" panose="020B0503020204020204" pitchFamily="34" charset="-122"/>
              </a:endParaRPr>
            </a:p>
            <a:p>
              <a:pPr>
                <a:lnSpc>
                  <a:spcPts val="2250"/>
                </a:lnSpc>
                <a:defRPr/>
              </a:pPr>
              <a:r>
                <a:rPr lang="zh-CN" altLang="en-US" sz="1500" kern="0" dirty="0">
                  <a:solidFill>
                    <a:prstClr val="black">
                      <a:lumMod val="85000"/>
                      <a:lumOff val="15000"/>
                    </a:prstClr>
                  </a:solidFill>
                  <a:latin typeface="微软雅黑" panose="020B0503020204020204" pitchFamily="34" charset="-122"/>
                  <a:ea typeface="微软雅黑" panose="020B0503020204020204" pitchFamily="34" charset="-122"/>
                </a:rPr>
                <a:t>点击此处添加文本</a:t>
              </a:r>
              <a:endParaRPr lang="en-US" altLang="zh-CN" sz="1500" kern="0" dirty="0">
                <a:solidFill>
                  <a:prstClr val="black">
                    <a:lumMod val="85000"/>
                    <a:lumOff val="15000"/>
                  </a:prstClr>
                </a:solidFill>
                <a:latin typeface="微软雅黑" panose="020B0503020204020204" pitchFamily="34" charset="-122"/>
                <a:ea typeface="微软雅黑" panose="020B0503020204020204" pitchFamily="34" charset="-122"/>
              </a:endParaRPr>
            </a:p>
          </p:txBody>
        </p:sp>
        <p:sp>
          <p:nvSpPr>
            <p:cNvPr id="65" name="Freeform 5"/>
            <p:cNvSpPr>
              <a:spLocks noEditPoints="1"/>
            </p:cNvSpPr>
            <p:nvPr/>
          </p:nvSpPr>
          <p:spPr bwMode="auto">
            <a:xfrm>
              <a:off x="7050647" y="5310014"/>
              <a:ext cx="258274" cy="258274"/>
            </a:xfrm>
            <a:custGeom>
              <a:avLst/>
              <a:gdLst>
                <a:gd name="T0" fmla="*/ 76 w 152"/>
                <a:gd name="T1" fmla="*/ 0 h 152"/>
                <a:gd name="T2" fmla="*/ 0 w 152"/>
                <a:gd name="T3" fmla="*/ 76 h 152"/>
                <a:gd name="T4" fmla="*/ 76 w 152"/>
                <a:gd name="T5" fmla="*/ 152 h 152"/>
                <a:gd name="T6" fmla="*/ 152 w 152"/>
                <a:gd name="T7" fmla="*/ 76 h 152"/>
                <a:gd name="T8" fmla="*/ 76 w 152"/>
                <a:gd name="T9" fmla="*/ 0 h 152"/>
                <a:gd name="T10" fmla="*/ 90 w 152"/>
                <a:gd name="T11" fmla="*/ 90 h 152"/>
                <a:gd name="T12" fmla="*/ 90 w 152"/>
                <a:gd name="T13" fmla="*/ 131 h 152"/>
                <a:gd name="T14" fmla="*/ 62 w 152"/>
                <a:gd name="T15" fmla="*/ 131 h 152"/>
                <a:gd name="T16" fmla="*/ 62 w 152"/>
                <a:gd name="T17" fmla="*/ 90 h 152"/>
                <a:gd name="T18" fmla="*/ 21 w 152"/>
                <a:gd name="T19" fmla="*/ 90 h 152"/>
                <a:gd name="T20" fmla="*/ 21 w 152"/>
                <a:gd name="T21" fmla="*/ 62 h 152"/>
                <a:gd name="T22" fmla="*/ 62 w 152"/>
                <a:gd name="T23" fmla="*/ 62 h 152"/>
                <a:gd name="T24" fmla="*/ 62 w 152"/>
                <a:gd name="T25" fmla="*/ 21 h 152"/>
                <a:gd name="T26" fmla="*/ 90 w 152"/>
                <a:gd name="T27" fmla="*/ 21 h 152"/>
                <a:gd name="T28" fmla="*/ 90 w 152"/>
                <a:gd name="T29" fmla="*/ 62 h 152"/>
                <a:gd name="T30" fmla="*/ 131 w 152"/>
                <a:gd name="T31" fmla="*/ 62 h 152"/>
                <a:gd name="T32" fmla="*/ 131 w 152"/>
                <a:gd name="T33" fmla="*/ 90 h 152"/>
                <a:gd name="T34" fmla="*/ 90 w 152"/>
                <a:gd name="T35" fmla="*/ 90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2" h="152">
                  <a:moveTo>
                    <a:pt x="76" y="0"/>
                  </a:moveTo>
                  <a:cubicBezTo>
                    <a:pt x="34" y="0"/>
                    <a:pt x="0" y="34"/>
                    <a:pt x="0" y="76"/>
                  </a:cubicBezTo>
                  <a:cubicBezTo>
                    <a:pt x="0" y="118"/>
                    <a:pt x="34" y="152"/>
                    <a:pt x="76" y="152"/>
                  </a:cubicBezTo>
                  <a:cubicBezTo>
                    <a:pt x="118" y="152"/>
                    <a:pt x="152" y="118"/>
                    <a:pt x="152" y="76"/>
                  </a:cubicBezTo>
                  <a:cubicBezTo>
                    <a:pt x="152" y="34"/>
                    <a:pt x="118" y="0"/>
                    <a:pt x="76" y="0"/>
                  </a:cubicBezTo>
                  <a:close/>
                  <a:moveTo>
                    <a:pt x="90" y="90"/>
                  </a:moveTo>
                  <a:cubicBezTo>
                    <a:pt x="90" y="131"/>
                    <a:pt x="90" y="131"/>
                    <a:pt x="90" y="131"/>
                  </a:cubicBezTo>
                  <a:cubicBezTo>
                    <a:pt x="62" y="131"/>
                    <a:pt x="62" y="131"/>
                    <a:pt x="62" y="131"/>
                  </a:cubicBezTo>
                  <a:cubicBezTo>
                    <a:pt x="62" y="90"/>
                    <a:pt x="62" y="90"/>
                    <a:pt x="62" y="90"/>
                  </a:cubicBezTo>
                  <a:cubicBezTo>
                    <a:pt x="21" y="90"/>
                    <a:pt x="21" y="90"/>
                    <a:pt x="21" y="90"/>
                  </a:cubicBezTo>
                  <a:cubicBezTo>
                    <a:pt x="21" y="62"/>
                    <a:pt x="21" y="62"/>
                    <a:pt x="21" y="62"/>
                  </a:cubicBezTo>
                  <a:cubicBezTo>
                    <a:pt x="62" y="62"/>
                    <a:pt x="62" y="62"/>
                    <a:pt x="62" y="62"/>
                  </a:cubicBezTo>
                  <a:cubicBezTo>
                    <a:pt x="62" y="21"/>
                    <a:pt x="62" y="21"/>
                    <a:pt x="62" y="21"/>
                  </a:cubicBezTo>
                  <a:cubicBezTo>
                    <a:pt x="90" y="21"/>
                    <a:pt x="90" y="21"/>
                    <a:pt x="90" y="21"/>
                  </a:cubicBezTo>
                  <a:cubicBezTo>
                    <a:pt x="90" y="62"/>
                    <a:pt x="90" y="62"/>
                    <a:pt x="90" y="62"/>
                  </a:cubicBezTo>
                  <a:cubicBezTo>
                    <a:pt x="131" y="62"/>
                    <a:pt x="131" y="62"/>
                    <a:pt x="131" y="62"/>
                  </a:cubicBezTo>
                  <a:cubicBezTo>
                    <a:pt x="131" y="90"/>
                    <a:pt x="131" y="90"/>
                    <a:pt x="131" y="90"/>
                  </a:cubicBezTo>
                  <a:lnTo>
                    <a:pt x="90" y="90"/>
                  </a:lnTo>
                  <a:close/>
                </a:path>
              </a:pathLst>
            </a:custGeom>
            <a:solidFill>
              <a:srgbClr val="054487">
                <a:alpha val="90000"/>
              </a:srgbClr>
            </a:solidFill>
            <a:ln w="254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endParaRPr lang="zh-CN" altLang="en-US" kern="0" dirty="0">
                <a:solidFill>
                  <a:prstClr val="black">
                    <a:lumMod val="85000"/>
                    <a:lumOff val="15000"/>
                  </a:prstClr>
                </a:solidFill>
                <a:ea typeface="微软雅黑" pitchFamily="34" charset="-122"/>
              </a:endParaRPr>
            </a:p>
          </p:txBody>
        </p:sp>
      </p:grpSp>
      <p:grpSp>
        <p:nvGrpSpPr>
          <p:cNvPr id="66" name="组合 65"/>
          <p:cNvGrpSpPr/>
          <p:nvPr/>
        </p:nvGrpSpPr>
        <p:grpSpPr>
          <a:xfrm>
            <a:off x="3076935" y="861697"/>
            <a:ext cx="1737233" cy="2579663"/>
            <a:chOff x="3980053" y="1430465"/>
            <a:chExt cx="2316310" cy="3439551"/>
          </a:xfrm>
        </p:grpSpPr>
        <p:sp>
          <p:nvSpPr>
            <p:cNvPr id="67" name="椭圆 66"/>
            <p:cNvSpPr/>
            <p:nvPr/>
          </p:nvSpPr>
          <p:spPr>
            <a:xfrm>
              <a:off x="4661930" y="3486549"/>
              <a:ext cx="952557" cy="952557"/>
            </a:xfrm>
            <a:prstGeom prst="ellipse">
              <a:avLst/>
            </a:prstGeom>
            <a:solidFill>
              <a:srgbClr val="054487">
                <a:alpha val="90000"/>
              </a:srgbClr>
            </a:solidFill>
            <a:ln w="25400" cap="flat" cmpd="sng" algn="ctr">
              <a:noFill/>
              <a:prstDash val="solid"/>
            </a:ln>
            <a:effectLst/>
          </p:spPr>
          <p:txBody>
            <a:bodyPr rtlCol="0" anchor="ctr"/>
            <a:lstStyle/>
            <a:p>
              <a:pPr algn="ctr">
                <a:defRPr/>
              </a:pPr>
              <a:r>
                <a:rPr lang="en-US" altLang="zh-CN" sz="3300" b="1" kern="0" dirty="0">
                  <a:solidFill>
                    <a:prstClr val="white"/>
                  </a:solidFill>
                  <a:effectLst>
                    <a:outerShdw blurRad="38100" dist="38100" dir="2700000" algn="tl">
                      <a:srgbClr val="000000">
                        <a:alpha val="43137"/>
                      </a:srgbClr>
                    </a:outerShdw>
                  </a:effectLst>
                  <a:latin typeface="微软雅黑" pitchFamily="34" charset="-122"/>
                  <a:ea typeface="ChunkFive" pitchFamily="2" charset="0"/>
                  <a:cs typeface="Arial" panose="020B0604020202020204" pitchFamily="34" charset="0"/>
                </a:rPr>
                <a:t>2</a:t>
              </a:r>
              <a:endParaRPr lang="zh-CN" altLang="en-US" sz="3300" b="1" kern="0" dirty="0">
                <a:solidFill>
                  <a:prstClr val="white"/>
                </a:solidFill>
                <a:effectLst>
                  <a:outerShdw blurRad="38100" dist="38100" dir="2700000" algn="tl">
                    <a:srgbClr val="000000">
                      <a:alpha val="43137"/>
                    </a:srgbClr>
                  </a:outerShdw>
                </a:effectLst>
                <a:latin typeface="微软雅黑" pitchFamily="34" charset="-122"/>
                <a:ea typeface="ChunkFive" pitchFamily="2" charset="0"/>
                <a:cs typeface="Arial" panose="020B0604020202020204" pitchFamily="34" charset="0"/>
              </a:endParaRPr>
            </a:p>
          </p:txBody>
        </p:sp>
        <p:sp>
          <p:nvSpPr>
            <p:cNvPr id="68" name="文本框 26"/>
            <p:cNvSpPr txBox="1"/>
            <p:nvPr/>
          </p:nvSpPr>
          <p:spPr>
            <a:xfrm rot="21215758">
              <a:off x="4372924" y="3714268"/>
              <a:ext cx="1707868" cy="1155748"/>
            </a:xfrm>
            <a:prstGeom prst="rect">
              <a:avLst/>
            </a:prstGeom>
            <a:noFill/>
          </p:spPr>
          <p:txBody>
            <a:bodyPr wrap="square" rtlCol="0">
              <a:prstTxWarp prst="textArchDown">
                <a:avLst/>
              </a:prstTxWarp>
              <a:spAutoFit/>
            </a:bodyPr>
            <a:lstStyle/>
            <a:p>
              <a:pPr>
                <a:defRPr/>
              </a:pPr>
              <a:r>
                <a:rPr lang="zh-CN" altLang="en-US" sz="1500" kern="0" dirty="0">
                  <a:solidFill>
                    <a:prstClr val="white"/>
                  </a:solidFill>
                  <a:latin typeface="微软雅黑" panose="020B0503020204020204" pitchFamily="34" charset="-122"/>
                  <a:ea typeface="微软雅黑" panose="020B0503020204020204" pitchFamily="34" charset="-122"/>
                </a:rPr>
                <a:t>点击输入小标题</a:t>
              </a:r>
            </a:p>
          </p:txBody>
        </p:sp>
        <p:sp>
          <p:nvSpPr>
            <p:cNvPr id="69" name="矩形 68"/>
            <p:cNvSpPr/>
            <p:nvPr/>
          </p:nvSpPr>
          <p:spPr>
            <a:xfrm>
              <a:off x="3980053" y="1430465"/>
              <a:ext cx="2316310" cy="909651"/>
            </a:xfrm>
            <a:prstGeom prst="rect">
              <a:avLst/>
            </a:prstGeom>
          </p:spPr>
          <p:txBody>
            <a:bodyPr wrap="square">
              <a:spAutoFit/>
            </a:bodyPr>
            <a:lstStyle/>
            <a:p>
              <a:pPr>
                <a:lnSpc>
                  <a:spcPts val="2250"/>
                </a:lnSpc>
                <a:defRPr/>
              </a:pPr>
              <a:r>
                <a:rPr lang="zh-CN" altLang="en-US" sz="1500" kern="0" dirty="0">
                  <a:solidFill>
                    <a:prstClr val="black">
                      <a:lumMod val="85000"/>
                      <a:lumOff val="15000"/>
                    </a:prstClr>
                  </a:solidFill>
                  <a:latin typeface="微软雅黑" panose="020B0503020204020204" pitchFamily="34" charset="-122"/>
                  <a:ea typeface="微软雅黑" panose="020B0503020204020204" pitchFamily="34" charset="-122"/>
                </a:rPr>
                <a:t>点击此处添加文本</a:t>
              </a:r>
              <a:endParaRPr lang="en-US" altLang="zh-CN" sz="1500" kern="0" dirty="0">
                <a:solidFill>
                  <a:prstClr val="black">
                    <a:lumMod val="85000"/>
                    <a:lumOff val="15000"/>
                  </a:prstClr>
                </a:solidFill>
                <a:latin typeface="微软雅黑" panose="020B0503020204020204" pitchFamily="34" charset="-122"/>
                <a:ea typeface="微软雅黑" panose="020B0503020204020204" pitchFamily="34" charset="-122"/>
              </a:endParaRPr>
            </a:p>
            <a:p>
              <a:pPr>
                <a:lnSpc>
                  <a:spcPts val="2250"/>
                </a:lnSpc>
                <a:defRPr/>
              </a:pPr>
              <a:r>
                <a:rPr lang="zh-CN" altLang="en-US" sz="1500" kern="0" dirty="0">
                  <a:solidFill>
                    <a:prstClr val="black">
                      <a:lumMod val="85000"/>
                      <a:lumOff val="15000"/>
                    </a:prstClr>
                  </a:solidFill>
                  <a:latin typeface="微软雅黑" panose="020B0503020204020204" pitchFamily="34" charset="-122"/>
                  <a:ea typeface="微软雅黑" panose="020B0503020204020204" pitchFamily="34" charset="-122"/>
                </a:rPr>
                <a:t>点击此处添加文本</a:t>
              </a:r>
              <a:endParaRPr lang="en-US" altLang="zh-CN" sz="1500" kern="0" dirty="0">
                <a:solidFill>
                  <a:prstClr val="black">
                    <a:lumMod val="85000"/>
                    <a:lumOff val="15000"/>
                  </a:prstClr>
                </a:solidFill>
                <a:latin typeface="微软雅黑" panose="020B0503020204020204" pitchFamily="34" charset="-122"/>
                <a:ea typeface="微软雅黑" panose="020B0503020204020204" pitchFamily="34" charset="-122"/>
              </a:endParaRPr>
            </a:p>
          </p:txBody>
        </p:sp>
        <p:sp>
          <p:nvSpPr>
            <p:cNvPr id="70" name="Freeform 5"/>
            <p:cNvSpPr>
              <a:spLocks noEditPoints="1"/>
            </p:cNvSpPr>
            <p:nvPr/>
          </p:nvSpPr>
          <p:spPr bwMode="auto">
            <a:xfrm>
              <a:off x="4968584" y="2329676"/>
              <a:ext cx="258274" cy="258274"/>
            </a:xfrm>
            <a:custGeom>
              <a:avLst/>
              <a:gdLst>
                <a:gd name="T0" fmla="*/ 76 w 152"/>
                <a:gd name="T1" fmla="*/ 0 h 152"/>
                <a:gd name="T2" fmla="*/ 0 w 152"/>
                <a:gd name="T3" fmla="*/ 76 h 152"/>
                <a:gd name="T4" fmla="*/ 76 w 152"/>
                <a:gd name="T5" fmla="*/ 152 h 152"/>
                <a:gd name="T6" fmla="*/ 152 w 152"/>
                <a:gd name="T7" fmla="*/ 76 h 152"/>
                <a:gd name="T8" fmla="*/ 76 w 152"/>
                <a:gd name="T9" fmla="*/ 0 h 152"/>
                <a:gd name="T10" fmla="*/ 90 w 152"/>
                <a:gd name="T11" fmla="*/ 90 h 152"/>
                <a:gd name="T12" fmla="*/ 90 w 152"/>
                <a:gd name="T13" fmla="*/ 131 h 152"/>
                <a:gd name="T14" fmla="*/ 62 w 152"/>
                <a:gd name="T15" fmla="*/ 131 h 152"/>
                <a:gd name="T16" fmla="*/ 62 w 152"/>
                <a:gd name="T17" fmla="*/ 90 h 152"/>
                <a:gd name="T18" fmla="*/ 21 w 152"/>
                <a:gd name="T19" fmla="*/ 90 h 152"/>
                <a:gd name="T20" fmla="*/ 21 w 152"/>
                <a:gd name="T21" fmla="*/ 62 h 152"/>
                <a:gd name="T22" fmla="*/ 62 w 152"/>
                <a:gd name="T23" fmla="*/ 62 h 152"/>
                <a:gd name="T24" fmla="*/ 62 w 152"/>
                <a:gd name="T25" fmla="*/ 21 h 152"/>
                <a:gd name="T26" fmla="*/ 90 w 152"/>
                <a:gd name="T27" fmla="*/ 21 h 152"/>
                <a:gd name="T28" fmla="*/ 90 w 152"/>
                <a:gd name="T29" fmla="*/ 62 h 152"/>
                <a:gd name="T30" fmla="*/ 131 w 152"/>
                <a:gd name="T31" fmla="*/ 62 h 152"/>
                <a:gd name="T32" fmla="*/ 131 w 152"/>
                <a:gd name="T33" fmla="*/ 90 h 152"/>
                <a:gd name="T34" fmla="*/ 90 w 152"/>
                <a:gd name="T35" fmla="*/ 90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2" h="152">
                  <a:moveTo>
                    <a:pt x="76" y="0"/>
                  </a:moveTo>
                  <a:cubicBezTo>
                    <a:pt x="34" y="0"/>
                    <a:pt x="0" y="34"/>
                    <a:pt x="0" y="76"/>
                  </a:cubicBezTo>
                  <a:cubicBezTo>
                    <a:pt x="0" y="118"/>
                    <a:pt x="34" y="152"/>
                    <a:pt x="76" y="152"/>
                  </a:cubicBezTo>
                  <a:cubicBezTo>
                    <a:pt x="118" y="152"/>
                    <a:pt x="152" y="118"/>
                    <a:pt x="152" y="76"/>
                  </a:cubicBezTo>
                  <a:cubicBezTo>
                    <a:pt x="152" y="34"/>
                    <a:pt x="118" y="0"/>
                    <a:pt x="76" y="0"/>
                  </a:cubicBezTo>
                  <a:close/>
                  <a:moveTo>
                    <a:pt x="90" y="90"/>
                  </a:moveTo>
                  <a:cubicBezTo>
                    <a:pt x="90" y="131"/>
                    <a:pt x="90" y="131"/>
                    <a:pt x="90" y="131"/>
                  </a:cubicBezTo>
                  <a:cubicBezTo>
                    <a:pt x="62" y="131"/>
                    <a:pt x="62" y="131"/>
                    <a:pt x="62" y="131"/>
                  </a:cubicBezTo>
                  <a:cubicBezTo>
                    <a:pt x="62" y="90"/>
                    <a:pt x="62" y="90"/>
                    <a:pt x="62" y="90"/>
                  </a:cubicBezTo>
                  <a:cubicBezTo>
                    <a:pt x="21" y="90"/>
                    <a:pt x="21" y="90"/>
                    <a:pt x="21" y="90"/>
                  </a:cubicBezTo>
                  <a:cubicBezTo>
                    <a:pt x="21" y="62"/>
                    <a:pt x="21" y="62"/>
                    <a:pt x="21" y="62"/>
                  </a:cubicBezTo>
                  <a:cubicBezTo>
                    <a:pt x="62" y="62"/>
                    <a:pt x="62" y="62"/>
                    <a:pt x="62" y="62"/>
                  </a:cubicBezTo>
                  <a:cubicBezTo>
                    <a:pt x="62" y="21"/>
                    <a:pt x="62" y="21"/>
                    <a:pt x="62" y="21"/>
                  </a:cubicBezTo>
                  <a:cubicBezTo>
                    <a:pt x="90" y="21"/>
                    <a:pt x="90" y="21"/>
                    <a:pt x="90" y="21"/>
                  </a:cubicBezTo>
                  <a:cubicBezTo>
                    <a:pt x="90" y="62"/>
                    <a:pt x="90" y="62"/>
                    <a:pt x="90" y="62"/>
                  </a:cubicBezTo>
                  <a:cubicBezTo>
                    <a:pt x="131" y="62"/>
                    <a:pt x="131" y="62"/>
                    <a:pt x="131" y="62"/>
                  </a:cubicBezTo>
                  <a:cubicBezTo>
                    <a:pt x="131" y="90"/>
                    <a:pt x="131" y="90"/>
                    <a:pt x="131" y="90"/>
                  </a:cubicBezTo>
                  <a:lnTo>
                    <a:pt x="90" y="90"/>
                  </a:lnTo>
                  <a:close/>
                </a:path>
              </a:pathLst>
            </a:custGeom>
            <a:solidFill>
              <a:srgbClr val="054487">
                <a:alpha val="90000"/>
              </a:srgbClr>
            </a:solidFill>
            <a:ln w="254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endParaRPr lang="zh-CN" altLang="en-US" kern="0" dirty="0">
                <a:solidFill>
                  <a:prstClr val="black">
                    <a:lumMod val="85000"/>
                    <a:lumOff val="15000"/>
                  </a:prstClr>
                </a:solidFill>
                <a:ea typeface="微软雅黑" pitchFamily="34" charset="-122"/>
              </a:endParaRPr>
            </a:p>
          </p:txBody>
        </p:sp>
      </p:grpSp>
      <p:grpSp>
        <p:nvGrpSpPr>
          <p:cNvPr id="71" name="组合 70"/>
          <p:cNvGrpSpPr/>
          <p:nvPr/>
        </p:nvGrpSpPr>
        <p:grpSpPr>
          <a:xfrm>
            <a:off x="5950310" y="834395"/>
            <a:ext cx="1737233" cy="2606966"/>
            <a:chOff x="7811220" y="1394063"/>
            <a:chExt cx="2316310" cy="3475954"/>
          </a:xfrm>
        </p:grpSpPr>
        <p:sp>
          <p:nvSpPr>
            <p:cNvPr id="72" name="椭圆 71"/>
            <p:cNvSpPr/>
            <p:nvPr/>
          </p:nvSpPr>
          <p:spPr>
            <a:xfrm>
              <a:off x="8493097" y="3486549"/>
              <a:ext cx="952557" cy="952557"/>
            </a:xfrm>
            <a:prstGeom prst="ellipse">
              <a:avLst/>
            </a:prstGeom>
            <a:solidFill>
              <a:srgbClr val="054487">
                <a:alpha val="90000"/>
              </a:srgbClr>
            </a:solidFill>
            <a:ln w="25400" cap="flat" cmpd="sng" algn="ctr">
              <a:noFill/>
              <a:prstDash val="solid"/>
            </a:ln>
            <a:effectLst/>
          </p:spPr>
          <p:txBody>
            <a:bodyPr rtlCol="0" anchor="ctr"/>
            <a:lstStyle/>
            <a:p>
              <a:pPr algn="ctr">
                <a:defRPr/>
              </a:pPr>
              <a:r>
                <a:rPr lang="en-US" altLang="zh-CN" sz="3300" b="1" kern="0" dirty="0">
                  <a:solidFill>
                    <a:prstClr val="white"/>
                  </a:solidFill>
                  <a:effectLst>
                    <a:outerShdw blurRad="38100" dist="38100" dir="2700000" algn="tl">
                      <a:srgbClr val="000000">
                        <a:alpha val="43137"/>
                      </a:srgbClr>
                    </a:outerShdw>
                  </a:effectLst>
                  <a:latin typeface="微软雅黑" pitchFamily="34" charset="-122"/>
                  <a:ea typeface="ChunkFive" pitchFamily="2" charset="0"/>
                  <a:cs typeface="Arial" panose="020B0604020202020204" pitchFamily="34" charset="0"/>
                </a:rPr>
                <a:t>4</a:t>
              </a:r>
              <a:endParaRPr lang="zh-CN" altLang="en-US" sz="3300" b="1" kern="0" dirty="0">
                <a:solidFill>
                  <a:prstClr val="white"/>
                </a:solidFill>
                <a:effectLst>
                  <a:outerShdw blurRad="38100" dist="38100" dir="2700000" algn="tl">
                    <a:srgbClr val="000000">
                      <a:alpha val="43137"/>
                    </a:srgbClr>
                  </a:outerShdw>
                </a:effectLst>
                <a:latin typeface="微软雅黑" pitchFamily="34" charset="-122"/>
                <a:ea typeface="ChunkFive" pitchFamily="2" charset="0"/>
                <a:cs typeface="Arial" panose="020B0604020202020204" pitchFamily="34" charset="0"/>
              </a:endParaRPr>
            </a:p>
          </p:txBody>
        </p:sp>
        <p:sp>
          <p:nvSpPr>
            <p:cNvPr id="73" name="文本框 29"/>
            <p:cNvSpPr txBox="1"/>
            <p:nvPr/>
          </p:nvSpPr>
          <p:spPr>
            <a:xfrm rot="20739839">
              <a:off x="8194319" y="3714269"/>
              <a:ext cx="1707868" cy="1155748"/>
            </a:xfrm>
            <a:prstGeom prst="rect">
              <a:avLst/>
            </a:prstGeom>
            <a:noFill/>
          </p:spPr>
          <p:txBody>
            <a:bodyPr wrap="square" rtlCol="0">
              <a:prstTxWarp prst="textArchDown">
                <a:avLst/>
              </a:prstTxWarp>
              <a:spAutoFit/>
            </a:bodyPr>
            <a:lstStyle/>
            <a:p>
              <a:pPr>
                <a:defRPr/>
              </a:pPr>
              <a:r>
                <a:rPr lang="zh-CN" altLang="en-US" sz="1500" kern="0" dirty="0">
                  <a:solidFill>
                    <a:prstClr val="white"/>
                  </a:solidFill>
                  <a:latin typeface="微软雅黑" panose="020B0503020204020204" pitchFamily="34" charset="-122"/>
                  <a:ea typeface="微软雅黑" panose="020B0503020204020204" pitchFamily="34" charset="-122"/>
                </a:rPr>
                <a:t>点击输入小标题</a:t>
              </a:r>
            </a:p>
          </p:txBody>
        </p:sp>
        <p:sp>
          <p:nvSpPr>
            <p:cNvPr id="74" name="矩形 73"/>
            <p:cNvSpPr/>
            <p:nvPr/>
          </p:nvSpPr>
          <p:spPr>
            <a:xfrm>
              <a:off x="7811220" y="1394063"/>
              <a:ext cx="2316310" cy="909650"/>
            </a:xfrm>
            <a:prstGeom prst="rect">
              <a:avLst/>
            </a:prstGeom>
          </p:spPr>
          <p:txBody>
            <a:bodyPr wrap="square">
              <a:spAutoFit/>
            </a:bodyPr>
            <a:lstStyle/>
            <a:p>
              <a:pPr>
                <a:lnSpc>
                  <a:spcPts val="2250"/>
                </a:lnSpc>
                <a:defRPr/>
              </a:pPr>
              <a:r>
                <a:rPr lang="zh-CN" altLang="en-US" sz="1500" kern="0" dirty="0">
                  <a:solidFill>
                    <a:prstClr val="black">
                      <a:lumMod val="85000"/>
                      <a:lumOff val="15000"/>
                    </a:prstClr>
                  </a:solidFill>
                  <a:latin typeface="微软雅黑" panose="020B0503020204020204" pitchFamily="34" charset="-122"/>
                  <a:ea typeface="微软雅黑" panose="020B0503020204020204" pitchFamily="34" charset="-122"/>
                </a:rPr>
                <a:t>点击此处添加文本</a:t>
              </a:r>
              <a:endParaRPr lang="en-US" altLang="zh-CN" sz="1500" kern="0" dirty="0">
                <a:solidFill>
                  <a:prstClr val="black">
                    <a:lumMod val="85000"/>
                    <a:lumOff val="15000"/>
                  </a:prstClr>
                </a:solidFill>
                <a:latin typeface="微软雅黑" panose="020B0503020204020204" pitchFamily="34" charset="-122"/>
                <a:ea typeface="微软雅黑" panose="020B0503020204020204" pitchFamily="34" charset="-122"/>
              </a:endParaRPr>
            </a:p>
            <a:p>
              <a:pPr>
                <a:lnSpc>
                  <a:spcPts val="2250"/>
                </a:lnSpc>
                <a:defRPr/>
              </a:pPr>
              <a:r>
                <a:rPr lang="zh-CN" altLang="en-US" sz="1500" kern="0" dirty="0">
                  <a:solidFill>
                    <a:prstClr val="black">
                      <a:lumMod val="85000"/>
                      <a:lumOff val="15000"/>
                    </a:prstClr>
                  </a:solidFill>
                  <a:latin typeface="微软雅黑" panose="020B0503020204020204" pitchFamily="34" charset="-122"/>
                  <a:ea typeface="微软雅黑" panose="020B0503020204020204" pitchFamily="34" charset="-122"/>
                </a:rPr>
                <a:t>点击此处添加文本</a:t>
              </a:r>
              <a:endParaRPr lang="en-US" altLang="zh-CN" sz="1500" kern="0" dirty="0">
                <a:solidFill>
                  <a:prstClr val="black">
                    <a:lumMod val="85000"/>
                    <a:lumOff val="15000"/>
                  </a:prstClr>
                </a:solidFill>
                <a:latin typeface="微软雅黑" panose="020B0503020204020204" pitchFamily="34" charset="-122"/>
                <a:ea typeface="微软雅黑" panose="020B0503020204020204" pitchFamily="34" charset="-122"/>
              </a:endParaRPr>
            </a:p>
          </p:txBody>
        </p:sp>
        <p:sp>
          <p:nvSpPr>
            <p:cNvPr id="75" name="Freeform 5"/>
            <p:cNvSpPr>
              <a:spLocks noEditPoints="1"/>
            </p:cNvSpPr>
            <p:nvPr/>
          </p:nvSpPr>
          <p:spPr bwMode="auto">
            <a:xfrm>
              <a:off x="8840238" y="2329676"/>
              <a:ext cx="258274" cy="258274"/>
            </a:xfrm>
            <a:custGeom>
              <a:avLst/>
              <a:gdLst>
                <a:gd name="T0" fmla="*/ 76 w 152"/>
                <a:gd name="T1" fmla="*/ 0 h 152"/>
                <a:gd name="T2" fmla="*/ 0 w 152"/>
                <a:gd name="T3" fmla="*/ 76 h 152"/>
                <a:gd name="T4" fmla="*/ 76 w 152"/>
                <a:gd name="T5" fmla="*/ 152 h 152"/>
                <a:gd name="T6" fmla="*/ 152 w 152"/>
                <a:gd name="T7" fmla="*/ 76 h 152"/>
                <a:gd name="T8" fmla="*/ 76 w 152"/>
                <a:gd name="T9" fmla="*/ 0 h 152"/>
                <a:gd name="T10" fmla="*/ 90 w 152"/>
                <a:gd name="T11" fmla="*/ 90 h 152"/>
                <a:gd name="T12" fmla="*/ 90 w 152"/>
                <a:gd name="T13" fmla="*/ 131 h 152"/>
                <a:gd name="T14" fmla="*/ 62 w 152"/>
                <a:gd name="T15" fmla="*/ 131 h 152"/>
                <a:gd name="T16" fmla="*/ 62 w 152"/>
                <a:gd name="T17" fmla="*/ 90 h 152"/>
                <a:gd name="T18" fmla="*/ 21 w 152"/>
                <a:gd name="T19" fmla="*/ 90 h 152"/>
                <a:gd name="T20" fmla="*/ 21 w 152"/>
                <a:gd name="T21" fmla="*/ 62 h 152"/>
                <a:gd name="T22" fmla="*/ 62 w 152"/>
                <a:gd name="T23" fmla="*/ 62 h 152"/>
                <a:gd name="T24" fmla="*/ 62 w 152"/>
                <a:gd name="T25" fmla="*/ 21 h 152"/>
                <a:gd name="T26" fmla="*/ 90 w 152"/>
                <a:gd name="T27" fmla="*/ 21 h 152"/>
                <a:gd name="T28" fmla="*/ 90 w 152"/>
                <a:gd name="T29" fmla="*/ 62 h 152"/>
                <a:gd name="T30" fmla="*/ 131 w 152"/>
                <a:gd name="T31" fmla="*/ 62 h 152"/>
                <a:gd name="T32" fmla="*/ 131 w 152"/>
                <a:gd name="T33" fmla="*/ 90 h 152"/>
                <a:gd name="T34" fmla="*/ 90 w 152"/>
                <a:gd name="T35" fmla="*/ 90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2" h="152">
                  <a:moveTo>
                    <a:pt x="76" y="0"/>
                  </a:moveTo>
                  <a:cubicBezTo>
                    <a:pt x="34" y="0"/>
                    <a:pt x="0" y="34"/>
                    <a:pt x="0" y="76"/>
                  </a:cubicBezTo>
                  <a:cubicBezTo>
                    <a:pt x="0" y="118"/>
                    <a:pt x="34" y="152"/>
                    <a:pt x="76" y="152"/>
                  </a:cubicBezTo>
                  <a:cubicBezTo>
                    <a:pt x="118" y="152"/>
                    <a:pt x="152" y="118"/>
                    <a:pt x="152" y="76"/>
                  </a:cubicBezTo>
                  <a:cubicBezTo>
                    <a:pt x="152" y="34"/>
                    <a:pt x="118" y="0"/>
                    <a:pt x="76" y="0"/>
                  </a:cubicBezTo>
                  <a:close/>
                  <a:moveTo>
                    <a:pt x="90" y="90"/>
                  </a:moveTo>
                  <a:cubicBezTo>
                    <a:pt x="90" y="131"/>
                    <a:pt x="90" y="131"/>
                    <a:pt x="90" y="131"/>
                  </a:cubicBezTo>
                  <a:cubicBezTo>
                    <a:pt x="62" y="131"/>
                    <a:pt x="62" y="131"/>
                    <a:pt x="62" y="131"/>
                  </a:cubicBezTo>
                  <a:cubicBezTo>
                    <a:pt x="62" y="90"/>
                    <a:pt x="62" y="90"/>
                    <a:pt x="62" y="90"/>
                  </a:cubicBezTo>
                  <a:cubicBezTo>
                    <a:pt x="21" y="90"/>
                    <a:pt x="21" y="90"/>
                    <a:pt x="21" y="90"/>
                  </a:cubicBezTo>
                  <a:cubicBezTo>
                    <a:pt x="21" y="62"/>
                    <a:pt x="21" y="62"/>
                    <a:pt x="21" y="62"/>
                  </a:cubicBezTo>
                  <a:cubicBezTo>
                    <a:pt x="62" y="62"/>
                    <a:pt x="62" y="62"/>
                    <a:pt x="62" y="62"/>
                  </a:cubicBezTo>
                  <a:cubicBezTo>
                    <a:pt x="62" y="21"/>
                    <a:pt x="62" y="21"/>
                    <a:pt x="62" y="21"/>
                  </a:cubicBezTo>
                  <a:cubicBezTo>
                    <a:pt x="90" y="21"/>
                    <a:pt x="90" y="21"/>
                    <a:pt x="90" y="21"/>
                  </a:cubicBezTo>
                  <a:cubicBezTo>
                    <a:pt x="90" y="62"/>
                    <a:pt x="90" y="62"/>
                    <a:pt x="90" y="62"/>
                  </a:cubicBezTo>
                  <a:cubicBezTo>
                    <a:pt x="131" y="62"/>
                    <a:pt x="131" y="62"/>
                    <a:pt x="131" y="62"/>
                  </a:cubicBezTo>
                  <a:cubicBezTo>
                    <a:pt x="131" y="90"/>
                    <a:pt x="131" y="90"/>
                    <a:pt x="131" y="90"/>
                  </a:cubicBezTo>
                  <a:lnTo>
                    <a:pt x="90" y="90"/>
                  </a:lnTo>
                  <a:close/>
                </a:path>
              </a:pathLst>
            </a:custGeom>
            <a:solidFill>
              <a:srgbClr val="054487">
                <a:alpha val="90000"/>
              </a:srgbClr>
            </a:solidFill>
            <a:ln w="254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endParaRPr lang="zh-CN" altLang="en-US" kern="0" dirty="0">
                <a:solidFill>
                  <a:prstClr val="black">
                    <a:lumMod val="85000"/>
                    <a:lumOff val="15000"/>
                  </a:prstClr>
                </a:solidFill>
                <a:ea typeface="微软雅黑" pitchFamily="34" charset="-122"/>
              </a:endParaRPr>
            </a:p>
          </p:txBody>
        </p:sp>
      </p:grpSp>
    </p:spTree>
    <p:extLst>
      <p:ext uri="{BB962C8B-B14F-4D97-AF65-F5344CB8AC3E}">
        <p14:creationId xmlns:p14="http://schemas.microsoft.com/office/powerpoint/2010/main" val="3880485177"/>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500"/>
                                  </p:stCondLst>
                                  <p:childTnLst>
                                    <p:set>
                                      <p:cBhvr>
                                        <p:cTn id="6" dur="1" fill="hold">
                                          <p:stCondLst>
                                            <p:cond delay="0"/>
                                          </p:stCondLst>
                                        </p:cTn>
                                        <p:tgtEl>
                                          <p:spTgt spid="51"/>
                                        </p:tgtEl>
                                        <p:attrNameLst>
                                          <p:attrName>style.visibility</p:attrName>
                                        </p:attrNameLst>
                                      </p:cBhvr>
                                      <p:to>
                                        <p:strVal val="visible"/>
                                      </p:to>
                                    </p:set>
                                    <p:animEffect transition="in" filter="wipe(left)">
                                      <p:cBhvr>
                                        <p:cTn id="7" dur="1000"/>
                                        <p:tgtEl>
                                          <p:spTgt spid="51"/>
                                        </p:tgtEl>
                                      </p:cBhvr>
                                    </p:animEffect>
                                  </p:childTnLst>
                                </p:cTn>
                              </p:par>
                              <p:par>
                                <p:cTn id="8" presetID="22" presetClass="entr" presetSubtype="2" fill="hold" nodeType="withEffect">
                                  <p:stCondLst>
                                    <p:cond delay="500"/>
                                  </p:stCondLst>
                                  <p:childTnLst>
                                    <p:set>
                                      <p:cBhvr>
                                        <p:cTn id="9" dur="1" fill="hold">
                                          <p:stCondLst>
                                            <p:cond delay="0"/>
                                          </p:stCondLst>
                                        </p:cTn>
                                        <p:tgtEl>
                                          <p:spTgt spid="37"/>
                                        </p:tgtEl>
                                        <p:attrNameLst>
                                          <p:attrName>style.visibility</p:attrName>
                                        </p:attrNameLst>
                                      </p:cBhvr>
                                      <p:to>
                                        <p:strVal val="visible"/>
                                      </p:to>
                                    </p:set>
                                    <p:animEffect transition="in" filter="wipe(right)">
                                      <p:cBhvr>
                                        <p:cTn id="10" dur="1000"/>
                                        <p:tgtEl>
                                          <p:spTgt spid="37"/>
                                        </p:tgtEl>
                                      </p:cBhvr>
                                    </p:animEffect>
                                  </p:childTnLst>
                                </p:cTn>
                              </p:par>
                              <p:par>
                                <p:cTn id="11" presetID="10" presetClass="entr" presetSubtype="0" fill="hold" nodeType="withEffect">
                                  <p:stCondLst>
                                    <p:cond delay="2000"/>
                                  </p:stCondLst>
                                  <p:childTnLst>
                                    <p:set>
                                      <p:cBhvr>
                                        <p:cTn id="12" dur="1" fill="hold">
                                          <p:stCondLst>
                                            <p:cond delay="0"/>
                                          </p:stCondLst>
                                        </p:cTn>
                                        <p:tgtEl>
                                          <p:spTgt spid="56"/>
                                        </p:tgtEl>
                                        <p:attrNameLst>
                                          <p:attrName>style.visibility</p:attrName>
                                        </p:attrNameLst>
                                      </p:cBhvr>
                                      <p:to>
                                        <p:strVal val="visible"/>
                                      </p:to>
                                    </p:set>
                                    <p:animEffect transition="in" filter="fade">
                                      <p:cBhvr>
                                        <p:cTn id="13" dur="500"/>
                                        <p:tgtEl>
                                          <p:spTgt spid="56"/>
                                        </p:tgtEl>
                                      </p:cBhvr>
                                    </p:animEffect>
                                  </p:childTnLst>
                                </p:cTn>
                              </p:par>
                              <p:par>
                                <p:cTn id="14" presetID="10" presetClass="entr" presetSubtype="0" fill="hold" nodeType="withEffect">
                                  <p:stCondLst>
                                    <p:cond delay="2500"/>
                                  </p:stCondLst>
                                  <p:childTnLst>
                                    <p:set>
                                      <p:cBhvr>
                                        <p:cTn id="15" dur="1" fill="hold">
                                          <p:stCondLst>
                                            <p:cond delay="0"/>
                                          </p:stCondLst>
                                        </p:cTn>
                                        <p:tgtEl>
                                          <p:spTgt spid="66"/>
                                        </p:tgtEl>
                                        <p:attrNameLst>
                                          <p:attrName>style.visibility</p:attrName>
                                        </p:attrNameLst>
                                      </p:cBhvr>
                                      <p:to>
                                        <p:strVal val="visible"/>
                                      </p:to>
                                    </p:set>
                                    <p:animEffect transition="in" filter="fade">
                                      <p:cBhvr>
                                        <p:cTn id="16" dur="500"/>
                                        <p:tgtEl>
                                          <p:spTgt spid="66"/>
                                        </p:tgtEl>
                                      </p:cBhvr>
                                    </p:animEffect>
                                  </p:childTnLst>
                                </p:cTn>
                              </p:par>
                              <p:par>
                                <p:cTn id="17" presetID="10" presetClass="entr" presetSubtype="0" fill="hold" nodeType="withEffect">
                                  <p:stCondLst>
                                    <p:cond delay="3000"/>
                                  </p:stCondLst>
                                  <p:childTnLst>
                                    <p:set>
                                      <p:cBhvr>
                                        <p:cTn id="18" dur="1" fill="hold">
                                          <p:stCondLst>
                                            <p:cond delay="0"/>
                                          </p:stCondLst>
                                        </p:cTn>
                                        <p:tgtEl>
                                          <p:spTgt spid="61"/>
                                        </p:tgtEl>
                                        <p:attrNameLst>
                                          <p:attrName>style.visibility</p:attrName>
                                        </p:attrNameLst>
                                      </p:cBhvr>
                                      <p:to>
                                        <p:strVal val="visible"/>
                                      </p:to>
                                    </p:set>
                                    <p:animEffect transition="in" filter="fade">
                                      <p:cBhvr>
                                        <p:cTn id="19" dur="500"/>
                                        <p:tgtEl>
                                          <p:spTgt spid="61"/>
                                        </p:tgtEl>
                                      </p:cBhvr>
                                    </p:animEffect>
                                  </p:childTnLst>
                                </p:cTn>
                              </p:par>
                              <p:par>
                                <p:cTn id="20" presetID="10" presetClass="entr" presetSubtype="0" fill="hold" nodeType="withEffect">
                                  <p:stCondLst>
                                    <p:cond delay="3500"/>
                                  </p:stCondLst>
                                  <p:childTnLst>
                                    <p:set>
                                      <p:cBhvr>
                                        <p:cTn id="21" dur="1" fill="hold">
                                          <p:stCondLst>
                                            <p:cond delay="0"/>
                                          </p:stCondLst>
                                        </p:cTn>
                                        <p:tgtEl>
                                          <p:spTgt spid="71"/>
                                        </p:tgtEl>
                                        <p:attrNameLst>
                                          <p:attrName>style.visibility</p:attrName>
                                        </p:attrNameLst>
                                      </p:cBhvr>
                                      <p:to>
                                        <p:strVal val="visible"/>
                                      </p:to>
                                    </p:set>
                                    <p:animEffect transition="in" filter="fade">
                                      <p:cBhvr>
                                        <p:cTn id="22"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95486"/>
            <a:ext cx="611560" cy="369332"/>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3"/>
          <p:cNvSpPr txBox="1"/>
          <p:nvPr/>
        </p:nvSpPr>
        <p:spPr>
          <a:xfrm>
            <a:off x="683568" y="195486"/>
            <a:ext cx="3816424" cy="646331"/>
          </a:xfrm>
          <a:prstGeom prst="rect">
            <a:avLst/>
          </a:prstGeom>
          <a:noFill/>
        </p:spPr>
        <p:txBody>
          <a:bodyPr wrap="square" rtlCol="0">
            <a:spAutoFit/>
          </a:bodyPr>
          <a:lstStyle/>
          <a:p>
            <a:r>
              <a:rPr lang="zh-CN" altLang="en-US" dirty="0">
                <a:solidFill>
                  <a:srgbClr val="054487"/>
                </a:solidFill>
                <a:latin typeface="微软雅黑" pitchFamily="34" charset="-122"/>
                <a:ea typeface="微软雅黑" pitchFamily="34" charset="-122"/>
              </a:rPr>
              <a:t>输入你的标题 </a:t>
            </a:r>
            <a:r>
              <a:rPr lang="en-US" altLang="zh-CN" dirty="0">
                <a:solidFill>
                  <a:srgbClr val="054487"/>
                </a:solidFill>
                <a:latin typeface="微软雅黑" pitchFamily="34" charset="-122"/>
                <a:ea typeface="微软雅黑" pitchFamily="34" charset="-122"/>
              </a:rPr>
              <a:t>/Add your title</a:t>
            </a:r>
            <a:endParaRPr lang="zh-CN" altLang="en-US" dirty="0">
              <a:solidFill>
                <a:srgbClr val="054487"/>
              </a:solidFill>
              <a:latin typeface="微软雅黑" pitchFamily="34" charset="-122"/>
              <a:ea typeface="微软雅黑" pitchFamily="34" charset="-122"/>
            </a:endParaRPr>
          </a:p>
          <a:p>
            <a:endParaRPr lang="zh-CN" altLang="en-US" dirty="0">
              <a:solidFill>
                <a:srgbClr val="F46970"/>
              </a:solidFill>
              <a:latin typeface="微软雅黑" pitchFamily="34" charset="-122"/>
              <a:ea typeface="微软雅黑" pitchFamily="34" charset="-122"/>
            </a:endParaRPr>
          </a:p>
        </p:txBody>
      </p:sp>
      <p:grpSp>
        <p:nvGrpSpPr>
          <p:cNvPr id="34" name="组合 33"/>
          <p:cNvGrpSpPr>
            <a:grpSpLocks/>
          </p:cNvGrpSpPr>
          <p:nvPr/>
        </p:nvGrpSpPr>
        <p:grpSpPr bwMode="auto">
          <a:xfrm>
            <a:off x="7264304" y="2338104"/>
            <a:ext cx="1678413" cy="1237745"/>
            <a:chOff x="7737176" y="3044094"/>
            <a:chExt cx="1677511" cy="1374579"/>
          </a:xfrm>
        </p:grpSpPr>
        <p:grpSp>
          <p:nvGrpSpPr>
            <p:cNvPr id="35" name="组合 53"/>
            <p:cNvGrpSpPr>
              <a:grpSpLocks/>
            </p:cNvGrpSpPr>
            <p:nvPr/>
          </p:nvGrpSpPr>
          <p:grpSpPr bwMode="auto">
            <a:xfrm>
              <a:off x="7737176" y="3044094"/>
              <a:ext cx="1677511" cy="1374579"/>
              <a:chOff x="7647017" y="2699415"/>
              <a:chExt cx="2617944" cy="2145185"/>
            </a:xfrm>
          </p:grpSpPr>
          <p:sp>
            <p:nvSpPr>
              <p:cNvPr id="38" name="Oval 8"/>
              <p:cNvSpPr>
                <a:spLocks noChangeArrowheads="1"/>
              </p:cNvSpPr>
              <p:nvPr/>
            </p:nvSpPr>
            <p:spPr bwMode="auto">
              <a:xfrm flipV="1">
                <a:off x="7647017" y="4399449"/>
                <a:ext cx="2617944" cy="445151"/>
              </a:xfrm>
              <a:prstGeom prst="ellipse">
                <a:avLst/>
              </a:prstGeom>
              <a:gradFill rotWithShape="1">
                <a:gsLst>
                  <a:gs pos="0">
                    <a:srgbClr val="000000">
                      <a:alpha val="70000"/>
                    </a:srgbClr>
                  </a:gs>
                  <a:gs pos="100000">
                    <a:srgbClr val="FFFFFF">
                      <a:alpha val="0"/>
                    </a:srgbClr>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rot="10800000" wrap="none" lIns="110758" tIns="55379" rIns="110758" bIns="55379" anchor="ctr"/>
              <a:lstStyle/>
              <a:p>
                <a:pPr defTabSz="879590" fontAlgn="base">
                  <a:spcBef>
                    <a:spcPct val="0"/>
                  </a:spcBef>
                  <a:spcAft>
                    <a:spcPct val="0"/>
                  </a:spcAft>
                </a:pPr>
                <a:endParaRPr lang="zh-CN" altLang="en-US" sz="1700">
                  <a:solidFill>
                    <a:srgbClr val="000000"/>
                  </a:solidFill>
                  <a:latin typeface="Arial" pitchFamily="34" charset="0"/>
                  <a:ea typeface="微软雅黑" pitchFamily="34" charset="-122"/>
                </a:endParaRPr>
              </a:p>
            </p:txBody>
          </p:sp>
          <p:sp>
            <p:nvSpPr>
              <p:cNvPr id="39" name="Oval 19"/>
              <p:cNvSpPr>
                <a:spLocks noChangeArrowheads="1"/>
              </p:cNvSpPr>
              <p:nvPr/>
            </p:nvSpPr>
            <p:spPr bwMode="auto">
              <a:xfrm>
                <a:off x="8011516" y="2699415"/>
                <a:ext cx="1931237" cy="1931674"/>
              </a:xfrm>
              <a:prstGeom prst="ellipse">
                <a:avLst/>
              </a:prstGeom>
              <a:solidFill>
                <a:srgbClr val="054487"/>
              </a:solidFill>
              <a:ln>
                <a:noFill/>
              </a:ln>
              <a:extLst>
                <a:ext uri="{91240B29-F687-4F45-9708-019B960494DF}">
                  <a14:hiddenLine xmlns:a14="http://schemas.microsoft.com/office/drawing/2010/main" w="25400" algn="ctr">
                    <a:solidFill>
                      <a:srgbClr val="000000"/>
                    </a:solidFill>
                    <a:round/>
                    <a:headEnd/>
                    <a:tailEnd/>
                  </a14:hiddenLine>
                </a:ext>
              </a:extLst>
            </p:spPr>
            <p:txBody>
              <a:bodyPr lIns="110758" tIns="55379" rIns="110758" bIns="55379" anchor="ctr"/>
              <a:lstStyle/>
              <a:p>
                <a:pPr algn="ctr" defTabSz="879590" fontAlgn="base">
                  <a:spcBef>
                    <a:spcPct val="0"/>
                  </a:spcBef>
                  <a:spcAft>
                    <a:spcPct val="0"/>
                  </a:spcAft>
                </a:pPr>
                <a:endParaRPr lang="zh-CN" altLang="en-US" sz="1900" b="1">
                  <a:solidFill>
                    <a:srgbClr val="FFFFFF"/>
                  </a:solidFill>
                  <a:latin typeface="微软雅黑" pitchFamily="34" charset="-122"/>
                  <a:ea typeface="微软雅黑" pitchFamily="34" charset="-122"/>
                </a:endParaRPr>
              </a:p>
            </p:txBody>
          </p:sp>
          <p:sp>
            <p:nvSpPr>
              <p:cNvPr id="40" name="未知"/>
              <p:cNvSpPr>
                <a:spLocks/>
              </p:cNvSpPr>
              <p:nvPr/>
            </p:nvSpPr>
            <p:spPr bwMode="auto">
              <a:xfrm>
                <a:off x="8232713" y="2743105"/>
                <a:ext cx="1489791" cy="727440"/>
              </a:xfrm>
              <a:custGeom>
                <a:avLst/>
                <a:gdLst>
                  <a:gd name="T0" fmla="*/ 729 w 1321"/>
                  <a:gd name="T1" fmla="*/ 203 h 712"/>
                  <a:gd name="T2" fmla="*/ 738 w 1321"/>
                  <a:gd name="T3" fmla="*/ 224 h 712"/>
                  <a:gd name="T4" fmla="*/ 740 w 1321"/>
                  <a:gd name="T5" fmla="*/ 244 h 712"/>
                  <a:gd name="T6" fmla="*/ 737 w 1321"/>
                  <a:gd name="T7" fmla="*/ 262 h 712"/>
                  <a:gd name="T8" fmla="*/ 727 w 1321"/>
                  <a:gd name="T9" fmla="*/ 279 h 712"/>
                  <a:gd name="T10" fmla="*/ 713 w 1321"/>
                  <a:gd name="T11" fmla="*/ 294 h 712"/>
                  <a:gd name="T12" fmla="*/ 694 w 1321"/>
                  <a:gd name="T13" fmla="*/ 306 h 712"/>
                  <a:gd name="T14" fmla="*/ 670 w 1321"/>
                  <a:gd name="T15" fmla="*/ 318 h 712"/>
                  <a:gd name="T16" fmla="*/ 643 w 1321"/>
                  <a:gd name="T17" fmla="*/ 329 h 712"/>
                  <a:gd name="T18" fmla="*/ 612 w 1321"/>
                  <a:gd name="T19" fmla="*/ 338 h 712"/>
                  <a:gd name="T20" fmla="*/ 578 w 1321"/>
                  <a:gd name="T21" fmla="*/ 346 h 712"/>
                  <a:gd name="T22" fmla="*/ 542 w 1321"/>
                  <a:gd name="T23" fmla="*/ 352 h 712"/>
                  <a:gd name="T24" fmla="*/ 502 w 1321"/>
                  <a:gd name="T25" fmla="*/ 357 h 712"/>
                  <a:gd name="T26" fmla="*/ 462 w 1321"/>
                  <a:gd name="T27" fmla="*/ 360 h 712"/>
                  <a:gd name="T28" fmla="*/ 445 w 1321"/>
                  <a:gd name="T29" fmla="*/ 361 h 712"/>
                  <a:gd name="T30" fmla="*/ 267 w 1321"/>
                  <a:gd name="T31" fmla="*/ 361 h 712"/>
                  <a:gd name="T32" fmla="*/ 264 w 1321"/>
                  <a:gd name="T33" fmla="*/ 361 h 712"/>
                  <a:gd name="T34" fmla="*/ 229 w 1321"/>
                  <a:gd name="T35" fmla="*/ 359 h 712"/>
                  <a:gd name="T36" fmla="*/ 195 w 1321"/>
                  <a:gd name="T37" fmla="*/ 357 h 712"/>
                  <a:gd name="T38" fmla="*/ 162 w 1321"/>
                  <a:gd name="T39" fmla="*/ 353 h 712"/>
                  <a:gd name="T40" fmla="*/ 132 w 1321"/>
                  <a:gd name="T41" fmla="*/ 349 h 712"/>
                  <a:gd name="T42" fmla="*/ 104 w 1321"/>
                  <a:gd name="T43" fmla="*/ 343 h 712"/>
                  <a:gd name="T44" fmla="*/ 79 w 1321"/>
                  <a:gd name="T45" fmla="*/ 336 h 712"/>
                  <a:gd name="T46" fmla="*/ 57 w 1321"/>
                  <a:gd name="T47" fmla="*/ 329 h 712"/>
                  <a:gd name="T48" fmla="*/ 38 w 1321"/>
                  <a:gd name="T49" fmla="*/ 319 h 712"/>
                  <a:gd name="T50" fmla="*/ 22 w 1321"/>
                  <a:gd name="T51" fmla="*/ 308 h 712"/>
                  <a:gd name="T52" fmla="*/ 10 w 1321"/>
                  <a:gd name="T53" fmla="*/ 296 h 712"/>
                  <a:gd name="T54" fmla="*/ 3 w 1321"/>
                  <a:gd name="T55" fmla="*/ 281 h 712"/>
                  <a:gd name="T56" fmla="*/ 0 w 1321"/>
                  <a:gd name="T57" fmla="*/ 266 h 712"/>
                  <a:gd name="T58" fmla="*/ 0 w 1321"/>
                  <a:gd name="T59" fmla="*/ 264 h 712"/>
                  <a:gd name="T60" fmla="*/ 2 w 1321"/>
                  <a:gd name="T61" fmla="*/ 247 h 712"/>
                  <a:gd name="T62" fmla="*/ 9 w 1321"/>
                  <a:gd name="T63" fmla="*/ 226 h 712"/>
                  <a:gd name="T64" fmla="*/ 29 w 1321"/>
                  <a:gd name="T65" fmla="*/ 188 h 712"/>
                  <a:gd name="T66" fmla="*/ 53 w 1321"/>
                  <a:gd name="T67" fmla="*/ 152 h 712"/>
                  <a:gd name="T68" fmla="*/ 82 w 1321"/>
                  <a:gd name="T69" fmla="*/ 119 h 712"/>
                  <a:gd name="T70" fmla="*/ 114 w 1321"/>
                  <a:gd name="T71" fmla="*/ 89 h 712"/>
                  <a:gd name="T72" fmla="*/ 151 w 1321"/>
                  <a:gd name="T73" fmla="*/ 63 h 712"/>
                  <a:gd name="T74" fmla="*/ 191 w 1321"/>
                  <a:gd name="T75" fmla="*/ 42 h 712"/>
                  <a:gd name="T76" fmla="*/ 232 w 1321"/>
                  <a:gd name="T77" fmla="*/ 24 h 712"/>
                  <a:gd name="T78" fmla="*/ 278 w 1321"/>
                  <a:gd name="T79" fmla="*/ 11 h 712"/>
                  <a:gd name="T80" fmla="*/ 325 w 1321"/>
                  <a:gd name="T81" fmla="*/ 3 h 712"/>
                  <a:gd name="T82" fmla="*/ 374 w 1321"/>
                  <a:gd name="T83" fmla="*/ 0 h 712"/>
                  <a:gd name="T84" fmla="*/ 374 w 1321"/>
                  <a:gd name="T85" fmla="*/ 0 h 712"/>
                  <a:gd name="T86" fmla="*/ 425 w 1321"/>
                  <a:gd name="T87" fmla="*/ 3 h 712"/>
                  <a:gd name="T88" fmla="*/ 474 w 1321"/>
                  <a:gd name="T89" fmla="*/ 12 h 712"/>
                  <a:gd name="T90" fmla="*/ 522 w 1321"/>
                  <a:gd name="T91" fmla="*/ 27 h 712"/>
                  <a:gd name="T92" fmla="*/ 566 w 1321"/>
                  <a:gd name="T93" fmla="*/ 46 h 712"/>
                  <a:gd name="T94" fmla="*/ 606 w 1321"/>
                  <a:gd name="T95" fmla="*/ 69 h 712"/>
                  <a:gd name="T96" fmla="*/ 644 w 1321"/>
                  <a:gd name="T97" fmla="*/ 98 h 712"/>
                  <a:gd name="T98" fmla="*/ 677 w 1321"/>
                  <a:gd name="T99" fmla="*/ 130 h 712"/>
                  <a:gd name="T100" fmla="*/ 705 w 1321"/>
                  <a:gd name="T101" fmla="*/ 165 h 712"/>
                  <a:gd name="T102" fmla="*/ 729 w 1321"/>
                  <a:gd name="T103" fmla="*/ 203 h 712"/>
                  <a:gd name="T104" fmla="*/ 729 w 1321"/>
                  <a:gd name="T105" fmla="*/ 203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rgbClr val="FF0000">
                      <a:alpha val="0"/>
                    </a:srgbClr>
                  </a:gs>
                </a:gsLst>
                <a:lin ang="5400000" scaled="1"/>
              </a:gradFill>
              <a:ln>
                <a:noFill/>
              </a:ln>
            </p:spPr>
            <p:txBody>
              <a:bodyPr/>
              <a:lstStyle/>
              <a:p>
                <a:pPr>
                  <a:defRPr/>
                </a:pPr>
                <a:endParaRPr lang="zh-CN" altLang="en-US" sz="1400" kern="0" dirty="0">
                  <a:solidFill>
                    <a:sysClr val="windowText" lastClr="000000"/>
                  </a:solidFill>
                  <a:latin typeface="Arial" pitchFamily="34" charset="0"/>
                  <a:ea typeface="微软雅黑" pitchFamily="34" charset="-122"/>
                </a:endParaRPr>
              </a:p>
            </p:txBody>
          </p:sp>
        </p:grpSp>
        <p:sp>
          <p:nvSpPr>
            <p:cNvPr id="36" name="TextBox 35"/>
            <p:cNvSpPr txBox="1">
              <a:spLocks noChangeArrowheads="1"/>
            </p:cNvSpPr>
            <p:nvPr/>
          </p:nvSpPr>
          <p:spPr bwMode="auto">
            <a:xfrm>
              <a:off x="7981584" y="3354107"/>
              <a:ext cx="1104737" cy="722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10758" tIns="55379" rIns="110758" bIns="55379">
              <a:spAutoFit/>
            </a:bodyPr>
            <a:lstStyle>
              <a:lvl1pPr defTabSz="1108075" eaLnBrk="0" hangingPunct="0">
                <a:defRPr>
                  <a:solidFill>
                    <a:schemeClr val="tx1"/>
                  </a:solidFill>
                  <a:latin typeface="Arial" pitchFamily="34" charset="0"/>
                </a:defRPr>
              </a:lvl1pPr>
              <a:lvl2pPr marL="900113" indent="-346075" defTabSz="1108075" eaLnBrk="0" hangingPunct="0">
                <a:defRPr>
                  <a:solidFill>
                    <a:schemeClr val="tx1"/>
                  </a:solidFill>
                  <a:latin typeface="Arial" pitchFamily="34" charset="0"/>
                </a:defRPr>
              </a:lvl2pPr>
              <a:lvl3pPr marL="1384300" indent="-276225" defTabSz="1108075" eaLnBrk="0" hangingPunct="0">
                <a:defRPr>
                  <a:solidFill>
                    <a:schemeClr val="tx1"/>
                  </a:solidFill>
                  <a:latin typeface="Arial" pitchFamily="34" charset="0"/>
                </a:defRPr>
              </a:lvl3pPr>
              <a:lvl4pPr marL="1938338" indent="-276225" defTabSz="1108075" eaLnBrk="0" hangingPunct="0">
                <a:defRPr>
                  <a:solidFill>
                    <a:schemeClr val="tx1"/>
                  </a:solidFill>
                  <a:latin typeface="Arial" pitchFamily="34" charset="0"/>
                </a:defRPr>
              </a:lvl4pPr>
              <a:lvl5pPr marL="2490788" indent="-274638" defTabSz="1108075" eaLnBrk="0" hangingPunct="0">
                <a:defRPr>
                  <a:solidFill>
                    <a:schemeClr val="tx1"/>
                  </a:solidFill>
                  <a:latin typeface="Arial" pitchFamily="34" charset="0"/>
                </a:defRPr>
              </a:lvl5pPr>
              <a:lvl6pPr marL="2947988" indent="-274638" algn="ctr" defTabSz="1108075" eaLnBrk="0" fontAlgn="base" hangingPunct="0">
                <a:spcBef>
                  <a:spcPct val="0"/>
                </a:spcBef>
                <a:spcAft>
                  <a:spcPct val="0"/>
                </a:spcAft>
                <a:defRPr>
                  <a:solidFill>
                    <a:schemeClr val="tx1"/>
                  </a:solidFill>
                  <a:latin typeface="Arial" pitchFamily="34" charset="0"/>
                </a:defRPr>
              </a:lvl6pPr>
              <a:lvl7pPr marL="3405188" indent="-274638" algn="ctr" defTabSz="1108075" eaLnBrk="0" fontAlgn="base" hangingPunct="0">
                <a:spcBef>
                  <a:spcPct val="0"/>
                </a:spcBef>
                <a:spcAft>
                  <a:spcPct val="0"/>
                </a:spcAft>
                <a:defRPr>
                  <a:solidFill>
                    <a:schemeClr val="tx1"/>
                  </a:solidFill>
                  <a:latin typeface="Arial" pitchFamily="34" charset="0"/>
                </a:defRPr>
              </a:lvl7pPr>
              <a:lvl8pPr marL="3862388" indent="-274638" algn="ctr" defTabSz="1108075" eaLnBrk="0" fontAlgn="base" hangingPunct="0">
                <a:spcBef>
                  <a:spcPct val="0"/>
                </a:spcBef>
                <a:spcAft>
                  <a:spcPct val="0"/>
                </a:spcAft>
                <a:defRPr>
                  <a:solidFill>
                    <a:schemeClr val="tx1"/>
                  </a:solidFill>
                  <a:latin typeface="Arial" pitchFamily="34" charset="0"/>
                </a:defRPr>
              </a:lvl8pPr>
              <a:lvl9pPr marL="4319588" indent="-274638" algn="ctr" defTabSz="1108075" eaLnBrk="0" fontAlgn="base" hangingPunct="0">
                <a:spcBef>
                  <a:spcPct val="0"/>
                </a:spcBef>
                <a:spcAft>
                  <a:spcPct val="0"/>
                </a:spcAft>
                <a:defRPr>
                  <a:solidFill>
                    <a:schemeClr val="tx1"/>
                  </a:solidFill>
                  <a:latin typeface="Arial" pitchFamily="34" charset="0"/>
                </a:defRPr>
              </a:lvl9pPr>
            </a:lstStyle>
            <a:p>
              <a:pPr eaLnBrk="1" fontAlgn="base" hangingPunct="1">
                <a:spcBef>
                  <a:spcPct val="0"/>
                </a:spcBef>
                <a:spcAft>
                  <a:spcPct val="0"/>
                </a:spcAft>
              </a:pPr>
              <a:r>
                <a:rPr lang="en-US" altLang="zh-CN" sz="3500" i="1" dirty="0">
                  <a:solidFill>
                    <a:srgbClr val="FFFFFF"/>
                  </a:solidFill>
                  <a:latin typeface="Impact" pitchFamily="34" charset="0"/>
                  <a:ea typeface="微软雅黑" pitchFamily="34" charset="-122"/>
                </a:rPr>
                <a:t>2016</a:t>
              </a:r>
              <a:endParaRPr lang="zh-CN" altLang="en-US" sz="3500" i="1" dirty="0">
                <a:solidFill>
                  <a:srgbClr val="FFFFFF"/>
                </a:solidFill>
                <a:latin typeface="Impact" pitchFamily="34" charset="0"/>
                <a:ea typeface="微软雅黑" pitchFamily="34" charset="-122"/>
              </a:endParaRPr>
            </a:p>
          </p:txBody>
        </p:sp>
      </p:grpSp>
      <p:sp>
        <p:nvSpPr>
          <p:cNvPr id="41" name="AutoShape 7"/>
          <p:cNvSpPr>
            <a:spLocks noChangeArrowheads="1"/>
          </p:cNvSpPr>
          <p:nvPr/>
        </p:nvSpPr>
        <p:spPr bwMode="auto">
          <a:xfrm>
            <a:off x="244453" y="2519606"/>
            <a:ext cx="6684672" cy="825583"/>
          </a:xfrm>
          <a:prstGeom prst="homePlate">
            <a:avLst>
              <a:gd name="adj" fmla="val 44433"/>
            </a:avLst>
          </a:prstGeom>
          <a:solidFill>
            <a:schemeClr val="bg1">
              <a:lumMod val="85000"/>
            </a:schemeClr>
          </a:solidFill>
          <a:ln w="9525">
            <a:solidFill>
              <a:srgbClr val="EAEAEA"/>
            </a:solidFill>
            <a:miter lim="800000"/>
            <a:headEnd/>
            <a:tailEnd/>
          </a:ln>
        </p:spPr>
        <p:txBody>
          <a:bodyPr wrap="none" lIns="87920" tIns="43960" rIns="87920" bIns="43960" anchor="ctr"/>
          <a:lstStyle/>
          <a:p>
            <a:pPr marL="344023" indent="-344023" defTabSz="879590" fontAlgn="base">
              <a:lnSpc>
                <a:spcPct val="120000"/>
              </a:lnSpc>
              <a:spcBef>
                <a:spcPct val="0"/>
              </a:spcBef>
              <a:spcAft>
                <a:spcPct val="0"/>
              </a:spcAft>
            </a:pPr>
            <a:endParaRPr lang="zh-CN" altLang="en-US" sz="1200">
              <a:solidFill>
                <a:srgbClr val="646464"/>
              </a:solidFill>
              <a:latin typeface="Arial" pitchFamily="34" charset="0"/>
              <a:ea typeface="微软雅黑" pitchFamily="34" charset="-122"/>
            </a:endParaRPr>
          </a:p>
        </p:txBody>
      </p:sp>
      <p:sp>
        <p:nvSpPr>
          <p:cNvPr id="42" name="AutoShape 8"/>
          <p:cNvSpPr>
            <a:spLocks noChangeArrowheads="1"/>
          </p:cNvSpPr>
          <p:nvPr/>
        </p:nvSpPr>
        <p:spPr bwMode="auto">
          <a:xfrm>
            <a:off x="4768105" y="2508262"/>
            <a:ext cx="568292" cy="844490"/>
          </a:xfrm>
          <a:prstGeom prst="chevron">
            <a:avLst>
              <a:gd name="adj" fmla="val 55472"/>
            </a:avLst>
          </a:prstGeom>
          <a:solidFill>
            <a:srgbClr val="054487"/>
          </a:solidFill>
          <a:ln>
            <a:noFill/>
          </a:ln>
        </p:spPr>
        <p:txBody>
          <a:bodyPr lIns="87920" tIns="43960" rIns="87920" bIns="43960" anchor="ctr"/>
          <a:lstStyle/>
          <a:p>
            <a:pPr algn="ctr" defTabSz="879590" fontAlgn="base">
              <a:spcBef>
                <a:spcPct val="0"/>
              </a:spcBef>
              <a:spcAft>
                <a:spcPct val="0"/>
              </a:spcAft>
            </a:pPr>
            <a:endParaRPr lang="zh-CN" altLang="en-US" sz="1900" b="1">
              <a:solidFill>
                <a:srgbClr val="FFFFFF"/>
              </a:solidFill>
              <a:latin typeface="微软雅黑" pitchFamily="34" charset="-122"/>
              <a:ea typeface="微软雅黑" pitchFamily="34" charset="-122"/>
            </a:endParaRPr>
          </a:p>
        </p:txBody>
      </p:sp>
      <p:sp>
        <p:nvSpPr>
          <p:cNvPr id="44" name="AutoShape 8"/>
          <p:cNvSpPr>
            <a:spLocks noChangeArrowheads="1"/>
          </p:cNvSpPr>
          <p:nvPr/>
        </p:nvSpPr>
        <p:spPr bwMode="auto">
          <a:xfrm>
            <a:off x="2983846" y="2508262"/>
            <a:ext cx="567031" cy="844490"/>
          </a:xfrm>
          <a:prstGeom prst="chevron">
            <a:avLst>
              <a:gd name="adj" fmla="val 55472"/>
            </a:avLst>
          </a:prstGeom>
          <a:solidFill>
            <a:srgbClr val="054487"/>
          </a:solidFill>
          <a:ln>
            <a:noFill/>
          </a:ln>
        </p:spPr>
        <p:txBody>
          <a:bodyPr lIns="87920" tIns="43960" rIns="87920" bIns="43960" anchor="ctr"/>
          <a:lstStyle/>
          <a:p>
            <a:pPr algn="ctr" defTabSz="879590" fontAlgn="base">
              <a:spcBef>
                <a:spcPct val="0"/>
              </a:spcBef>
              <a:spcAft>
                <a:spcPct val="0"/>
              </a:spcAft>
            </a:pPr>
            <a:endParaRPr lang="zh-CN" altLang="en-US" sz="1900" b="1">
              <a:solidFill>
                <a:srgbClr val="FFFFFF"/>
              </a:solidFill>
              <a:latin typeface="微软雅黑" pitchFamily="34" charset="-122"/>
              <a:ea typeface="微软雅黑" pitchFamily="34" charset="-122"/>
            </a:endParaRPr>
          </a:p>
        </p:txBody>
      </p:sp>
      <p:sp>
        <p:nvSpPr>
          <p:cNvPr id="45" name="AutoShape 8"/>
          <p:cNvSpPr>
            <a:spLocks noChangeArrowheads="1"/>
          </p:cNvSpPr>
          <p:nvPr/>
        </p:nvSpPr>
        <p:spPr bwMode="auto">
          <a:xfrm>
            <a:off x="1197067" y="2508262"/>
            <a:ext cx="568292" cy="844490"/>
          </a:xfrm>
          <a:prstGeom prst="chevron">
            <a:avLst>
              <a:gd name="adj" fmla="val 55472"/>
            </a:avLst>
          </a:prstGeom>
          <a:solidFill>
            <a:srgbClr val="054487"/>
          </a:solidFill>
          <a:ln>
            <a:noFill/>
          </a:ln>
        </p:spPr>
        <p:txBody>
          <a:bodyPr lIns="87920" tIns="43960" rIns="87920" bIns="43960" anchor="ctr"/>
          <a:lstStyle/>
          <a:p>
            <a:pPr algn="ctr" defTabSz="879590" fontAlgn="base">
              <a:spcBef>
                <a:spcPct val="0"/>
              </a:spcBef>
              <a:spcAft>
                <a:spcPct val="0"/>
              </a:spcAft>
            </a:pPr>
            <a:endParaRPr lang="zh-CN" altLang="en-US" sz="1900" b="1">
              <a:solidFill>
                <a:srgbClr val="FFFFFF"/>
              </a:solidFill>
              <a:latin typeface="微软雅黑" pitchFamily="34" charset="-122"/>
              <a:ea typeface="微软雅黑" pitchFamily="34" charset="-122"/>
            </a:endParaRPr>
          </a:p>
        </p:txBody>
      </p:sp>
      <p:sp>
        <p:nvSpPr>
          <p:cNvPr id="47" name="AutoShape 8"/>
          <p:cNvSpPr>
            <a:spLocks noChangeArrowheads="1"/>
          </p:cNvSpPr>
          <p:nvPr/>
        </p:nvSpPr>
        <p:spPr bwMode="auto">
          <a:xfrm>
            <a:off x="6554884" y="2508262"/>
            <a:ext cx="565772" cy="844490"/>
          </a:xfrm>
          <a:prstGeom prst="chevron">
            <a:avLst>
              <a:gd name="adj" fmla="val 55472"/>
            </a:avLst>
          </a:prstGeom>
          <a:solidFill>
            <a:srgbClr val="054487"/>
          </a:solidFill>
          <a:ln>
            <a:noFill/>
          </a:ln>
        </p:spPr>
        <p:txBody>
          <a:bodyPr lIns="87920" tIns="43960" rIns="87920" bIns="43960" anchor="ctr"/>
          <a:lstStyle/>
          <a:p>
            <a:pPr algn="ctr" defTabSz="879590" fontAlgn="base">
              <a:spcBef>
                <a:spcPct val="0"/>
              </a:spcBef>
              <a:spcAft>
                <a:spcPct val="0"/>
              </a:spcAft>
            </a:pPr>
            <a:endParaRPr lang="zh-CN" altLang="en-US" sz="1900" b="1">
              <a:solidFill>
                <a:srgbClr val="FFFFFF"/>
              </a:solidFill>
              <a:latin typeface="微软雅黑" pitchFamily="34" charset="-122"/>
              <a:ea typeface="微软雅黑" pitchFamily="34" charset="-122"/>
            </a:endParaRPr>
          </a:p>
        </p:txBody>
      </p:sp>
      <p:sp>
        <p:nvSpPr>
          <p:cNvPr id="48" name="TextBox 47"/>
          <p:cNvSpPr txBox="1">
            <a:spLocks noChangeArrowheads="1"/>
          </p:cNvSpPr>
          <p:nvPr/>
        </p:nvSpPr>
        <p:spPr bwMode="auto">
          <a:xfrm>
            <a:off x="262095" y="2765390"/>
            <a:ext cx="595941" cy="350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7920" tIns="43960" rIns="87920" bIns="43960">
            <a:spAutoFit/>
          </a:bodyPr>
          <a:lstStyle>
            <a:lvl1pPr defTabSz="1108075" eaLnBrk="0" hangingPunct="0">
              <a:defRPr>
                <a:solidFill>
                  <a:schemeClr val="tx1"/>
                </a:solidFill>
                <a:latin typeface="Arial" pitchFamily="34" charset="0"/>
              </a:defRPr>
            </a:lvl1pPr>
            <a:lvl2pPr marL="900113" indent="-346075" defTabSz="1108075" eaLnBrk="0" hangingPunct="0">
              <a:defRPr>
                <a:solidFill>
                  <a:schemeClr val="tx1"/>
                </a:solidFill>
                <a:latin typeface="Arial" pitchFamily="34" charset="0"/>
              </a:defRPr>
            </a:lvl2pPr>
            <a:lvl3pPr marL="1384300" indent="-276225" defTabSz="1108075" eaLnBrk="0" hangingPunct="0">
              <a:defRPr>
                <a:solidFill>
                  <a:schemeClr val="tx1"/>
                </a:solidFill>
                <a:latin typeface="Arial" pitchFamily="34" charset="0"/>
              </a:defRPr>
            </a:lvl3pPr>
            <a:lvl4pPr marL="1938338" indent="-276225" defTabSz="1108075" eaLnBrk="0" hangingPunct="0">
              <a:defRPr>
                <a:solidFill>
                  <a:schemeClr val="tx1"/>
                </a:solidFill>
                <a:latin typeface="Arial" pitchFamily="34" charset="0"/>
              </a:defRPr>
            </a:lvl4pPr>
            <a:lvl5pPr marL="2490788" indent="-274638" defTabSz="1108075" eaLnBrk="0" hangingPunct="0">
              <a:defRPr>
                <a:solidFill>
                  <a:schemeClr val="tx1"/>
                </a:solidFill>
                <a:latin typeface="Arial" pitchFamily="34" charset="0"/>
              </a:defRPr>
            </a:lvl5pPr>
            <a:lvl6pPr marL="2947988" indent="-274638" algn="ctr" defTabSz="1108075" eaLnBrk="0" fontAlgn="base" hangingPunct="0">
              <a:spcBef>
                <a:spcPct val="0"/>
              </a:spcBef>
              <a:spcAft>
                <a:spcPct val="0"/>
              </a:spcAft>
              <a:defRPr>
                <a:solidFill>
                  <a:schemeClr val="tx1"/>
                </a:solidFill>
                <a:latin typeface="Arial" pitchFamily="34" charset="0"/>
              </a:defRPr>
            </a:lvl6pPr>
            <a:lvl7pPr marL="3405188" indent="-274638" algn="ctr" defTabSz="1108075" eaLnBrk="0" fontAlgn="base" hangingPunct="0">
              <a:spcBef>
                <a:spcPct val="0"/>
              </a:spcBef>
              <a:spcAft>
                <a:spcPct val="0"/>
              </a:spcAft>
              <a:defRPr>
                <a:solidFill>
                  <a:schemeClr val="tx1"/>
                </a:solidFill>
                <a:latin typeface="Arial" pitchFamily="34" charset="0"/>
              </a:defRPr>
            </a:lvl7pPr>
            <a:lvl8pPr marL="3862388" indent="-274638" algn="ctr" defTabSz="1108075" eaLnBrk="0" fontAlgn="base" hangingPunct="0">
              <a:spcBef>
                <a:spcPct val="0"/>
              </a:spcBef>
              <a:spcAft>
                <a:spcPct val="0"/>
              </a:spcAft>
              <a:defRPr>
                <a:solidFill>
                  <a:schemeClr val="tx1"/>
                </a:solidFill>
                <a:latin typeface="Arial" pitchFamily="34" charset="0"/>
              </a:defRPr>
            </a:lvl8pPr>
            <a:lvl9pPr marL="4319588" indent="-274638" algn="ctr" defTabSz="1108075" eaLnBrk="0" fontAlgn="base" hangingPunct="0">
              <a:spcBef>
                <a:spcPct val="0"/>
              </a:spcBef>
              <a:spcAft>
                <a:spcPct val="0"/>
              </a:spcAft>
              <a:defRPr>
                <a:solidFill>
                  <a:schemeClr val="tx1"/>
                </a:solidFill>
                <a:latin typeface="Arial" pitchFamily="34" charset="0"/>
              </a:defRPr>
            </a:lvl9pPr>
          </a:lstStyle>
          <a:p>
            <a:pPr eaLnBrk="1" fontAlgn="base" hangingPunct="1">
              <a:spcBef>
                <a:spcPct val="0"/>
              </a:spcBef>
              <a:spcAft>
                <a:spcPct val="0"/>
              </a:spcAft>
            </a:pPr>
            <a:r>
              <a:rPr lang="en-US" altLang="zh-CN" sz="1700" i="1" dirty="0">
                <a:solidFill>
                  <a:srgbClr val="646464"/>
                </a:solidFill>
                <a:latin typeface="Impact" pitchFamily="34" charset="0"/>
                <a:ea typeface="微软雅黑" pitchFamily="34" charset="-122"/>
              </a:rPr>
              <a:t>2012</a:t>
            </a:r>
            <a:endParaRPr lang="zh-CN" altLang="en-US" sz="1700" i="1" dirty="0">
              <a:solidFill>
                <a:srgbClr val="646464"/>
              </a:solidFill>
              <a:latin typeface="Impact" pitchFamily="34" charset="0"/>
              <a:ea typeface="微软雅黑" pitchFamily="34" charset="-122"/>
            </a:endParaRPr>
          </a:p>
        </p:txBody>
      </p:sp>
      <p:sp>
        <p:nvSpPr>
          <p:cNvPr id="76" name="TextBox 75"/>
          <p:cNvSpPr txBox="1">
            <a:spLocks noChangeArrowheads="1"/>
          </p:cNvSpPr>
          <p:nvPr/>
        </p:nvSpPr>
        <p:spPr bwMode="auto">
          <a:xfrm>
            <a:off x="2047614" y="2765390"/>
            <a:ext cx="602353" cy="350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7920" tIns="43960" rIns="87920" bIns="43960">
            <a:spAutoFit/>
          </a:bodyPr>
          <a:lstStyle>
            <a:lvl1pPr defTabSz="1108075" eaLnBrk="0" hangingPunct="0">
              <a:defRPr>
                <a:solidFill>
                  <a:schemeClr val="tx1"/>
                </a:solidFill>
                <a:latin typeface="Arial" pitchFamily="34" charset="0"/>
              </a:defRPr>
            </a:lvl1pPr>
            <a:lvl2pPr marL="900113" indent="-346075" defTabSz="1108075" eaLnBrk="0" hangingPunct="0">
              <a:defRPr>
                <a:solidFill>
                  <a:schemeClr val="tx1"/>
                </a:solidFill>
                <a:latin typeface="Arial" pitchFamily="34" charset="0"/>
              </a:defRPr>
            </a:lvl2pPr>
            <a:lvl3pPr marL="1384300" indent="-276225" defTabSz="1108075" eaLnBrk="0" hangingPunct="0">
              <a:defRPr>
                <a:solidFill>
                  <a:schemeClr val="tx1"/>
                </a:solidFill>
                <a:latin typeface="Arial" pitchFamily="34" charset="0"/>
              </a:defRPr>
            </a:lvl3pPr>
            <a:lvl4pPr marL="1938338" indent="-276225" defTabSz="1108075" eaLnBrk="0" hangingPunct="0">
              <a:defRPr>
                <a:solidFill>
                  <a:schemeClr val="tx1"/>
                </a:solidFill>
                <a:latin typeface="Arial" pitchFamily="34" charset="0"/>
              </a:defRPr>
            </a:lvl4pPr>
            <a:lvl5pPr marL="2490788" indent="-274638" defTabSz="1108075" eaLnBrk="0" hangingPunct="0">
              <a:defRPr>
                <a:solidFill>
                  <a:schemeClr val="tx1"/>
                </a:solidFill>
                <a:latin typeface="Arial" pitchFamily="34" charset="0"/>
              </a:defRPr>
            </a:lvl5pPr>
            <a:lvl6pPr marL="2947988" indent="-274638" algn="ctr" defTabSz="1108075" eaLnBrk="0" fontAlgn="base" hangingPunct="0">
              <a:spcBef>
                <a:spcPct val="0"/>
              </a:spcBef>
              <a:spcAft>
                <a:spcPct val="0"/>
              </a:spcAft>
              <a:defRPr>
                <a:solidFill>
                  <a:schemeClr val="tx1"/>
                </a:solidFill>
                <a:latin typeface="Arial" pitchFamily="34" charset="0"/>
              </a:defRPr>
            </a:lvl6pPr>
            <a:lvl7pPr marL="3405188" indent="-274638" algn="ctr" defTabSz="1108075" eaLnBrk="0" fontAlgn="base" hangingPunct="0">
              <a:spcBef>
                <a:spcPct val="0"/>
              </a:spcBef>
              <a:spcAft>
                <a:spcPct val="0"/>
              </a:spcAft>
              <a:defRPr>
                <a:solidFill>
                  <a:schemeClr val="tx1"/>
                </a:solidFill>
                <a:latin typeface="Arial" pitchFamily="34" charset="0"/>
              </a:defRPr>
            </a:lvl7pPr>
            <a:lvl8pPr marL="3862388" indent="-274638" algn="ctr" defTabSz="1108075" eaLnBrk="0" fontAlgn="base" hangingPunct="0">
              <a:spcBef>
                <a:spcPct val="0"/>
              </a:spcBef>
              <a:spcAft>
                <a:spcPct val="0"/>
              </a:spcAft>
              <a:defRPr>
                <a:solidFill>
                  <a:schemeClr val="tx1"/>
                </a:solidFill>
                <a:latin typeface="Arial" pitchFamily="34" charset="0"/>
              </a:defRPr>
            </a:lvl8pPr>
            <a:lvl9pPr marL="4319588" indent="-274638" algn="ctr" defTabSz="1108075" eaLnBrk="0" fontAlgn="base" hangingPunct="0">
              <a:spcBef>
                <a:spcPct val="0"/>
              </a:spcBef>
              <a:spcAft>
                <a:spcPct val="0"/>
              </a:spcAft>
              <a:defRPr>
                <a:solidFill>
                  <a:schemeClr val="tx1"/>
                </a:solidFill>
                <a:latin typeface="Arial" pitchFamily="34" charset="0"/>
              </a:defRPr>
            </a:lvl9pPr>
          </a:lstStyle>
          <a:p>
            <a:pPr eaLnBrk="1" fontAlgn="base" hangingPunct="1">
              <a:spcBef>
                <a:spcPct val="0"/>
              </a:spcBef>
              <a:spcAft>
                <a:spcPct val="0"/>
              </a:spcAft>
            </a:pPr>
            <a:r>
              <a:rPr lang="en-US" altLang="zh-CN" sz="1700" i="1" dirty="0">
                <a:solidFill>
                  <a:srgbClr val="646464"/>
                </a:solidFill>
                <a:latin typeface="Impact" pitchFamily="34" charset="0"/>
                <a:ea typeface="微软雅黑" pitchFamily="34" charset="-122"/>
              </a:rPr>
              <a:t>2013</a:t>
            </a:r>
            <a:endParaRPr lang="zh-CN" altLang="en-US" sz="1700" i="1" dirty="0">
              <a:solidFill>
                <a:srgbClr val="646464"/>
              </a:solidFill>
              <a:latin typeface="Impact" pitchFamily="34" charset="0"/>
              <a:ea typeface="微软雅黑" pitchFamily="34" charset="-122"/>
            </a:endParaRPr>
          </a:p>
        </p:txBody>
      </p:sp>
      <p:sp>
        <p:nvSpPr>
          <p:cNvPr id="77" name="TextBox 76"/>
          <p:cNvSpPr txBox="1">
            <a:spLocks noChangeArrowheads="1"/>
          </p:cNvSpPr>
          <p:nvPr/>
        </p:nvSpPr>
        <p:spPr bwMode="auto">
          <a:xfrm>
            <a:off x="3833133" y="2765390"/>
            <a:ext cx="601054" cy="354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7920" tIns="43960" rIns="87920" bIns="43960">
            <a:spAutoFit/>
          </a:bodyPr>
          <a:lstStyle>
            <a:lvl1pPr defTabSz="1108075" eaLnBrk="0" hangingPunct="0">
              <a:defRPr>
                <a:solidFill>
                  <a:schemeClr val="tx1"/>
                </a:solidFill>
                <a:latin typeface="Arial" pitchFamily="34" charset="0"/>
              </a:defRPr>
            </a:lvl1pPr>
            <a:lvl2pPr marL="900113" indent="-346075" defTabSz="1108075" eaLnBrk="0" hangingPunct="0">
              <a:defRPr>
                <a:solidFill>
                  <a:schemeClr val="tx1"/>
                </a:solidFill>
                <a:latin typeface="Arial" pitchFamily="34" charset="0"/>
              </a:defRPr>
            </a:lvl2pPr>
            <a:lvl3pPr marL="1384300" indent="-276225" defTabSz="1108075" eaLnBrk="0" hangingPunct="0">
              <a:defRPr>
                <a:solidFill>
                  <a:schemeClr val="tx1"/>
                </a:solidFill>
                <a:latin typeface="Arial" pitchFamily="34" charset="0"/>
              </a:defRPr>
            </a:lvl3pPr>
            <a:lvl4pPr marL="1938338" indent="-276225" defTabSz="1108075" eaLnBrk="0" hangingPunct="0">
              <a:defRPr>
                <a:solidFill>
                  <a:schemeClr val="tx1"/>
                </a:solidFill>
                <a:latin typeface="Arial" pitchFamily="34" charset="0"/>
              </a:defRPr>
            </a:lvl4pPr>
            <a:lvl5pPr marL="2490788" indent="-274638" defTabSz="1108075" eaLnBrk="0" hangingPunct="0">
              <a:defRPr>
                <a:solidFill>
                  <a:schemeClr val="tx1"/>
                </a:solidFill>
                <a:latin typeface="Arial" pitchFamily="34" charset="0"/>
              </a:defRPr>
            </a:lvl5pPr>
            <a:lvl6pPr marL="2947988" indent="-274638" algn="ctr" defTabSz="1108075" eaLnBrk="0" fontAlgn="base" hangingPunct="0">
              <a:spcBef>
                <a:spcPct val="0"/>
              </a:spcBef>
              <a:spcAft>
                <a:spcPct val="0"/>
              </a:spcAft>
              <a:defRPr>
                <a:solidFill>
                  <a:schemeClr val="tx1"/>
                </a:solidFill>
                <a:latin typeface="Arial" pitchFamily="34" charset="0"/>
              </a:defRPr>
            </a:lvl6pPr>
            <a:lvl7pPr marL="3405188" indent="-274638" algn="ctr" defTabSz="1108075" eaLnBrk="0" fontAlgn="base" hangingPunct="0">
              <a:spcBef>
                <a:spcPct val="0"/>
              </a:spcBef>
              <a:spcAft>
                <a:spcPct val="0"/>
              </a:spcAft>
              <a:defRPr>
                <a:solidFill>
                  <a:schemeClr val="tx1"/>
                </a:solidFill>
                <a:latin typeface="Arial" pitchFamily="34" charset="0"/>
              </a:defRPr>
            </a:lvl7pPr>
            <a:lvl8pPr marL="3862388" indent="-274638" algn="ctr" defTabSz="1108075" eaLnBrk="0" fontAlgn="base" hangingPunct="0">
              <a:spcBef>
                <a:spcPct val="0"/>
              </a:spcBef>
              <a:spcAft>
                <a:spcPct val="0"/>
              </a:spcAft>
              <a:defRPr>
                <a:solidFill>
                  <a:schemeClr val="tx1"/>
                </a:solidFill>
                <a:latin typeface="Arial" pitchFamily="34" charset="0"/>
              </a:defRPr>
            </a:lvl8pPr>
            <a:lvl9pPr marL="4319588" indent="-274638" algn="ctr" defTabSz="1108075" eaLnBrk="0" fontAlgn="base" hangingPunct="0">
              <a:spcBef>
                <a:spcPct val="0"/>
              </a:spcBef>
              <a:spcAft>
                <a:spcPct val="0"/>
              </a:spcAft>
              <a:defRPr>
                <a:solidFill>
                  <a:schemeClr val="tx1"/>
                </a:solidFill>
                <a:latin typeface="Arial" pitchFamily="34" charset="0"/>
              </a:defRPr>
            </a:lvl9pPr>
          </a:lstStyle>
          <a:p>
            <a:pPr eaLnBrk="1" fontAlgn="base" hangingPunct="1">
              <a:spcBef>
                <a:spcPct val="0"/>
              </a:spcBef>
              <a:spcAft>
                <a:spcPct val="0"/>
              </a:spcAft>
            </a:pPr>
            <a:r>
              <a:rPr lang="en-US" altLang="zh-CN" sz="1700" i="1" dirty="0">
                <a:solidFill>
                  <a:srgbClr val="646464"/>
                </a:solidFill>
                <a:latin typeface="Impact" pitchFamily="34" charset="0"/>
                <a:ea typeface="微软雅黑" pitchFamily="34" charset="-122"/>
              </a:rPr>
              <a:t>2014</a:t>
            </a:r>
            <a:endParaRPr lang="zh-CN" altLang="en-US" sz="1700" i="1" dirty="0">
              <a:solidFill>
                <a:srgbClr val="646464"/>
              </a:solidFill>
              <a:latin typeface="Impact" pitchFamily="34" charset="0"/>
              <a:ea typeface="微软雅黑" pitchFamily="34" charset="-122"/>
            </a:endParaRPr>
          </a:p>
        </p:txBody>
      </p:sp>
      <p:sp>
        <p:nvSpPr>
          <p:cNvPr id="78" name="TextBox 77"/>
          <p:cNvSpPr txBox="1">
            <a:spLocks noChangeArrowheads="1"/>
          </p:cNvSpPr>
          <p:nvPr/>
        </p:nvSpPr>
        <p:spPr bwMode="auto">
          <a:xfrm>
            <a:off x="5618653" y="2765390"/>
            <a:ext cx="607354" cy="354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7920" tIns="43960" rIns="87920" bIns="43960">
            <a:spAutoFit/>
          </a:bodyPr>
          <a:lstStyle>
            <a:lvl1pPr defTabSz="1108075" eaLnBrk="0" hangingPunct="0">
              <a:defRPr>
                <a:solidFill>
                  <a:schemeClr val="tx1"/>
                </a:solidFill>
                <a:latin typeface="Arial" pitchFamily="34" charset="0"/>
              </a:defRPr>
            </a:lvl1pPr>
            <a:lvl2pPr marL="900113" indent="-346075" defTabSz="1108075" eaLnBrk="0" hangingPunct="0">
              <a:defRPr>
                <a:solidFill>
                  <a:schemeClr val="tx1"/>
                </a:solidFill>
                <a:latin typeface="Arial" pitchFamily="34" charset="0"/>
              </a:defRPr>
            </a:lvl2pPr>
            <a:lvl3pPr marL="1384300" indent="-276225" defTabSz="1108075" eaLnBrk="0" hangingPunct="0">
              <a:defRPr>
                <a:solidFill>
                  <a:schemeClr val="tx1"/>
                </a:solidFill>
                <a:latin typeface="Arial" pitchFamily="34" charset="0"/>
              </a:defRPr>
            </a:lvl3pPr>
            <a:lvl4pPr marL="1938338" indent="-276225" defTabSz="1108075" eaLnBrk="0" hangingPunct="0">
              <a:defRPr>
                <a:solidFill>
                  <a:schemeClr val="tx1"/>
                </a:solidFill>
                <a:latin typeface="Arial" pitchFamily="34" charset="0"/>
              </a:defRPr>
            </a:lvl4pPr>
            <a:lvl5pPr marL="2490788" indent="-274638" defTabSz="1108075" eaLnBrk="0" hangingPunct="0">
              <a:defRPr>
                <a:solidFill>
                  <a:schemeClr val="tx1"/>
                </a:solidFill>
                <a:latin typeface="Arial" pitchFamily="34" charset="0"/>
              </a:defRPr>
            </a:lvl5pPr>
            <a:lvl6pPr marL="2947988" indent="-274638" algn="ctr" defTabSz="1108075" eaLnBrk="0" fontAlgn="base" hangingPunct="0">
              <a:spcBef>
                <a:spcPct val="0"/>
              </a:spcBef>
              <a:spcAft>
                <a:spcPct val="0"/>
              </a:spcAft>
              <a:defRPr>
                <a:solidFill>
                  <a:schemeClr val="tx1"/>
                </a:solidFill>
                <a:latin typeface="Arial" pitchFamily="34" charset="0"/>
              </a:defRPr>
            </a:lvl6pPr>
            <a:lvl7pPr marL="3405188" indent="-274638" algn="ctr" defTabSz="1108075" eaLnBrk="0" fontAlgn="base" hangingPunct="0">
              <a:spcBef>
                <a:spcPct val="0"/>
              </a:spcBef>
              <a:spcAft>
                <a:spcPct val="0"/>
              </a:spcAft>
              <a:defRPr>
                <a:solidFill>
                  <a:schemeClr val="tx1"/>
                </a:solidFill>
                <a:latin typeface="Arial" pitchFamily="34" charset="0"/>
              </a:defRPr>
            </a:lvl7pPr>
            <a:lvl8pPr marL="3862388" indent="-274638" algn="ctr" defTabSz="1108075" eaLnBrk="0" fontAlgn="base" hangingPunct="0">
              <a:spcBef>
                <a:spcPct val="0"/>
              </a:spcBef>
              <a:spcAft>
                <a:spcPct val="0"/>
              </a:spcAft>
              <a:defRPr>
                <a:solidFill>
                  <a:schemeClr val="tx1"/>
                </a:solidFill>
                <a:latin typeface="Arial" pitchFamily="34" charset="0"/>
              </a:defRPr>
            </a:lvl8pPr>
            <a:lvl9pPr marL="4319588" indent="-274638" algn="ctr" defTabSz="1108075" eaLnBrk="0" fontAlgn="base" hangingPunct="0">
              <a:spcBef>
                <a:spcPct val="0"/>
              </a:spcBef>
              <a:spcAft>
                <a:spcPct val="0"/>
              </a:spcAft>
              <a:defRPr>
                <a:solidFill>
                  <a:schemeClr val="tx1"/>
                </a:solidFill>
                <a:latin typeface="Arial" pitchFamily="34" charset="0"/>
              </a:defRPr>
            </a:lvl9pPr>
          </a:lstStyle>
          <a:p>
            <a:pPr eaLnBrk="1" fontAlgn="base" hangingPunct="1">
              <a:spcBef>
                <a:spcPct val="0"/>
              </a:spcBef>
              <a:spcAft>
                <a:spcPct val="0"/>
              </a:spcAft>
            </a:pPr>
            <a:r>
              <a:rPr lang="en-US" altLang="zh-CN" sz="1700" i="1" dirty="0">
                <a:solidFill>
                  <a:srgbClr val="646464"/>
                </a:solidFill>
                <a:latin typeface="Impact" pitchFamily="34" charset="0"/>
                <a:ea typeface="微软雅黑" pitchFamily="34" charset="-122"/>
              </a:rPr>
              <a:t>2015</a:t>
            </a:r>
            <a:endParaRPr lang="zh-CN" altLang="en-US" sz="1700" i="1" dirty="0">
              <a:solidFill>
                <a:srgbClr val="646464"/>
              </a:solidFill>
              <a:latin typeface="Impact" pitchFamily="34" charset="0"/>
              <a:ea typeface="微软雅黑" pitchFamily="34" charset="-122"/>
            </a:endParaRPr>
          </a:p>
        </p:txBody>
      </p:sp>
      <p:grpSp>
        <p:nvGrpSpPr>
          <p:cNvPr id="79" name="组合 78"/>
          <p:cNvGrpSpPr>
            <a:grpSpLocks/>
          </p:cNvGrpSpPr>
          <p:nvPr/>
        </p:nvGrpSpPr>
        <p:grpSpPr bwMode="auto">
          <a:xfrm>
            <a:off x="525450" y="3206542"/>
            <a:ext cx="1926647" cy="1427560"/>
            <a:chOff x="941884" y="3983470"/>
            <a:chExt cx="1925931" cy="1585882"/>
          </a:xfrm>
        </p:grpSpPr>
        <p:cxnSp>
          <p:nvCxnSpPr>
            <p:cNvPr id="80" name="直接连接符 68"/>
            <p:cNvCxnSpPr>
              <a:cxnSpLocks noChangeShapeType="1"/>
            </p:cNvCxnSpPr>
            <p:nvPr/>
          </p:nvCxnSpPr>
          <p:spPr bwMode="auto">
            <a:xfrm>
              <a:off x="941884" y="3983470"/>
              <a:ext cx="0" cy="1358533"/>
            </a:xfrm>
            <a:prstGeom prst="line">
              <a:avLst/>
            </a:prstGeom>
            <a:noFill/>
            <a:ln w="9525" algn="ctr">
              <a:solidFill>
                <a:srgbClr val="888888"/>
              </a:solidFill>
              <a:round/>
              <a:headEnd type="oval" w="med" len="med"/>
              <a:tailEnd type="oval" w="med" len="med"/>
            </a:ln>
            <a:extLst>
              <a:ext uri="{909E8E84-426E-40DD-AFC4-6F175D3DCCD1}">
                <a14:hiddenFill xmlns:a14="http://schemas.microsoft.com/office/drawing/2010/main">
                  <a:noFill/>
                </a14:hiddenFill>
              </a:ext>
            </a:extLst>
          </p:spPr>
        </p:cxnSp>
        <p:sp>
          <p:nvSpPr>
            <p:cNvPr id="81" name="TextBox 80"/>
            <p:cNvSpPr txBox="1">
              <a:spLocks noChangeArrowheads="1"/>
            </p:cNvSpPr>
            <p:nvPr/>
          </p:nvSpPr>
          <p:spPr bwMode="auto">
            <a:xfrm>
              <a:off x="941884" y="4393735"/>
              <a:ext cx="1925931" cy="1175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0758" tIns="55379" rIns="110758" bIns="55379">
              <a:spAutoFit/>
            </a:bodyPr>
            <a:lstStyle>
              <a:lvl1pPr defTabSz="1108075" eaLnBrk="0" hangingPunct="0">
                <a:defRPr>
                  <a:solidFill>
                    <a:schemeClr val="tx1"/>
                  </a:solidFill>
                  <a:latin typeface="Arial" pitchFamily="34" charset="0"/>
                </a:defRPr>
              </a:lvl1pPr>
              <a:lvl2pPr marL="900113" indent="-346075" defTabSz="1108075" eaLnBrk="0" hangingPunct="0">
                <a:defRPr>
                  <a:solidFill>
                    <a:schemeClr val="tx1"/>
                  </a:solidFill>
                  <a:latin typeface="Arial" pitchFamily="34" charset="0"/>
                </a:defRPr>
              </a:lvl2pPr>
              <a:lvl3pPr marL="1384300" indent="-276225" defTabSz="1108075" eaLnBrk="0" hangingPunct="0">
                <a:defRPr>
                  <a:solidFill>
                    <a:schemeClr val="tx1"/>
                  </a:solidFill>
                  <a:latin typeface="Arial" pitchFamily="34" charset="0"/>
                </a:defRPr>
              </a:lvl3pPr>
              <a:lvl4pPr marL="1938338" indent="-276225" defTabSz="1108075" eaLnBrk="0" hangingPunct="0">
                <a:defRPr>
                  <a:solidFill>
                    <a:schemeClr val="tx1"/>
                  </a:solidFill>
                  <a:latin typeface="Arial" pitchFamily="34" charset="0"/>
                </a:defRPr>
              </a:lvl4pPr>
              <a:lvl5pPr marL="2490788" indent="-274638" defTabSz="1108075" eaLnBrk="0" hangingPunct="0">
                <a:defRPr>
                  <a:solidFill>
                    <a:schemeClr val="tx1"/>
                  </a:solidFill>
                  <a:latin typeface="Arial" pitchFamily="34" charset="0"/>
                </a:defRPr>
              </a:lvl5pPr>
              <a:lvl6pPr marL="2947988" indent="-274638" algn="ctr" defTabSz="1108075" eaLnBrk="0" fontAlgn="base" hangingPunct="0">
                <a:spcBef>
                  <a:spcPct val="0"/>
                </a:spcBef>
                <a:spcAft>
                  <a:spcPct val="0"/>
                </a:spcAft>
                <a:defRPr>
                  <a:solidFill>
                    <a:schemeClr val="tx1"/>
                  </a:solidFill>
                  <a:latin typeface="Arial" pitchFamily="34" charset="0"/>
                </a:defRPr>
              </a:lvl6pPr>
              <a:lvl7pPr marL="3405188" indent="-274638" algn="ctr" defTabSz="1108075" eaLnBrk="0" fontAlgn="base" hangingPunct="0">
                <a:spcBef>
                  <a:spcPct val="0"/>
                </a:spcBef>
                <a:spcAft>
                  <a:spcPct val="0"/>
                </a:spcAft>
                <a:defRPr>
                  <a:solidFill>
                    <a:schemeClr val="tx1"/>
                  </a:solidFill>
                  <a:latin typeface="Arial" pitchFamily="34" charset="0"/>
                </a:defRPr>
              </a:lvl7pPr>
              <a:lvl8pPr marL="3862388" indent="-274638" algn="ctr" defTabSz="1108075" eaLnBrk="0" fontAlgn="base" hangingPunct="0">
                <a:spcBef>
                  <a:spcPct val="0"/>
                </a:spcBef>
                <a:spcAft>
                  <a:spcPct val="0"/>
                </a:spcAft>
                <a:defRPr>
                  <a:solidFill>
                    <a:schemeClr val="tx1"/>
                  </a:solidFill>
                  <a:latin typeface="Arial" pitchFamily="34" charset="0"/>
                </a:defRPr>
              </a:lvl8pPr>
              <a:lvl9pPr marL="4319588" indent="-274638" algn="ctr" defTabSz="1108075" eaLnBrk="0" fontAlgn="base" hangingPunct="0">
                <a:spcBef>
                  <a:spcPct val="0"/>
                </a:spcBef>
                <a:spcAft>
                  <a:spcPct val="0"/>
                </a:spcAft>
                <a:defRPr>
                  <a:solidFill>
                    <a:schemeClr val="tx1"/>
                  </a:solidFill>
                  <a:latin typeface="Arial" pitchFamily="34" charset="0"/>
                </a:defRPr>
              </a:lvl9pPr>
            </a:lstStyle>
            <a:p>
              <a:pPr eaLnBrk="1" fontAlgn="base" hangingPunct="1">
                <a:lnSpc>
                  <a:spcPct val="150000"/>
                </a:lnSpc>
                <a:spcBef>
                  <a:spcPct val="0"/>
                </a:spcBef>
                <a:spcAft>
                  <a:spcPct val="0"/>
                </a:spcAft>
              </a:pPr>
              <a:r>
                <a:rPr lang="zh-CN" altLang="en-US" sz="1700" b="1">
                  <a:solidFill>
                    <a:srgbClr val="646464"/>
                  </a:solidFill>
                  <a:ea typeface="微软雅黑" pitchFamily="34" charset="-122"/>
                </a:rPr>
                <a:t>此处添加标题</a:t>
              </a:r>
              <a:endParaRPr lang="en-US" altLang="zh-CN" sz="1700" b="1">
                <a:solidFill>
                  <a:srgbClr val="646464"/>
                </a:solidFill>
                <a:ea typeface="微软雅黑" pitchFamily="34" charset="-122"/>
              </a:endParaRPr>
            </a:p>
            <a:p>
              <a:pPr eaLnBrk="1" fontAlgn="base" hangingPunct="1">
                <a:lnSpc>
                  <a:spcPct val="150000"/>
                </a:lnSpc>
                <a:spcBef>
                  <a:spcPct val="0"/>
                </a:spcBef>
                <a:spcAft>
                  <a:spcPct val="0"/>
                </a:spcAft>
              </a:pPr>
              <a:r>
                <a:rPr lang="zh-CN" altLang="en-US" sz="1200">
                  <a:solidFill>
                    <a:srgbClr val="646464"/>
                  </a:solidFill>
                  <a:ea typeface="微软雅黑" pitchFamily="34" charset="-122"/>
                </a:rPr>
                <a:t>点击此处添加段落文本</a:t>
              </a:r>
            </a:p>
            <a:p>
              <a:pPr eaLnBrk="1" fontAlgn="base" hangingPunct="1">
                <a:lnSpc>
                  <a:spcPct val="150000"/>
                </a:lnSpc>
                <a:spcBef>
                  <a:spcPct val="0"/>
                </a:spcBef>
                <a:spcAft>
                  <a:spcPct val="0"/>
                </a:spcAft>
              </a:pPr>
              <a:r>
                <a:rPr lang="zh-CN" altLang="en-US" sz="1200">
                  <a:solidFill>
                    <a:srgbClr val="646464"/>
                  </a:solidFill>
                  <a:ea typeface="微软雅黑" pitchFamily="34" charset="-122"/>
                </a:rPr>
                <a:t>点击此处添加段落文本</a:t>
              </a:r>
            </a:p>
          </p:txBody>
        </p:sp>
      </p:grpSp>
      <p:grpSp>
        <p:nvGrpSpPr>
          <p:cNvPr id="82" name="组合 81"/>
          <p:cNvGrpSpPr>
            <a:grpSpLocks/>
          </p:cNvGrpSpPr>
          <p:nvPr/>
        </p:nvGrpSpPr>
        <p:grpSpPr bwMode="auto">
          <a:xfrm>
            <a:off x="2313488" y="1346143"/>
            <a:ext cx="1925387" cy="1352445"/>
            <a:chOff x="2293144" y="1916832"/>
            <a:chExt cx="1925931" cy="1502549"/>
          </a:xfrm>
        </p:grpSpPr>
        <p:cxnSp>
          <p:nvCxnSpPr>
            <p:cNvPr id="83" name="直接连接符 71"/>
            <p:cNvCxnSpPr>
              <a:cxnSpLocks noChangeShapeType="1"/>
            </p:cNvCxnSpPr>
            <p:nvPr/>
          </p:nvCxnSpPr>
          <p:spPr bwMode="auto">
            <a:xfrm>
              <a:off x="2293144" y="2060848"/>
              <a:ext cx="0" cy="1358533"/>
            </a:xfrm>
            <a:prstGeom prst="line">
              <a:avLst/>
            </a:prstGeom>
            <a:noFill/>
            <a:ln w="9525" algn="ctr">
              <a:solidFill>
                <a:srgbClr val="888888"/>
              </a:solidFill>
              <a:round/>
              <a:headEnd type="oval" w="med" len="med"/>
              <a:tailEnd type="oval" w="med" len="med"/>
            </a:ln>
            <a:extLst>
              <a:ext uri="{909E8E84-426E-40DD-AFC4-6F175D3DCCD1}">
                <a14:hiddenFill xmlns:a14="http://schemas.microsoft.com/office/drawing/2010/main">
                  <a:noFill/>
                </a14:hiddenFill>
              </a:ext>
            </a:extLst>
          </p:spPr>
        </p:cxnSp>
        <p:sp>
          <p:nvSpPr>
            <p:cNvPr id="84" name="TextBox 83"/>
            <p:cNvSpPr txBox="1">
              <a:spLocks noChangeArrowheads="1"/>
            </p:cNvSpPr>
            <p:nvPr/>
          </p:nvSpPr>
          <p:spPr bwMode="auto">
            <a:xfrm>
              <a:off x="2293144" y="1916832"/>
              <a:ext cx="1925931" cy="1175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0758" tIns="55379" rIns="110758" bIns="55379">
              <a:spAutoFit/>
            </a:bodyPr>
            <a:lstStyle>
              <a:lvl1pPr defTabSz="1108075" eaLnBrk="0" hangingPunct="0">
                <a:defRPr>
                  <a:solidFill>
                    <a:schemeClr val="tx1"/>
                  </a:solidFill>
                  <a:latin typeface="Arial" pitchFamily="34" charset="0"/>
                </a:defRPr>
              </a:lvl1pPr>
              <a:lvl2pPr marL="900113" indent="-346075" defTabSz="1108075" eaLnBrk="0" hangingPunct="0">
                <a:defRPr>
                  <a:solidFill>
                    <a:schemeClr val="tx1"/>
                  </a:solidFill>
                  <a:latin typeface="Arial" pitchFamily="34" charset="0"/>
                </a:defRPr>
              </a:lvl2pPr>
              <a:lvl3pPr marL="1384300" indent="-276225" defTabSz="1108075" eaLnBrk="0" hangingPunct="0">
                <a:defRPr>
                  <a:solidFill>
                    <a:schemeClr val="tx1"/>
                  </a:solidFill>
                  <a:latin typeface="Arial" pitchFamily="34" charset="0"/>
                </a:defRPr>
              </a:lvl3pPr>
              <a:lvl4pPr marL="1938338" indent="-276225" defTabSz="1108075" eaLnBrk="0" hangingPunct="0">
                <a:defRPr>
                  <a:solidFill>
                    <a:schemeClr val="tx1"/>
                  </a:solidFill>
                  <a:latin typeface="Arial" pitchFamily="34" charset="0"/>
                </a:defRPr>
              </a:lvl4pPr>
              <a:lvl5pPr marL="2490788" indent="-274638" defTabSz="1108075" eaLnBrk="0" hangingPunct="0">
                <a:defRPr>
                  <a:solidFill>
                    <a:schemeClr val="tx1"/>
                  </a:solidFill>
                  <a:latin typeface="Arial" pitchFamily="34" charset="0"/>
                </a:defRPr>
              </a:lvl5pPr>
              <a:lvl6pPr marL="2947988" indent="-274638" algn="ctr" defTabSz="1108075" eaLnBrk="0" fontAlgn="base" hangingPunct="0">
                <a:spcBef>
                  <a:spcPct val="0"/>
                </a:spcBef>
                <a:spcAft>
                  <a:spcPct val="0"/>
                </a:spcAft>
                <a:defRPr>
                  <a:solidFill>
                    <a:schemeClr val="tx1"/>
                  </a:solidFill>
                  <a:latin typeface="Arial" pitchFamily="34" charset="0"/>
                </a:defRPr>
              </a:lvl6pPr>
              <a:lvl7pPr marL="3405188" indent="-274638" algn="ctr" defTabSz="1108075" eaLnBrk="0" fontAlgn="base" hangingPunct="0">
                <a:spcBef>
                  <a:spcPct val="0"/>
                </a:spcBef>
                <a:spcAft>
                  <a:spcPct val="0"/>
                </a:spcAft>
                <a:defRPr>
                  <a:solidFill>
                    <a:schemeClr val="tx1"/>
                  </a:solidFill>
                  <a:latin typeface="Arial" pitchFamily="34" charset="0"/>
                </a:defRPr>
              </a:lvl7pPr>
              <a:lvl8pPr marL="3862388" indent="-274638" algn="ctr" defTabSz="1108075" eaLnBrk="0" fontAlgn="base" hangingPunct="0">
                <a:spcBef>
                  <a:spcPct val="0"/>
                </a:spcBef>
                <a:spcAft>
                  <a:spcPct val="0"/>
                </a:spcAft>
                <a:defRPr>
                  <a:solidFill>
                    <a:schemeClr val="tx1"/>
                  </a:solidFill>
                  <a:latin typeface="Arial" pitchFamily="34" charset="0"/>
                </a:defRPr>
              </a:lvl8pPr>
              <a:lvl9pPr marL="4319588" indent="-274638" algn="ctr" defTabSz="1108075" eaLnBrk="0" fontAlgn="base" hangingPunct="0">
                <a:spcBef>
                  <a:spcPct val="0"/>
                </a:spcBef>
                <a:spcAft>
                  <a:spcPct val="0"/>
                </a:spcAft>
                <a:defRPr>
                  <a:solidFill>
                    <a:schemeClr val="tx1"/>
                  </a:solidFill>
                  <a:latin typeface="Arial" pitchFamily="34" charset="0"/>
                </a:defRPr>
              </a:lvl9pPr>
            </a:lstStyle>
            <a:p>
              <a:pPr eaLnBrk="1" fontAlgn="base" hangingPunct="1">
                <a:lnSpc>
                  <a:spcPct val="150000"/>
                </a:lnSpc>
                <a:spcBef>
                  <a:spcPct val="0"/>
                </a:spcBef>
                <a:spcAft>
                  <a:spcPct val="0"/>
                </a:spcAft>
              </a:pPr>
              <a:r>
                <a:rPr lang="zh-CN" altLang="en-US" sz="1700" b="1">
                  <a:solidFill>
                    <a:srgbClr val="646464"/>
                  </a:solidFill>
                  <a:ea typeface="微软雅黑" pitchFamily="34" charset="-122"/>
                </a:rPr>
                <a:t>此处添加标题</a:t>
              </a:r>
              <a:endParaRPr lang="en-US" altLang="zh-CN" sz="1700" b="1">
                <a:solidFill>
                  <a:srgbClr val="646464"/>
                </a:solidFill>
                <a:ea typeface="微软雅黑" pitchFamily="34" charset="-122"/>
              </a:endParaRPr>
            </a:p>
            <a:p>
              <a:pPr eaLnBrk="1" fontAlgn="base" hangingPunct="1">
                <a:lnSpc>
                  <a:spcPct val="150000"/>
                </a:lnSpc>
                <a:spcBef>
                  <a:spcPct val="0"/>
                </a:spcBef>
                <a:spcAft>
                  <a:spcPct val="0"/>
                </a:spcAft>
              </a:pPr>
              <a:r>
                <a:rPr lang="zh-CN" altLang="en-US" sz="1200">
                  <a:solidFill>
                    <a:srgbClr val="646464"/>
                  </a:solidFill>
                  <a:ea typeface="微软雅黑" pitchFamily="34" charset="-122"/>
                </a:rPr>
                <a:t>点击此处添加段落文本</a:t>
              </a:r>
            </a:p>
            <a:p>
              <a:pPr eaLnBrk="1" fontAlgn="base" hangingPunct="1">
                <a:lnSpc>
                  <a:spcPct val="150000"/>
                </a:lnSpc>
                <a:spcBef>
                  <a:spcPct val="0"/>
                </a:spcBef>
                <a:spcAft>
                  <a:spcPct val="0"/>
                </a:spcAft>
              </a:pPr>
              <a:r>
                <a:rPr lang="zh-CN" altLang="en-US" sz="1200">
                  <a:solidFill>
                    <a:srgbClr val="646464"/>
                  </a:solidFill>
                  <a:ea typeface="微软雅黑" pitchFamily="34" charset="-122"/>
                </a:rPr>
                <a:t>点击此处添加段落文本</a:t>
              </a:r>
            </a:p>
          </p:txBody>
        </p:sp>
      </p:grpSp>
      <p:grpSp>
        <p:nvGrpSpPr>
          <p:cNvPr id="85" name="组合 84"/>
          <p:cNvGrpSpPr>
            <a:grpSpLocks/>
          </p:cNvGrpSpPr>
          <p:nvPr/>
        </p:nvGrpSpPr>
        <p:grpSpPr bwMode="auto">
          <a:xfrm>
            <a:off x="4061206" y="3225449"/>
            <a:ext cx="1926647" cy="1430080"/>
            <a:chOff x="3641104" y="3980384"/>
            <a:chExt cx="1925931" cy="1587483"/>
          </a:xfrm>
        </p:grpSpPr>
        <p:cxnSp>
          <p:nvCxnSpPr>
            <p:cNvPr id="86" name="直接连接符 74"/>
            <p:cNvCxnSpPr>
              <a:cxnSpLocks noChangeShapeType="1"/>
            </p:cNvCxnSpPr>
            <p:nvPr/>
          </p:nvCxnSpPr>
          <p:spPr bwMode="auto">
            <a:xfrm>
              <a:off x="3648596" y="3980384"/>
              <a:ext cx="0" cy="1358533"/>
            </a:xfrm>
            <a:prstGeom prst="line">
              <a:avLst/>
            </a:prstGeom>
            <a:noFill/>
            <a:ln w="9525" algn="ctr">
              <a:solidFill>
                <a:srgbClr val="888888"/>
              </a:solidFill>
              <a:round/>
              <a:headEnd type="oval" w="med" len="med"/>
              <a:tailEnd type="oval" w="med" len="med"/>
            </a:ln>
            <a:extLst>
              <a:ext uri="{909E8E84-426E-40DD-AFC4-6F175D3DCCD1}">
                <a14:hiddenFill xmlns:a14="http://schemas.microsoft.com/office/drawing/2010/main">
                  <a:noFill/>
                </a14:hiddenFill>
              </a:ext>
            </a:extLst>
          </p:spPr>
        </p:cxnSp>
        <p:sp>
          <p:nvSpPr>
            <p:cNvPr id="87" name="TextBox 86"/>
            <p:cNvSpPr txBox="1">
              <a:spLocks noChangeArrowheads="1"/>
            </p:cNvSpPr>
            <p:nvPr/>
          </p:nvSpPr>
          <p:spPr bwMode="auto">
            <a:xfrm>
              <a:off x="3641104" y="4393136"/>
              <a:ext cx="1925931" cy="1174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0758" tIns="55379" rIns="110758" bIns="55379">
              <a:spAutoFit/>
            </a:bodyPr>
            <a:lstStyle>
              <a:lvl1pPr defTabSz="1108075" eaLnBrk="0" hangingPunct="0">
                <a:defRPr>
                  <a:solidFill>
                    <a:schemeClr val="tx1"/>
                  </a:solidFill>
                  <a:latin typeface="Arial" pitchFamily="34" charset="0"/>
                </a:defRPr>
              </a:lvl1pPr>
              <a:lvl2pPr marL="900113" indent="-346075" defTabSz="1108075" eaLnBrk="0" hangingPunct="0">
                <a:defRPr>
                  <a:solidFill>
                    <a:schemeClr val="tx1"/>
                  </a:solidFill>
                  <a:latin typeface="Arial" pitchFamily="34" charset="0"/>
                </a:defRPr>
              </a:lvl2pPr>
              <a:lvl3pPr marL="1384300" indent="-276225" defTabSz="1108075" eaLnBrk="0" hangingPunct="0">
                <a:defRPr>
                  <a:solidFill>
                    <a:schemeClr val="tx1"/>
                  </a:solidFill>
                  <a:latin typeface="Arial" pitchFamily="34" charset="0"/>
                </a:defRPr>
              </a:lvl3pPr>
              <a:lvl4pPr marL="1938338" indent="-276225" defTabSz="1108075" eaLnBrk="0" hangingPunct="0">
                <a:defRPr>
                  <a:solidFill>
                    <a:schemeClr val="tx1"/>
                  </a:solidFill>
                  <a:latin typeface="Arial" pitchFamily="34" charset="0"/>
                </a:defRPr>
              </a:lvl4pPr>
              <a:lvl5pPr marL="2490788" indent="-274638" defTabSz="1108075" eaLnBrk="0" hangingPunct="0">
                <a:defRPr>
                  <a:solidFill>
                    <a:schemeClr val="tx1"/>
                  </a:solidFill>
                  <a:latin typeface="Arial" pitchFamily="34" charset="0"/>
                </a:defRPr>
              </a:lvl5pPr>
              <a:lvl6pPr marL="2947988" indent="-274638" algn="ctr" defTabSz="1108075" eaLnBrk="0" fontAlgn="base" hangingPunct="0">
                <a:spcBef>
                  <a:spcPct val="0"/>
                </a:spcBef>
                <a:spcAft>
                  <a:spcPct val="0"/>
                </a:spcAft>
                <a:defRPr>
                  <a:solidFill>
                    <a:schemeClr val="tx1"/>
                  </a:solidFill>
                  <a:latin typeface="Arial" pitchFamily="34" charset="0"/>
                </a:defRPr>
              </a:lvl6pPr>
              <a:lvl7pPr marL="3405188" indent="-274638" algn="ctr" defTabSz="1108075" eaLnBrk="0" fontAlgn="base" hangingPunct="0">
                <a:spcBef>
                  <a:spcPct val="0"/>
                </a:spcBef>
                <a:spcAft>
                  <a:spcPct val="0"/>
                </a:spcAft>
                <a:defRPr>
                  <a:solidFill>
                    <a:schemeClr val="tx1"/>
                  </a:solidFill>
                  <a:latin typeface="Arial" pitchFamily="34" charset="0"/>
                </a:defRPr>
              </a:lvl7pPr>
              <a:lvl8pPr marL="3862388" indent="-274638" algn="ctr" defTabSz="1108075" eaLnBrk="0" fontAlgn="base" hangingPunct="0">
                <a:spcBef>
                  <a:spcPct val="0"/>
                </a:spcBef>
                <a:spcAft>
                  <a:spcPct val="0"/>
                </a:spcAft>
                <a:defRPr>
                  <a:solidFill>
                    <a:schemeClr val="tx1"/>
                  </a:solidFill>
                  <a:latin typeface="Arial" pitchFamily="34" charset="0"/>
                </a:defRPr>
              </a:lvl8pPr>
              <a:lvl9pPr marL="4319588" indent="-274638" algn="ctr" defTabSz="1108075" eaLnBrk="0" fontAlgn="base" hangingPunct="0">
                <a:spcBef>
                  <a:spcPct val="0"/>
                </a:spcBef>
                <a:spcAft>
                  <a:spcPct val="0"/>
                </a:spcAft>
                <a:defRPr>
                  <a:solidFill>
                    <a:schemeClr val="tx1"/>
                  </a:solidFill>
                  <a:latin typeface="Arial" pitchFamily="34" charset="0"/>
                </a:defRPr>
              </a:lvl9pPr>
            </a:lstStyle>
            <a:p>
              <a:pPr eaLnBrk="1" fontAlgn="base" hangingPunct="1">
                <a:lnSpc>
                  <a:spcPct val="150000"/>
                </a:lnSpc>
                <a:spcBef>
                  <a:spcPct val="0"/>
                </a:spcBef>
                <a:spcAft>
                  <a:spcPct val="0"/>
                </a:spcAft>
              </a:pPr>
              <a:r>
                <a:rPr lang="zh-CN" altLang="en-US" sz="1700" b="1" dirty="0">
                  <a:solidFill>
                    <a:srgbClr val="054487"/>
                  </a:solidFill>
                  <a:ea typeface="微软雅黑" pitchFamily="34" charset="-122"/>
                </a:rPr>
                <a:t>此处添加标题</a:t>
              </a:r>
              <a:endParaRPr lang="en-US" altLang="zh-CN" sz="1700" b="1" dirty="0">
                <a:solidFill>
                  <a:srgbClr val="054487"/>
                </a:solidFill>
                <a:ea typeface="微软雅黑" pitchFamily="34" charset="-122"/>
              </a:endParaRPr>
            </a:p>
            <a:p>
              <a:pPr eaLnBrk="1" fontAlgn="base" hangingPunct="1">
                <a:lnSpc>
                  <a:spcPct val="150000"/>
                </a:lnSpc>
                <a:spcBef>
                  <a:spcPct val="0"/>
                </a:spcBef>
                <a:spcAft>
                  <a:spcPct val="0"/>
                </a:spcAft>
              </a:pPr>
              <a:r>
                <a:rPr lang="zh-CN" altLang="en-US" sz="1200" dirty="0">
                  <a:solidFill>
                    <a:srgbClr val="054487"/>
                  </a:solidFill>
                  <a:ea typeface="微软雅黑" pitchFamily="34" charset="-122"/>
                </a:rPr>
                <a:t>点击此处添加段落文本</a:t>
              </a:r>
            </a:p>
            <a:p>
              <a:pPr eaLnBrk="1" fontAlgn="base" hangingPunct="1">
                <a:lnSpc>
                  <a:spcPct val="150000"/>
                </a:lnSpc>
                <a:spcBef>
                  <a:spcPct val="0"/>
                </a:spcBef>
                <a:spcAft>
                  <a:spcPct val="0"/>
                </a:spcAft>
              </a:pPr>
              <a:r>
                <a:rPr lang="zh-CN" altLang="en-US" sz="1200" dirty="0">
                  <a:solidFill>
                    <a:srgbClr val="054487"/>
                  </a:solidFill>
                  <a:ea typeface="微软雅黑" pitchFamily="34" charset="-122"/>
                </a:rPr>
                <a:t>点击此处添加段落文本</a:t>
              </a:r>
            </a:p>
          </p:txBody>
        </p:sp>
      </p:grpSp>
      <p:grpSp>
        <p:nvGrpSpPr>
          <p:cNvPr id="88" name="组合 87"/>
          <p:cNvGrpSpPr>
            <a:grpSpLocks/>
          </p:cNvGrpSpPr>
          <p:nvPr/>
        </p:nvGrpSpPr>
        <p:grpSpPr bwMode="auto">
          <a:xfrm>
            <a:off x="5879487" y="1346143"/>
            <a:ext cx="1926647" cy="1352445"/>
            <a:chOff x="5044092" y="1916832"/>
            <a:chExt cx="1925931" cy="1502549"/>
          </a:xfrm>
        </p:grpSpPr>
        <p:cxnSp>
          <p:nvCxnSpPr>
            <p:cNvPr id="89" name="直接连接符 77"/>
            <p:cNvCxnSpPr>
              <a:cxnSpLocks noChangeShapeType="1"/>
            </p:cNvCxnSpPr>
            <p:nvPr/>
          </p:nvCxnSpPr>
          <p:spPr bwMode="auto">
            <a:xfrm>
              <a:off x="5044092" y="2060848"/>
              <a:ext cx="0" cy="1358533"/>
            </a:xfrm>
            <a:prstGeom prst="line">
              <a:avLst/>
            </a:prstGeom>
            <a:noFill/>
            <a:ln w="9525" algn="ctr">
              <a:solidFill>
                <a:srgbClr val="888888"/>
              </a:solidFill>
              <a:round/>
              <a:headEnd type="oval" w="med" len="med"/>
              <a:tailEnd type="oval" w="med" len="med"/>
            </a:ln>
            <a:extLst>
              <a:ext uri="{909E8E84-426E-40DD-AFC4-6F175D3DCCD1}">
                <a14:hiddenFill xmlns:a14="http://schemas.microsoft.com/office/drawing/2010/main">
                  <a:noFill/>
                </a14:hiddenFill>
              </a:ext>
            </a:extLst>
          </p:spPr>
        </p:cxnSp>
        <p:sp>
          <p:nvSpPr>
            <p:cNvPr id="90" name="TextBox 89"/>
            <p:cNvSpPr txBox="1">
              <a:spLocks noChangeArrowheads="1"/>
            </p:cNvSpPr>
            <p:nvPr/>
          </p:nvSpPr>
          <p:spPr bwMode="auto">
            <a:xfrm>
              <a:off x="5044092" y="1916832"/>
              <a:ext cx="1925931" cy="1175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0758" tIns="55379" rIns="110758" bIns="55379">
              <a:spAutoFit/>
            </a:bodyPr>
            <a:lstStyle>
              <a:lvl1pPr defTabSz="1108075" eaLnBrk="0" hangingPunct="0">
                <a:defRPr>
                  <a:solidFill>
                    <a:schemeClr val="tx1"/>
                  </a:solidFill>
                  <a:latin typeface="Arial" pitchFamily="34" charset="0"/>
                </a:defRPr>
              </a:lvl1pPr>
              <a:lvl2pPr marL="900113" indent="-346075" defTabSz="1108075" eaLnBrk="0" hangingPunct="0">
                <a:defRPr>
                  <a:solidFill>
                    <a:schemeClr val="tx1"/>
                  </a:solidFill>
                  <a:latin typeface="Arial" pitchFamily="34" charset="0"/>
                </a:defRPr>
              </a:lvl2pPr>
              <a:lvl3pPr marL="1384300" indent="-276225" defTabSz="1108075" eaLnBrk="0" hangingPunct="0">
                <a:defRPr>
                  <a:solidFill>
                    <a:schemeClr val="tx1"/>
                  </a:solidFill>
                  <a:latin typeface="Arial" pitchFamily="34" charset="0"/>
                </a:defRPr>
              </a:lvl3pPr>
              <a:lvl4pPr marL="1938338" indent="-276225" defTabSz="1108075" eaLnBrk="0" hangingPunct="0">
                <a:defRPr>
                  <a:solidFill>
                    <a:schemeClr val="tx1"/>
                  </a:solidFill>
                  <a:latin typeface="Arial" pitchFamily="34" charset="0"/>
                </a:defRPr>
              </a:lvl4pPr>
              <a:lvl5pPr marL="2490788" indent="-274638" defTabSz="1108075" eaLnBrk="0" hangingPunct="0">
                <a:defRPr>
                  <a:solidFill>
                    <a:schemeClr val="tx1"/>
                  </a:solidFill>
                  <a:latin typeface="Arial" pitchFamily="34" charset="0"/>
                </a:defRPr>
              </a:lvl5pPr>
              <a:lvl6pPr marL="2947988" indent="-274638" algn="ctr" defTabSz="1108075" eaLnBrk="0" fontAlgn="base" hangingPunct="0">
                <a:spcBef>
                  <a:spcPct val="0"/>
                </a:spcBef>
                <a:spcAft>
                  <a:spcPct val="0"/>
                </a:spcAft>
                <a:defRPr>
                  <a:solidFill>
                    <a:schemeClr val="tx1"/>
                  </a:solidFill>
                  <a:latin typeface="Arial" pitchFamily="34" charset="0"/>
                </a:defRPr>
              </a:lvl6pPr>
              <a:lvl7pPr marL="3405188" indent="-274638" algn="ctr" defTabSz="1108075" eaLnBrk="0" fontAlgn="base" hangingPunct="0">
                <a:spcBef>
                  <a:spcPct val="0"/>
                </a:spcBef>
                <a:spcAft>
                  <a:spcPct val="0"/>
                </a:spcAft>
                <a:defRPr>
                  <a:solidFill>
                    <a:schemeClr val="tx1"/>
                  </a:solidFill>
                  <a:latin typeface="Arial" pitchFamily="34" charset="0"/>
                </a:defRPr>
              </a:lvl7pPr>
              <a:lvl8pPr marL="3862388" indent="-274638" algn="ctr" defTabSz="1108075" eaLnBrk="0" fontAlgn="base" hangingPunct="0">
                <a:spcBef>
                  <a:spcPct val="0"/>
                </a:spcBef>
                <a:spcAft>
                  <a:spcPct val="0"/>
                </a:spcAft>
                <a:defRPr>
                  <a:solidFill>
                    <a:schemeClr val="tx1"/>
                  </a:solidFill>
                  <a:latin typeface="Arial" pitchFamily="34" charset="0"/>
                </a:defRPr>
              </a:lvl8pPr>
              <a:lvl9pPr marL="4319588" indent="-274638" algn="ctr" defTabSz="1108075" eaLnBrk="0" fontAlgn="base" hangingPunct="0">
                <a:spcBef>
                  <a:spcPct val="0"/>
                </a:spcBef>
                <a:spcAft>
                  <a:spcPct val="0"/>
                </a:spcAft>
                <a:defRPr>
                  <a:solidFill>
                    <a:schemeClr val="tx1"/>
                  </a:solidFill>
                  <a:latin typeface="Arial" pitchFamily="34" charset="0"/>
                </a:defRPr>
              </a:lvl9pPr>
            </a:lstStyle>
            <a:p>
              <a:pPr eaLnBrk="1" fontAlgn="base" hangingPunct="1">
                <a:lnSpc>
                  <a:spcPct val="150000"/>
                </a:lnSpc>
                <a:spcBef>
                  <a:spcPct val="0"/>
                </a:spcBef>
                <a:spcAft>
                  <a:spcPct val="0"/>
                </a:spcAft>
              </a:pPr>
              <a:r>
                <a:rPr lang="zh-CN" altLang="en-US" sz="1700" b="1">
                  <a:solidFill>
                    <a:srgbClr val="646464"/>
                  </a:solidFill>
                  <a:ea typeface="微软雅黑" pitchFamily="34" charset="-122"/>
                </a:rPr>
                <a:t>此处添加标题</a:t>
              </a:r>
              <a:endParaRPr lang="en-US" altLang="zh-CN" sz="1700" b="1">
                <a:solidFill>
                  <a:srgbClr val="646464"/>
                </a:solidFill>
                <a:ea typeface="微软雅黑" pitchFamily="34" charset="-122"/>
              </a:endParaRPr>
            </a:p>
            <a:p>
              <a:pPr eaLnBrk="1" fontAlgn="base" hangingPunct="1">
                <a:lnSpc>
                  <a:spcPct val="150000"/>
                </a:lnSpc>
                <a:spcBef>
                  <a:spcPct val="0"/>
                </a:spcBef>
                <a:spcAft>
                  <a:spcPct val="0"/>
                </a:spcAft>
              </a:pPr>
              <a:r>
                <a:rPr lang="zh-CN" altLang="en-US" sz="1200">
                  <a:solidFill>
                    <a:srgbClr val="646464"/>
                  </a:solidFill>
                  <a:ea typeface="微软雅黑" pitchFamily="34" charset="-122"/>
                </a:rPr>
                <a:t>点击此处添加段落文本</a:t>
              </a:r>
            </a:p>
            <a:p>
              <a:pPr eaLnBrk="1" fontAlgn="base" hangingPunct="1">
                <a:lnSpc>
                  <a:spcPct val="150000"/>
                </a:lnSpc>
                <a:spcBef>
                  <a:spcPct val="0"/>
                </a:spcBef>
                <a:spcAft>
                  <a:spcPct val="0"/>
                </a:spcAft>
              </a:pPr>
              <a:r>
                <a:rPr lang="zh-CN" altLang="en-US" sz="1200">
                  <a:solidFill>
                    <a:srgbClr val="646464"/>
                  </a:solidFill>
                  <a:ea typeface="微软雅黑" pitchFamily="34" charset="-122"/>
                </a:rPr>
                <a:t>点击此处添加段落文本</a:t>
              </a:r>
            </a:p>
          </p:txBody>
        </p:sp>
      </p:grpSp>
    </p:spTree>
    <p:extLst>
      <p:ext uri="{BB962C8B-B14F-4D97-AF65-F5344CB8AC3E}">
        <p14:creationId xmlns:p14="http://schemas.microsoft.com/office/powerpoint/2010/main" val="4291418204"/>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additive="base">
                                        <p:cTn id="7" dur="500" fill="hold"/>
                                        <p:tgtEl>
                                          <p:spTgt spid="41"/>
                                        </p:tgtEl>
                                        <p:attrNameLst>
                                          <p:attrName>ppt_x</p:attrName>
                                        </p:attrNameLst>
                                      </p:cBhvr>
                                      <p:tavLst>
                                        <p:tav tm="0">
                                          <p:val>
                                            <p:strVal val="0-#ppt_w/2"/>
                                          </p:val>
                                        </p:tav>
                                        <p:tav tm="100000">
                                          <p:val>
                                            <p:strVal val="#ppt_x"/>
                                          </p:val>
                                        </p:tav>
                                      </p:tavLst>
                                    </p:anim>
                                    <p:anim calcmode="lin" valueType="num">
                                      <p:cBhvr additive="base">
                                        <p:cTn id="8" dur="500" fill="hold"/>
                                        <p:tgtEl>
                                          <p:spTgt spid="4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45"/>
                                        </p:tgtEl>
                                        <p:attrNameLst>
                                          <p:attrName>style.visibility</p:attrName>
                                        </p:attrNameLst>
                                      </p:cBhvr>
                                      <p:to>
                                        <p:strVal val="visible"/>
                                      </p:to>
                                    </p:set>
                                    <p:anim calcmode="lin" valueType="num">
                                      <p:cBhvr additive="base">
                                        <p:cTn id="12" dur="250" fill="hold"/>
                                        <p:tgtEl>
                                          <p:spTgt spid="45"/>
                                        </p:tgtEl>
                                        <p:attrNameLst>
                                          <p:attrName>ppt_x</p:attrName>
                                        </p:attrNameLst>
                                      </p:cBhvr>
                                      <p:tavLst>
                                        <p:tav tm="0">
                                          <p:val>
                                            <p:strVal val="0-#ppt_w/2"/>
                                          </p:val>
                                        </p:tav>
                                        <p:tav tm="100000">
                                          <p:val>
                                            <p:strVal val="#ppt_x"/>
                                          </p:val>
                                        </p:tav>
                                      </p:tavLst>
                                    </p:anim>
                                    <p:anim calcmode="lin" valueType="num">
                                      <p:cBhvr additive="base">
                                        <p:cTn id="13" dur="250" fill="hold"/>
                                        <p:tgtEl>
                                          <p:spTgt spid="45"/>
                                        </p:tgtEl>
                                        <p:attrNameLst>
                                          <p:attrName>ppt_y</p:attrName>
                                        </p:attrNameLst>
                                      </p:cBhvr>
                                      <p:tavLst>
                                        <p:tav tm="0">
                                          <p:val>
                                            <p:strVal val="#ppt_y"/>
                                          </p:val>
                                        </p:tav>
                                        <p:tav tm="100000">
                                          <p:val>
                                            <p:strVal val="#ppt_y"/>
                                          </p:val>
                                        </p:tav>
                                      </p:tavLst>
                                    </p:anim>
                                  </p:childTnLst>
                                </p:cTn>
                              </p:par>
                              <p:par>
                                <p:cTn id="14" presetID="2" presetClass="entr" presetSubtype="8" fill="hold" grpId="0" nodeType="withEffect">
                                  <p:stCondLst>
                                    <p:cond delay="250"/>
                                  </p:stCondLst>
                                  <p:childTnLst>
                                    <p:set>
                                      <p:cBhvr>
                                        <p:cTn id="15" dur="1" fill="hold">
                                          <p:stCondLst>
                                            <p:cond delay="0"/>
                                          </p:stCondLst>
                                        </p:cTn>
                                        <p:tgtEl>
                                          <p:spTgt spid="44"/>
                                        </p:tgtEl>
                                        <p:attrNameLst>
                                          <p:attrName>style.visibility</p:attrName>
                                        </p:attrNameLst>
                                      </p:cBhvr>
                                      <p:to>
                                        <p:strVal val="visible"/>
                                      </p:to>
                                    </p:set>
                                    <p:anim calcmode="lin" valueType="num">
                                      <p:cBhvr additive="base">
                                        <p:cTn id="16" dur="250" fill="hold"/>
                                        <p:tgtEl>
                                          <p:spTgt spid="44"/>
                                        </p:tgtEl>
                                        <p:attrNameLst>
                                          <p:attrName>ppt_x</p:attrName>
                                        </p:attrNameLst>
                                      </p:cBhvr>
                                      <p:tavLst>
                                        <p:tav tm="0">
                                          <p:val>
                                            <p:strVal val="0-#ppt_w/2"/>
                                          </p:val>
                                        </p:tav>
                                        <p:tav tm="100000">
                                          <p:val>
                                            <p:strVal val="#ppt_x"/>
                                          </p:val>
                                        </p:tav>
                                      </p:tavLst>
                                    </p:anim>
                                    <p:anim calcmode="lin" valueType="num">
                                      <p:cBhvr additive="base">
                                        <p:cTn id="17" dur="250" fill="hold"/>
                                        <p:tgtEl>
                                          <p:spTgt spid="44"/>
                                        </p:tgtEl>
                                        <p:attrNameLst>
                                          <p:attrName>ppt_y</p:attrName>
                                        </p:attrNameLst>
                                      </p:cBhvr>
                                      <p:tavLst>
                                        <p:tav tm="0">
                                          <p:val>
                                            <p:strVal val="#ppt_y"/>
                                          </p:val>
                                        </p:tav>
                                        <p:tav tm="100000">
                                          <p:val>
                                            <p:strVal val="#ppt_y"/>
                                          </p:val>
                                        </p:tav>
                                      </p:tavLst>
                                    </p:anim>
                                  </p:childTnLst>
                                </p:cTn>
                              </p:par>
                              <p:par>
                                <p:cTn id="18" presetID="2" presetClass="entr" presetSubtype="8" fill="hold" grpId="0" nodeType="withEffect">
                                  <p:stCondLst>
                                    <p:cond delay="500"/>
                                  </p:stCondLst>
                                  <p:childTnLst>
                                    <p:set>
                                      <p:cBhvr>
                                        <p:cTn id="19" dur="1" fill="hold">
                                          <p:stCondLst>
                                            <p:cond delay="0"/>
                                          </p:stCondLst>
                                        </p:cTn>
                                        <p:tgtEl>
                                          <p:spTgt spid="42"/>
                                        </p:tgtEl>
                                        <p:attrNameLst>
                                          <p:attrName>style.visibility</p:attrName>
                                        </p:attrNameLst>
                                      </p:cBhvr>
                                      <p:to>
                                        <p:strVal val="visible"/>
                                      </p:to>
                                    </p:set>
                                    <p:anim calcmode="lin" valueType="num">
                                      <p:cBhvr additive="base">
                                        <p:cTn id="20" dur="250" fill="hold"/>
                                        <p:tgtEl>
                                          <p:spTgt spid="42"/>
                                        </p:tgtEl>
                                        <p:attrNameLst>
                                          <p:attrName>ppt_x</p:attrName>
                                        </p:attrNameLst>
                                      </p:cBhvr>
                                      <p:tavLst>
                                        <p:tav tm="0">
                                          <p:val>
                                            <p:strVal val="0-#ppt_w/2"/>
                                          </p:val>
                                        </p:tav>
                                        <p:tav tm="100000">
                                          <p:val>
                                            <p:strVal val="#ppt_x"/>
                                          </p:val>
                                        </p:tav>
                                      </p:tavLst>
                                    </p:anim>
                                    <p:anim calcmode="lin" valueType="num">
                                      <p:cBhvr additive="base">
                                        <p:cTn id="21" dur="250" fill="hold"/>
                                        <p:tgtEl>
                                          <p:spTgt spid="42"/>
                                        </p:tgtEl>
                                        <p:attrNameLst>
                                          <p:attrName>ppt_y</p:attrName>
                                        </p:attrNameLst>
                                      </p:cBhvr>
                                      <p:tavLst>
                                        <p:tav tm="0">
                                          <p:val>
                                            <p:strVal val="#ppt_y"/>
                                          </p:val>
                                        </p:tav>
                                        <p:tav tm="100000">
                                          <p:val>
                                            <p:strVal val="#ppt_y"/>
                                          </p:val>
                                        </p:tav>
                                      </p:tavLst>
                                    </p:anim>
                                  </p:childTnLst>
                                </p:cTn>
                              </p:par>
                              <p:par>
                                <p:cTn id="22" presetID="2" presetClass="entr" presetSubtype="8" fill="hold" grpId="0" nodeType="withEffect">
                                  <p:stCondLst>
                                    <p:cond delay="750"/>
                                  </p:stCondLst>
                                  <p:childTnLst>
                                    <p:set>
                                      <p:cBhvr>
                                        <p:cTn id="23" dur="1" fill="hold">
                                          <p:stCondLst>
                                            <p:cond delay="0"/>
                                          </p:stCondLst>
                                        </p:cTn>
                                        <p:tgtEl>
                                          <p:spTgt spid="47"/>
                                        </p:tgtEl>
                                        <p:attrNameLst>
                                          <p:attrName>style.visibility</p:attrName>
                                        </p:attrNameLst>
                                      </p:cBhvr>
                                      <p:to>
                                        <p:strVal val="visible"/>
                                      </p:to>
                                    </p:set>
                                    <p:anim calcmode="lin" valueType="num">
                                      <p:cBhvr additive="base">
                                        <p:cTn id="24" dur="250" fill="hold"/>
                                        <p:tgtEl>
                                          <p:spTgt spid="47"/>
                                        </p:tgtEl>
                                        <p:attrNameLst>
                                          <p:attrName>ppt_x</p:attrName>
                                        </p:attrNameLst>
                                      </p:cBhvr>
                                      <p:tavLst>
                                        <p:tav tm="0">
                                          <p:val>
                                            <p:strVal val="0-#ppt_w/2"/>
                                          </p:val>
                                        </p:tav>
                                        <p:tav tm="100000">
                                          <p:val>
                                            <p:strVal val="#ppt_x"/>
                                          </p:val>
                                        </p:tav>
                                      </p:tavLst>
                                    </p:anim>
                                    <p:anim calcmode="lin" valueType="num">
                                      <p:cBhvr additive="base">
                                        <p:cTn id="25" dur="250" fill="hold"/>
                                        <p:tgtEl>
                                          <p:spTgt spid="47"/>
                                        </p:tgtEl>
                                        <p:attrNameLst>
                                          <p:attrName>ppt_y</p:attrName>
                                        </p:attrNameLst>
                                      </p:cBhvr>
                                      <p:tavLst>
                                        <p:tav tm="0">
                                          <p:val>
                                            <p:strVal val="#ppt_y"/>
                                          </p:val>
                                        </p:tav>
                                        <p:tav tm="100000">
                                          <p:val>
                                            <p:strVal val="#ppt_y"/>
                                          </p:val>
                                        </p:tav>
                                      </p:tavLst>
                                    </p:anim>
                                  </p:childTnLst>
                                </p:cTn>
                              </p:par>
                            </p:childTnLst>
                          </p:cTn>
                        </p:par>
                        <p:par>
                          <p:cTn id="26" fill="hold">
                            <p:stCondLst>
                              <p:cond delay="1500"/>
                            </p:stCondLst>
                            <p:childTnLst>
                              <p:par>
                                <p:cTn id="27" presetID="47" presetClass="entr" presetSubtype="0" fill="hold" grpId="0" nodeType="afterEffect">
                                  <p:stCondLst>
                                    <p:cond delay="0"/>
                                  </p:stCondLst>
                                  <p:childTnLst>
                                    <p:set>
                                      <p:cBhvr>
                                        <p:cTn id="28" dur="1" fill="hold">
                                          <p:stCondLst>
                                            <p:cond delay="0"/>
                                          </p:stCondLst>
                                        </p:cTn>
                                        <p:tgtEl>
                                          <p:spTgt spid="48"/>
                                        </p:tgtEl>
                                        <p:attrNameLst>
                                          <p:attrName>style.visibility</p:attrName>
                                        </p:attrNameLst>
                                      </p:cBhvr>
                                      <p:to>
                                        <p:strVal val="visible"/>
                                      </p:to>
                                    </p:set>
                                    <p:animEffect transition="in" filter="fade">
                                      <p:cBhvr>
                                        <p:cTn id="29" dur="500"/>
                                        <p:tgtEl>
                                          <p:spTgt spid="48"/>
                                        </p:tgtEl>
                                      </p:cBhvr>
                                    </p:animEffect>
                                    <p:anim calcmode="lin" valueType="num">
                                      <p:cBhvr>
                                        <p:cTn id="30" dur="500" fill="hold"/>
                                        <p:tgtEl>
                                          <p:spTgt spid="48"/>
                                        </p:tgtEl>
                                        <p:attrNameLst>
                                          <p:attrName>ppt_x</p:attrName>
                                        </p:attrNameLst>
                                      </p:cBhvr>
                                      <p:tavLst>
                                        <p:tav tm="0">
                                          <p:val>
                                            <p:strVal val="#ppt_x"/>
                                          </p:val>
                                        </p:tav>
                                        <p:tav tm="100000">
                                          <p:val>
                                            <p:strVal val="#ppt_x"/>
                                          </p:val>
                                        </p:tav>
                                      </p:tavLst>
                                    </p:anim>
                                    <p:anim calcmode="lin" valueType="num">
                                      <p:cBhvr>
                                        <p:cTn id="31" dur="500" fill="hold"/>
                                        <p:tgtEl>
                                          <p:spTgt spid="48"/>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6"/>
                                        </p:tgtEl>
                                        <p:attrNameLst>
                                          <p:attrName>style.visibility</p:attrName>
                                        </p:attrNameLst>
                                      </p:cBhvr>
                                      <p:to>
                                        <p:strVal val="visible"/>
                                      </p:to>
                                    </p:set>
                                    <p:animEffect transition="in" filter="fade">
                                      <p:cBhvr>
                                        <p:cTn id="34" dur="500"/>
                                        <p:tgtEl>
                                          <p:spTgt spid="76"/>
                                        </p:tgtEl>
                                      </p:cBhvr>
                                    </p:animEffect>
                                    <p:anim calcmode="lin" valueType="num">
                                      <p:cBhvr>
                                        <p:cTn id="35" dur="500" fill="hold"/>
                                        <p:tgtEl>
                                          <p:spTgt spid="76"/>
                                        </p:tgtEl>
                                        <p:attrNameLst>
                                          <p:attrName>ppt_x</p:attrName>
                                        </p:attrNameLst>
                                      </p:cBhvr>
                                      <p:tavLst>
                                        <p:tav tm="0">
                                          <p:val>
                                            <p:strVal val="#ppt_x"/>
                                          </p:val>
                                        </p:tav>
                                        <p:tav tm="100000">
                                          <p:val>
                                            <p:strVal val="#ppt_x"/>
                                          </p:val>
                                        </p:tav>
                                      </p:tavLst>
                                    </p:anim>
                                    <p:anim calcmode="lin" valueType="num">
                                      <p:cBhvr>
                                        <p:cTn id="36" dur="500" fill="hold"/>
                                        <p:tgtEl>
                                          <p:spTgt spid="76"/>
                                        </p:tgtEl>
                                        <p:attrNameLst>
                                          <p:attrName>ppt_y</p:attrName>
                                        </p:attrNameLst>
                                      </p:cBhvr>
                                      <p:tavLst>
                                        <p:tav tm="0">
                                          <p:val>
                                            <p:strVal val="#ppt_y+.1"/>
                                          </p:val>
                                        </p:tav>
                                        <p:tav tm="100000">
                                          <p:val>
                                            <p:strVal val="#ppt_y"/>
                                          </p:val>
                                        </p:tav>
                                      </p:tavLst>
                                    </p:anim>
                                  </p:childTnLst>
                                </p:cTn>
                              </p:par>
                              <p:par>
                                <p:cTn id="37" presetID="47" presetClass="entr" presetSubtype="0" fill="hold" grpId="0" nodeType="withEffect">
                                  <p:stCondLst>
                                    <p:cond delay="0"/>
                                  </p:stCondLst>
                                  <p:childTnLst>
                                    <p:set>
                                      <p:cBhvr>
                                        <p:cTn id="38" dur="1" fill="hold">
                                          <p:stCondLst>
                                            <p:cond delay="0"/>
                                          </p:stCondLst>
                                        </p:cTn>
                                        <p:tgtEl>
                                          <p:spTgt spid="77"/>
                                        </p:tgtEl>
                                        <p:attrNameLst>
                                          <p:attrName>style.visibility</p:attrName>
                                        </p:attrNameLst>
                                      </p:cBhvr>
                                      <p:to>
                                        <p:strVal val="visible"/>
                                      </p:to>
                                    </p:set>
                                    <p:animEffect transition="in" filter="fade">
                                      <p:cBhvr>
                                        <p:cTn id="39" dur="500"/>
                                        <p:tgtEl>
                                          <p:spTgt spid="77"/>
                                        </p:tgtEl>
                                      </p:cBhvr>
                                    </p:animEffect>
                                    <p:anim calcmode="lin" valueType="num">
                                      <p:cBhvr>
                                        <p:cTn id="40" dur="500" fill="hold"/>
                                        <p:tgtEl>
                                          <p:spTgt spid="77"/>
                                        </p:tgtEl>
                                        <p:attrNameLst>
                                          <p:attrName>ppt_x</p:attrName>
                                        </p:attrNameLst>
                                      </p:cBhvr>
                                      <p:tavLst>
                                        <p:tav tm="0">
                                          <p:val>
                                            <p:strVal val="#ppt_x"/>
                                          </p:val>
                                        </p:tav>
                                        <p:tav tm="100000">
                                          <p:val>
                                            <p:strVal val="#ppt_x"/>
                                          </p:val>
                                        </p:tav>
                                      </p:tavLst>
                                    </p:anim>
                                    <p:anim calcmode="lin" valueType="num">
                                      <p:cBhvr>
                                        <p:cTn id="41" dur="500" fill="hold"/>
                                        <p:tgtEl>
                                          <p:spTgt spid="77"/>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78"/>
                                        </p:tgtEl>
                                        <p:attrNameLst>
                                          <p:attrName>style.visibility</p:attrName>
                                        </p:attrNameLst>
                                      </p:cBhvr>
                                      <p:to>
                                        <p:strVal val="visible"/>
                                      </p:to>
                                    </p:set>
                                    <p:animEffect transition="in" filter="fade">
                                      <p:cBhvr>
                                        <p:cTn id="44" dur="500"/>
                                        <p:tgtEl>
                                          <p:spTgt spid="78"/>
                                        </p:tgtEl>
                                      </p:cBhvr>
                                    </p:animEffect>
                                    <p:anim calcmode="lin" valueType="num">
                                      <p:cBhvr>
                                        <p:cTn id="45" dur="500" fill="hold"/>
                                        <p:tgtEl>
                                          <p:spTgt spid="78"/>
                                        </p:tgtEl>
                                        <p:attrNameLst>
                                          <p:attrName>ppt_x</p:attrName>
                                        </p:attrNameLst>
                                      </p:cBhvr>
                                      <p:tavLst>
                                        <p:tav tm="0">
                                          <p:val>
                                            <p:strVal val="#ppt_x"/>
                                          </p:val>
                                        </p:tav>
                                        <p:tav tm="100000">
                                          <p:val>
                                            <p:strVal val="#ppt_x"/>
                                          </p:val>
                                        </p:tav>
                                      </p:tavLst>
                                    </p:anim>
                                    <p:anim calcmode="lin" valueType="num">
                                      <p:cBhvr>
                                        <p:cTn id="46" dur="500" fill="hold"/>
                                        <p:tgtEl>
                                          <p:spTgt spid="78"/>
                                        </p:tgtEl>
                                        <p:attrNameLst>
                                          <p:attrName>ppt_y</p:attrName>
                                        </p:attrNameLst>
                                      </p:cBhvr>
                                      <p:tavLst>
                                        <p:tav tm="0">
                                          <p:val>
                                            <p:strVal val="#ppt_y+.1"/>
                                          </p:val>
                                        </p:tav>
                                        <p:tav tm="100000">
                                          <p:val>
                                            <p:strVal val="#ppt_y"/>
                                          </p:val>
                                        </p:tav>
                                      </p:tavLst>
                                    </p:anim>
                                  </p:childTnLst>
                                </p:cTn>
                              </p:par>
                            </p:childTnLst>
                          </p:cTn>
                        </p:par>
                        <p:par>
                          <p:cTn id="47" fill="hold">
                            <p:stCondLst>
                              <p:cond delay="2000"/>
                            </p:stCondLst>
                            <p:childTnLst>
                              <p:par>
                                <p:cTn id="48" presetID="42" presetClass="entr" presetSubtype="0" fill="hold" nodeType="afterEffect">
                                  <p:stCondLst>
                                    <p:cond delay="0"/>
                                  </p:stCondLst>
                                  <p:childTnLst>
                                    <p:set>
                                      <p:cBhvr>
                                        <p:cTn id="49" dur="1" fill="hold">
                                          <p:stCondLst>
                                            <p:cond delay="0"/>
                                          </p:stCondLst>
                                        </p:cTn>
                                        <p:tgtEl>
                                          <p:spTgt spid="34"/>
                                        </p:tgtEl>
                                        <p:attrNameLst>
                                          <p:attrName>style.visibility</p:attrName>
                                        </p:attrNameLst>
                                      </p:cBhvr>
                                      <p:to>
                                        <p:strVal val="visible"/>
                                      </p:to>
                                    </p:set>
                                    <p:animEffect transition="in" filter="fade">
                                      <p:cBhvr>
                                        <p:cTn id="50" dur="1000"/>
                                        <p:tgtEl>
                                          <p:spTgt spid="34"/>
                                        </p:tgtEl>
                                      </p:cBhvr>
                                    </p:animEffect>
                                    <p:anim calcmode="lin" valueType="num">
                                      <p:cBhvr>
                                        <p:cTn id="51" dur="1000" fill="hold"/>
                                        <p:tgtEl>
                                          <p:spTgt spid="34"/>
                                        </p:tgtEl>
                                        <p:attrNameLst>
                                          <p:attrName>ppt_x</p:attrName>
                                        </p:attrNameLst>
                                      </p:cBhvr>
                                      <p:tavLst>
                                        <p:tav tm="0">
                                          <p:val>
                                            <p:strVal val="#ppt_x"/>
                                          </p:val>
                                        </p:tav>
                                        <p:tav tm="100000">
                                          <p:val>
                                            <p:strVal val="#ppt_x"/>
                                          </p:val>
                                        </p:tav>
                                      </p:tavLst>
                                    </p:anim>
                                    <p:anim calcmode="lin" valueType="num">
                                      <p:cBhvr>
                                        <p:cTn id="52" dur="1000" fill="hold"/>
                                        <p:tgtEl>
                                          <p:spTgt spid="34"/>
                                        </p:tgtEl>
                                        <p:attrNameLst>
                                          <p:attrName>ppt_y</p:attrName>
                                        </p:attrNameLst>
                                      </p:cBhvr>
                                      <p:tavLst>
                                        <p:tav tm="0">
                                          <p:val>
                                            <p:strVal val="#ppt_y+.1"/>
                                          </p:val>
                                        </p:tav>
                                        <p:tav tm="100000">
                                          <p:val>
                                            <p:strVal val="#ppt_y"/>
                                          </p:val>
                                        </p:tav>
                                      </p:tavLst>
                                    </p:anim>
                                  </p:childTnLst>
                                </p:cTn>
                              </p:par>
                            </p:childTnLst>
                          </p:cTn>
                        </p:par>
                        <p:par>
                          <p:cTn id="53" fill="hold">
                            <p:stCondLst>
                              <p:cond delay="3000"/>
                            </p:stCondLst>
                            <p:childTnLst>
                              <p:par>
                                <p:cTn id="54" presetID="22" presetClass="entr" presetSubtype="4" fill="hold" nodeType="afterEffect">
                                  <p:stCondLst>
                                    <p:cond delay="0"/>
                                  </p:stCondLst>
                                  <p:childTnLst>
                                    <p:set>
                                      <p:cBhvr>
                                        <p:cTn id="55" dur="1" fill="hold">
                                          <p:stCondLst>
                                            <p:cond delay="0"/>
                                          </p:stCondLst>
                                        </p:cTn>
                                        <p:tgtEl>
                                          <p:spTgt spid="79"/>
                                        </p:tgtEl>
                                        <p:attrNameLst>
                                          <p:attrName>style.visibility</p:attrName>
                                        </p:attrNameLst>
                                      </p:cBhvr>
                                      <p:to>
                                        <p:strVal val="visible"/>
                                      </p:to>
                                    </p:set>
                                    <p:animEffect transition="in" filter="wipe(down)">
                                      <p:cBhvr>
                                        <p:cTn id="56" dur="250"/>
                                        <p:tgtEl>
                                          <p:spTgt spid="79"/>
                                        </p:tgtEl>
                                      </p:cBhvr>
                                    </p:animEffect>
                                  </p:childTnLst>
                                </p:cTn>
                              </p:par>
                              <p:par>
                                <p:cTn id="57" presetID="22" presetClass="entr" presetSubtype="4" fill="hold" nodeType="withEffect">
                                  <p:stCondLst>
                                    <p:cond delay="0"/>
                                  </p:stCondLst>
                                  <p:childTnLst>
                                    <p:set>
                                      <p:cBhvr>
                                        <p:cTn id="58" dur="1" fill="hold">
                                          <p:stCondLst>
                                            <p:cond delay="0"/>
                                          </p:stCondLst>
                                        </p:cTn>
                                        <p:tgtEl>
                                          <p:spTgt spid="82"/>
                                        </p:tgtEl>
                                        <p:attrNameLst>
                                          <p:attrName>style.visibility</p:attrName>
                                        </p:attrNameLst>
                                      </p:cBhvr>
                                      <p:to>
                                        <p:strVal val="visible"/>
                                      </p:to>
                                    </p:set>
                                    <p:animEffect transition="in" filter="wipe(down)">
                                      <p:cBhvr>
                                        <p:cTn id="59" dur="250"/>
                                        <p:tgtEl>
                                          <p:spTgt spid="82"/>
                                        </p:tgtEl>
                                      </p:cBhvr>
                                    </p:animEffect>
                                  </p:childTnLst>
                                </p:cTn>
                              </p:par>
                              <p:par>
                                <p:cTn id="60" presetID="22" presetClass="entr" presetSubtype="4" fill="hold" nodeType="withEffect">
                                  <p:stCondLst>
                                    <p:cond delay="0"/>
                                  </p:stCondLst>
                                  <p:childTnLst>
                                    <p:set>
                                      <p:cBhvr>
                                        <p:cTn id="61" dur="1" fill="hold">
                                          <p:stCondLst>
                                            <p:cond delay="0"/>
                                          </p:stCondLst>
                                        </p:cTn>
                                        <p:tgtEl>
                                          <p:spTgt spid="85"/>
                                        </p:tgtEl>
                                        <p:attrNameLst>
                                          <p:attrName>style.visibility</p:attrName>
                                        </p:attrNameLst>
                                      </p:cBhvr>
                                      <p:to>
                                        <p:strVal val="visible"/>
                                      </p:to>
                                    </p:set>
                                    <p:animEffect transition="in" filter="wipe(down)">
                                      <p:cBhvr>
                                        <p:cTn id="62" dur="250"/>
                                        <p:tgtEl>
                                          <p:spTgt spid="85"/>
                                        </p:tgtEl>
                                      </p:cBhvr>
                                    </p:animEffect>
                                  </p:childTnLst>
                                </p:cTn>
                              </p:par>
                              <p:par>
                                <p:cTn id="63" presetID="22" presetClass="entr" presetSubtype="4" fill="hold" nodeType="withEffect">
                                  <p:stCondLst>
                                    <p:cond delay="0"/>
                                  </p:stCondLst>
                                  <p:childTnLst>
                                    <p:set>
                                      <p:cBhvr>
                                        <p:cTn id="64" dur="1" fill="hold">
                                          <p:stCondLst>
                                            <p:cond delay="0"/>
                                          </p:stCondLst>
                                        </p:cTn>
                                        <p:tgtEl>
                                          <p:spTgt spid="88"/>
                                        </p:tgtEl>
                                        <p:attrNameLst>
                                          <p:attrName>style.visibility</p:attrName>
                                        </p:attrNameLst>
                                      </p:cBhvr>
                                      <p:to>
                                        <p:strVal val="visible"/>
                                      </p:to>
                                    </p:set>
                                    <p:animEffect transition="in" filter="wipe(down)">
                                      <p:cBhvr>
                                        <p:cTn id="65" dur="25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2" grpId="0" animBg="1"/>
      <p:bldP spid="44" grpId="0" animBg="1"/>
      <p:bldP spid="45" grpId="0" animBg="1"/>
      <p:bldP spid="47" grpId="0" animBg="1"/>
      <p:bldP spid="48" grpId="0"/>
      <p:bldP spid="76" grpId="0"/>
      <p:bldP spid="77" grpId="0"/>
      <p:bldP spid="7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95486"/>
            <a:ext cx="611560" cy="369332"/>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3"/>
          <p:cNvSpPr txBox="1"/>
          <p:nvPr/>
        </p:nvSpPr>
        <p:spPr>
          <a:xfrm>
            <a:off x="683568" y="195486"/>
            <a:ext cx="3816424" cy="646331"/>
          </a:xfrm>
          <a:prstGeom prst="rect">
            <a:avLst/>
          </a:prstGeom>
          <a:noFill/>
        </p:spPr>
        <p:txBody>
          <a:bodyPr wrap="square" rtlCol="0">
            <a:spAutoFit/>
          </a:bodyPr>
          <a:lstStyle/>
          <a:p>
            <a:r>
              <a:rPr lang="zh-CN" altLang="en-US" dirty="0">
                <a:solidFill>
                  <a:srgbClr val="054487"/>
                </a:solidFill>
                <a:latin typeface="微软雅黑" pitchFamily="34" charset="-122"/>
                <a:ea typeface="微软雅黑" pitchFamily="34" charset="-122"/>
              </a:rPr>
              <a:t>输入你的标题 </a:t>
            </a:r>
            <a:r>
              <a:rPr lang="en-US" altLang="zh-CN" dirty="0">
                <a:solidFill>
                  <a:srgbClr val="054487"/>
                </a:solidFill>
                <a:latin typeface="微软雅黑" pitchFamily="34" charset="-122"/>
                <a:ea typeface="微软雅黑" pitchFamily="34" charset="-122"/>
              </a:rPr>
              <a:t>/Add your title</a:t>
            </a:r>
            <a:endParaRPr lang="zh-CN" altLang="en-US" dirty="0">
              <a:solidFill>
                <a:srgbClr val="054487"/>
              </a:solidFill>
              <a:latin typeface="微软雅黑" pitchFamily="34" charset="-122"/>
              <a:ea typeface="微软雅黑" pitchFamily="34" charset="-122"/>
            </a:endParaRPr>
          </a:p>
          <a:p>
            <a:endParaRPr lang="zh-CN" altLang="en-US" dirty="0">
              <a:solidFill>
                <a:srgbClr val="F46970"/>
              </a:solidFill>
              <a:latin typeface="微软雅黑" pitchFamily="34" charset="-122"/>
              <a:ea typeface="微软雅黑" pitchFamily="34" charset="-122"/>
            </a:endParaRPr>
          </a:p>
        </p:txBody>
      </p:sp>
      <p:grpSp>
        <p:nvGrpSpPr>
          <p:cNvPr id="5" name="Group 297"/>
          <p:cNvGrpSpPr>
            <a:grpSpLocks/>
          </p:cNvGrpSpPr>
          <p:nvPr/>
        </p:nvGrpSpPr>
        <p:grpSpPr bwMode="auto">
          <a:xfrm>
            <a:off x="4251820" y="1589432"/>
            <a:ext cx="4248150" cy="1493377"/>
            <a:chOff x="0" y="0"/>
            <a:chExt cx="3203" cy="1196"/>
          </a:xfrm>
        </p:grpSpPr>
        <p:sp>
          <p:nvSpPr>
            <p:cNvPr id="6" name="Oval 3"/>
            <p:cNvSpPr>
              <a:spLocks noChangeArrowheads="1"/>
            </p:cNvSpPr>
            <p:nvPr/>
          </p:nvSpPr>
          <p:spPr bwMode="auto">
            <a:xfrm>
              <a:off x="1084" y="763"/>
              <a:ext cx="1046" cy="433"/>
            </a:xfrm>
            <a:prstGeom prst="ellipse">
              <a:avLst/>
            </a:prstGeom>
            <a:gradFill rotWithShape="1">
              <a:gsLst>
                <a:gs pos="0">
                  <a:srgbClr val="000000">
                    <a:alpha val="50000"/>
                  </a:srgbClr>
                </a:gs>
                <a:gs pos="100000">
                  <a:srgbClr val="FFFFFF">
                    <a:alpha val="0"/>
                  </a:srgbClr>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fontAlgn="base"/>
              <a:endParaRPr lang="zh-CN" altLang="en-US" dirty="0">
                <a:solidFill>
                  <a:prstClr val="black">
                    <a:lumMod val="85000"/>
                    <a:lumOff val="15000"/>
                  </a:prstClr>
                </a:solidFill>
                <a:latin typeface="微软雅黑" pitchFamily="34" charset="-122"/>
                <a:ea typeface="微软雅黑" pitchFamily="34" charset="-122"/>
              </a:endParaRPr>
            </a:p>
          </p:txBody>
        </p:sp>
        <p:sp>
          <p:nvSpPr>
            <p:cNvPr id="7" name="Oval 4"/>
            <p:cNvSpPr>
              <a:spLocks noChangeArrowheads="1"/>
            </p:cNvSpPr>
            <p:nvPr/>
          </p:nvSpPr>
          <p:spPr bwMode="auto">
            <a:xfrm>
              <a:off x="1093" y="0"/>
              <a:ext cx="1009" cy="1005"/>
            </a:xfrm>
            <a:prstGeom prst="ellipse">
              <a:avLst/>
            </a:prstGeom>
            <a:gradFill rotWithShape="1">
              <a:gsLst>
                <a:gs pos="0">
                  <a:srgbClr val="8E8E8E"/>
                </a:gs>
                <a:gs pos="100000">
                  <a:srgbClr val="4D4D4D"/>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fontAlgn="base"/>
              <a:endParaRPr lang="zh-CN" altLang="en-US" dirty="0">
                <a:solidFill>
                  <a:prstClr val="black">
                    <a:lumMod val="85000"/>
                    <a:lumOff val="15000"/>
                  </a:prstClr>
                </a:solidFill>
                <a:latin typeface="微软雅黑" pitchFamily="34" charset="-122"/>
                <a:ea typeface="微软雅黑" pitchFamily="34" charset="-122"/>
              </a:endParaRPr>
            </a:p>
          </p:txBody>
        </p:sp>
        <p:sp>
          <p:nvSpPr>
            <p:cNvPr id="8" name="Oval 5"/>
            <p:cNvSpPr>
              <a:spLocks noChangeArrowheads="1"/>
            </p:cNvSpPr>
            <p:nvPr/>
          </p:nvSpPr>
          <p:spPr bwMode="auto">
            <a:xfrm>
              <a:off x="1293" y="126"/>
              <a:ext cx="169" cy="169"/>
            </a:xfrm>
            <a:prstGeom prst="ellipse">
              <a:avLst/>
            </a:prstGeom>
            <a:gradFill rotWithShape="1">
              <a:gsLst>
                <a:gs pos="0">
                  <a:srgbClr val="FFFFFF">
                    <a:alpha val="50000"/>
                  </a:srgbClr>
                </a:gs>
                <a:gs pos="100000">
                  <a:srgbClr val="767676">
                    <a:alpha val="0"/>
                  </a:srgbClr>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fontAlgn="base"/>
              <a:endParaRPr lang="zh-CN" altLang="en-US" dirty="0">
                <a:solidFill>
                  <a:prstClr val="black">
                    <a:lumMod val="85000"/>
                    <a:lumOff val="15000"/>
                  </a:prstClr>
                </a:solidFill>
                <a:latin typeface="微软雅黑" pitchFamily="34" charset="-122"/>
                <a:ea typeface="微软雅黑" pitchFamily="34" charset="-122"/>
              </a:endParaRPr>
            </a:p>
          </p:txBody>
        </p:sp>
        <p:sp>
          <p:nvSpPr>
            <p:cNvPr id="9" name="Freeform 6"/>
            <p:cNvSpPr>
              <a:spLocks/>
            </p:cNvSpPr>
            <p:nvPr/>
          </p:nvSpPr>
          <p:spPr bwMode="auto">
            <a:xfrm>
              <a:off x="1162" y="17"/>
              <a:ext cx="861" cy="286"/>
            </a:xfrm>
            <a:custGeom>
              <a:avLst/>
              <a:gdLst>
                <a:gd name="T0" fmla="*/ 0 w 4756"/>
                <a:gd name="T1" fmla="*/ 1576 h 1576"/>
                <a:gd name="T2" fmla="*/ 50 w 4756"/>
                <a:gd name="T3" fmla="*/ 1462 h 1576"/>
                <a:gd name="T4" fmla="*/ 108 w 4756"/>
                <a:gd name="T5" fmla="*/ 1350 h 1576"/>
                <a:gd name="T6" fmla="*/ 170 w 4756"/>
                <a:gd name="T7" fmla="*/ 1242 h 1576"/>
                <a:gd name="T8" fmla="*/ 238 w 4756"/>
                <a:gd name="T9" fmla="*/ 1138 h 1576"/>
                <a:gd name="T10" fmla="*/ 310 w 4756"/>
                <a:gd name="T11" fmla="*/ 1036 h 1576"/>
                <a:gd name="T12" fmla="*/ 386 w 4756"/>
                <a:gd name="T13" fmla="*/ 940 h 1576"/>
                <a:gd name="T14" fmla="*/ 468 w 4756"/>
                <a:gd name="T15" fmla="*/ 846 h 1576"/>
                <a:gd name="T16" fmla="*/ 552 w 4756"/>
                <a:gd name="T17" fmla="*/ 756 h 1576"/>
                <a:gd name="T18" fmla="*/ 642 w 4756"/>
                <a:gd name="T19" fmla="*/ 670 h 1576"/>
                <a:gd name="T20" fmla="*/ 736 w 4756"/>
                <a:gd name="T21" fmla="*/ 590 h 1576"/>
                <a:gd name="T22" fmla="*/ 834 w 4756"/>
                <a:gd name="T23" fmla="*/ 512 h 1576"/>
                <a:gd name="T24" fmla="*/ 934 w 4756"/>
                <a:gd name="T25" fmla="*/ 440 h 1576"/>
                <a:gd name="T26" fmla="*/ 1040 w 4756"/>
                <a:gd name="T27" fmla="*/ 374 h 1576"/>
                <a:gd name="T28" fmla="*/ 1148 w 4756"/>
                <a:gd name="T29" fmla="*/ 312 h 1576"/>
                <a:gd name="T30" fmla="*/ 1258 w 4756"/>
                <a:gd name="T31" fmla="*/ 254 h 1576"/>
                <a:gd name="T32" fmla="*/ 1374 w 4756"/>
                <a:gd name="T33" fmla="*/ 202 h 1576"/>
                <a:gd name="T34" fmla="*/ 1490 w 4756"/>
                <a:gd name="T35" fmla="*/ 156 h 1576"/>
                <a:gd name="T36" fmla="*/ 1610 w 4756"/>
                <a:gd name="T37" fmla="*/ 116 h 1576"/>
                <a:gd name="T38" fmla="*/ 1732 w 4756"/>
                <a:gd name="T39" fmla="*/ 80 h 1576"/>
                <a:gd name="T40" fmla="*/ 1858 w 4756"/>
                <a:gd name="T41" fmla="*/ 52 h 1576"/>
                <a:gd name="T42" fmla="*/ 1984 w 4756"/>
                <a:gd name="T43" fmla="*/ 30 h 1576"/>
                <a:gd name="T44" fmla="*/ 2114 w 4756"/>
                <a:gd name="T45" fmla="*/ 12 h 1576"/>
                <a:gd name="T46" fmla="*/ 2246 w 4756"/>
                <a:gd name="T47" fmla="*/ 2 h 1576"/>
                <a:gd name="T48" fmla="*/ 2378 w 4756"/>
                <a:gd name="T49" fmla="*/ 0 h 1576"/>
                <a:gd name="T50" fmla="*/ 2510 w 4756"/>
                <a:gd name="T51" fmla="*/ 2 h 1576"/>
                <a:gd name="T52" fmla="*/ 2642 w 4756"/>
                <a:gd name="T53" fmla="*/ 12 h 1576"/>
                <a:gd name="T54" fmla="*/ 2772 w 4756"/>
                <a:gd name="T55" fmla="*/ 30 h 1576"/>
                <a:gd name="T56" fmla="*/ 2898 w 4756"/>
                <a:gd name="T57" fmla="*/ 52 h 1576"/>
                <a:gd name="T58" fmla="*/ 3024 w 4756"/>
                <a:gd name="T59" fmla="*/ 80 h 1576"/>
                <a:gd name="T60" fmla="*/ 3146 w 4756"/>
                <a:gd name="T61" fmla="*/ 116 h 1576"/>
                <a:gd name="T62" fmla="*/ 3266 w 4756"/>
                <a:gd name="T63" fmla="*/ 156 h 1576"/>
                <a:gd name="T64" fmla="*/ 3382 w 4756"/>
                <a:gd name="T65" fmla="*/ 202 h 1576"/>
                <a:gd name="T66" fmla="*/ 3498 w 4756"/>
                <a:gd name="T67" fmla="*/ 254 h 1576"/>
                <a:gd name="T68" fmla="*/ 3608 w 4756"/>
                <a:gd name="T69" fmla="*/ 312 h 1576"/>
                <a:gd name="T70" fmla="*/ 3716 w 4756"/>
                <a:gd name="T71" fmla="*/ 374 h 1576"/>
                <a:gd name="T72" fmla="*/ 3822 w 4756"/>
                <a:gd name="T73" fmla="*/ 440 h 1576"/>
                <a:gd name="T74" fmla="*/ 3922 w 4756"/>
                <a:gd name="T75" fmla="*/ 512 h 1576"/>
                <a:gd name="T76" fmla="*/ 4020 w 4756"/>
                <a:gd name="T77" fmla="*/ 590 h 1576"/>
                <a:gd name="T78" fmla="*/ 4114 w 4756"/>
                <a:gd name="T79" fmla="*/ 670 h 1576"/>
                <a:gd name="T80" fmla="*/ 4204 w 4756"/>
                <a:gd name="T81" fmla="*/ 756 h 1576"/>
                <a:gd name="T82" fmla="*/ 4288 w 4756"/>
                <a:gd name="T83" fmla="*/ 846 h 1576"/>
                <a:gd name="T84" fmla="*/ 4370 w 4756"/>
                <a:gd name="T85" fmla="*/ 940 h 1576"/>
                <a:gd name="T86" fmla="*/ 4446 w 4756"/>
                <a:gd name="T87" fmla="*/ 1036 h 1576"/>
                <a:gd name="T88" fmla="*/ 4518 w 4756"/>
                <a:gd name="T89" fmla="*/ 1138 h 1576"/>
                <a:gd name="T90" fmla="*/ 4586 w 4756"/>
                <a:gd name="T91" fmla="*/ 1242 h 1576"/>
                <a:gd name="T92" fmla="*/ 4648 w 4756"/>
                <a:gd name="T93" fmla="*/ 1350 h 1576"/>
                <a:gd name="T94" fmla="*/ 4706 w 4756"/>
                <a:gd name="T95" fmla="*/ 1462 h 1576"/>
                <a:gd name="T96" fmla="*/ 4756 w 4756"/>
                <a:gd name="T97" fmla="*/ 1576 h 1576"/>
                <a:gd name="T98" fmla="*/ 0 w 4756"/>
                <a:gd name="T99" fmla="*/ 0 h 1576"/>
                <a:gd name="T100" fmla="*/ 4756 w 4756"/>
                <a:gd name="T101" fmla="*/ 1576 h 1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T98" t="T99" r="T100" b="T101"/>
              <a:pathLst>
                <a:path w="4756" h="1576">
                  <a:moveTo>
                    <a:pt x="0" y="1576"/>
                  </a:moveTo>
                  <a:lnTo>
                    <a:pt x="0" y="1576"/>
                  </a:lnTo>
                  <a:lnTo>
                    <a:pt x="24" y="1518"/>
                  </a:lnTo>
                  <a:lnTo>
                    <a:pt x="50" y="1462"/>
                  </a:lnTo>
                  <a:lnTo>
                    <a:pt x="78" y="1406"/>
                  </a:lnTo>
                  <a:lnTo>
                    <a:pt x="108" y="1350"/>
                  </a:lnTo>
                  <a:lnTo>
                    <a:pt x="138" y="1296"/>
                  </a:lnTo>
                  <a:lnTo>
                    <a:pt x="170" y="1242"/>
                  </a:lnTo>
                  <a:lnTo>
                    <a:pt x="204" y="1190"/>
                  </a:lnTo>
                  <a:lnTo>
                    <a:pt x="238" y="1138"/>
                  </a:lnTo>
                  <a:lnTo>
                    <a:pt x="272" y="1086"/>
                  </a:lnTo>
                  <a:lnTo>
                    <a:pt x="310" y="1036"/>
                  </a:lnTo>
                  <a:lnTo>
                    <a:pt x="348" y="988"/>
                  </a:lnTo>
                  <a:lnTo>
                    <a:pt x="386" y="940"/>
                  </a:lnTo>
                  <a:lnTo>
                    <a:pt x="426" y="892"/>
                  </a:lnTo>
                  <a:lnTo>
                    <a:pt x="468" y="846"/>
                  </a:lnTo>
                  <a:lnTo>
                    <a:pt x="510" y="800"/>
                  </a:lnTo>
                  <a:lnTo>
                    <a:pt x="552" y="756"/>
                  </a:lnTo>
                  <a:lnTo>
                    <a:pt x="596" y="712"/>
                  </a:lnTo>
                  <a:lnTo>
                    <a:pt x="642" y="670"/>
                  </a:lnTo>
                  <a:lnTo>
                    <a:pt x="688" y="630"/>
                  </a:lnTo>
                  <a:lnTo>
                    <a:pt x="736" y="590"/>
                  </a:lnTo>
                  <a:lnTo>
                    <a:pt x="784" y="550"/>
                  </a:lnTo>
                  <a:lnTo>
                    <a:pt x="834" y="512"/>
                  </a:lnTo>
                  <a:lnTo>
                    <a:pt x="884" y="476"/>
                  </a:lnTo>
                  <a:lnTo>
                    <a:pt x="934" y="440"/>
                  </a:lnTo>
                  <a:lnTo>
                    <a:pt x="986" y="406"/>
                  </a:lnTo>
                  <a:lnTo>
                    <a:pt x="1040" y="374"/>
                  </a:lnTo>
                  <a:lnTo>
                    <a:pt x="1092" y="342"/>
                  </a:lnTo>
                  <a:lnTo>
                    <a:pt x="1148" y="312"/>
                  </a:lnTo>
                  <a:lnTo>
                    <a:pt x="1202" y="282"/>
                  </a:lnTo>
                  <a:lnTo>
                    <a:pt x="1258" y="254"/>
                  </a:lnTo>
                  <a:lnTo>
                    <a:pt x="1316" y="228"/>
                  </a:lnTo>
                  <a:lnTo>
                    <a:pt x="1374" y="202"/>
                  </a:lnTo>
                  <a:lnTo>
                    <a:pt x="1432" y="178"/>
                  </a:lnTo>
                  <a:lnTo>
                    <a:pt x="1490" y="156"/>
                  </a:lnTo>
                  <a:lnTo>
                    <a:pt x="1550" y="136"/>
                  </a:lnTo>
                  <a:lnTo>
                    <a:pt x="1610" y="116"/>
                  </a:lnTo>
                  <a:lnTo>
                    <a:pt x="1672" y="98"/>
                  </a:lnTo>
                  <a:lnTo>
                    <a:pt x="1732" y="80"/>
                  </a:lnTo>
                  <a:lnTo>
                    <a:pt x="1794" y="66"/>
                  </a:lnTo>
                  <a:lnTo>
                    <a:pt x="1858" y="52"/>
                  </a:lnTo>
                  <a:lnTo>
                    <a:pt x="1922" y="40"/>
                  </a:lnTo>
                  <a:lnTo>
                    <a:pt x="1984" y="30"/>
                  </a:lnTo>
                  <a:lnTo>
                    <a:pt x="2050" y="20"/>
                  </a:lnTo>
                  <a:lnTo>
                    <a:pt x="2114" y="12"/>
                  </a:lnTo>
                  <a:lnTo>
                    <a:pt x="2180" y="8"/>
                  </a:lnTo>
                  <a:lnTo>
                    <a:pt x="2246" y="2"/>
                  </a:lnTo>
                  <a:lnTo>
                    <a:pt x="2312" y="0"/>
                  </a:lnTo>
                  <a:lnTo>
                    <a:pt x="2378" y="0"/>
                  </a:lnTo>
                  <a:lnTo>
                    <a:pt x="2444" y="0"/>
                  </a:lnTo>
                  <a:lnTo>
                    <a:pt x="2510" y="2"/>
                  </a:lnTo>
                  <a:lnTo>
                    <a:pt x="2576" y="8"/>
                  </a:lnTo>
                  <a:lnTo>
                    <a:pt x="2642" y="12"/>
                  </a:lnTo>
                  <a:lnTo>
                    <a:pt x="2706" y="20"/>
                  </a:lnTo>
                  <a:lnTo>
                    <a:pt x="2772" y="30"/>
                  </a:lnTo>
                  <a:lnTo>
                    <a:pt x="2834" y="40"/>
                  </a:lnTo>
                  <a:lnTo>
                    <a:pt x="2898" y="52"/>
                  </a:lnTo>
                  <a:lnTo>
                    <a:pt x="2962" y="66"/>
                  </a:lnTo>
                  <a:lnTo>
                    <a:pt x="3024" y="80"/>
                  </a:lnTo>
                  <a:lnTo>
                    <a:pt x="3084" y="98"/>
                  </a:lnTo>
                  <a:lnTo>
                    <a:pt x="3146" y="116"/>
                  </a:lnTo>
                  <a:lnTo>
                    <a:pt x="3206" y="136"/>
                  </a:lnTo>
                  <a:lnTo>
                    <a:pt x="3266" y="156"/>
                  </a:lnTo>
                  <a:lnTo>
                    <a:pt x="3324" y="178"/>
                  </a:lnTo>
                  <a:lnTo>
                    <a:pt x="3382" y="202"/>
                  </a:lnTo>
                  <a:lnTo>
                    <a:pt x="3440" y="228"/>
                  </a:lnTo>
                  <a:lnTo>
                    <a:pt x="3498" y="254"/>
                  </a:lnTo>
                  <a:lnTo>
                    <a:pt x="3554" y="282"/>
                  </a:lnTo>
                  <a:lnTo>
                    <a:pt x="3608" y="312"/>
                  </a:lnTo>
                  <a:lnTo>
                    <a:pt x="3664" y="342"/>
                  </a:lnTo>
                  <a:lnTo>
                    <a:pt x="3716" y="374"/>
                  </a:lnTo>
                  <a:lnTo>
                    <a:pt x="3770" y="406"/>
                  </a:lnTo>
                  <a:lnTo>
                    <a:pt x="3822" y="440"/>
                  </a:lnTo>
                  <a:lnTo>
                    <a:pt x="3872" y="476"/>
                  </a:lnTo>
                  <a:lnTo>
                    <a:pt x="3922" y="512"/>
                  </a:lnTo>
                  <a:lnTo>
                    <a:pt x="3972" y="550"/>
                  </a:lnTo>
                  <a:lnTo>
                    <a:pt x="4020" y="590"/>
                  </a:lnTo>
                  <a:lnTo>
                    <a:pt x="4068" y="630"/>
                  </a:lnTo>
                  <a:lnTo>
                    <a:pt x="4114" y="670"/>
                  </a:lnTo>
                  <a:lnTo>
                    <a:pt x="4160" y="712"/>
                  </a:lnTo>
                  <a:lnTo>
                    <a:pt x="4204" y="756"/>
                  </a:lnTo>
                  <a:lnTo>
                    <a:pt x="4246" y="800"/>
                  </a:lnTo>
                  <a:lnTo>
                    <a:pt x="4288" y="846"/>
                  </a:lnTo>
                  <a:lnTo>
                    <a:pt x="4330" y="892"/>
                  </a:lnTo>
                  <a:lnTo>
                    <a:pt x="4370" y="940"/>
                  </a:lnTo>
                  <a:lnTo>
                    <a:pt x="4410" y="988"/>
                  </a:lnTo>
                  <a:lnTo>
                    <a:pt x="4446" y="1036"/>
                  </a:lnTo>
                  <a:lnTo>
                    <a:pt x="4484" y="1086"/>
                  </a:lnTo>
                  <a:lnTo>
                    <a:pt x="4518" y="1138"/>
                  </a:lnTo>
                  <a:lnTo>
                    <a:pt x="4552" y="1190"/>
                  </a:lnTo>
                  <a:lnTo>
                    <a:pt x="4586" y="1242"/>
                  </a:lnTo>
                  <a:lnTo>
                    <a:pt x="4618" y="1296"/>
                  </a:lnTo>
                  <a:lnTo>
                    <a:pt x="4648" y="1350"/>
                  </a:lnTo>
                  <a:lnTo>
                    <a:pt x="4678" y="1406"/>
                  </a:lnTo>
                  <a:lnTo>
                    <a:pt x="4706" y="1462"/>
                  </a:lnTo>
                  <a:lnTo>
                    <a:pt x="4732" y="1518"/>
                  </a:lnTo>
                  <a:lnTo>
                    <a:pt x="4756" y="1576"/>
                  </a:lnTo>
                  <a:lnTo>
                    <a:pt x="0" y="1576"/>
                  </a:lnTo>
                  <a:close/>
                </a:path>
              </a:pathLst>
            </a:custGeom>
            <a:gradFill rotWithShape="1">
              <a:gsLst>
                <a:gs pos="0">
                  <a:srgbClr val="FFFFFF">
                    <a:alpha val="34999"/>
                  </a:srgbClr>
                </a:gs>
                <a:gs pos="100000">
                  <a:srgbClr val="767676">
                    <a:alpha val="0"/>
                  </a:srgb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dirty="0">
                <a:solidFill>
                  <a:prstClr val="black">
                    <a:lumMod val="85000"/>
                    <a:lumOff val="15000"/>
                  </a:prstClr>
                </a:solidFill>
                <a:ea typeface="微软雅黑" pitchFamily="34" charset="-122"/>
              </a:endParaRPr>
            </a:p>
          </p:txBody>
        </p:sp>
        <p:sp>
          <p:nvSpPr>
            <p:cNvPr id="10" name="Oval 7"/>
            <p:cNvSpPr>
              <a:spLocks noChangeArrowheads="1"/>
            </p:cNvSpPr>
            <p:nvPr/>
          </p:nvSpPr>
          <p:spPr bwMode="auto">
            <a:xfrm>
              <a:off x="0" y="763"/>
              <a:ext cx="1046" cy="433"/>
            </a:xfrm>
            <a:prstGeom prst="ellipse">
              <a:avLst/>
            </a:prstGeom>
            <a:gradFill rotWithShape="1">
              <a:gsLst>
                <a:gs pos="0">
                  <a:srgbClr val="000000">
                    <a:alpha val="50000"/>
                  </a:srgbClr>
                </a:gs>
                <a:gs pos="100000">
                  <a:srgbClr val="FFFFFF">
                    <a:alpha val="0"/>
                  </a:srgbClr>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fontAlgn="base"/>
              <a:endParaRPr lang="zh-CN" altLang="en-US" dirty="0">
                <a:solidFill>
                  <a:prstClr val="black">
                    <a:lumMod val="85000"/>
                    <a:lumOff val="15000"/>
                  </a:prstClr>
                </a:solidFill>
                <a:latin typeface="微软雅黑" pitchFamily="34" charset="-122"/>
                <a:ea typeface="微软雅黑" pitchFamily="34" charset="-122"/>
              </a:endParaRPr>
            </a:p>
          </p:txBody>
        </p:sp>
        <p:sp>
          <p:nvSpPr>
            <p:cNvPr id="11" name="Oval 8"/>
            <p:cNvSpPr>
              <a:spLocks noChangeArrowheads="1"/>
            </p:cNvSpPr>
            <p:nvPr/>
          </p:nvSpPr>
          <p:spPr bwMode="auto">
            <a:xfrm>
              <a:off x="9" y="0"/>
              <a:ext cx="1009" cy="1005"/>
            </a:xfrm>
            <a:prstGeom prst="ellipse">
              <a:avLst/>
            </a:prstGeom>
            <a:gradFill rotWithShape="1">
              <a:gsLst>
                <a:gs pos="0">
                  <a:srgbClr val="8E8E8E"/>
                </a:gs>
                <a:gs pos="100000">
                  <a:srgbClr val="4D4D4D"/>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fontAlgn="base"/>
              <a:endParaRPr lang="zh-CN" altLang="en-US" dirty="0">
                <a:solidFill>
                  <a:prstClr val="black">
                    <a:lumMod val="85000"/>
                    <a:lumOff val="15000"/>
                  </a:prstClr>
                </a:solidFill>
                <a:latin typeface="微软雅黑" pitchFamily="34" charset="-122"/>
                <a:ea typeface="微软雅黑" pitchFamily="34" charset="-122"/>
              </a:endParaRPr>
            </a:p>
          </p:txBody>
        </p:sp>
        <p:sp>
          <p:nvSpPr>
            <p:cNvPr id="12" name="Oval 9"/>
            <p:cNvSpPr>
              <a:spLocks noChangeArrowheads="1"/>
            </p:cNvSpPr>
            <p:nvPr/>
          </p:nvSpPr>
          <p:spPr bwMode="auto">
            <a:xfrm>
              <a:off x="209" y="126"/>
              <a:ext cx="169" cy="169"/>
            </a:xfrm>
            <a:prstGeom prst="ellipse">
              <a:avLst/>
            </a:prstGeom>
            <a:gradFill rotWithShape="1">
              <a:gsLst>
                <a:gs pos="0">
                  <a:srgbClr val="FFFFFF">
                    <a:alpha val="50000"/>
                  </a:srgbClr>
                </a:gs>
                <a:gs pos="100000">
                  <a:srgbClr val="767676">
                    <a:alpha val="0"/>
                  </a:srgbClr>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fontAlgn="base"/>
              <a:endParaRPr lang="zh-CN" altLang="en-US" dirty="0">
                <a:solidFill>
                  <a:prstClr val="black">
                    <a:lumMod val="85000"/>
                    <a:lumOff val="15000"/>
                  </a:prstClr>
                </a:solidFill>
                <a:latin typeface="微软雅黑" pitchFamily="34" charset="-122"/>
                <a:ea typeface="微软雅黑" pitchFamily="34" charset="-122"/>
              </a:endParaRPr>
            </a:p>
          </p:txBody>
        </p:sp>
        <p:sp>
          <p:nvSpPr>
            <p:cNvPr id="13" name="Freeform 10"/>
            <p:cNvSpPr>
              <a:spLocks/>
            </p:cNvSpPr>
            <p:nvPr/>
          </p:nvSpPr>
          <p:spPr bwMode="auto">
            <a:xfrm>
              <a:off x="78" y="17"/>
              <a:ext cx="861" cy="286"/>
            </a:xfrm>
            <a:custGeom>
              <a:avLst/>
              <a:gdLst>
                <a:gd name="T0" fmla="*/ 0 w 4756"/>
                <a:gd name="T1" fmla="*/ 1576 h 1576"/>
                <a:gd name="T2" fmla="*/ 50 w 4756"/>
                <a:gd name="T3" fmla="*/ 1462 h 1576"/>
                <a:gd name="T4" fmla="*/ 108 w 4756"/>
                <a:gd name="T5" fmla="*/ 1350 h 1576"/>
                <a:gd name="T6" fmla="*/ 170 w 4756"/>
                <a:gd name="T7" fmla="*/ 1242 h 1576"/>
                <a:gd name="T8" fmla="*/ 238 w 4756"/>
                <a:gd name="T9" fmla="*/ 1138 h 1576"/>
                <a:gd name="T10" fmla="*/ 310 w 4756"/>
                <a:gd name="T11" fmla="*/ 1036 h 1576"/>
                <a:gd name="T12" fmla="*/ 386 w 4756"/>
                <a:gd name="T13" fmla="*/ 940 h 1576"/>
                <a:gd name="T14" fmla="*/ 468 w 4756"/>
                <a:gd name="T15" fmla="*/ 846 h 1576"/>
                <a:gd name="T16" fmla="*/ 552 w 4756"/>
                <a:gd name="T17" fmla="*/ 756 h 1576"/>
                <a:gd name="T18" fmla="*/ 642 w 4756"/>
                <a:gd name="T19" fmla="*/ 670 h 1576"/>
                <a:gd name="T20" fmla="*/ 736 w 4756"/>
                <a:gd name="T21" fmla="*/ 590 h 1576"/>
                <a:gd name="T22" fmla="*/ 834 w 4756"/>
                <a:gd name="T23" fmla="*/ 512 h 1576"/>
                <a:gd name="T24" fmla="*/ 934 w 4756"/>
                <a:gd name="T25" fmla="*/ 440 h 1576"/>
                <a:gd name="T26" fmla="*/ 1040 w 4756"/>
                <a:gd name="T27" fmla="*/ 374 h 1576"/>
                <a:gd name="T28" fmla="*/ 1148 w 4756"/>
                <a:gd name="T29" fmla="*/ 312 h 1576"/>
                <a:gd name="T30" fmla="*/ 1258 w 4756"/>
                <a:gd name="T31" fmla="*/ 254 h 1576"/>
                <a:gd name="T32" fmla="*/ 1374 w 4756"/>
                <a:gd name="T33" fmla="*/ 202 h 1576"/>
                <a:gd name="T34" fmla="*/ 1490 w 4756"/>
                <a:gd name="T35" fmla="*/ 156 h 1576"/>
                <a:gd name="T36" fmla="*/ 1610 w 4756"/>
                <a:gd name="T37" fmla="*/ 116 h 1576"/>
                <a:gd name="T38" fmla="*/ 1732 w 4756"/>
                <a:gd name="T39" fmla="*/ 80 h 1576"/>
                <a:gd name="T40" fmla="*/ 1858 w 4756"/>
                <a:gd name="T41" fmla="*/ 52 h 1576"/>
                <a:gd name="T42" fmla="*/ 1984 w 4756"/>
                <a:gd name="T43" fmla="*/ 30 h 1576"/>
                <a:gd name="T44" fmla="*/ 2114 w 4756"/>
                <a:gd name="T45" fmla="*/ 12 h 1576"/>
                <a:gd name="T46" fmla="*/ 2246 w 4756"/>
                <a:gd name="T47" fmla="*/ 2 h 1576"/>
                <a:gd name="T48" fmla="*/ 2378 w 4756"/>
                <a:gd name="T49" fmla="*/ 0 h 1576"/>
                <a:gd name="T50" fmla="*/ 2510 w 4756"/>
                <a:gd name="T51" fmla="*/ 2 h 1576"/>
                <a:gd name="T52" fmla="*/ 2642 w 4756"/>
                <a:gd name="T53" fmla="*/ 12 h 1576"/>
                <a:gd name="T54" fmla="*/ 2772 w 4756"/>
                <a:gd name="T55" fmla="*/ 30 h 1576"/>
                <a:gd name="T56" fmla="*/ 2898 w 4756"/>
                <a:gd name="T57" fmla="*/ 52 h 1576"/>
                <a:gd name="T58" fmla="*/ 3024 w 4756"/>
                <a:gd name="T59" fmla="*/ 80 h 1576"/>
                <a:gd name="T60" fmla="*/ 3146 w 4756"/>
                <a:gd name="T61" fmla="*/ 116 h 1576"/>
                <a:gd name="T62" fmla="*/ 3266 w 4756"/>
                <a:gd name="T63" fmla="*/ 156 h 1576"/>
                <a:gd name="T64" fmla="*/ 3382 w 4756"/>
                <a:gd name="T65" fmla="*/ 202 h 1576"/>
                <a:gd name="T66" fmla="*/ 3498 w 4756"/>
                <a:gd name="T67" fmla="*/ 254 h 1576"/>
                <a:gd name="T68" fmla="*/ 3608 w 4756"/>
                <a:gd name="T69" fmla="*/ 312 h 1576"/>
                <a:gd name="T70" fmla="*/ 3716 w 4756"/>
                <a:gd name="T71" fmla="*/ 374 h 1576"/>
                <a:gd name="T72" fmla="*/ 3822 w 4756"/>
                <a:gd name="T73" fmla="*/ 440 h 1576"/>
                <a:gd name="T74" fmla="*/ 3922 w 4756"/>
                <a:gd name="T75" fmla="*/ 512 h 1576"/>
                <a:gd name="T76" fmla="*/ 4020 w 4756"/>
                <a:gd name="T77" fmla="*/ 590 h 1576"/>
                <a:gd name="T78" fmla="*/ 4114 w 4756"/>
                <a:gd name="T79" fmla="*/ 670 h 1576"/>
                <a:gd name="T80" fmla="*/ 4204 w 4756"/>
                <a:gd name="T81" fmla="*/ 756 h 1576"/>
                <a:gd name="T82" fmla="*/ 4288 w 4756"/>
                <a:gd name="T83" fmla="*/ 846 h 1576"/>
                <a:gd name="T84" fmla="*/ 4370 w 4756"/>
                <a:gd name="T85" fmla="*/ 940 h 1576"/>
                <a:gd name="T86" fmla="*/ 4446 w 4756"/>
                <a:gd name="T87" fmla="*/ 1036 h 1576"/>
                <a:gd name="T88" fmla="*/ 4518 w 4756"/>
                <a:gd name="T89" fmla="*/ 1138 h 1576"/>
                <a:gd name="T90" fmla="*/ 4586 w 4756"/>
                <a:gd name="T91" fmla="*/ 1242 h 1576"/>
                <a:gd name="T92" fmla="*/ 4648 w 4756"/>
                <a:gd name="T93" fmla="*/ 1350 h 1576"/>
                <a:gd name="T94" fmla="*/ 4706 w 4756"/>
                <a:gd name="T95" fmla="*/ 1462 h 1576"/>
                <a:gd name="T96" fmla="*/ 4756 w 4756"/>
                <a:gd name="T97" fmla="*/ 1576 h 1576"/>
                <a:gd name="T98" fmla="*/ 0 w 4756"/>
                <a:gd name="T99" fmla="*/ 0 h 1576"/>
                <a:gd name="T100" fmla="*/ 4756 w 4756"/>
                <a:gd name="T101" fmla="*/ 1576 h 1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T98" t="T99" r="T100" b="T101"/>
              <a:pathLst>
                <a:path w="4756" h="1576">
                  <a:moveTo>
                    <a:pt x="0" y="1576"/>
                  </a:moveTo>
                  <a:lnTo>
                    <a:pt x="0" y="1576"/>
                  </a:lnTo>
                  <a:lnTo>
                    <a:pt x="24" y="1518"/>
                  </a:lnTo>
                  <a:lnTo>
                    <a:pt x="50" y="1462"/>
                  </a:lnTo>
                  <a:lnTo>
                    <a:pt x="78" y="1406"/>
                  </a:lnTo>
                  <a:lnTo>
                    <a:pt x="108" y="1350"/>
                  </a:lnTo>
                  <a:lnTo>
                    <a:pt x="138" y="1296"/>
                  </a:lnTo>
                  <a:lnTo>
                    <a:pt x="170" y="1242"/>
                  </a:lnTo>
                  <a:lnTo>
                    <a:pt x="204" y="1190"/>
                  </a:lnTo>
                  <a:lnTo>
                    <a:pt x="238" y="1138"/>
                  </a:lnTo>
                  <a:lnTo>
                    <a:pt x="272" y="1086"/>
                  </a:lnTo>
                  <a:lnTo>
                    <a:pt x="310" y="1036"/>
                  </a:lnTo>
                  <a:lnTo>
                    <a:pt x="348" y="988"/>
                  </a:lnTo>
                  <a:lnTo>
                    <a:pt x="386" y="940"/>
                  </a:lnTo>
                  <a:lnTo>
                    <a:pt x="426" y="892"/>
                  </a:lnTo>
                  <a:lnTo>
                    <a:pt x="468" y="846"/>
                  </a:lnTo>
                  <a:lnTo>
                    <a:pt x="510" y="800"/>
                  </a:lnTo>
                  <a:lnTo>
                    <a:pt x="552" y="756"/>
                  </a:lnTo>
                  <a:lnTo>
                    <a:pt x="596" y="712"/>
                  </a:lnTo>
                  <a:lnTo>
                    <a:pt x="642" y="670"/>
                  </a:lnTo>
                  <a:lnTo>
                    <a:pt x="688" y="630"/>
                  </a:lnTo>
                  <a:lnTo>
                    <a:pt x="736" y="590"/>
                  </a:lnTo>
                  <a:lnTo>
                    <a:pt x="784" y="550"/>
                  </a:lnTo>
                  <a:lnTo>
                    <a:pt x="834" y="512"/>
                  </a:lnTo>
                  <a:lnTo>
                    <a:pt x="884" y="476"/>
                  </a:lnTo>
                  <a:lnTo>
                    <a:pt x="934" y="440"/>
                  </a:lnTo>
                  <a:lnTo>
                    <a:pt x="986" y="406"/>
                  </a:lnTo>
                  <a:lnTo>
                    <a:pt x="1040" y="374"/>
                  </a:lnTo>
                  <a:lnTo>
                    <a:pt x="1092" y="342"/>
                  </a:lnTo>
                  <a:lnTo>
                    <a:pt x="1148" y="312"/>
                  </a:lnTo>
                  <a:lnTo>
                    <a:pt x="1202" y="282"/>
                  </a:lnTo>
                  <a:lnTo>
                    <a:pt x="1258" y="254"/>
                  </a:lnTo>
                  <a:lnTo>
                    <a:pt x="1316" y="228"/>
                  </a:lnTo>
                  <a:lnTo>
                    <a:pt x="1374" y="202"/>
                  </a:lnTo>
                  <a:lnTo>
                    <a:pt x="1432" y="178"/>
                  </a:lnTo>
                  <a:lnTo>
                    <a:pt x="1490" y="156"/>
                  </a:lnTo>
                  <a:lnTo>
                    <a:pt x="1550" y="136"/>
                  </a:lnTo>
                  <a:lnTo>
                    <a:pt x="1610" y="116"/>
                  </a:lnTo>
                  <a:lnTo>
                    <a:pt x="1672" y="98"/>
                  </a:lnTo>
                  <a:lnTo>
                    <a:pt x="1732" y="80"/>
                  </a:lnTo>
                  <a:lnTo>
                    <a:pt x="1794" y="66"/>
                  </a:lnTo>
                  <a:lnTo>
                    <a:pt x="1858" y="52"/>
                  </a:lnTo>
                  <a:lnTo>
                    <a:pt x="1922" y="40"/>
                  </a:lnTo>
                  <a:lnTo>
                    <a:pt x="1984" y="30"/>
                  </a:lnTo>
                  <a:lnTo>
                    <a:pt x="2050" y="20"/>
                  </a:lnTo>
                  <a:lnTo>
                    <a:pt x="2114" y="12"/>
                  </a:lnTo>
                  <a:lnTo>
                    <a:pt x="2180" y="8"/>
                  </a:lnTo>
                  <a:lnTo>
                    <a:pt x="2246" y="2"/>
                  </a:lnTo>
                  <a:lnTo>
                    <a:pt x="2312" y="0"/>
                  </a:lnTo>
                  <a:lnTo>
                    <a:pt x="2378" y="0"/>
                  </a:lnTo>
                  <a:lnTo>
                    <a:pt x="2444" y="0"/>
                  </a:lnTo>
                  <a:lnTo>
                    <a:pt x="2510" y="2"/>
                  </a:lnTo>
                  <a:lnTo>
                    <a:pt x="2576" y="8"/>
                  </a:lnTo>
                  <a:lnTo>
                    <a:pt x="2642" y="12"/>
                  </a:lnTo>
                  <a:lnTo>
                    <a:pt x="2706" y="20"/>
                  </a:lnTo>
                  <a:lnTo>
                    <a:pt x="2772" y="30"/>
                  </a:lnTo>
                  <a:lnTo>
                    <a:pt x="2834" y="40"/>
                  </a:lnTo>
                  <a:lnTo>
                    <a:pt x="2898" y="52"/>
                  </a:lnTo>
                  <a:lnTo>
                    <a:pt x="2962" y="66"/>
                  </a:lnTo>
                  <a:lnTo>
                    <a:pt x="3024" y="80"/>
                  </a:lnTo>
                  <a:lnTo>
                    <a:pt x="3084" y="98"/>
                  </a:lnTo>
                  <a:lnTo>
                    <a:pt x="3146" y="116"/>
                  </a:lnTo>
                  <a:lnTo>
                    <a:pt x="3206" y="136"/>
                  </a:lnTo>
                  <a:lnTo>
                    <a:pt x="3266" y="156"/>
                  </a:lnTo>
                  <a:lnTo>
                    <a:pt x="3324" y="178"/>
                  </a:lnTo>
                  <a:lnTo>
                    <a:pt x="3382" y="202"/>
                  </a:lnTo>
                  <a:lnTo>
                    <a:pt x="3440" y="228"/>
                  </a:lnTo>
                  <a:lnTo>
                    <a:pt x="3498" y="254"/>
                  </a:lnTo>
                  <a:lnTo>
                    <a:pt x="3554" y="282"/>
                  </a:lnTo>
                  <a:lnTo>
                    <a:pt x="3608" y="312"/>
                  </a:lnTo>
                  <a:lnTo>
                    <a:pt x="3664" y="342"/>
                  </a:lnTo>
                  <a:lnTo>
                    <a:pt x="3716" y="374"/>
                  </a:lnTo>
                  <a:lnTo>
                    <a:pt x="3770" y="406"/>
                  </a:lnTo>
                  <a:lnTo>
                    <a:pt x="3822" y="440"/>
                  </a:lnTo>
                  <a:lnTo>
                    <a:pt x="3872" y="476"/>
                  </a:lnTo>
                  <a:lnTo>
                    <a:pt x="3922" y="512"/>
                  </a:lnTo>
                  <a:lnTo>
                    <a:pt x="3972" y="550"/>
                  </a:lnTo>
                  <a:lnTo>
                    <a:pt x="4020" y="590"/>
                  </a:lnTo>
                  <a:lnTo>
                    <a:pt x="4068" y="630"/>
                  </a:lnTo>
                  <a:lnTo>
                    <a:pt x="4114" y="670"/>
                  </a:lnTo>
                  <a:lnTo>
                    <a:pt x="4160" y="712"/>
                  </a:lnTo>
                  <a:lnTo>
                    <a:pt x="4204" y="756"/>
                  </a:lnTo>
                  <a:lnTo>
                    <a:pt x="4246" y="800"/>
                  </a:lnTo>
                  <a:lnTo>
                    <a:pt x="4288" y="846"/>
                  </a:lnTo>
                  <a:lnTo>
                    <a:pt x="4330" y="892"/>
                  </a:lnTo>
                  <a:lnTo>
                    <a:pt x="4370" y="940"/>
                  </a:lnTo>
                  <a:lnTo>
                    <a:pt x="4410" y="988"/>
                  </a:lnTo>
                  <a:lnTo>
                    <a:pt x="4446" y="1036"/>
                  </a:lnTo>
                  <a:lnTo>
                    <a:pt x="4484" y="1086"/>
                  </a:lnTo>
                  <a:lnTo>
                    <a:pt x="4518" y="1138"/>
                  </a:lnTo>
                  <a:lnTo>
                    <a:pt x="4552" y="1190"/>
                  </a:lnTo>
                  <a:lnTo>
                    <a:pt x="4586" y="1242"/>
                  </a:lnTo>
                  <a:lnTo>
                    <a:pt x="4618" y="1296"/>
                  </a:lnTo>
                  <a:lnTo>
                    <a:pt x="4648" y="1350"/>
                  </a:lnTo>
                  <a:lnTo>
                    <a:pt x="4678" y="1406"/>
                  </a:lnTo>
                  <a:lnTo>
                    <a:pt x="4706" y="1462"/>
                  </a:lnTo>
                  <a:lnTo>
                    <a:pt x="4732" y="1518"/>
                  </a:lnTo>
                  <a:lnTo>
                    <a:pt x="4756" y="1576"/>
                  </a:lnTo>
                  <a:lnTo>
                    <a:pt x="0" y="1576"/>
                  </a:lnTo>
                  <a:close/>
                </a:path>
              </a:pathLst>
            </a:custGeom>
            <a:gradFill rotWithShape="1">
              <a:gsLst>
                <a:gs pos="0">
                  <a:srgbClr val="FFFFFF">
                    <a:alpha val="34999"/>
                  </a:srgbClr>
                </a:gs>
                <a:gs pos="100000">
                  <a:srgbClr val="767676">
                    <a:alpha val="0"/>
                  </a:srgb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dirty="0">
                <a:solidFill>
                  <a:prstClr val="black">
                    <a:lumMod val="85000"/>
                    <a:lumOff val="15000"/>
                  </a:prstClr>
                </a:solidFill>
                <a:ea typeface="微软雅黑" pitchFamily="34" charset="-122"/>
              </a:endParaRPr>
            </a:p>
          </p:txBody>
        </p:sp>
        <p:sp>
          <p:nvSpPr>
            <p:cNvPr id="14" name="Oval 11"/>
            <p:cNvSpPr>
              <a:spLocks noChangeArrowheads="1"/>
            </p:cNvSpPr>
            <p:nvPr/>
          </p:nvSpPr>
          <p:spPr bwMode="auto">
            <a:xfrm>
              <a:off x="2157" y="763"/>
              <a:ext cx="1046" cy="433"/>
            </a:xfrm>
            <a:prstGeom prst="ellipse">
              <a:avLst/>
            </a:prstGeom>
            <a:gradFill rotWithShape="1">
              <a:gsLst>
                <a:gs pos="0">
                  <a:srgbClr val="000000">
                    <a:alpha val="50000"/>
                  </a:srgbClr>
                </a:gs>
                <a:gs pos="100000">
                  <a:srgbClr val="FFFFFF">
                    <a:alpha val="0"/>
                  </a:srgbClr>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fontAlgn="base"/>
              <a:endParaRPr lang="zh-CN" altLang="en-US" dirty="0">
                <a:solidFill>
                  <a:prstClr val="black">
                    <a:lumMod val="85000"/>
                    <a:lumOff val="15000"/>
                  </a:prstClr>
                </a:solidFill>
                <a:latin typeface="微软雅黑" pitchFamily="34" charset="-122"/>
                <a:ea typeface="微软雅黑" pitchFamily="34" charset="-122"/>
              </a:endParaRPr>
            </a:p>
          </p:txBody>
        </p:sp>
        <p:sp>
          <p:nvSpPr>
            <p:cNvPr id="15" name="Oval 12"/>
            <p:cNvSpPr>
              <a:spLocks noChangeArrowheads="1"/>
            </p:cNvSpPr>
            <p:nvPr/>
          </p:nvSpPr>
          <p:spPr bwMode="auto">
            <a:xfrm>
              <a:off x="2166" y="0"/>
              <a:ext cx="1009" cy="1005"/>
            </a:xfrm>
            <a:prstGeom prst="ellipse">
              <a:avLst/>
            </a:prstGeom>
            <a:gradFill rotWithShape="1">
              <a:gsLst>
                <a:gs pos="0">
                  <a:srgbClr val="8E8E8E"/>
                </a:gs>
                <a:gs pos="100000">
                  <a:srgbClr val="4D4D4D"/>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fontAlgn="base"/>
              <a:endParaRPr lang="zh-CN" altLang="en-US" dirty="0">
                <a:solidFill>
                  <a:prstClr val="black">
                    <a:lumMod val="85000"/>
                    <a:lumOff val="15000"/>
                  </a:prstClr>
                </a:solidFill>
                <a:latin typeface="微软雅黑" pitchFamily="34" charset="-122"/>
                <a:ea typeface="微软雅黑" pitchFamily="34" charset="-122"/>
              </a:endParaRPr>
            </a:p>
          </p:txBody>
        </p:sp>
        <p:sp>
          <p:nvSpPr>
            <p:cNvPr id="16" name="Oval 13"/>
            <p:cNvSpPr>
              <a:spLocks noChangeArrowheads="1"/>
            </p:cNvSpPr>
            <p:nvPr/>
          </p:nvSpPr>
          <p:spPr bwMode="auto">
            <a:xfrm>
              <a:off x="2366" y="126"/>
              <a:ext cx="169" cy="169"/>
            </a:xfrm>
            <a:prstGeom prst="ellipse">
              <a:avLst/>
            </a:prstGeom>
            <a:gradFill rotWithShape="1">
              <a:gsLst>
                <a:gs pos="0">
                  <a:srgbClr val="FFFFFF">
                    <a:alpha val="50000"/>
                  </a:srgbClr>
                </a:gs>
                <a:gs pos="100000">
                  <a:srgbClr val="767676">
                    <a:alpha val="0"/>
                  </a:srgbClr>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fontAlgn="base"/>
              <a:endParaRPr lang="zh-CN" altLang="en-US" dirty="0">
                <a:solidFill>
                  <a:prstClr val="black">
                    <a:lumMod val="85000"/>
                    <a:lumOff val="15000"/>
                  </a:prstClr>
                </a:solidFill>
                <a:latin typeface="微软雅黑" pitchFamily="34" charset="-122"/>
                <a:ea typeface="微软雅黑" pitchFamily="34" charset="-122"/>
              </a:endParaRPr>
            </a:p>
          </p:txBody>
        </p:sp>
        <p:sp>
          <p:nvSpPr>
            <p:cNvPr id="17" name="Freeform 14"/>
            <p:cNvSpPr>
              <a:spLocks/>
            </p:cNvSpPr>
            <p:nvPr/>
          </p:nvSpPr>
          <p:spPr bwMode="auto">
            <a:xfrm>
              <a:off x="2235" y="17"/>
              <a:ext cx="861" cy="286"/>
            </a:xfrm>
            <a:custGeom>
              <a:avLst/>
              <a:gdLst>
                <a:gd name="T0" fmla="*/ 0 w 4756"/>
                <a:gd name="T1" fmla="*/ 1576 h 1576"/>
                <a:gd name="T2" fmla="*/ 50 w 4756"/>
                <a:gd name="T3" fmla="*/ 1462 h 1576"/>
                <a:gd name="T4" fmla="*/ 108 w 4756"/>
                <a:gd name="T5" fmla="*/ 1350 h 1576"/>
                <a:gd name="T6" fmla="*/ 170 w 4756"/>
                <a:gd name="T7" fmla="*/ 1242 h 1576"/>
                <a:gd name="T8" fmla="*/ 238 w 4756"/>
                <a:gd name="T9" fmla="*/ 1138 h 1576"/>
                <a:gd name="T10" fmla="*/ 310 w 4756"/>
                <a:gd name="T11" fmla="*/ 1036 h 1576"/>
                <a:gd name="T12" fmla="*/ 386 w 4756"/>
                <a:gd name="T13" fmla="*/ 940 h 1576"/>
                <a:gd name="T14" fmla="*/ 468 w 4756"/>
                <a:gd name="T15" fmla="*/ 846 h 1576"/>
                <a:gd name="T16" fmla="*/ 552 w 4756"/>
                <a:gd name="T17" fmla="*/ 756 h 1576"/>
                <a:gd name="T18" fmla="*/ 642 w 4756"/>
                <a:gd name="T19" fmla="*/ 670 h 1576"/>
                <a:gd name="T20" fmla="*/ 736 w 4756"/>
                <a:gd name="T21" fmla="*/ 590 h 1576"/>
                <a:gd name="T22" fmla="*/ 834 w 4756"/>
                <a:gd name="T23" fmla="*/ 512 h 1576"/>
                <a:gd name="T24" fmla="*/ 934 w 4756"/>
                <a:gd name="T25" fmla="*/ 440 h 1576"/>
                <a:gd name="T26" fmla="*/ 1040 w 4756"/>
                <a:gd name="T27" fmla="*/ 374 h 1576"/>
                <a:gd name="T28" fmla="*/ 1148 w 4756"/>
                <a:gd name="T29" fmla="*/ 312 h 1576"/>
                <a:gd name="T30" fmla="*/ 1258 w 4756"/>
                <a:gd name="T31" fmla="*/ 254 h 1576"/>
                <a:gd name="T32" fmla="*/ 1374 w 4756"/>
                <a:gd name="T33" fmla="*/ 202 h 1576"/>
                <a:gd name="T34" fmla="*/ 1490 w 4756"/>
                <a:gd name="T35" fmla="*/ 156 h 1576"/>
                <a:gd name="T36" fmla="*/ 1610 w 4756"/>
                <a:gd name="T37" fmla="*/ 116 h 1576"/>
                <a:gd name="T38" fmla="*/ 1732 w 4756"/>
                <a:gd name="T39" fmla="*/ 80 h 1576"/>
                <a:gd name="T40" fmla="*/ 1858 w 4756"/>
                <a:gd name="T41" fmla="*/ 52 h 1576"/>
                <a:gd name="T42" fmla="*/ 1984 w 4756"/>
                <a:gd name="T43" fmla="*/ 30 h 1576"/>
                <a:gd name="T44" fmla="*/ 2114 w 4756"/>
                <a:gd name="T45" fmla="*/ 12 h 1576"/>
                <a:gd name="T46" fmla="*/ 2246 w 4756"/>
                <a:gd name="T47" fmla="*/ 2 h 1576"/>
                <a:gd name="T48" fmla="*/ 2378 w 4756"/>
                <a:gd name="T49" fmla="*/ 0 h 1576"/>
                <a:gd name="T50" fmla="*/ 2510 w 4756"/>
                <a:gd name="T51" fmla="*/ 2 h 1576"/>
                <a:gd name="T52" fmla="*/ 2642 w 4756"/>
                <a:gd name="T53" fmla="*/ 12 h 1576"/>
                <a:gd name="T54" fmla="*/ 2772 w 4756"/>
                <a:gd name="T55" fmla="*/ 30 h 1576"/>
                <a:gd name="T56" fmla="*/ 2898 w 4756"/>
                <a:gd name="T57" fmla="*/ 52 h 1576"/>
                <a:gd name="T58" fmla="*/ 3024 w 4756"/>
                <a:gd name="T59" fmla="*/ 80 h 1576"/>
                <a:gd name="T60" fmla="*/ 3146 w 4756"/>
                <a:gd name="T61" fmla="*/ 116 h 1576"/>
                <a:gd name="T62" fmla="*/ 3266 w 4756"/>
                <a:gd name="T63" fmla="*/ 156 h 1576"/>
                <a:gd name="T64" fmla="*/ 3382 w 4756"/>
                <a:gd name="T65" fmla="*/ 202 h 1576"/>
                <a:gd name="T66" fmla="*/ 3498 w 4756"/>
                <a:gd name="T67" fmla="*/ 254 h 1576"/>
                <a:gd name="T68" fmla="*/ 3608 w 4756"/>
                <a:gd name="T69" fmla="*/ 312 h 1576"/>
                <a:gd name="T70" fmla="*/ 3716 w 4756"/>
                <a:gd name="T71" fmla="*/ 374 h 1576"/>
                <a:gd name="T72" fmla="*/ 3822 w 4756"/>
                <a:gd name="T73" fmla="*/ 440 h 1576"/>
                <a:gd name="T74" fmla="*/ 3922 w 4756"/>
                <a:gd name="T75" fmla="*/ 512 h 1576"/>
                <a:gd name="T76" fmla="*/ 4020 w 4756"/>
                <a:gd name="T77" fmla="*/ 590 h 1576"/>
                <a:gd name="T78" fmla="*/ 4114 w 4756"/>
                <a:gd name="T79" fmla="*/ 670 h 1576"/>
                <a:gd name="T80" fmla="*/ 4204 w 4756"/>
                <a:gd name="T81" fmla="*/ 756 h 1576"/>
                <a:gd name="T82" fmla="*/ 4288 w 4756"/>
                <a:gd name="T83" fmla="*/ 846 h 1576"/>
                <a:gd name="T84" fmla="*/ 4370 w 4756"/>
                <a:gd name="T85" fmla="*/ 940 h 1576"/>
                <a:gd name="T86" fmla="*/ 4446 w 4756"/>
                <a:gd name="T87" fmla="*/ 1036 h 1576"/>
                <a:gd name="T88" fmla="*/ 4518 w 4756"/>
                <a:gd name="T89" fmla="*/ 1138 h 1576"/>
                <a:gd name="T90" fmla="*/ 4586 w 4756"/>
                <a:gd name="T91" fmla="*/ 1242 h 1576"/>
                <a:gd name="T92" fmla="*/ 4648 w 4756"/>
                <a:gd name="T93" fmla="*/ 1350 h 1576"/>
                <a:gd name="T94" fmla="*/ 4706 w 4756"/>
                <a:gd name="T95" fmla="*/ 1462 h 1576"/>
                <a:gd name="T96" fmla="*/ 4756 w 4756"/>
                <a:gd name="T97" fmla="*/ 1576 h 1576"/>
                <a:gd name="T98" fmla="*/ 0 w 4756"/>
                <a:gd name="T99" fmla="*/ 0 h 1576"/>
                <a:gd name="T100" fmla="*/ 4756 w 4756"/>
                <a:gd name="T101" fmla="*/ 1576 h 1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T98" t="T99" r="T100" b="T101"/>
              <a:pathLst>
                <a:path w="4756" h="1576">
                  <a:moveTo>
                    <a:pt x="0" y="1576"/>
                  </a:moveTo>
                  <a:lnTo>
                    <a:pt x="0" y="1576"/>
                  </a:lnTo>
                  <a:lnTo>
                    <a:pt x="24" y="1518"/>
                  </a:lnTo>
                  <a:lnTo>
                    <a:pt x="50" y="1462"/>
                  </a:lnTo>
                  <a:lnTo>
                    <a:pt x="78" y="1406"/>
                  </a:lnTo>
                  <a:lnTo>
                    <a:pt x="108" y="1350"/>
                  </a:lnTo>
                  <a:lnTo>
                    <a:pt x="138" y="1296"/>
                  </a:lnTo>
                  <a:lnTo>
                    <a:pt x="170" y="1242"/>
                  </a:lnTo>
                  <a:lnTo>
                    <a:pt x="204" y="1190"/>
                  </a:lnTo>
                  <a:lnTo>
                    <a:pt x="238" y="1138"/>
                  </a:lnTo>
                  <a:lnTo>
                    <a:pt x="272" y="1086"/>
                  </a:lnTo>
                  <a:lnTo>
                    <a:pt x="310" y="1036"/>
                  </a:lnTo>
                  <a:lnTo>
                    <a:pt x="348" y="988"/>
                  </a:lnTo>
                  <a:lnTo>
                    <a:pt x="386" y="940"/>
                  </a:lnTo>
                  <a:lnTo>
                    <a:pt x="426" y="892"/>
                  </a:lnTo>
                  <a:lnTo>
                    <a:pt x="468" y="846"/>
                  </a:lnTo>
                  <a:lnTo>
                    <a:pt x="510" y="800"/>
                  </a:lnTo>
                  <a:lnTo>
                    <a:pt x="552" y="756"/>
                  </a:lnTo>
                  <a:lnTo>
                    <a:pt x="596" y="712"/>
                  </a:lnTo>
                  <a:lnTo>
                    <a:pt x="642" y="670"/>
                  </a:lnTo>
                  <a:lnTo>
                    <a:pt x="688" y="630"/>
                  </a:lnTo>
                  <a:lnTo>
                    <a:pt x="736" y="590"/>
                  </a:lnTo>
                  <a:lnTo>
                    <a:pt x="784" y="550"/>
                  </a:lnTo>
                  <a:lnTo>
                    <a:pt x="834" y="512"/>
                  </a:lnTo>
                  <a:lnTo>
                    <a:pt x="884" y="476"/>
                  </a:lnTo>
                  <a:lnTo>
                    <a:pt x="934" y="440"/>
                  </a:lnTo>
                  <a:lnTo>
                    <a:pt x="986" y="406"/>
                  </a:lnTo>
                  <a:lnTo>
                    <a:pt x="1040" y="374"/>
                  </a:lnTo>
                  <a:lnTo>
                    <a:pt x="1092" y="342"/>
                  </a:lnTo>
                  <a:lnTo>
                    <a:pt x="1148" y="312"/>
                  </a:lnTo>
                  <a:lnTo>
                    <a:pt x="1202" y="282"/>
                  </a:lnTo>
                  <a:lnTo>
                    <a:pt x="1258" y="254"/>
                  </a:lnTo>
                  <a:lnTo>
                    <a:pt x="1316" y="228"/>
                  </a:lnTo>
                  <a:lnTo>
                    <a:pt x="1374" y="202"/>
                  </a:lnTo>
                  <a:lnTo>
                    <a:pt x="1432" y="178"/>
                  </a:lnTo>
                  <a:lnTo>
                    <a:pt x="1490" y="156"/>
                  </a:lnTo>
                  <a:lnTo>
                    <a:pt x="1550" y="136"/>
                  </a:lnTo>
                  <a:lnTo>
                    <a:pt x="1610" y="116"/>
                  </a:lnTo>
                  <a:lnTo>
                    <a:pt x="1672" y="98"/>
                  </a:lnTo>
                  <a:lnTo>
                    <a:pt x="1732" y="80"/>
                  </a:lnTo>
                  <a:lnTo>
                    <a:pt x="1794" y="66"/>
                  </a:lnTo>
                  <a:lnTo>
                    <a:pt x="1858" y="52"/>
                  </a:lnTo>
                  <a:lnTo>
                    <a:pt x="1922" y="40"/>
                  </a:lnTo>
                  <a:lnTo>
                    <a:pt x="1984" y="30"/>
                  </a:lnTo>
                  <a:lnTo>
                    <a:pt x="2050" y="20"/>
                  </a:lnTo>
                  <a:lnTo>
                    <a:pt x="2114" y="12"/>
                  </a:lnTo>
                  <a:lnTo>
                    <a:pt x="2180" y="8"/>
                  </a:lnTo>
                  <a:lnTo>
                    <a:pt x="2246" y="2"/>
                  </a:lnTo>
                  <a:lnTo>
                    <a:pt x="2312" y="0"/>
                  </a:lnTo>
                  <a:lnTo>
                    <a:pt x="2378" y="0"/>
                  </a:lnTo>
                  <a:lnTo>
                    <a:pt x="2444" y="0"/>
                  </a:lnTo>
                  <a:lnTo>
                    <a:pt x="2510" y="2"/>
                  </a:lnTo>
                  <a:lnTo>
                    <a:pt x="2576" y="8"/>
                  </a:lnTo>
                  <a:lnTo>
                    <a:pt x="2642" y="12"/>
                  </a:lnTo>
                  <a:lnTo>
                    <a:pt x="2706" y="20"/>
                  </a:lnTo>
                  <a:lnTo>
                    <a:pt x="2772" y="30"/>
                  </a:lnTo>
                  <a:lnTo>
                    <a:pt x="2834" y="40"/>
                  </a:lnTo>
                  <a:lnTo>
                    <a:pt x="2898" y="52"/>
                  </a:lnTo>
                  <a:lnTo>
                    <a:pt x="2962" y="66"/>
                  </a:lnTo>
                  <a:lnTo>
                    <a:pt x="3024" y="80"/>
                  </a:lnTo>
                  <a:lnTo>
                    <a:pt x="3084" y="98"/>
                  </a:lnTo>
                  <a:lnTo>
                    <a:pt x="3146" y="116"/>
                  </a:lnTo>
                  <a:lnTo>
                    <a:pt x="3206" y="136"/>
                  </a:lnTo>
                  <a:lnTo>
                    <a:pt x="3266" y="156"/>
                  </a:lnTo>
                  <a:lnTo>
                    <a:pt x="3324" y="178"/>
                  </a:lnTo>
                  <a:lnTo>
                    <a:pt x="3382" y="202"/>
                  </a:lnTo>
                  <a:lnTo>
                    <a:pt x="3440" y="228"/>
                  </a:lnTo>
                  <a:lnTo>
                    <a:pt x="3498" y="254"/>
                  </a:lnTo>
                  <a:lnTo>
                    <a:pt x="3554" y="282"/>
                  </a:lnTo>
                  <a:lnTo>
                    <a:pt x="3608" y="312"/>
                  </a:lnTo>
                  <a:lnTo>
                    <a:pt x="3664" y="342"/>
                  </a:lnTo>
                  <a:lnTo>
                    <a:pt x="3716" y="374"/>
                  </a:lnTo>
                  <a:lnTo>
                    <a:pt x="3770" y="406"/>
                  </a:lnTo>
                  <a:lnTo>
                    <a:pt x="3822" y="440"/>
                  </a:lnTo>
                  <a:lnTo>
                    <a:pt x="3872" y="476"/>
                  </a:lnTo>
                  <a:lnTo>
                    <a:pt x="3922" y="512"/>
                  </a:lnTo>
                  <a:lnTo>
                    <a:pt x="3972" y="550"/>
                  </a:lnTo>
                  <a:lnTo>
                    <a:pt x="4020" y="590"/>
                  </a:lnTo>
                  <a:lnTo>
                    <a:pt x="4068" y="630"/>
                  </a:lnTo>
                  <a:lnTo>
                    <a:pt x="4114" y="670"/>
                  </a:lnTo>
                  <a:lnTo>
                    <a:pt x="4160" y="712"/>
                  </a:lnTo>
                  <a:lnTo>
                    <a:pt x="4204" y="756"/>
                  </a:lnTo>
                  <a:lnTo>
                    <a:pt x="4246" y="800"/>
                  </a:lnTo>
                  <a:lnTo>
                    <a:pt x="4288" y="846"/>
                  </a:lnTo>
                  <a:lnTo>
                    <a:pt x="4330" y="892"/>
                  </a:lnTo>
                  <a:lnTo>
                    <a:pt x="4370" y="940"/>
                  </a:lnTo>
                  <a:lnTo>
                    <a:pt x="4410" y="988"/>
                  </a:lnTo>
                  <a:lnTo>
                    <a:pt x="4446" y="1036"/>
                  </a:lnTo>
                  <a:lnTo>
                    <a:pt x="4484" y="1086"/>
                  </a:lnTo>
                  <a:lnTo>
                    <a:pt x="4518" y="1138"/>
                  </a:lnTo>
                  <a:lnTo>
                    <a:pt x="4552" y="1190"/>
                  </a:lnTo>
                  <a:lnTo>
                    <a:pt x="4586" y="1242"/>
                  </a:lnTo>
                  <a:lnTo>
                    <a:pt x="4618" y="1296"/>
                  </a:lnTo>
                  <a:lnTo>
                    <a:pt x="4648" y="1350"/>
                  </a:lnTo>
                  <a:lnTo>
                    <a:pt x="4678" y="1406"/>
                  </a:lnTo>
                  <a:lnTo>
                    <a:pt x="4706" y="1462"/>
                  </a:lnTo>
                  <a:lnTo>
                    <a:pt x="4732" y="1518"/>
                  </a:lnTo>
                  <a:lnTo>
                    <a:pt x="4756" y="1576"/>
                  </a:lnTo>
                  <a:lnTo>
                    <a:pt x="0" y="1576"/>
                  </a:lnTo>
                  <a:close/>
                </a:path>
              </a:pathLst>
            </a:custGeom>
            <a:gradFill rotWithShape="1">
              <a:gsLst>
                <a:gs pos="0">
                  <a:srgbClr val="FFFFFF">
                    <a:alpha val="34999"/>
                  </a:srgbClr>
                </a:gs>
                <a:gs pos="100000">
                  <a:srgbClr val="767676">
                    <a:alpha val="0"/>
                  </a:srgb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dirty="0">
                <a:solidFill>
                  <a:prstClr val="black">
                    <a:lumMod val="85000"/>
                    <a:lumOff val="15000"/>
                  </a:prstClr>
                </a:solidFill>
                <a:ea typeface="微软雅黑" pitchFamily="34" charset="-122"/>
              </a:endParaRPr>
            </a:p>
          </p:txBody>
        </p:sp>
      </p:grpSp>
      <p:grpSp>
        <p:nvGrpSpPr>
          <p:cNvPr id="18" name="Group 310"/>
          <p:cNvGrpSpPr>
            <a:grpSpLocks/>
          </p:cNvGrpSpPr>
          <p:nvPr/>
        </p:nvGrpSpPr>
        <p:grpSpPr bwMode="auto">
          <a:xfrm>
            <a:off x="6391770" y="2081405"/>
            <a:ext cx="1606550" cy="1733015"/>
            <a:chOff x="0" y="0"/>
            <a:chExt cx="1212" cy="1387"/>
          </a:xfrm>
        </p:grpSpPr>
        <p:sp>
          <p:nvSpPr>
            <p:cNvPr id="19" name="Oval 16"/>
            <p:cNvSpPr>
              <a:spLocks noChangeArrowheads="1"/>
            </p:cNvSpPr>
            <p:nvPr/>
          </p:nvSpPr>
          <p:spPr bwMode="auto">
            <a:xfrm>
              <a:off x="0" y="885"/>
              <a:ext cx="1212" cy="502"/>
            </a:xfrm>
            <a:prstGeom prst="ellipse">
              <a:avLst/>
            </a:prstGeom>
            <a:gradFill rotWithShape="1">
              <a:gsLst>
                <a:gs pos="0">
                  <a:srgbClr val="000000">
                    <a:alpha val="50000"/>
                  </a:srgbClr>
                </a:gs>
                <a:gs pos="100000">
                  <a:srgbClr val="FFFFFF">
                    <a:alpha val="0"/>
                  </a:srgbClr>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fontAlgn="base"/>
              <a:endParaRPr lang="zh-CN" altLang="en-US" dirty="0">
                <a:solidFill>
                  <a:prstClr val="black">
                    <a:lumMod val="85000"/>
                    <a:lumOff val="15000"/>
                  </a:prstClr>
                </a:solidFill>
                <a:latin typeface="微软雅黑" pitchFamily="34" charset="-122"/>
                <a:ea typeface="微软雅黑" pitchFamily="34" charset="-122"/>
              </a:endParaRPr>
            </a:p>
          </p:txBody>
        </p:sp>
        <p:grpSp>
          <p:nvGrpSpPr>
            <p:cNvPr id="20" name="Group 312"/>
            <p:cNvGrpSpPr>
              <a:grpSpLocks/>
            </p:cNvGrpSpPr>
            <p:nvPr/>
          </p:nvGrpSpPr>
          <p:grpSpPr bwMode="auto">
            <a:xfrm>
              <a:off x="10" y="0"/>
              <a:ext cx="1170" cy="1166"/>
              <a:chOff x="0" y="0"/>
              <a:chExt cx="1406" cy="1402"/>
            </a:xfrm>
          </p:grpSpPr>
          <p:sp>
            <p:nvSpPr>
              <p:cNvPr id="22" name="Oval 18"/>
              <p:cNvSpPr>
                <a:spLocks noChangeArrowheads="1"/>
              </p:cNvSpPr>
              <p:nvPr/>
            </p:nvSpPr>
            <p:spPr bwMode="auto">
              <a:xfrm>
                <a:off x="-1" y="0"/>
                <a:ext cx="1406" cy="1402"/>
              </a:xfrm>
              <a:prstGeom prst="ellipse">
                <a:avLst/>
              </a:prstGeom>
              <a:gradFill rotWithShape="1">
                <a:gsLst>
                  <a:gs pos="0">
                    <a:srgbClr val="E1E1E1"/>
                  </a:gs>
                  <a:gs pos="100000">
                    <a:srgbClr val="B2B2B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fontAlgn="base"/>
                <a:endParaRPr lang="zh-CN" altLang="en-US" dirty="0">
                  <a:solidFill>
                    <a:prstClr val="black">
                      <a:lumMod val="85000"/>
                      <a:lumOff val="15000"/>
                    </a:prstClr>
                  </a:solidFill>
                  <a:latin typeface="微软雅黑" pitchFamily="34" charset="-122"/>
                  <a:ea typeface="微软雅黑" pitchFamily="34" charset="-122"/>
                </a:endParaRPr>
              </a:p>
            </p:txBody>
          </p:sp>
          <p:sp>
            <p:nvSpPr>
              <p:cNvPr id="23" name="Oval 19"/>
              <p:cNvSpPr>
                <a:spLocks noChangeArrowheads="1"/>
              </p:cNvSpPr>
              <p:nvPr/>
            </p:nvSpPr>
            <p:spPr bwMode="auto">
              <a:xfrm>
                <a:off x="278" y="176"/>
                <a:ext cx="236" cy="235"/>
              </a:xfrm>
              <a:prstGeom prst="ellipse">
                <a:avLst/>
              </a:prstGeom>
              <a:gradFill rotWithShape="1">
                <a:gsLst>
                  <a:gs pos="0">
                    <a:srgbClr val="FFFFFF"/>
                  </a:gs>
                  <a:gs pos="100000">
                    <a:srgbClr val="67ABF5">
                      <a:alpha val="0"/>
                    </a:srgbClr>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fontAlgn="base"/>
                <a:endParaRPr lang="zh-CN" altLang="en-US" dirty="0">
                  <a:solidFill>
                    <a:prstClr val="black">
                      <a:lumMod val="85000"/>
                      <a:lumOff val="15000"/>
                    </a:prstClr>
                  </a:solidFill>
                  <a:latin typeface="微软雅黑" pitchFamily="34" charset="-122"/>
                  <a:ea typeface="微软雅黑" pitchFamily="34" charset="-122"/>
                </a:endParaRPr>
              </a:p>
            </p:txBody>
          </p:sp>
        </p:grpSp>
        <p:sp>
          <p:nvSpPr>
            <p:cNvPr id="21" name="Freeform 20"/>
            <p:cNvSpPr>
              <a:spLocks/>
            </p:cNvSpPr>
            <p:nvPr/>
          </p:nvSpPr>
          <p:spPr bwMode="auto">
            <a:xfrm>
              <a:off x="90" y="20"/>
              <a:ext cx="998" cy="331"/>
            </a:xfrm>
            <a:custGeom>
              <a:avLst/>
              <a:gdLst>
                <a:gd name="T0" fmla="*/ 0 w 4756"/>
                <a:gd name="T1" fmla="*/ 1576 h 1576"/>
                <a:gd name="T2" fmla="*/ 50 w 4756"/>
                <a:gd name="T3" fmla="*/ 1462 h 1576"/>
                <a:gd name="T4" fmla="*/ 108 w 4756"/>
                <a:gd name="T5" fmla="*/ 1350 h 1576"/>
                <a:gd name="T6" fmla="*/ 170 w 4756"/>
                <a:gd name="T7" fmla="*/ 1242 h 1576"/>
                <a:gd name="T8" fmla="*/ 238 w 4756"/>
                <a:gd name="T9" fmla="*/ 1138 h 1576"/>
                <a:gd name="T10" fmla="*/ 310 w 4756"/>
                <a:gd name="T11" fmla="*/ 1036 h 1576"/>
                <a:gd name="T12" fmla="*/ 386 w 4756"/>
                <a:gd name="T13" fmla="*/ 940 h 1576"/>
                <a:gd name="T14" fmla="*/ 468 w 4756"/>
                <a:gd name="T15" fmla="*/ 846 h 1576"/>
                <a:gd name="T16" fmla="*/ 552 w 4756"/>
                <a:gd name="T17" fmla="*/ 756 h 1576"/>
                <a:gd name="T18" fmla="*/ 642 w 4756"/>
                <a:gd name="T19" fmla="*/ 670 h 1576"/>
                <a:gd name="T20" fmla="*/ 736 w 4756"/>
                <a:gd name="T21" fmla="*/ 590 h 1576"/>
                <a:gd name="T22" fmla="*/ 834 w 4756"/>
                <a:gd name="T23" fmla="*/ 512 h 1576"/>
                <a:gd name="T24" fmla="*/ 934 w 4756"/>
                <a:gd name="T25" fmla="*/ 440 h 1576"/>
                <a:gd name="T26" fmla="*/ 1040 w 4756"/>
                <a:gd name="T27" fmla="*/ 374 h 1576"/>
                <a:gd name="T28" fmla="*/ 1148 w 4756"/>
                <a:gd name="T29" fmla="*/ 312 h 1576"/>
                <a:gd name="T30" fmla="*/ 1258 w 4756"/>
                <a:gd name="T31" fmla="*/ 254 h 1576"/>
                <a:gd name="T32" fmla="*/ 1374 w 4756"/>
                <a:gd name="T33" fmla="*/ 202 h 1576"/>
                <a:gd name="T34" fmla="*/ 1490 w 4756"/>
                <a:gd name="T35" fmla="*/ 156 h 1576"/>
                <a:gd name="T36" fmla="*/ 1610 w 4756"/>
                <a:gd name="T37" fmla="*/ 116 h 1576"/>
                <a:gd name="T38" fmla="*/ 1732 w 4756"/>
                <a:gd name="T39" fmla="*/ 80 h 1576"/>
                <a:gd name="T40" fmla="*/ 1858 w 4756"/>
                <a:gd name="T41" fmla="*/ 52 h 1576"/>
                <a:gd name="T42" fmla="*/ 1984 w 4756"/>
                <a:gd name="T43" fmla="*/ 30 h 1576"/>
                <a:gd name="T44" fmla="*/ 2114 w 4756"/>
                <a:gd name="T45" fmla="*/ 12 h 1576"/>
                <a:gd name="T46" fmla="*/ 2246 w 4756"/>
                <a:gd name="T47" fmla="*/ 2 h 1576"/>
                <a:gd name="T48" fmla="*/ 2378 w 4756"/>
                <a:gd name="T49" fmla="*/ 0 h 1576"/>
                <a:gd name="T50" fmla="*/ 2510 w 4756"/>
                <a:gd name="T51" fmla="*/ 2 h 1576"/>
                <a:gd name="T52" fmla="*/ 2642 w 4756"/>
                <a:gd name="T53" fmla="*/ 12 h 1576"/>
                <a:gd name="T54" fmla="*/ 2772 w 4756"/>
                <a:gd name="T55" fmla="*/ 30 h 1576"/>
                <a:gd name="T56" fmla="*/ 2898 w 4756"/>
                <a:gd name="T57" fmla="*/ 52 h 1576"/>
                <a:gd name="T58" fmla="*/ 3024 w 4756"/>
                <a:gd name="T59" fmla="*/ 80 h 1576"/>
                <a:gd name="T60" fmla="*/ 3146 w 4756"/>
                <a:gd name="T61" fmla="*/ 116 h 1576"/>
                <a:gd name="T62" fmla="*/ 3266 w 4756"/>
                <a:gd name="T63" fmla="*/ 156 h 1576"/>
                <a:gd name="T64" fmla="*/ 3382 w 4756"/>
                <a:gd name="T65" fmla="*/ 202 h 1576"/>
                <a:gd name="T66" fmla="*/ 3498 w 4756"/>
                <a:gd name="T67" fmla="*/ 254 h 1576"/>
                <a:gd name="T68" fmla="*/ 3608 w 4756"/>
                <a:gd name="T69" fmla="*/ 312 h 1576"/>
                <a:gd name="T70" fmla="*/ 3716 w 4756"/>
                <a:gd name="T71" fmla="*/ 374 h 1576"/>
                <a:gd name="T72" fmla="*/ 3822 w 4756"/>
                <a:gd name="T73" fmla="*/ 440 h 1576"/>
                <a:gd name="T74" fmla="*/ 3922 w 4756"/>
                <a:gd name="T75" fmla="*/ 512 h 1576"/>
                <a:gd name="T76" fmla="*/ 4020 w 4756"/>
                <a:gd name="T77" fmla="*/ 590 h 1576"/>
                <a:gd name="T78" fmla="*/ 4114 w 4756"/>
                <a:gd name="T79" fmla="*/ 670 h 1576"/>
                <a:gd name="T80" fmla="*/ 4204 w 4756"/>
                <a:gd name="T81" fmla="*/ 756 h 1576"/>
                <a:gd name="T82" fmla="*/ 4288 w 4756"/>
                <a:gd name="T83" fmla="*/ 846 h 1576"/>
                <a:gd name="T84" fmla="*/ 4370 w 4756"/>
                <a:gd name="T85" fmla="*/ 940 h 1576"/>
                <a:gd name="T86" fmla="*/ 4446 w 4756"/>
                <a:gd name="T87" fmla="*/ 1036 h 1576"/>
                <a:gd name="T88" fmla="*/ 4518 w 4756"/>
                <a:gd name="T89" fmla="*/ 1138 h 1576"/>
                <a:gd name="T90" fmla="*/ 4586 w 4756"/>
                <a:gd name="T91" fmla="*/ 1242 h 1576"/>
                <a:gd name="T92" fmla="*/ 4648 w 4756"/>
                <a:gd name="T93" fmla="*/ 1350 h 1576"/>
                <a:gd name="T94" fmla="*/ 4706 w 4756"/>
                <a:gd name="T95" fmla="*/ 1462 h 1576"/>
                <a:gd name="T96" fmla="*/ 4756 w 4756"/>
                <a:gd name="T97" fmla="*/ 1576 h 1576"/>
                <a:gd name="T98" fmla="*/ 0 w 4756"/>
                <a:gd name="T99" fmla="*/ 0 h 1576"/>
                <a:gd name="T100" fmla="*/ 4756 w 4756"/>
                <a:gd name="T101" fmla="*/ 1576 h 1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T98" t="T99" r="T100" b="T101"/>
              <a:pathLst>
                <a:path w="4756" h="1576">
                  <a:moveTo>
                    <a:pt x="0" y="1576"/>
                  </a:moveTo>
                  <a:lnTo>
                    <a:pt x="0" y="1576"/>
                  </a:lnTo>
                  <a:lnTo>
                    <a:pt x="24" y="1518"/>
                  </a:lnTo>
                  <a:lnTo>
                    <a:pt x="50" y="1462"/>
                  </a:lnTo>
                  <a:lnTo>
                    <a:pt x="78" y="1406"/>
                  </a:lnTo>
                  <a:lnTo>
                    <a:pt x="108" y="1350"/>
                  </a:lnTo>
                  <a:lnTo>
                    <a:pt x="138" y="1296"/>
                  </a:lnTo>
                  <a:lnTo>
                    <a:pt x="170" y="1242"/>
                  </a:lnTo>
                  <a:lnTo>
                    <a:pt x="204" y="1190"/>
                  </a:lnTo>
                  <a:lnTo>
                    <a:pt x="238" y="1138"/>
                  </a:lnTo>
                  <a:lnTo>
                    <a:pt x="272" y="1086"/>
                  </a:lnTo>
                  <a:lnTo>
                    <a:pt x="310" y="1036"/>
                  </a:lnTo>
                  <a:lnTo>
                    <a:pt x="348" y="988"/>
                  </a:lnTo>
                  <a:lnTo>
                    <a:pt x="386" y="940"/>
                  </a:lnTo>
                  <a:lnTo>
                    <a:pt x="426" y="892"/>
                  </a:lnTo>
                  <a:lnTo>
                    <a:pt x="468" y="846"/>
                  </a:lnTo>
                  <a:lnTo>
                    <a:pt x="510" y="800"/>
                  </a:lnTo>
                  <a:lnTo>
                    <a:pt x="552" y="756"/>
                  </a:lnTo>
                  <a:lnTo>
                    <a:pt x="596" y="712"/>
                  </a:lnTo>
                  <a:lnTo>
                    <a:pt x="642" y="670"/>
                  </a:lnTo>
                  <a:lnTo>
                    <a:pt x="688" y="630"/>
                  </a:lnTo>
                  <a:lnTo>
                    <a:pt x="736" y="590"/>
                  </a:lnTo>
                  <a:lnTo>
                    <a:pt x="784" y="550"/>
                  </a:lnTo>
                  <a:lnTo>
                    <a:pt x="834" y="512"/>
                  </a:lnTo>
                  <a:lnTo>
                    <a:pt x="884" y="476"/>
                  </a:lnTo>
                  <a:lnTo>
                    <a:pt x="934" y="440"/>
                  </a:lnTo>
                  <a:lnTo>
                    <a:pt x="986" y="406"/>
                  </a:lnTo>
                  <a:lnTo>
                    <a:pt x="1040" y="374"/>
                  </a:lnTo>
                  <a:lnTo>
                    <a:pt x="1092" y="342"/>
                  </a:lnTo>
                  <a:lnTo>
                    <a:pt x="1148" y="312"/>
                  </a:lnTo>
                  <a:lnTo>
                    <a:pt x="1202" y="282"/>
                  </a:lnTo>
                  <a:lnTo>
                    <a:pt x="1258" y="254"/>
                  </a:lnTo>
                  <a:lnTo>
                    <a:pt x="1316" y="228"/>
                  </a:lnTo>
                  <a:lnTo>
                    <a:pt x="1374" y="202"/>
                  </a:lnTo>
                  <a:lnTo>
                    <a:pt x="1432" y="178"/>
                  </a:lnTo>
                  <a:lnTo>
                    <a:pt x="1490" y="156"/>
                  </a:lnTo>
                  <a:lnTo>
                    <a:pt x="1550" y="136"/>
                  </a:lnTo>
                  <a:lnTo>
                    <a:pt x="1610" y="116"/>
                  </a:lnTo>
                  <a:lnTo>
                    <a:pt x="1672" y="98"/>
                  </a:lnTo>
                  <a:lnTo>
                    <a:pt x="1732" y="80"/>
                  </a:lnTo>
                  <a:lnTo>
                    <a:pt x="1794" y="66"/>
                  </a:lnTo>
                  <a:lnTo>
                    <a:pt x="1858" y="52"/>
                  </a:lnTo>
                  <a:lnTo>
                    <a:pt x="1922" y="40"/>
                  </a:lnTo>
                  <a:lnTo>
                    <a:pt x="1984" y="30"/>
                  </a:lnTo>
                  <a:lnTo>
                    <a:pt x="2050" y="20"/>
                  </a:lnTo>
                  <a:lnTo>
                    <a:pt x="2114" y="12"/>
                  </a:lnTo>
                  <a:lnTo>
                    <a:pt x="2180" y="8"/>
                  </a:lnTo>
                  <a:lnTo>
                    <a:pt x="2246" y="2"/>
                  </a:lnTo>
                  <a:lnTo>
                    <a:pt x="2312" y="0"/>
                  </a:lnTo>
                  <a:lnTo>
                    <a:pt x="2378" y="0"/>
                  </a:lnTo>
                  <a:lnTo>
                    <a:pt x="2444" y="0"/>
                  </a:lnTo>
                  <a:lnTo>
                    <a:pt x="2510" y="2"/>
                  </a:lnTo>
                  <a:lnTo>
                    <a:pt x="2576" y="8"/>
                  </a:lnTo>
                  <a:lnTo>
                    <a:pt x="2642" y="12"/>
                  </a:lnTo>
                  <a:lnTo>
                    <a:pt x="2706" y="20"/>
                  </a:lnTo>
                  <a:lnTo>
                    <a:pt x="2772" y="30"/>
                  </a:lnTo>
                  <a:lnTo>
                    <a:pt x="2834" y="40"/>
                  </a:lnTo>
                  <a:lnTo>
                    <a:pt x="2898" y="52"/>
                  </a:lnTo>
                  <a:lnTo>
                    <a:pt x="2962" y="66"/>
                  </a:lnTo>
                  <a:lnTo>
                    <a:pt x="3024" y="80"/>
                  </a:lnTo>
                  <a:lnTo>
                    <a:pt x="3084" y="98"/>
                  </a:lnTo>
                  <a:lnTo>
                    <a:pt x="3146" y="116"/>
                  </a:lnTo>
                  <a:lnTo>
                    <a:pt x="3206" y="136"/>
                  </a:lnTo>
                  <a:lnTo>
                    <a:pt x="3266" y="156"/>
                  </a:lnTo>
                  <a:lnTo>
                    <a:pt x="3324" y="178"/>
                  </a:lnTo>
                  <a:lnTo>
                    <a:pt x="3382" y="202"/>
                  </a:lnTo>
                  <a:lnTo>
                    <a:pt x="3440" y="228"/>
                  </a:lnTo>
                  <a:lnTo>
                    <a:pt x="3498" y="254"/>
                  </a:lnTo>
                  <a:lnTo>
                    <a:pt x="3554" y="282"/>
                  </a:lnTo>
                  <a:lnTo>
                    <a:pt x="3608" y="312"/>
                  </a:lnTo>
                  <a:lnTo>
                    <a:pt x="3664" y="342"/>
                  </a:lnTo>
                  <a:lnTo>
                    <a:pt x="3716" y="374"/>
                  </a:lnTo>
                  <a:lnTo>
                    <a:pt x="3770" y="406"/>
                  </a:lnTo>
                  <a:lnTo>
                    <a:pt x="3822" y="440"/>
                  </a:lnTo>
                  <a:lnTo>
                    <a:pt x="3872" y="476"/>
                  </a:lnTo>
                  <a:lnTo>
                    <a:pt x="3922" y="512"/>
                  </a:lnTo>
                  <a:lnTo>
                    <a:pt x="3972" y="550"/>
                  </a:lnTo>
                  <a:lnTo>
                    <a:pt x="4020" y="590"/>
                  </a:lnTo>
                  <a:lnTo>
                    <a:pt x="4068" y="630"/>
                  </a:lnTo>
                  <a:lnTo>
                    <a:pt x="4114" y="670"/>
                  </a:lnTo>
                  <a:lnTo>
                    <a:pt x="4160" y="712"/>
                  </a:lnTo>
                  <a:lnTo>
                    <a:pt x="4204" y="756"/>
                  </a:lnTo>
                  <a:lnTo>
                    <a:pt x="4246" y="800"/>
                  </a:lnTo>
                  <a:lnTo>
                    <a:pt x="4288" y="846"/>
                  </a:lnTo>
                  <a:lnTo>
                    <a:pt x="4330" y="892"/>
                  </a:lnTo>
                  <a:lnTo>
                    <a:pt x="4370" y="940"/>
                  </a:lnTo>
                  <a:lnTo>
                    <a:pt x="4410" y="988"/>
                  </a:lnTo>
                  <a:lnTo>
                    <a:pt x="4446" y="1036"/>
                  </a:lnTo>
                  <a:lnTo>
                    <a:pt x="4484" y="1086"/>
                  </a:lnTo>
                  <a:lnTo>
                    <a:pt x="4518" y="1138"/>
                  </a:lnTo>
                  <a:lnTo>
                    <a:pt x="4552" y="1190"/>
                  </a:lnTo>
                  <a:lnTo>
                    <a:pt x="4586" y="1242"/>
                  </a:lnTo>
                  <a:lnTo>
                    <a:pt x="4618" y="1296"/>
                  </a:lnTo>
                  <a:lnTo>
                    <a:pt x="4648" y="1350"/>
                  </a:lnTo>
                  <a:lnTo>
                    <a:pt x="4678" y="1406"/>
                  </a:lnTo>
                  <a:lnTo>
                    <a:pt x="4706" y="1462"/>
                  </a:lnTo>
                  <a:lnTo>
                    <a:pt x="4732" y="1518"/>
                  </a:lnTo>
                  <a:lnTo>
                    <a:pt x="4756" y="1576"/>
                  </a:lnTo>
                  <a:lnTo>
                    <a:pt x="0" y="1576"/>
                  </a:lnTo>
                  <a:close/>
                </a:path>
              </a:pathLst>
            </a:custGeom>
            <a:gradFill rotWithShape="1">
              <a:gsLst>
                <a:gs pos="0">
                  <a:srgbClr val="FFFFFF"/>
                </a:gs>
                <a:gs pos="100000">
                  <a:srgbClr val="767676">
                    <a:alpha val="0"/>
                  </a:srgb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dirty="0">
                <a:solidFill>
                  <a:prstClr val="black">
                    <a:lumMod val="85000"/>
                    <a:lumOff val="15000"/>
                  </a:prstClr>
                </a:solidFill>
                <a:ea typeface="微软雅黑" pitchFamily="34" charset="-122"/>
              </a:endParaRPr>
            </a:p>
          </p:txBody>
        </p:sp>
      </p:grpSp>
      <p:grpSp>
        <p:nvGrpSpPr>
          <p:cNvPr id="24" name="Group 316"/>
          <p:cNvGrpSpPr>
            <a:grpSpLocks/>
          </p:cNvGrpSpPr>
          <p:nvPr/>
        </p:nvGrpSpPr>
        <p:grpSpPr bwMode="auto">
          <a:xfrm>
            <a:off x="4736009" y="2081405"/>
            <a:ext cx="1608137" cy="1733015"/>
            <a:chOff x="0" y="0"/>
            <a:chExt cx="1212" cy="1387"/>
          </a:xfrm>
        </p:grpSpPr>
        <p:sp>
          <p:nvSpPr>
            <p:cNvPr id="25" name="Oval 22"/>
            <p:cNvSpPr>
              <a:spLocks noChangeArrowheads="1"/>
            </p:cNvSpPr>
            <p:nvPr/>
          </p:nvSpPr>
          <p:spPr bwMode="auto">
            <a:xfrm>
              <a:off x="0" y="885"/>
              <a:ext cx="1212" cy="502"/>
            </a:xfrm>
            <a:prstGeom prst="ellipse">
              <a:avLst/>
            </a:prstGeom>
            <a:gradFill rotWithShape="1">
              <a:gsLst>
                <a:gs pos="0">
                  <a:srgbClr val="000000">
                    <a:alpha val="50000"/>
                  </a:srgbClr>
                </a:gs>
                <a:gs pos="100000">
                  <a:srgbClr val="FFFFFF">
                    <a:alpha val="0"/>
                  </a:srgbClr>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fontAlgn="base"/>
              <a:endParaRPr lang="zh-CN" altLang="en-US" dirty="0">
                <a:solidFill>
                  <a:prstClr val="black">
                    <a:lumMod val="85000"/>
                    <a:lumOff val="15000"/>
                  </a:prstClr>
                </a:solidFill>
                <a:latin typeface="微软雅黑" pitchFamily="34" charset="-122"/>
                <a:ea typeface="微软雅黑" pitchFamily="34" charset="-122"/>
              </a:endParaRPr>
            </a:p>
          </p:txBody>
        </p:sp>
        <p:grpSp>
          <p:nvGrpSpPr>
            <p:cNvPr id="26" name="Group 318"/>
            <p:cNvGrpSpPr>
              <a:grpSpLocks/>
            </p:cNvGrpSpPr>
            <p:nvPr/>
          </p:nvGrpSpPr>
          <p:grpSpPr bwMode="auto">
            <a:xfrm>
              <a:off x="10" y="0"/>
              <a:ext cx="1170" cy="1166"/>
              <a:chOff x="0" y="0"/>
              <a:chExt cx="1406" cy="1402"/>
            </a:xfrm>
          </p:grpSpPr>
          <p:sp>
            <p:nvSpPr>
              <p:cNvPr id="28" name="Oval 24"/>
              <p:cNvSpPr>
                <a:spLocks noChangeArrowheads="1"/>
              </p:cNvSpPr>
              <p:nvPr/>
            </p:nvSpPr>
            <p:spPr bwMode="auto">
              <a:xfrm>
                <a:off x="-1" y="0"/>
                <a:ext cx="1406" cy="1402"/>
              </a:xfrm>
              <a:prstGeom prst="ellipse">
                <a:avLst/>
              </a:prstGeom>
              <a:gradFill rotWithShape="1">
                <a:gsLst>
                  <a:gs pos="0">
                    <a:srgbClr val="E1E1E1"/>
                  </a:gs>
                  <a:gs pos="100000">
                    <a:srgbClr val="B2B2B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fontAlgn="base"/>
                <a:endParaRPr lang="zh-CN" altLang="en-US" dirty="0">
                  <a:solidFill>
                    <a:prstClr val="black">
                      <a:lumMod val="85000"/>
                      <a:lumOff val="15000"/>
                    </a:prstClr>
                  </a:solidFill>
                  <a:latin typeface="微软雅黑" pitchFamily="34" charset="-122"/>
                  <a:ea typeface="微软雅黑" pitchFamily="34" charset="-122"/>
                </a:endParaRPr>
              </a:p>
            </p:txBody>
          </p:sp>
          <p:sp>
            <p:nvSpPr>
              <p:cNvPr id="29" name="Oval 25"/>
              <p:cNvSpPr>
                <a:spLocks noChangeArrowheads="1"/>
              </p:cNvSpPr>
              <p:nvPr/>
            </p:nvSpPr>
            <p:spPr bwMode="auto">
              <a:xfrm>
                <a:off x="278" y="176"/>
                <a:ext cx="236" cy="235"/>
              </a:xfrm>
              <a:prstGeom prst="ellipse">
                <a:avLst/>
              </a:prstGeom>
              <a:gradFill rotWithShape="1">
                <a:gsLst>
                  <a:gs pos="0">
                    <a:srgbClr val="FFFFFF"/>
                  </a:gs>
                  <a:gs pos="100000">
                    <a:srgbClr val="67ABF5">
                      <a:alpha val="0"/>
                    </a:srgbClr>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fontAlgn="base"/>
                <a:endParaRPr lang="zh-CN" altLang="en-US" dirty="0">
                  <a:solidFill>
                    <a:prstClr val="black">
                      <a:lumMod val="85000"/>
                      <a:lumOff val="15000"/>
                    </a:prstClr>
                  </a:solidFill>
                  <a:latin typeface="微软雅黑" pitchFamily="34" charset="-122"/>
                  <a:ea typeface="微软雅黑" pitchFamily="34" charset="-122"/>
                </a:endParaRPr>
              </a:p>
            </p:txBody>
          </p:sp>
        </p:grpSp>
        <p:sp>
          <p:nvSpPr>
            <p:cNvPr id="27" name="Freeform 26"/>
            <p:cNvSpPr>
              <a:spLocks/>
            </p:cNvSpPr>
            <p:nvPr/>
          </p:nvSpPr>
          <p:spPr bwMode="auto">
            <a:xfrm>
              <a:off x="90" y="20"/>
              <a:ext cx="998" cy="331"/>
            </a:xfrm>
            <a:custGeom>
              <a:avLst/>
              <a:gdLst>
                <a:gd name="T0" fmla="*/ 0 w 4756"/>
                <a:gd name="T1" fmla="*/ 1576 h 1576"/>
                <a:gd name="T2" fmla="*/ 50 w 4756"/>
                <a:gd name="T3" fmla="*/ 1462 h 1576"/>
                <a:gd name="T4" fmla="*/ 108 w 4756"/>
                <a:gd name="T5" fmla="*/ 1350 h 1576"/>
                <a:gd name="T6" fmla="*/ 170 w 4756"/>
                <a:gd name="T7" fmla="*/ 1242 h 1576"/>
                <a:gd name="T8" fmla="*/ 238 w 4756"/>
                <a:gd name="T9" fmla="*/ 1138 h 1576"/>
                <a:gd name="T10" fmla="*/ 310 w 4756"/>
                <a:gd name="T11" fmla="*/ 1036 h 1576"/>
                <a:gd name="T12" fmla="*/ 386 w 4756"/>
                <a:gd name="T13" fmla="*/ 940 h 1576"/>
                <a:gd name="T14" fmla="*/ 468 w 4756"/>
                <a:gd name="T15" fmla="*/ 846 h 1576"/>
                <a:gd name="T16" fmla="*/ 552 w 4756"/>
                <a:gd name="T17" fmla="*/ 756 h 1576"/>
                <a:gd name="T18" fmla="*/ 642 w 4756"/>
                <a:gd name="T19" fmla="*/ 670 h 1576"/>
                <a:gd name="T20" fmla="*/ 736 w 4756"/>
                <a:gd name="T21" fmla="*/ 590 h 1576"/>
                <a:gd name="T22" fmla="*/ 834 w 4756"/>
                <a:gd name="T23" fmla="*/ 512 h 1576"/>
                <a:gd name="T24" fmla="*/ 934 w 4756"/>
                <a:gd name="T25" fmla="*/ 440 h 1576"/>
                <a:gd name="T26" fmla="*/ 1040 w 4756"/>
                <a:gd name="T27" fmla="*/ 374 h 1576"/>
                <a:gd name="T28" fmla="*/ 1148 w 4756"/>
                <a:gd name="T29" fmla="*/ 312 h 1576"/>
                <a:gd name="T30" fmla="*/ 1258 w 4756"/>
                <a:gd name="T31" fmla="*/ 254 h 1576"/>
                <a:gd name="T32" fmla="*/ 1374 w 4756"/>
                <a:gd name="T33" fmla="*/ 202 h 1576"/>
                <a:gd name="T34" fmla="*/ 1490 w 4756"/>
                <a:gd name="T35" fmla="*/ 156 h 1576"/>
                <a:gd name="T36" fmla="*/ 1610 w 4756"/>
                <a:gd name="T37" fmla="*/ 116 h 1576"/>
                <a:gd name="T38" fmla="*/ 1732 w 4756"/>
                <a:gd name="T39" fmla="*/ 80 h 1576"/>
                <a:gd name="T40" fmla="*/ 1858 w 4756"/>
                <a:gd name="T41" fmla="*/ 52 h 1576"/>
                <a:gd name="T42" fmla="*/ 1984 w 4756"/>
                <a:gd name="T43" fmla="*/ 30 h 1576"/>
                <a:gd name="T44" fmla="*/ 2114 w 4756"/>
                <a:gd name="T45" fmla="*/ 12 h 1576"/>
                <a:gd name="T46" fmla="*/ 2246 w 4756"/>
                <a:gd name="T47" fmla="*/ 2 h 1576"/>
                <a:gd name="T48" fmla="*/ 2378 w 4756"/>
                <a:gd name="T49" fmla="*/ 0 h 1576"/>
                <a:gd name="T50" fmla="*/ 2510 w 4756"/>
                <a:gd name="T51" fmla="*/ 2 h 1576"/>
                <a:gd name="T52" fmla="*/ 2642 w 4756"/>
                <a:gd name="T53" fmla="*/ 12 h 1576"/>
                <a:gd name="T54" fmla="*/ 2772 w 4756"/>
                <a:gd name="T55" fmla="*/ 30 h 1576"/>
                <a:gd name="T56" fmla="*/ 2898 w 4756"/>
                <a:gd name="T57" fmla="*/ 52 h 1576"/>
                <a:gd name="T58" fmla="*/ 3024 w 4756"/>
                <a:gd name="T59" fmla="*/ 80 h 1576"/>
                <a:gd name="T60" fmla="*/ 3146 w 4756"/>
                <a:gd name="T61" fmla="*/ 116 h 1576"/>
                <a:gd name="T62" fmla="*/ 3266 w 4756"/>
                <a:gd name="T63" fmla="*/ 156 h 1576"/>
                <a:gd name="T64" fmla="*/ 3382 w 4756"/>
                <a:gd name="T65" fmla="*/ 202 h 1576"/>
                <a:gd name="T66" fmla="*/ 3498 w 4756"/>
                <a:gd name="T67" fmla="*/ 254 h 1576"/>
                <a:gd name="T68" fmla="*/ 3608 w 4756"/>
                <a:gd name="T69" fmla="*/ 312 h 1576"/>
                <a:gd name="T70" fmla="*/ 3716 w 4756"/>
                <a:gd name="T71" fmla="*/ 374 h 1576"/>
                <a:gd name="T72" fmla="*/ 3822 w 4756"/>
                <a:gd name="T73" fmla="*/ 440 h 1576"/>
                <a:gd name="T74" fmla="*/ 3922 w 4756"/>
                <a:gd name="T75" fmla="*/ 512 h 1576"/>
                <a:gd name="T76" fmla="*/ 4020 w 4756"/>
                <a:gd name="T77" fmla="*/ 590 h 1576"/>
                <a:gd name="T78" fmla="*/ 4114 w 4756"/>
                <a:gd name="T79" fmla="*/ 670 h 1576"/>
                <a:gd name="T80" fmla="*/ 4204 w 4756"/>
                <a:gd name="T81" fmla="*/ 756 h 1576"/>
                <a:gd name="T82" fmla="*/ 4288 w 4756"/>
                <a:gd name="T83" fmla="*/ 846 h 1576"/>
                <a:gd name="T84" fmla="*/ 4370 w 4756"/>
                <a:gd name="T85" fmla="*/ 940 h 1576"/>
                <a:gd name="T86" fmla="*/ 4446 w 4756"/>
                <a:gd name="T87" fmla="*/ 1036 h 1576"/>
                <a:gd name="T88" fmla="*/ 4518 w 4756"/>
                <a:gd name="T89" fmla="*/ 1138 h 1576"/>
                <a:gd name="T90" fmla="*/ 4586 w 4756"/>
                <a:gd name="T91" fmla="*/ 1242 h 1576"/>
                <a:gd name="T92" fmla="*/ 4648 w 4756"/>
                <a:gd name="T93" fmla="*/ 1350 h 1576"/>
                <a:gd name="T94" fmla="*/ 4706 w 4756"/>
                <a:gd name="T95" fmla="*/ 1462 h 1576"/>
                <a:gd name="T96" fmla="*/ 4756 w 4756"/>
                <a:gd name="T97" fmla="*/ 1576 h 1576"/>
                <a:gd name="T98" fmla="*/ 0 w 4756"/>
                <a:gd name="T99" fmla="*/ 0 h 1576"/>
                <a:gd name="T100" fmla="*/ 4756 w 4756"/>
                <a:gd name="T101" fmla="*/ 1576 h 1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T98" t="T99" r="T100" b="T101"/>
              <a:pathLst>
                <a:path w="4756" h="1576">
                  <a:moveTo>
                    <a:pt x="0" y="1576"/>
                  </a:moveTo>
                  <a:lnTo>
                    <a:pt x="0" y="1576"/>
                  </a:lnTo>
                  <a:lnTo>
                    <a:pt x="24" y="1518"/>
                  </a:lnTo>
                  <a:lnTo>
                    <a:pt x="50" y="1462"/>
                  </a:lnTo>
                  <a:lnTo>
                    <a:pt x="78" y="1406"/>
                  </a:lnTo>
                  <a:lnTo>
                    <a:pt x="108" y="1350"/>
                  </a:lnTo>
                  <a:lnTo>
                    <a:pt x="138" y="1296"/>
                  </a:lnTo>
                  <a:lnTo>
                    <a:pt x="170" y="1242"/>
                  </a:lnTo>
                  <a:lnTo>
                    <a:pt x="204" y="1190"/>
                  </a:lnTo>
                  <a:lnTo>
                    <a:pt x="238" y="1138"/>
                  </a:lnTo>
                  <a:lnTo>
                    <a:pt x="272" y="1086"/>
                  </a:lnTo>
                  <a:lnTo>
                    <a:pt x="310" y="1036"/>
                  </a:lnTo>
                  <a:lnTo>
                    <a:pt x="348" y="988"/>
                  </a:lnTo>
                  <a:lnTo>
                    <a:pt x="386" y="940"/>
                  </a:lnTo>
                  <a:lnTo>
                    <a:pt x="426" y="892"/>
                  </a:lnTo>
                  <a:lnTo>
                    <a:pt x="468" y="846"/>
                  </a:lnTo>
                  <a:lnTo>
                    <a:pt x="510" y="800"/>
                  </a:lnTo>
                  <a:lnTo>
                    <a:pt x="552" y="756"/>
                  </a:lnTo>
                  <a:lnTo>
                    <a:pt x="596" y="712"/>
                  </a:lnTo>
                  <a:lnTo>
                    <a:pt x="642" y="670"/>
                  </a:lnTo>
                  <a:lnTo>
                    <a:pt x="688" y="630"/>
                  </a:lnTo>
                  <a:lnTo>
                    <a:pt x="736" y="590"/>
                  </a:lnTo>
                  <a:lnTo>
                    <a:pt x="784" y="550"/>
                  </a:lnTo>
                  <a:lnTo>
                    <a:pt x="834" y="512"/>
                  </a:lnTo>
                  <a:lnTo>
                    <a:pt x="884" y="476"/>
                  </a:lnTo>
                  <a:lnTo>
                    <a:pt x="934" y="440"/>
                  </a:lnTo>
                  <a:lnTo>
                    <a:pt x="986" y="406"/>
                  </a:lnTo>
                  <a:lnTo>
                    <a:pt x="1040" y="374"/>
                  </a:lnTo>
                  <a:lnTo>
                    <a:pt x="1092" y="342"/>
                  </a:lnTo>
                  <a:lnTo>
                    <a:pt x="1148" y="312"/>
                  </a:lnTo>
                  <a:lnTo>
                    <a:pt x="1202" y="282"/>
                  </a:lnTo>
                  <a:lnTo>
                    <a:pt x="1258" y="254"/>
                  </a:lnTo>
                  <a:lnTo>
                    <a:pt x="1316" y="228"/>
                  </a:lnTo>
                  <a:lnTo>
                    <a:pt x="1374" y="202"/>
                  </a:lnTo>
                  <a:lnTo>
                    <a:pt x="1432" y="178"/>
                  </a:lnTo>
                  <a:lnTo>
                    <a:pt x="1490" y="156"/>
                  </a:lnTo>
                  <a:lnTo>
                    <a:pt x="1550" y="136"/>
                  </a:lnTo>
                  <a:lnTo>
                    <a:pt x="1610" y="116"/>
                  </a:lnTo>
                  <a:lnTo>
                    <a:pt x="1672" y="98"/>
                  </a:lnTo>
                  <a:lnTo>
                    <a:pt x="1732" y="80"/>
                  </a:lnTo>
                  <a:lnTo>
                    <a:pt x="1794" y="66"/>
                  </a:lnTo>
                  <a:lnTo>
                    <a:pt x="1858" y="52"/>
                  </a:lnTo>
                  <a:lnTo>
                    <a:pt x="1922" y="40"/>
                  </a:lnTo>
                  <a:lnTo>
                    <a:pt x="1984" y="30"/>
                  </a:lnTo>
                  <a:lnTo>
                    <a:pt x="2050" y="20"/>
                  </a:lnTo>
                  <a:lnTo>
                    <a:pt x="2114" y="12"/>
                  </a:lnTo>
                  <a:lnTo>
                    <a:pt x="2180" y="8"/>
                  </a:lnTo>
                  <a:lnTo>
                    <a:pt x="2246" y="2"/>
                  </a:lnTo>
                  <a:lnTo>
                    <a:pt x="2312" y="0"/>
                  </a:lnTo>
                  <a:lnTo>
                    <a:pt x="2378" y="0"/>
                  </a:lnTo>
                  <a:lnTo>
                    <a:pt x="2444" y="0"/>
                  </a:lnTo>
                  <a:lnTo>
                    <a:pt x="2510" y="2"/>
                  </a:lnTo>
                  <a:lnTo>
                    <a:pt x="2576" y="8"/>
                  </a:lnTo>
                  <a:lnTo>
                    <a:pt x="2642" y="12"/>
                  </a:lnTo>
                  <a:lnTo>
                    <a:pt x="2706" y="20"/>
                  </a:lnTo>
                  <a:lnTo>
                    <a:pt x="2772" y="30"/>
                  </a:lnTo>
                  <a:lnTo>
                    <a:pt x="2834" y="40"/>
                  </a:lnTo>
                  <a:lnTo>
                    <a:pt x="2898" y="52"/>
                  </a:lnTo>
                  <a:lnTo>
                    <a:pt x="2962" y="66"/>
                  </a:lnTo>
                  <a:lnTo>
                    <a:pt x="3024" y="80"/>
                  </a:lnTo>
                  <a:lnTo>
                    <a:pt x="3084" y="98"/>
                  </a:lnTo>
                  <a:lnTo>
                    <a:pt x="3146" y="116"/>
                  </a:lnTo>
                  <a:lnTo>
                    <a:pt x="3206" y="136"/>
                  </a:lnTo>
                  <a:lnTo>
                    <a:pt x="3266" y="156"/>
                  </a:lnTo>
                  <a:lnTo>
                    <a:pt x="3324" y="178"/>
                  </a:lnTo>
                  <a:lnTo>
                    <a:pt x="3382" y="202"/>
                  </a:lnTo>
                  <a:lnTo>
                    <a:pt x="3440" y="228"/>
                  </a:lnTo>
                  <a:lnTo>
                    <a:pt x="3498" y="254"/>
                  </a:lnTo>
                  <a:lnTo>
                    <a:pt x="3554" y="282"/>
                  </a:lnTo>
                  <a:lnTo>
                    <a:pt x="3608" y="312"/>
                  </a:lnTo>
                  <a:lnTo>
                    <a:pt x="3664" y="342"/>
                  </a:lnTo>
                  <a:lnTo>
                    <a:pt x="3716" y="374"/>
                  </a:lnTo>
                  <a:lnTo>
                    <a:pt x="3770" y="406"/>
                  </a:lnTo>
                  <a:lnTo>
                    <a:pt x="3822" y="440"/>
                  </a:lnTo>
                  <a:lnTo>
                    <a:pt x="3872" y="476"/>
                  </a:lnTo>
                  <a:lnTo>
                    <a:pt x="3922" y="512"/>
                  </a:lnTo>
                  <a:lnTo>
                    <a:pt x="3972" y="550"/>
                  </a:lnTo>
                  <a:lnTo>
                    <a:pt x="4020" y="590"/>
                  </a:lnTo>
                  <a:lnTo>
                    <a:pt x="4068" y="630"/>
                  </a:lnTo>
                  <a:lnTo>
                    <a:pt x="4114" y="670"/>
                  </a:lnTo>
                  <a:lnTo>
                    <a:pt x="4160" y="712"/>
                  </a:lnTo>
                  <a:lnTo>
                    <a:pt x="4204" y="756"/>
                  </a:lnTo>
                  <a:lnTo>
                    <a:pt x="4246" y="800"/>
                  </a:lnTo>
                  <a:lnTo>
                    <a:pt x="4288" y="846"/>
                  </a:lnTo>
                  <a:lnTo>
                    <a:pt x="4330" y="892"/>
                  </a:lnTo>
                  <a:lnTo>
                    <a:pt x="4370" y="940"/>
                  </a:lnTo>
                  <a:lnTo>
                    <a:pt x="4410" y="988"/>
                  </a:lnTo>
                  <a:lnTo>
                    <a:pt x="4446" y="1036"/>
                  </a:lnTo>
                  <a:lnTo>
                    <a:pt x="4484" y="1086"/>
                  </a:lnTo>
                  <a:lnTo>
                    <a:pt x="4518" y="1138"/>
                  </a:lnTo>
                  <a:lnTo>
                    <a:pt x="4552" y="1190"/>
                  </a:lnTo>
                  <a:lnTo>
                    <a:pt x="4586" y="1242"/>
                  </a:lnTo>
                  <a:lnTo>
                    <a:pt x="4618" y="1296"/>
                  </a:lnTo>
                  <a:lnTo>
                    <a:pt x="4648" y="1350"/>
                  </a:lnTo>
                  <a:lnTo>
                    <a:pt x="4678" y="1406"/>
                  </a:lnTo>
                  <a:lnTo>
                    <a:pt x="4706" y="1462"/>
                  </a:lnTo>
                  <a:lnTo>
                    <a:pt x="4732" y="1518"/>
                  </a:lnTo>
                  <a:lnTo>
                    <a:pt x="4756" y="1576"/>
                  </a:lnTo>
                  <a:lnTo>
                    <a:pt x="0" y="1576"/>
                  </a:lnTo>
                  <a:close/>
                </a:path>
              </a:pathLst>
            </a:custGeom>
            <a:gradFill rotWithShape="1">
              <a:gsLst>
                <a:gs pos="0">
                  <a:srgbClr val="FFFFFF"/>
                </a:gs>
                <a:gs pos="100000">
                  <a:srgbClr val="767676">
                    <a:alpha val="0"/>
                  </a:srgb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dirty="0">
                <a:solidFill>
                  <a:prstClr val="black">
                    <a:lumMod val="85000"/>
                    <a:lumOff val="15000"/>
                  </a:prstClr>
                </a:solidFill>
                <a:ea typeface="微软雅黑" pitchFamily="34" charset="-122"/>
              </a:endParaRPr>
            </a:p>
          </p:txBody>
        </p:sp>
      </p:grpSp>
      <p:sp>
        <p:nvSpPr>
          <p:cNvPr id="30" name="Oval 27"/>
          <p:cNvSpPr>
            <a:spLocks noChangeArrowheads="1"/>
          </p:cNvSpPr>
          <p:nvPr/>
        </p:nvSpPr>
        <p:spPr bwMode="auto">
          <a:xfrm>
            <a:off x="5367833" y="3625566"/>
            <a:ext cx="1960562" cy="764939"/>
          </a:xfrm>
          <a:prstGeom prst="ellipse">
            <a:avLst/>
          </a:prstGeom>
          <a:gradFill rotWithShape="1">
            <a:gsLst>
              <a:gs pos="0">
                <a:srgbClr val="000000">
                  <a:alpha val="50000"/>
                </a:srgbClr>
              </a:gs>
              <a:gs pos="100000">
                <a:srgbClr val="FFFFFF">
                  <a:alpha val="0"/>
                </a:srgbClr>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fontAlgn="base"/>
            <a:endParaRPr lang="zh-CN" altLang="en-US" dirty="0">
              <a:solidFill>
                <a:prstClr val="black">
                  <a:lumMod val="85000"/>
                  <a:lumOff val="15000"/>
                </a:prstClr>
              </a:solidFill>
              <a:latin typeface="微软雅黑" pitchFamily="34" charset="-122"/>
              <a:ea typeface="微软雅黑" pitchFamily="34" charset="-122"/>
            </a:endParaRPr>
          </a:p>
        </p:txBody>
      </p:sp>
      <p:grpSp>
        <p:nvGrpSpPr>
          <p:cNvPr id="31" name="Group 323"/>
          <p:cNvGrpSpPr>
            <a:grpSpLocks/>
          </p:cNvGrpSpPr>
          <p:nvPr/>
        </p:nvGrpSpPr>
        <p:grpSpPr bwMode="auto">
          <a:xfrm>
            <a:off x="5383708" y="2552747"/>
            <a:ext cx="1892300" cy="1775864"/>
            <a:chOff x="0" y="0"/>
            <a:chExt cx="1192" cy="1187"/>
          </a:xfrm>
        </p:grpSpPr>
        <p:grpSp>
          <p:nvGrpSpPr>
            <p:cNvPr id="32" name="Group 324"/>
            <p:cNvGrpSpPr>
              <a:grpSpLocks/>
            </p:cNvGrpSpPr>
            <p:nvPr/>
          </p:nvGrpSpPr>
          <p:grpSpPr bwMode="auto">
            <a:xfrm>
              <a:off x="0" y="0"/>
              <a:ext cx="1192" cy="1187"/>
              <a:chOff x="0" y="0"/>
              <a:chExt cx="1406" cy="1402"/>
            </a:xfrm>
          </p:grpSpPr>
          <p:sp>
            <p:nvSpPr>
              <p:cNvPr id="35" name="Oval 30"/>
              <p:cNvSpPr>
                <a:spLocks noChangeArrowheads="1"/>
              </p:cNvSpPr>
              <p:nvPr/>
            </p:nvSpPr>
            <p:spPr bwMode="auto">
              <a:xfrm>
                <a:off x="0" y="0"/>
                <a:ext cx="1406" cy="1402"/>
              </a:xfrm>
              <a:prstGeom prst="ellipse">
                <a:avLst/>
              </a:prstGeom>
              <a:solidFill>
                <a:srgbClr val="054487"/>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fontAlgn="base"/>
                <a:endParaRPr lang="zh-CN" altLang="en-US" dirty="0">
                  <a:solidFill>
                    <a:prstClr val="black">
                      <a:lumMod val="85000"/>
                      <a:lumOff val="15000"/>
                    </a:prstClr>
                  </a:solidFill>
                  <a:latin typeface="微软雅黑" pitchFamily="34" charset="-122"/>
                  <a:ea typeface="微软雅黑" pitchFamily="34" charset="-122"/>
                </a:endParaRPr>
              </a:p>
            </p:txBody>
          </p:sp>
          <p:sp>
            <p:nvSpPr>
              <p:cNvPr id="36" name="Oval 31"/>
              <p:cNvSpPr>
                <a:spLocks noChangeArrowheads="1"/>
              </p:cNvSpPr>
              <p:nvPr/>
            </p:nvSpPr>
            <p:spPr bwMode="auto">
              <a:xfrm>
                <a:off x="278" y="176"/>
                <a:ext cx="236" cy="235"/>
              </a:xfrm>
              <a:prstGeom prst="ellipse">
                <a:avLst/>
              </a:prstGeom>
              <a:gradFill rotWithShape="1">
                <a:gsLst>
                  <a:gs pos="0">
                    <a:srgbClr val="FFFFFF"/>
                  </a:gs>
                  <a:gs pos="100000">
                    <a:srgbClr val="67ABF5">
                      <a:alpha val="0"/>
                    </a:srgbClr>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fontAlgn="base"/>
                <a:endParaRPr lang="zh-CN" altLang="en-US" dirty="0">
                  <a:solidFill>
                    <a:prstClr val="black">
                      <a:lumMod val="85000"/>
                      <a:lumOff val="15000"/>
                    </a:prstClr>
                  </a:solidFill>
                  <a:latin typeface="微软雅黑" pitchFamily="34" charset="-122"/>
                  <a:ea typeface="微软雅黑" pitchFamily="34" charset="-122"/>
                </a:endParaRPr>
              </a:p>
            </p:txBody>
          </p:sp>
        </p:grpSp>
        <p:sp>
          <p:nvSpPr>
            <p:cNvPr id="33" name="Text Box 32"/>
            <p:cNvSpPr txBox="1">
              <a:spLocks noChangeArrowheads="1"/>
            </p:cNvSpPr>
            <p:nvPr/>
          </p:nvSpPr>
          <p:spPr bwMode="auto">
            <a:xfrm>
              <a:off x="211" y="370"/>
              <a:ext cx="767" cy="4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fontAlgn="base">
                <a:defRPr>
                  <a:solidFill>
                    <a:schemeClr val="tx1"/>
                  </a:solidFill>
                  <a:latin typeface="Arial" charset="0"/>
                </a:defRPr>
              </a:lvl1pPr>
              <a:lvl2pPr marL="742950" indent="-285750" algn="l" fontAlgn="base">
                <a:defRPr>
                  <a:solidFill>
                    <a:schemeClr val="tx1"/>
                  </a:solidFill>
                  <a:latin typeface="Arial" charset="0"/>
                </a:defRPr>
              </a:lvl2pPr>
              <a:lvl3pPr marL="1143000" indent="-228600" algn="l" fontAlgn="base">
                <a:defRPr>
                  <a:solidFill>
                    <a:schemeClr val="tx1"/>
                  </a:solidFill>
                  <a:latin typeface="Arial" charset="0"/>
                </a:defRPr>
              </a:lvl3pPr>
              <a:lvl4pPr marL="1600200" indent="-228600" algn="l" fontAlgn="base">
                <a:defRPr>
                  <a:solidFill>
                    <a:schemeClr val="tx1"/>
                  </a:solidFill>
                  <a:latin typeface="Arial" charset="0"/>
                </a:defRPr>
              </a:lvl4pPr>
              <a:lvl5pPr marL="2057400" indent="-228600" algn="l" fontAlgn="base">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lgn="ctr"/>
              <a:r>
                <a:rPr lang="zh-CN" altLang="en-US" sz="2000" b="1" dirty="0">
                  <a:solidFill>
                    <a:prstClr val="white"/>
                  </a:solidFill>
                  <a:latin typeface="微软雅黑" pitchFamily="34" charset="-122"/>
                  <a:ea typeface="微软雅黑" pitchFamily="34" charset="-122"/>
                </a:rPr>
                <a:t>单击此处</a:t>
              </a:r>
            </a:p>
            <a:p>
              <a:pPr algn="ctr"/>
              <a:r>
                <a:rPr lang="zh-CN" altLang="en-US" sz="2000" b="1" dirty="0">
                  <a:solidFill>
                    <a:prstClr val="white"/>
                  </a:solidFill>
                  <a:latin typeface="微软雅黑" pitchFamily="34" charset="-122"/>
                  <a:ea typeface="微软雅黑" pitchFamily="34" charset="-122"/>
                </a:rPr>
                <a:t>添加文字</a:t>
              </a:r>
            </a:p>
          </p:txBody>
        </p:sp>
        <p:sp>
          <p:nvSpPr>
            <p:cNvPr id="34" name="Freeform 33"/>
            <p:cNvSpPr>
              <a:spLocks/>
            </p:cNvSpPr>
            <p:nvPr/>
          </p:nvSpPr>
          <p:spPr bwMode="auto">
            <a:xfrm>
              <a:off x="82" y="20"/>
              <a:ext cx="1017" cy="337"/>
            </a:xfrm>
            <a:custGeom>
              <a:avLst/>
              <a:gdLst>
                <a:gd name="T0" fmla="*/ 0 w 4756"/>
                <a:gd name="T1" fmla="*/ 1576 h 1576"/>
                <a:gd name="T2" fmla="*/ 50 w 4756"/>
                <a:gd name="T3" fmla="*/ 1462 h 1576"/>
                <a:gd name="T4" fmla="*/ 108 w 4756"/>
                <a:gd name="T5" fmla="*/ 1350 h 1576"/>
                <a:gd name="T6" fmla="*/ 170 w 4756"/>
                <a:gd name="T7" fmla="*/ 1242 h 1576"/>
                <a:gd name="T8" fmla="*/ 238 w 4756"/>
                <a:gd name="T9" fmla="*/ 1138 h 1576"/>
                <a:gd name="T10" fmla="*/ 310 w 4756"/>
                <a:gd name="T11" fmla="*/ 1036 h 1576"/>
                <a:gd name="T12" fmla="*/ 386 w 4756"/>
                <a:gd name="T13" fmla="*/ 940 h 1576"/>
                <a:gd name="T14" fmla="*/ 468 w 4756"/>
                <a:gd name="T15" fmla="*/ 846 h 1576"/>
                <a:gd name="T16" fmla="*/ 552 w 4756"/>
                <a:gd name="T17" fmla="*/ 756 h 1576"/>
                <a:gd name="T18" fmla="*/ 642 w 4756"/>
                <a:gd name="T19" fmla="*/ 670 h 1576"/>
                <a:gd name="T20" fmla="*/ 736 w 4756"/>
                <a:gd name="T21" fmla="*/ 590 h 1576"/>
                <a:gd name="T22" fmla="*/ 834 w 4756"/>
                <a:gd name="T23" fmla="*/ 512 h 1576"/>
                <a:gd name="T24" fmla="*/ 934 w 4756"/>
                <a:gd name="T25" fmla="*/ 440 h 1576"/>
                <a:gd name="T26" fmla="*/ 1040 w 4756"/>
                <a:gd name="T27" fmla="*/ 374 h 1576"/>
                <a:gd name="T28" fmla="*/ 1148 w 4756"/>
                <a:gd name="T29" fmla="*/ 312 h 1576"/>
                <a:gd name="T30" fmla="*/ 1258 w 4756"/>
                <a:gd name="T31" fmla="*/ 254 h 1576"/>
                <a:gd name="T32" fmla="*/ 1374 w 4756"/>
                <a:gd name="T33" fmla="*/ 202 h 1576"/>
                <a:gd name="T34" fmla="*/ 1490 w 4756"/>
                <a:gd name="T35" fmla="*/ 156 h 1576"/>
                <a:gd name="T36" fmla="*/ 1610 w 4756"/>
                <a:gd name="T37" fmla="*/ 116 h 1576"/>
                <a:gd name="T38" fmla="*/ 1732 w 4756"/>
                <a:gd name="T39" fmla="*/ 80 h 1576"/>
                <a:gd name="T40" fmla="*/ 1858 w 4756"/>
                <a:gd name="T41" fmla="*/ 52 h 1576"/>
                <a:gd name="T42" fmla="*/ 1984 w 4756"/>
                <a:gd name="T43" fmla="*/ 30 h 1576"/>
                <a:gd name="T44" fmla="*/ 2114 w 4756"/>
                <a:gd name="T45" fmla="*/ 12 h 1576"/>
                <a:gd name="T46" fmla="*/ 2246 w 4756"/>
                <a:gd name="T47" fmla="*/ 2 h 1576"/>
                <a:gd name="T48" fmla="*/ 2378 w 4756"/>
                <a:gd name="T49" fmla="*/ 0 h 1576"/>
                <a:gd name="T50" fmla="*/ 2510 w 4756"/>
                <a:gd name="T51" fmla="*/ 2 h 1576"/>
                <a:gd name="T52" fmla="*/ 2642 w 4756"/>
                <a:gd name="T53" fmla="*/ 12 h 1576"/>
                <a:gd name="T54" fmla="*/ 2772 w 4756"/>
                <a:gd name="T55" fmla="*/ 30 h 1576"/>
                <a:gd name="T56" fmla="*/ 2898 w 4756"/>
                <a:gd name="T57" fmla="*/ 52 h 1576"/>
                <a:gd name="T58" fmla="*/ 3024 w 4756"/>
                <a:gd name="T59" fmla="*/ 80 h 1576"/>
                <a:gd name="T60" fmla="*/ 3146 w 4756"/>
                <a:gd name="T61" fmla="*/ 116 h 1576"/>
                <a:gd name="T62" fmla="*/ 3266 w 4756"/>
                <a:gd name="T63" fmla="*/ 156 h 1576"/>
                <a:gd name="T64" fmla="*/ 3382 w 4756"/>
                <a:gd name="T65" fmla="*/ 202 h 1576"/>
                <a:gd name="T66" fmla="*/ 3498 w 4756"/>
                <a:gd name="T67" fmla="*/ 254 h 1576"/>
                <a:gd name="T68" fmla="*/ 3608 w 4756"/>
                <a:gd name="T69" fmla="*/ 312 h 1576"/>
                <a:gd name="T70" fmla="*/ 3716 w 4756"/>
                <a:gd name="T71" fmla="*/ 374 h 1576"/>
                <a:gd name="T72" fmla="*/ 3822 w 4756"/>
                <a:gd name="T73" fmla="*/ 440 h 1576"/>
                <a:gd name="T74" fmla="*/ 3922 w 4756"/>
                <a:gd name="T75" fmla="*/ 512 h 1576"/>
                <a:gd name="T76" fmla="*/ 4020 w 4756"/>
                <a:gd name="T77" fmla="*/ 590 h 1576"/>
                <a:gd name="T78" fmla="*/ 4114 w 4756"/>
                <a:gd name="T79" fmla="*/ 670 h 1576"/>
                <a:gd name="T80" fmla="*/ 4204 w 4756"/>
                <a:gd name="T81" fmla="*/ 756 h 1576"/>
                <a:gd name="T82" fmla="*/ 4288 w 4756"/>
                <a:gd name="T83" fmla="*/ 846 h 1576"/>
                <a:gd name="T84" fmla="*/ 4370 w 4756"/>
                <a:gd name="T85" fmla="*/ 940 h 1576"/>
                <a:gd name="T86" fmla="*/ 4446 w 4756"/>
                <a:gd name="T87" fmla="*/ 1036 h 1576"/>
                <a:gd name="T88" fmla="*/ 4518 w 4756"/>
                <a:gd name="T89" fmla="*/ 1138 h 1576"/>
                <a:gd name="T90" fmla="*/ 4586 w 4756"/>
                <a:gd name="T91" fmla="*/ 1242 h 1576"/>
                <a:gd name="T92" fmla="*/ 4648 w 4756"/>
                <a:gd name="T93" fmla="*/ 1350 h 1576"/>
                <a:gd name="T94" fmla="*/ 4706 w 4756"/>
                <a:gd name="T95" fmla="*/ 1462 h 1576"/>
                <a:gd name="T96" fmla="*/ 4756 w 4756"/>
                <a:gd name="T97" fmla="*/ 1576 h 1576"/>
                <a:gd name="T98" fmla="*/ 0 w 4756"/>
                <a:gd name="T99" fmla="*/ 0 h 1576"/>
                <a:gd name="T100" fmla="*/ 4756 w 4756"/>
                <a:gd name="T101" fmla="*/ 1576 h 1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T98" t="T99" r="T100" b="T101"/>
              <a:pathLst>
                <a:path w="4756" h="1576">
                  <a:moveTo>
                    <a:pt x="0" y="1576"/>
                  </a:moveTo>
                  <a:lnTo>
                    <a:pt x="0" y="1576"/>
                  </a:lnTo>
                  <a:lnTo>
                    <a:pt x="24" y="1518"/>
                  </a:lnTo>
                  <a:lnTo>
                    <a:pt x="50" y="1462"/>
                  </a:lnTo>
                  <a:lnTo>
                    <a:pt x="78" y="1406"/>
                  </a:lnTo>
                  <a:lnTo>
                    <a:pt x="108" y="1350"/>
                  </a:lnTo>
                  <a:lnTo>
                    <a:pt x="138" y="1296"/>
                  </a:lnTo>
                  <a:lnTo>
                    <a:pt x="170" y="1242"/>
                  </a:lnTo>
                  <a:lnTo>
                    <a:pt x="204" y="1190"/>
                  </a:lnTo>
                  <a:lnTo>
                    <a:pt x="238" y="1138"/>
                  </a:lnTo>
                  <a:lnTo>
                    <a:pt x="272" y="1086"/>
                  </a:lnTo>
                  <a:lnTo>
                    <a:pt x="310" y="1036"/>
                  </a:lnTo>
                  <a:lnTo>
                    <a:pt x="348" y="988"/>
                  </a:lnTo>
                  <a:lnTo>
                    <a:pt x="386" y="940"/>
                  </a:lnTo>
                  <a:lnTo>
                    <a:pt x="426" y="892"/>
                  </a:lnTo>
                  <a:lnTo>
                    <a:pt x="468" y="846"/>
                  </a:lnTo>
                  <a:lnTo>
                    <a:pt x="510" y="800"/>
                  </a:lnTo>
                  <a:lnTo>
                    <a:pt x="552" y="756"/>
                  </a:lnTo>
                  <a:lnTo>
                    <a:pt x="596" y="712"/>
                  </a:lnTo>
                  <a:lnTo>
                    <a:pt x="642" y="670"/>
                  </a:lnTo>
                  <a:lnTo>
                    <a:pt x="688" y="630"/>
                  </a:lnTo>
                  <a:lnTo>
                    <a:pt x="736" y="590"/>
                  </a:lnTo>
                  <a:lnTo>
                    <a:pt x="784" y="550"/>
                  </a:lnTo>
                  <a:lnTo>
                    <a:pt x="834" y="512"/>
                  </a:lnTo>
                  <a:lnTo>
                    <a:pt x="884" y="476"/>
                  </a:lnTo>
                  <a:lnTo>
                    <a:pt x="934" y="440"/>
                  </a:lnTo>
                  <a:lnTo>
                    <a:pt x="986" y="406"/>
                  </a:lnTo>
                  <a:lnTo>
                    <a:pt x="1040" y="374"/>
                  </a:lnTo>
                  <a:lnTo>
                    <a:pt x="1092" y="342"/>
                  </a:lnTo>
                  <a:lnTo>
                    <a:pt x="1148" y="312"/>
                  </a:lnTo>
                  <a:lnTo>
                    <a:pt x="1202" y="282"/>
                  </a:lnTo>
                  <a:lnTo>
                    <a:pt x="1258" y="254"/>
                  </a:lnTo>
                  <a:lnTo>
                    <a:pt x="1316" y="228"/>
                  </a:lnTo>
                  <a:lnTo>
                    <a:pt x="1374" y="202"/>
                  </a:lnTo>
                  <a:lnTo>
                    <a:pt x="1432" y="178"/>
                  </a:lnTo>
                  <a:lnTo>
                    <a:pt x="1490" y="156"/>
                  </a:lnTo>
                  <a:lnTo>
                    <a:pt x="1550" y="136"/>
                  </a:lnTo>
                  <a:lnTo>
                    <a:pt x="1610" y="116"/>
                  </a:lnTo>
                  <a:lnTo>
                    <a:pt x="1672" y="98"/>
                  </a:lnTo>
                  <a:lnTo>
                    <a:pt x="1732" y="80"/>
                  </a:lnTo>
                  <a:lnTo>
                    <a:pt x="1794" y="66"/>
                  </a:lnTo>
                  <a:lnTo>
                    <a:pt x="1858" y="52"/>
                  </a:lnTo>
                  <a:lnTo>
                    <a:pt x="1922" y="40"/>
                  </a:lnTo>
                  <a:lnTo>
                    <a:pt x="1984" y="30"/>
                  </a:lnTo>
                  <a:lnTo>
                    <a:pt x="2050" y="20"/>
                  </a:lnTo>
                  <a:lnTo>
                    <a:pt x="2114" y="12"/>
                  </a:lnTo>
                  <a:lnTo>
                    <a:pt x="2180" y="8"/>
                  </a:lnTo>
                  <a:lnTo>
                    <a:pt x="2246" y="2"/>
                  </a:lnTo>
                  <a:lnTo>
                    <a:pt x="2312" y="0"/>
                  </a:lnTo>
                  <a:lnTo>
                    <a:pt x="2378" y="0"/>
                  </a:lnTo>
                  <a:lnTo>
                    <a:pt x="2444" y="0"/>
                  </a:lnTo>
                  <a:lnTo>
                    <a:pt x="2510" y="2"/>
                  </a:lnTo>
                  <a:lnTo>
                    <a:pt x="2576" y="8"/>
                  </a:lnTo>
                  <a:lnTo>
                    <a:pt x="2642" y="12"/>
                  </a:lnTo>
                  <a:lnTo>
                    <a:pt x="2706" y="20"/>
                  </a:lnTo>
                  <a:lnTo>
                    <a:pt x="2772" y="30"/>
                  </a:lnTo>
                  <a:lnTo>
                    <a:pt x="2834" y="40"/>
                  </a:lnTo>
                  <a:lnTo>
                    <a:pt x="2898" y="52"/>
                  </a:lnTo>
                  <a:lnTo>
                    <a:pt x="2962" y="66"/>
                  </a:lnTo>
                  <a:lnTo>
                    <a:pt x="3024" y="80"/>
                  </a:lnTo>
                  <a:lnTo>
                    <a:pt x="3084" y="98"/>
                  </a:lnTo>
                  <a:lnTo>
                    <a:pt x="3146" y="116"/>
                  </a:lnTo>
                  <a:lnTo>
                    <a:pt x="3206" y="136"/>
                  </a:lnTo>
                  <a:lnTo>
                    <a:pt x="3266" y="156"/>
                  </a:lnTo>
                  <a:lnTo>
                    <a:pt x="3324" y="178"/>
                  </a:lnTo>
                  <a:lnTo>
                    <a:pt x="3382" y="202"/>
                  </a:lnTo>
                  <a:lnTo>
                    <a:pt x="3440" y="228"/>
                  </a:lnTo>
                  <a:lnTo>
                    <a:pt x="3498" y="254"/>
                  </a:lnTo>
                  <a:lnTo>
                    <a:pt x="3554" y="282"/>
                  </a:lnTo>
                  <a:lnTo>
                    <a:pt x="3608" y="312"/>
                  </a:lnTo>
                  <a:lnTo>
                    <a:pt x="3664" y="342"/>
                  </a:lnTo>
                  <a:lnTo>
                    <a:pt x="3716" y="374"/>
                  </a:lnTo>
                  <a:lnTo>
                    <a:pt x="3770" y="406"/>
                  </a:lnTo>
                  <a:lnTo>
                    <a:pt x="3822" y="440"/>
                  </a:lnTo>
                  <a:lnTo>
                    <a:pt x="3872" y="476"/>
                  </a:lnTo>
                  <a:lnTo>
                    <a:pt x="3922" y="512"/>
                  </a:lnTo>
                  <a:lnTo>
                    <a:pt x="3972" y="550"/>
                  </a:lnTo>
                  <a:lnTo>
                    <a:pt x="4020" y="590"/>
                  </a:lnTo>
                  <a:lnTo>
                    <a:pt x="4068" y="630"/>
                  </a:lnTo>
                  <a:lnTo>
                    <a:pt x="4114" y="670"/>
                  </a:lnTo>
                  <a:lnTo>
                    <a:pt x="4160" y="712"/>
                  </a:lnTo>
                  <a:lnTo>
                    <a:pt x="4204" y="756"/>
                  </a:lnTo>
                  <a:lnTo>
                    <a:pt x="4246" y="800"/>
                  </a:lnTo>
                  <a:lnTo>
                    <a:pt x="4288" y="846"/>
                  </a:lnTo>
                  <a:lnTo>
                    <a:pt x="4330" y="892"/>
                  </a:lnTo>
                  <a:lnTo>
                    <a:pt x="4370" y="940"/>
                  </a:lnTo>
                  <a:lnTo>
                    <a:pt x="4410" y="988"/>
                  </a:lnTo>
                  <a:lnTo>
                    <a:pt x="4446" y="1036"/>
                  </a:lnTo>
                  <a:lnTo>
                    <a:pt x="4484" y="1086"/>
                  </a:lnTo>
                  <a:lnTo>
                    <a:pt x="4518" y="1138"/>
                  </a:lnTo>
                  <a:lnTo>
                    <a:pt x="4552" y="1190"/>
                  </a:lnTo>
                  <a:lnTo>
                    <a:pt x="4586" y="1242"/>
                  </a:lnTo>
                  <a:lnTo>
                    <a:pt x="4618" y="1296"/>
                  </a:lnTo>
                  <a:lnTo>
                    <a:pt x="4648" y="1350"/>
                  </a:lnTo>
                  <a:lnTo>
                    <a:pt x="4678" y="1406"/>
                  </a:lnTo>
                  <a:lnTo>
                    <a:pt x="4706" y="1462"/>
                  </a:lnTo>
                  <a:lnTo>
                    <a:pt x="4732" y="1518"/>
                  </a:lnTo>
                  <a:lnTo>
                    <a:pt x="4756" y="1576"/>
                  </a:lnTo>
                  <a:lnTo>
                    <a:pt x="0" y="1576"/>
                  </a:lnTo>
                  <a:close/>
                </a:path>
              </a:pathLst>
            </a:custGeom>
            <a:gradFill rotWithShape="1">
              <a:gsLst>
                <a:gs pos="0">
                  <a:srgbClr val="FFFFFF"/>
                </a:gs>
                <a:gs pos="100000">
                  <a:srgbClr val="767676">
                    <a:alpha val="0"/>
                  </a:srgb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dirty="0">
                <a:solidFill>
                  <a:prstClr val="black">
                    <a:lumMod val="85000"/>
                    <a:lumOff val="15000"/>
                  </a:prstClr>
                </a:solidFill>
                <a:ea typeface="微软雅黑" pitchFamily="34" charset="-122"/>
              </a:endParaRPr>
            </a:p>
          </p:txBody>
        </p:sp>
      </p:grpSp>
      <p:sp>
        <p:nvSpPr>
          <p:cNvPr id="37" name="Text Box 34"/>
          <p:cNvSpPr txBox="1">
            <a:spLocks noChangeArrowheads="1"/>
          </p:cNvSpPr>
          <p:nvPr/>
        </p:nvSpPr>
        <p:spPr bwMode="auto">
          <a:xfrm>
            <a:off x="4863009" y="2336914"/>
            <a:ext cx="1296987" cy="27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fontAlgn="base">
              <a:defRPr>
                <a:solidFill>
                  <a:schemeClr val="tx1"/>
                </a:solidFill>
                <a:latin typeface="Arial" charset="0"/>
              </a:defRPr>
            </a:lvl1pPr>
            <a:lvl2pPr marL="742950" indent="-285750" algn="l" fontAlgn="base">
              <a:defRPr>
                <a:solidFill>
                  <a:schemeClr val="tx1"/>
                </a:solidFill>
                <a:latin typeface="Arial" charset="0"/>
              </a:defRPr>
            </a:lvl2pPr>
            <a:lvl3pPr marL="1143000" indent="-228600" algn="l" fontAlgn="base">
              <a:defRPr>
                <a:solidFill>
                  <a:schemeClr val="tx1"/>
                </a:solidFill>
                <a:latin typeface="Arial" charset="0"/>
              </a:defRPr>
            </a:lvl3pPr>
            <a:lvl4pPr marL="1600200" indent="-228600" algn="l" fontAlgn="base">
              <a:defRPr>
                <a:solidFill>
                  <a:schemeClr val="tx1"/>
                </a:solidFill>
                <a:latin typeface="Arial" charset="0"/>
              </a:defRPr>
            </a:lvl4pPr>
            <a:lvl5pPr marL="2057400" indent="-228600" algn="l" fontAlgn="base">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lgn="ctr"/>
            <a:r>
              <a:rPr lang="zh-CN" altLang="en-US" sz="1200" b="1" dirty="0">
                <a:solidFill>
                  <a:prstClr val="black">
                    <a:lumMod val="85000"/>
                    <a:lumOff val="15000"/>
                  </a:prstClr>
                </a:solidFill>
                <a:latin typeface="微软雅黑" pitchFamily="34" charset="-122"/>
                <a:ea typeface="微软雅黑" pitchFamily="34" charset="-122"/>
              </a:rPr>
              <a:t>单击添加文字</a:t>
            </a:r>
          </a:p>
        </p:txBody>
      </p:sp>
      <p:sp>
        <p:nvSpPr>
          <p:cNvPr id="38" name="Text Box 35"/>
          <p:cNvSpPr txBox="1">
            <a:spLocks noChangeArrowheads="1"/>
          </p:cNvSpPr>
          <p:nvPr/>
        </p:nvSpPr>
        <p:spPr bwMode="auto">
          <a:xfrm>
            <a:off x="6445745" y="2336914"/>
            <a:ext cx="1441450" cy="27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fontAlgn="base">
              <a:defRPr>
                <a:solidFill>
                  <a:schemeClr val="tx1"/>
                </a:solidFill>
                <a:latin typeface="Arial" charset="0"/>
              </a:defRPr>
            </a:lvl1pPr>
            <a:lvl2pPr marL="742950" indent="-285750" algn="l" fontAlgn="base">
              <a:defRPr>
                <a:solidFill>
                  <a:schemeClr val="tx1"/>
                </a:solidFill>
                <a:latin typeface="Arial" charset="0"/>
              </a:defRPr>
            </a:lvl2pPr>
            <a:lvl3pPr marL="1143000" indent="-228600" algn="l" fontAlgn="base">
              <a:defRPr>
                <a:solidFill>
                  <a:schemeClr val="tx1"/>
                </a:solidFill>
                <a:latin typeface="Arial" charset="0"/>
              </a:defRPr>
            </a:lvl3pPr>
            <a:lvl4pPr marL="1600200" indent="-228600" algn="l" fontAlgn="base">
              <a:defRPr>
                <a:solidFill>
                  <a:schemeClr val="tx1"/>
                </a:solidFill>
                <a:latin typeface="Arial" charset="0"/>
              </a:defRPr>
            </a:lvl4pPr>
            <a:lvl5pPr marL="2057400" indent="-228600" algn="l" fontAlgn="base">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lgn="ctr" latinLnBrk="1"/>
            <a:r>
              <a:rPr lang="zh-CN" altLang="en-US" sz="1200" b="1" dirty="0">
                <a:solidFill>
                  <a:prstClr val="black">
                    <a:lumMod val="85000"/>
                    <a:lumOff val="15000"/>
                  </a:prstClr>
                </a:solidFill>
                <a:latin typeface="微软雅黑" pitchFamily="34" charset="-122"/>
                <a:ea typeface="微软雅黑" pitchFamily="34" charset="-122"/>
              </a:rPr>
              <a:t>单击添加文字</a:t>
            </a:r>
          </a:p>
        </p:txBody>
      </p:sp>
      <p:sp>
        <p:nvSpPr>
          <p:cNvPr id="39" name="Text Box 36"/>
          <p:cNvSpPr txBox="1">
            <a:spLocks noChangeArrowheads="1"/>
          </p:cNvSpPr>
          <p:nvPr/>
        </p:nvSpPr>
        <p:spPr bwMode="auto">
          <a:xfrm>
            <a:off x="4323258" y="1856049"/>
            <a:ext cx="1223962" cy="274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fontAlgn="base">
              <a:defRPr>
                <a:solidFill>
                  <a:schemeClr val="tx1"/>
                </a:solidFill>
                <a:latin typeface="Arial" charset="0"/>
              </a:defRPr>
            </a:lvl1pPr>
            <a:lvl2pPr marL="742950" indent="-285750" algn="l" fontAlgn="base">
              <a:defRPr>
                <a:solidFill>
                  <a:schemeClr val="tx1"/>
                </a:solidFill>
                <a:latin typeface="Arial" charset="0"/>
              </a:defRPr>
            </a:lvl2pPr>
            <a:lvl3pPr marL="1143000" indent="-228600" algn="l" fontAlgn="base">
              <a:defRPr>
                <a:solidFill>
                  <a:schemeClr val="tx1"/>
                </a:solidFill>
                <a:latin typeface="Arial" charset="0"/>
              </a:defRPr>
            </a:lvl3pPr>
            <a:lvl4pPr marL="1600200" indent="-228600" algn="l" fontAlgn="base">
              <a:defRPr>
                <a:solidFill>
                  <a:schemeClr val="tx1"/>
                </a:solidFill>
                <a:latin typeface="Arial" charset="0"/>
              </a:defRPr>
            </a:lvl4pPr>
            <a:lvl5pPr marL="2057400" indent="-228600" algn="l" fontAlgn="base">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lgn="ctr"/>
            <a:r>
              <a:rPr lang="zh-CN" altLang="en-US" sz="1200" b="1" dirty="0">
                <a:solidFill>
                  <a:prstClr val="black">
                    <a:lumMod val="85000"/>
                    <a:lumOff val="15000"/>
                  </a:prstClr>
                </a:solidFill>
                <a:latin typeface="微软雅黑" pitchFamily="34" charset="-122"/>
                <a:ea typeface="微软雅黑" pitchFamily="34" charset="-122"/>
              </a:rPr>
              <a:t>单击添加文字</a:t>
            </a:r>
            <a:endParaRPr lang="zh-CN" altLang="en-US" sz="1000" dirty="0">
              <a:solidFill>
                <a:prstClr val="black">
                  <a:lumMod val="85000"/>
                  <a:lumOff val="15000"/>
                </a:prstClr>
              </a:solidFill>
              <a:latin typeface="微软雅黑" pitchFamily="34" charset="-122"/>
              <a:ea typeface="微软雅黑" pitchFamily="34" charset="-122"/>
            </a:endParaRPr>
          </a:p>
        </p:txBody>
      </p:sp>
      <p:sp>
        <p:nvSpPr>
          <p:cNvPr id="40" name="Text Box 37"/>
          <p:cNvSpPr txBox="1">
            <a:spLocks noChangeArrowheads="1"/>
          </p:cNvSpPr>
          <p:nvPr/>
        </p:nvSpPr>
        <p:spPr bwMode="auto">
          <a:xfrm>
            <a:off x="5763121" y="1856049"/>
            <a:ext cx="1223963" cy="274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fontAlgn="base">
              <a:defRPr>
                <a:solidFill>
                  <a:schemeClr val="tx1"/>
                </a:solidFill>
                <a:latin typeface="Arial" charset="0"/>
              </a:defRPr>
            </a:lvl1pPr>
            <a:lvl2pPr marL="742950" indent="-285750" algn="l" fontAlgn="base">
              <a:defRPr>
                <a:solidFill>
                  <a:schemeClr val="tx1"/>
                </a:solidFill>
                <a:latin typeface="Arial" charset="0"/>
              </a:defRPr>
            </a:lvl2pPr>
            <a:lvl3pPr marL="1143000" indent="-228600" algn="l" fontAlgn="base">
              <a:defRPr>
                <a:solidFill>
                  <a:schemeClr val="tx1"/>
                </a:solidFill>
                <a:latin typeface="Arial" charset="0"/>
              </a:defRPr>
            </a:lvl3pPr>
            <a:lvl4pPr marL="1600200" indent="-228600" algn="l" fontAlgn="base">
              <a:defRPr>
                <a:solidFill>
                  <a:schemeClr val="tx1"/>
                </a:solidFill>
                <a:latin typeface="Arial" charset="0"/>
              </a:defRPr>
            </a:lvl4pPr>
            <a:lvl5pPr marL="2057400" indent="-228600" algn="l" fontAlgn="base">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lgn="ctr"/>
            <a:r>
              <a:rPr lang="zh-CN" altLang="en-US" sz="1200" b="1" dirty="0">
                <a:solidFill>
                  <a:prstClr val="black">
                    <a:lumMod val="85000"/>
                    <a:lumOff val="15000"/>
                  </a:prstClr>
                </a:solidFill>
                <a:latin typeface="微软雅黑" pitchFamily="34" charset="-122"/>
                <a:ea typeface="微软雅黑" pitchFamily="34" charset="-122"/>
              </a:rPr>
              <a:t>单击添加文字</a:t>
            </a:r>
          </a:p>
        </p:txBody>
      </p:sp>
      <p:sp>
        <p:nvSpPr>
          <p:cNvPr id="41" name="Text Box 38"/>
          <p:cNvSpPr txBox="1">
            <a:spLocks noChangeArrowheads="1"/>
          </p:cNvSpPr>
          <p:nvPr/>
        </p:nvSpPr>
        <p:spPr bwMode="auto">
          <a:xfrm>
            <a:off x="7168058" y="1856049"/>
            <a:ext cx="1223962" cy="274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fontAlgn="base">
              <a:defRPr>
                <a:solidFill>
                  <a:schemeClr val="tx1"/>
                </a:solidFill>
                <a:latin typeface="Arial" charset="0"/>
              </a:defRPr>
            </a:lvl1pPr>
            <a:lvl2pPr marL="742950" indent="-285750" algn="l" fontAlgn="base">
              <a:defRPr>
                <a:solidFill>
                  <a:schemeClr val="tx1"/>
                </a:solidFill>
                <a:latin typeface="Arial" charset="0"/>
              </a:defRPr>
            </a:lvl2pPr>
            <a:lvl3pPr marL="1143000" indent="-228600" algn="l" fontAlgn="base">
              <a:defRPr>
                <a:solidFill>
                  <a:schemeClr val="tx1"/>
                </a:solidFill>
                <a:latin typeface="Arial" charset="0"/>
              </a:defRPr>
            </a:lvl3pPr>
            <a:lvl4pPr marL="1600200" indent="-228600" algn="l" fontAlgn="base">
              <a:defRPr>
                <a:solidFill>
                  <a:schemeClr val="tx1"/>
                </a:solidFill>
                <a:latin typeface="Arial" charset="0"/>
              </a:defRPr>
            </a:lvl4pPr>
            <a:lvl5pPr marL="2057400" indent="-228600" algn="l" fontAlgn="base">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lgn="ctr"/>
            <a:r>
              <a:rPr lang="zh-CN" altLang="en-US" sz="1200" b="1" dirty="0">
                <a:solidFill>
                  <a:prstClr val="black">
                    <a:lumMod val="85000"/>
                    <a:lumOff val="15000"/>
                  </a:prstClr>
                </a:solidFill>
                <a:latin typeface="微软雅黑" pitchFamily="34" charset="-122"/>
                <a:ea typeface="微软雅黑" pitchFamily="34" charset="-122"/>
              </a:rPr>
              <a:t>单击添加文字</a:t>
            </a:r>
            <a:endParaRPr lang="zh-CN" altLang="en-US" sz="1000" dirty="0">
              <a:solidFill>
                <a:prstClr val="black">
                  <a:lumMod val="85000"/>
                  <a:lumOff val="15000"/>
                </a:prstClr>
              </a:solidFill>
              <a:latin typeface="微软雅黑" pitchFamily="34" charset="-122"/>
              <a:ea typeface="微软雅黑" pitchFamily="34" charset="-122"/>
            </a:endParaRPr>
          </a:p>
        </p:txBody>
      </p:sp>
      <p:sp>
        <p:nvSpPr>
          <p:cNvPr id="42" name="Rectangle 39"/>
          <p:cNvSpPr>
            <a:spLocks noChangeArrowheads="1"/>
          </p:cNvSpPr>
          <p:nvPr/>
        </p:nvSpPr>
        <p:spPr bwMode="auto">
          <a:xfrm>
            <a:off x="899592" y="1419622"/>
            <a:ext cx="3024187" cy="336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base"/>
            <a:r>
              <a:rPr lang="zh-CN" altLang="en-US" sz="1600" b="1" dirty="0">
                <a:solidFill>
                  <a:prstClr val="black">
                    <a:lumMod val="85000"/>
                    <a:lumOff val="15000"/>
                  </a:prstClr>
                </a:solidFill>
                <a:latin typeface="微软雅黑" pitchFamily="34" charset="-122"/>
                <a:ea typeface="微软雅黑" pitchFamily="34" charset="-122"/>
              </a:rPr>
              <a:t>单击此处添加标题文字</a:t>
            </a:r>
          </a:p>
        </p:txBody>
      </p:sp>
      <p:sp>
        <p:nvSpPr>
          <p:cNvPr id="43" name="Rectangle 40"/>
          <p:cNvSpPr>
            <a:spLocks noChangeArrowheads="1"/>
          </p:cNvSpPr>
          <p:nvPr/>
        </p:nvSpPr>
        <p:spPr bwMode="auto">
          <a:xfrm>
            <a:off x="899592" y="1691000"/>
            <a:ext cx="3024187"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base">
              <a:lnSpc>
                <a:spcPct val="120000"/>
              </a:lnSpc>
              <a:spcBef>
                <a:spcPct val="50000"/>
              </a:spcBef>
            </a:pPr>
            <a:r>
              <a:rPr lang="zh-CN" altLang="en-US" sz="1000" dirty="0">
                <a:solidFill>
                  <a:prstClr val="black">
                    <a:lumMod val="85000"/>
                    <a:lumOff val="15000"/>
                  </a:prstClr>
                </a:solidFill>
                <a:latin typeface="微软雅黑" pitchFamily="34" charset="-122"/>
                <a:ea typeface="微软雅黑" pitchFamily="34" charset="-122"/>
              </a:rPr>
              <a:t>单击此处添加文字内容   单击此处添加文字内容</a:t>
            </a:r>
          </a:p>
          <a:p>
            <a:pPr fontAlgn="base">
              <a:lnSpc>
                <a:spcPct val="120000"/>
              </a:lnSpc>
              <a:spcBef>
                <a:spcPct val="50000"/>
              </a:spcBef>
            </a:pPr>
            <a:r>
              <a:rPr lang="zh-CN" altLang="en-US" sz="1000" dirty="0">
                <a:solidFill>
                  <a:prstClr val="black">
                    <a:lumMod val="85000"/>
                    <a:lumOff val="15000"/>
                  </a:prstClr>
                </a:solidFill>
                <a:latin typeface="微软雅黑" pitchFamily="34" charset="-122"/>
                <a:ea typeface="微软雅黑" pitchFamily="34" charset="-122"/>
              </a:rPr>
              <a:t>单击此处添加文字内容   单击此处添加文字内容</a:t>
            </a:r>
          </a:p>
          <a:p>
            <a:pPr fontAlgn="base">
              <a:lnSpc>
                <a:spcPct val="120000"/>
              </a:lnSpc>
              <a:spcBef>
                <a:spcPct val="50000"/>
              </a:spcBef>
            </a:pPr>
            <a:r>
              <a:rPr lang="zh-CN" altLang="en-US" sz="1000" dirty="0">
                <a:solidFill>
                  <a:prstClr val="black">
                    <a:lumMod val="85000"/>
                    <a:lumOff val="15000"/>
                  </a:prstClr>
                </a:solidFill>
                <a:latin typeface="微软雅黑" pitchFamily="34" charset="-122"/>
                <a:ea typeface="微软雅黑" pitchFamily="34" charset="-122"/>
              </a:rPr>
              <a:t>单击此处添加文字内容   </a:t>
            </a:r>
          </a:p>
        </p:txBody>
      </p:sp>
      <p:sp>
        <p:nvSpPr>
          <p:cNvPr id="44" name="Rectangle 41"/>
          <p:cNvSpPr>
            <a:spLocks noChangeArrowheads="1"/>
          </p:cNvSpPr>
          <p:nvPr/>
        </p:nvSpPr>
        <p:spPr bwMode="auto">
          <a:xfrm>
            <a:off x="899592" y="2597184"/>
            <a:ext cx="3024187" cy="336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base"/>
            <a:r>
              <a:rPr lang="zh-CN" altLang="en-US" sz="1600" b="1" dirty="0">
                <a:solidFill>
                  <a:prstClr val="black">
                    <a:lumMod val="85000"/>
                    <a:lumOff val="15000"/>
                  </a:prstClr>
                </a:solidFill>
                <a:latin typeface="微软雅黑" pitchFamily="34" charset="-122"/>
                <a:ea typeface="微软雅黑" pitchFamily="34" charset="-122"/>
              </a:rPr>
              <a:t>单击此处添加标题文字</a:t>
            </a:r>
          </a:p>
        </p:txBody>
      </p:sp>
      <p:sp>
        <p:nvSpPr>
          <p:cNvPr id="45" name="Rectangle 42"/>
          <p:cNvSpPr>
            <a:spLocks noChangeArrowheads="1"/>
          </p:cNvSpPr>
          <p:nvPr/>
        </p:nvSpPr>
        <p:spPr bwMode="auto">
          <a:xfrm>
            <a:off x="899592" y="2866975"/>
            <a:ext cx="3024187"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base">
              <a:lnSpc>
                <a:spcPct val="120000"/>
              </a:lnSpc>
              <a:spcBef>
                <a:spcPct val="50000"/>
              </a:spcBef>
            </a:pPr>
            <a:r>
              <a:rPr lang="zh-CN" altLang="en-US" sz="1000" dirty="0">
                <a:solidFill>
                  <a:prstClr val="black">
                    <a:lumMod val="85000"/>
                    <a:lumOff val="15000"/>
                  </a:prstClr>
                </a:solidFill>
                <a:latin typeface="微软雅黑" pitchFamily="34" charset="-122"/>
                <a:ea typeface="微软雅黑" pitchFamily="34" charset="-122"/>
              </a:rPr>
              <a:t>单击此处添加文字内容   单击此处添加文字内容</a:t>
            </a:r>
          </a:p>
          <a:p>
            <a:pPr fontAlgn="base">
              <a:lnSpc>
                <a:spcPct val="120000"/>
              </a:lnSpc>
              <a:spcBef>
                <a:spcPct val="50000"/>
              </a:spcBef>
            </a:pPr>
            <a:r>
              <a:rPr lang="zh-CN" altLang="en-US" sz="1000" dirty="0">
                <a:solidFill>
                  <a:prstClr val="black">
                    <a:lumMod val="85000"/>
                    <a:lumOff val="15000"/>
                  </a:prstClr>
                </a:solidFill>
                <a:latin typeface="微软雅黑" pitchFamily="34" charset="-122"/>
                <a:ea typeface="微软雅黑" pitchFamily="34" charset="-122"/>
              </a:rPr>
              <a:t>单击此处添加文字内容   单击此处添加文字内容</a:t>
            </a:r>
          </a:p>
          <a:p>
            <a:pPr fontAlgn="base">
              <a:lnSpc>
                <a:spcPct val="120000"/>
              </a:lnSpc>
              <a:spcBef>
                <a:spcPct val="50000"/>
              </a:spcBef>
            </a:pPr>
            <a:r>
              <a:rPr lang="zh-CN" altLang="en-US" sz="1000" dirty="0">
                <a:solidFill>
                  <a:prstClr val="black">
                    <a:lumMod val="85000"/>
                    <a:lumOff val="15000"/>
                  </a:prstClr>
                </a:solidFill>
                <a:latin typeface="微软雅黑" pitchFamily="34" charset="-122"/>
                <a:ea typeface="微软雅黑" pitchFamily="34" charset="-122"/>
              </a:rPr>
              <a:t>单击此处添加文字内容   </a:t>
            </a:r>
          </a:p>
        </p:txBody>
      </p:sp>
    </p:spTree>
    <p:extLst>
      <p:ext uri="{BB962C8B-B14F-4D97-AF65-F5344CB8AC3E}">
        <p14:creationId xmlns:p14="http://schemas.microsoft.com/office/powerpoint/2010/main" val="684356723"/>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1000"/>
                                        <p:tgtEl>
                                          <p:spTgt spid="31"/>
                                        </p:tgtEl>
                                      </p:cBhvr>
                                    </p:animEffect>
                                    <p:anim calcmode="lin" valueType="num">
                                      <p:cBhvr>
                                        <p:cTn id="8" dur="1000" fill="hold"/>
                                        <p:tgtEl>
                                          <p:spTgt spid="31"/>
                                        </p:tgtEl>
                                        <p:attrNameLst>
                                          <p:attrName>ppt_x</p:attrName>
                                        </p:attrNameLst>
                                      </p:cBhvr>
                                      <p:tavLst>
                                        <p:tav tm="0">
                                          <p:val>
                                            <p:strVal val="#ppt_x"/>
                                          </p:val>
                                        </p:tav>
                                        <p:tav tm="100000">
                                          <p:val>
                                            <p:strVal val="#ppt_x"/>
                                          </p:val>
                                        </p:tav>
                                      </p:tavLst>
                                    </p:anim>
                                    <p:anim calcmode="lin" valueType="num">
                                      <p:cBhvr>
                                        <p:cTn id="9" dur="1000" fill="hold"/>
                                        <p:tgtEl>
                                          <p:spTgt spid="31"/>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fade">
                                      <p:cBhvr>
                                        <p:cTn id="12" dur="1000"/>
                                        <p:tgtEl>
                                          <p:spTgt spid="30"/>
                                        </p:tgtEl>
                                      </p:cBhvr>
                                    </p:animEffect>
                                    <p:anim calcmode="lin" valueType="num">
                                      <p:cBhvr>
                                        <p:cTn id="13" dur="1000" fill="hold"/>
                                        <p:tgtEl>
                                          <p:spTgt spid="30"/>
                                        </p:tgtEl>
                                        <p:attrNameLst>
                                          <p:attrName>ppt_x</p:attrName>
                                        </p:attrNameLst>
                                      </p:cBhvr>
                                      <p:tavLst>
                                        <p:tav tm="0">
                                          <p:val>
                                            <p:strVal val="#ppt_x"/>
                                          </p:val>
                                        </p:tav>
                                        <p:tav tm="100000">
                                          <p:val>
                                            <p:strVal val="#ppt_x"/>
                                          </p:val>
                                        </p:tav>
                                      </p:tavLst>
                                    </p:anim>
                                    <p:anim calcmode="lin" valueType="num">
                                      <p:cBhvr>
                                        <p:cTn id="14" dur="1000" fill="hold"/>
                                        <p:tgtEl>
                                          <p:spTgt spid="30"/>
                                        </p:tgtEl>
                                        <p:attrNameLst>
                                          <p:attrName>ppt_y</p:attrName>
                                        </p:attrNameLst>
                                      </p:cBhvr>
                                      <p:tavLst>
                                        <p:tav tm="0">
                                          <p:val>
                                            <p:strVal val="#ppt_y-.1"/>
                                          </p:val>
                                        </p:tav>
                                        <p:tav tm="100000">
                                          <p:val>
                                            <p:strVal val="#ppt_y"/>
                                          </p:val>
                                        </p:tav>
                                      </p:tavLst>
                                    </p:anim>
                                  </p:childTnLst>
                                </p:cTn>
                              </p:par>
                              <p:par>
                                <p:cTn id="15" presetID="47" presetClass="entr" presetSubtype="0" fill="hold" nodeType="withEffect">
                                  <p:stCondLst>
                                    <p:cond delay="50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1000"/>
                                        <p:tgtEl>
                                          <p:spTgt spid="24"/>
                                        </p:tgtEl>
                                      </p:cBhvr>
                                    </p:animEffect>
                                    <p:anim calcmode="lin" valueType="num">
                                      <p:cBhvr>
                                        <p:cTn id="18" dur="1000" fill="hold"/>
                                        <p:tgtEl>
                                          <p:spTgt spid="24"/>
                                        </p:tgtEl>
                                        <p:attrNameLst>
                                          <p:attrName>ppt_x</p:attrName>
                                        </p:attrNameLst>
                                      </p:cBhvr>
                                      <p:tavLst>
                                        <p:tav tm="0">
                                          <p:val>
                                            <p:strVal val="#ppt_x"/>
                                          </p:val>
                                        </p:tav>
                                        <p:tav tm="100000">
                                          <p:val>
                                            <p:strVal val="#ppt_x"/>
                                          </p:val>
                                        </p:tav>
                                      </p:tavLst>
                                    </p:anim>
                                    <p:anim calcmode="lin" valueType="num">
                                      <p:cBhvr>
                                        <p:cTn id="19" dur="1000" fill="hold"/>
                                        <p:tgtEl>
                                          <p:spTgt spid="24"/>
                                        </p:tgtEl>
                                        <p:attrNameLst>
                                          <p:attrName>ppt_y</p:attrName>
                                        </p:attrNameLst>
                                      </p:cBhvr>
                                      <p:tavLst>
                                        <p:tav tm="0">
                                          <p:val>
                                            <p:strVal val="#ppt_y-.1"/>
                                          </p:val>
                                        </p:tav>
                                        <p:tav tm="100000">
                                          <p:val>
                                            <p:strVal val="#ppt_y"/>
                                          </p:val>
                                        </p:tav>
                                      </p:tavLst>
                                    </p:anim>
                                  </p:childTnLst>
                                </p:cTn>
                              </p:par>
                              <p:par>
                                <p:cTn id="20" presetID="47" presetClass="entr" presetSubtype="0" fill="hold" grpId="0" nodeType="withEffect">
                                  <p:stCondLst>
                                    <p:cond delay="600"/>
                                  </p:stCondLst>
                                  <p:childTnLst>
                                    <p:set>
                                      <p:cBhvr>
                                        <p:cTn id="21" dur="1" fill="hold">
                                          <p:stCondLst>
                                            <p:cond delay="0"/>
                                          </p:stCondLst>
                                        </p:cTn>
                                        <p:tgtEl>
                                          <p:spTgt spid="37"/>
                                        </p:tgtEl>
                                        <p:attrNameLst>
                                          <p:attrName>style.visibility</p:attrName>
                                        </p:attrNameLst>
                                      </p:cBhvr>
                                      <p:to>
                                        <p:strVal val="visible"/>
                                      </p:to>
                                    </p:set>
                                    <p:animEffect transition="in" filter="fade">
                                      <p:cBhvr>
                                        <p:cTn id="22" dur="1000"/>
                                        <p:tgtEl>
                                          <p:spTgt spid="37"/>
                                        </p:tgtEl>
                                      </p:cBhvr>
                                    </p:animEffect>
                                    <p:anim calcmode="lin" valueType="num">
                                      <p:cBhvr>
                                        <p:cTn id="23" dur="1000" fill="hold"/>
                                        <p:tgtEl>
                                          <p:spTgt spid="37"/>
                                        </p:tgtEl>
                                        <p:attrNameLst>
                                          <p:attrName>ppt_x</p:attrName>
                                        </p:attrNameLst>
                                      </p:cBhvr>
                                      <p:tavLst>
                                        <p:tav tm="0">
                                          <p:val>
                                            <p:strVal val="#ppt_x"/>
                                          </p:val>
                                        </p:tav>
                                        <p:tav tm="100000">
                                          <p:val>
                                            <p:strVal val="#ppt_x"/>
                                          </p:val>
                                        </p:tav>
                                      </p:tavLst>
                                    </p:anim>
                                    <p:anim calcmode="lin" valueType="num">
                                      <p:cBhvr>
                                        <p:cTn id="24" dur="1000" fill="hold"/>
                                        <p:tgtEl>
                                          <p:spTgt spid="37"/>
                                        </p:tgtEl>
                                        <p:attrNameLst>
                                          <p:attrName>ppt_y</p:attrName>
                                        </p:attrNameLst>
                                      </p:cBhvr>
                                      <p:tavLst>
                                        <p:tav tm="0">
                                          <p:val>
                                            <p:strVal val="#ppt_y-.1"/>
                                          </p:val>
                                        </p:tav>
                                        <p:tav tm="100000">
                                          <p:val>
                                            <p:strVal val="#ppt_y"/>
                                          </p:val>
                                        </p:tav>
                                      </p:tavLst>
                                    </p:anim>
                                  </p:childTnLst>
                                </p:cTn>
                              </p:par>
                              <p:par>
                                <p:cTn id="25" presetID="47" presetClass="entr" presetSubtype="0" fill="hold" nodeType="withEffect">
                                  <p:stCondLst>
                                    <p:cond delay="100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1000"/>
                                        <p:tgtEl>
                                          <p:spTgt spid="18"/>
                                        </p:tgtEl>
                                      </p:cBhvr>
                                    </p:animEffect>
                                    <p:anim calcmode="lin" valueType="num">
                                      <p:cBhvr>
                                        <p:cTn id="28" dur="1000" fill="hold"/>
                                        <p:tgtEl>
                                          <p:spTgt spid="18"/>
                                        </p:tgtEl>
                                        <p:attrNameLst>
                                          <p:attrName>ppt_x</p:attrName>
                                        </p:attrNameLst>
                                      </p:cBhvr>
                                      <p:tavLst>
                                        <p:tav tm="0">
                                          <p:val>
                                            <p:strVal val="#ppt_x"/>
                                          </p:val>
                                        </p:tav>
                                        <p:tav tm="100000">
                                          <p:val>
                                            <p:strVal val="#ppt_x"/>
                                          </p:val>
                                        </p:tav>
                                      </p:tavLst>
                                    </p:anim>
                                    <p:anim calcmode="lin" valueType="num">
                                      <p:cBhvr>
                                        <p:cTn id="29" dur="1000" fill="hold"/>
                                        <p:tgtEl>
                                          <p:spTgt spid="18"/>
                                        </p:tgtEl>
                                        <p:attrNameLst>
                                          <p:attrName>ppt_y</p:attrName>
                                        </p:attrNameLst>
                                      </p:cBhvr>
                                      <p:tavLst>
                                        <p:tav tm="0">
                                          <p:val>
                                            <p:strVal val="#ppt_y-.1"/>
                                          </p:val>
                                        </p:tav>
                                        <p:tav tm="100000">
                                          <p:val>
                                            <p:strVal val="#ppt_y"/>
                                          </p:val>
                                        </p:tav>
                                      </p:tavLst>
                                    </p:anim>
                                  </p:childTnLst>
                                </p:cTn>
                              </p:par>
                              <p:par>
                                <p:cTn id="30" presetID="47" presetClass="entr" presetSubtype="0" fill="hold" grpId="0" nodeType="withEffect">
                                  <p:stCondLst>
                                    <p:cond delay="1000"/>
                                  </p:stCondLst>
                                  <p:childTnLst>
                                    <p:set>
                                      <p:cBhvr>
                                        <p:cTn id="31" dur="1" fill="hold">
                                          <p:stCondLst>
                                            <p:cond delay="0"/>
                                          </p:stCondLst>
                                        </p:cTn>
                                        <p:tgtEl>
                                          <p:spTgt spid="38"/>
                                        </p:tgtEl>
                                        <p:attrNameLst>
                                          <p:attrName>style.visibility</p:attrName>
                                        </p:attrNameLst>
                                      </p:cBhvr>
                                      <p:to>
                                        <p:strVal val="visible"/>
                                      </p:to>
                                    </p:set>
                                    <p:animEffect transition="in" filter="fade">
                                      <p:cBhvr>
                                        <p:cTn id="32" dur="1000"/>
                                        <p:tgtEl>
                                          <p:spTgt spid="38"/>
                                        </p:tgtEl>
                                      </p:cBhvr>
                                    </p:animEffect>
                                    <p:anim calcmode="lin" valueType="num">
                                      <p:cBhvr>
                                        <p:cTn id="33" dur="1000" fill="hold"/>
                                        <p:tgtEl>
                                          <p:spTgt spid="38"/>
                                        </p:tgtEl>
                                        <p:attrNameLst>
                                          <p:attrName>ppt_x</p:attrName>
                                        </p:attrNameLst>
                                      </p:cBhvr>
                                      <p:tavLst>
                                        <p:tav tm="0">
                                          <p:val>
                                            <p:strVal val="#ppt_x"/>
                                          </p:val>
                                        </p:tav>
                                        <p:tav tm="100000">
                                          <p:val>
                                            <p:strVal val="#ppt_x"/>
                                          </p:val>
                                        </p:tav>
                                      </p:tavLst>
                                    </p:anim>
                                    <p:anim calcmode="lin" valueType="num">
                                      <p:cBhvr>
                                        <p:cTn id="34" dur="1000" fill="hold"/>
                                        <p:tgtEl>
                                          <p:spTgt spid="38"/>
                                        </p:tgtEl>
                                        <p:attrNameLst>
                                          <p:attrName>ppt_y</p:attrName>
                                        </p:attrNameLst>
                                      </p:cBhvr>
                                      <p:tavLst>
                                        <p:tav tm="0">
                                          <p:val>
                                            <p:strVal val="#ppt_y-.1"/>
                                          </p:val>
                                        </p:tav>
                                        <p:tav tm="100000">
                                          <p:val>
                                            <p:strVal val="#ppt_y"/>
                                          </p:val>
                                        </p:tav>
                                      </p:tavLst>
                                    </p:anim>
                                  </p:childTnLst>
                                </p:cTn>
                              </p:par>
                              <p:par>
                                <p:cTn id="35" presetID="47" presetClass="entr" presetSubtype="0" fill="hold" nodeType="withEffect">
                                  <p:stCondLst>
                                    <p:cond delay="1600"/>
                                  </p:stCondLst>
                                  <p:childTnLst>
                                    <p:set>
                                      <p:cBhvr>
                                        <p:cTn id="36" dur="1" fill="hold">
                                          <p:stCondLst>
                                            <p:cond delay="0"/>
                                          </p:stCondLst>
                                        </p:cTn>
                                        <p:tgtEl>
                                          <p:spTgt spid="5"/>
                                        </p:tgtEl>
                                        <p:attrNameLst>
                                          <p:attrName>style.visibility</p:attrName>
                                        </p:attrNameLst>
                                      </p:cBhvr>
                                      <p:to>
                                        <p:strVal val="visible"/>
                                      </p:to>
                                    </p:set>
                                    <p:animEffect transition="in" filter="fade">
                                      <p:cBhvr>
                                        <p:cTn id="37" dur="1000"/>
                                        <p:tgtEl>
                                          <p:spTgt spid="5"/>
                                        </p:tgtEl>
                                      </p:cBhvr>
                                    </p:animEffect>
                                    <p:anim calcmode="lin" valueType="num">
                                      <p:cBhvr>
                                        <p:cTn id="38" dur="1000" fill="hold"/>
                                        <p:tgtEl>
                                          <p:spTgt spid="5"/>
                                        </p:tgtEl>
                                        <p:attrNameLst>
                                          <p:attrName>ppt_x</p:attrName>
                                        </p:attrNameLst>
                                      </p:cBhvr>
                                      <p:tavLst>
                                        <p:tav tm="0">
                                          <p:val>
                                            <p:strVal val="#ppt_x"/>
                                          </p:val>
                                        </p:tav>
                                        <p:tav tm="100000">
                                          <p:val>
                                            <p:strVal val="#ppt_x"/>
                                          </p:val>
                                        </p:tav>
                                      </p:tavLst>
                                    </p:anim>
                                    <p:anim calcmode="lin" valueType="num">
                                      <p:cBhvr>
                                        <p:cTn id="39" dur="1000" fill="hold"/>
                                        <p:tgtEl>
                                          <p:spTgt spid="5"/>
                                        </p:tgtEl>
                                        <p:attrNameLst>
                                          <p:attrName>ppt_y</p:attrName>
                                        </p:attrNameLst>
                                      </p:cBhvr>
                                      <p:tavLst>
                                        <p:tav tm="0">
                                          <p:val>
                                            <p:strVal val="#ppt_y-.1"/>
                                          </p:val>
                                        </p:tav>
                                        <p:tav tm="100000">
                                          <p:val>
                                            <p:strVal val="#ppt_y"/>
                                          </p:val>
                                        </p:tav>
                                      </p:tavLst>
                                    </p:anim>
                                  </p:childTnLst>
                                </p:cTn>
                              </p:par>
                              <p:par>
                                <p:cTn id="40" presetID="47" presetClass="entr" presetSubtype="0" fill="hold" grpId="0" nodeType="withEffect">
                                  <p:stCondLst>
                                    <p:cond delay="2100"/>
                                  </p:stCondLst>
                                  <p:childTnLst>
                                    <p:set>
                                      <p:cBhvr>
                                        <p:cTn id="41" dur="1" fill="hold">
                                          <p:stCondLst>
                                            <p:cond delay="0"/>
                                          </p:stCondLst>
                                        </p:cTn>
                                        <p:tgtEl>
                                          <p:spTgt spid="39"/>
                                        </p:tgtEl>
                                        <p:attrNameLst>
                                          <p:attrName>style.visibility</p:attrName>
                                        </p:attrNameLst>
                                      </p:cBhvr>
                                      <p:to>
                                        <p:strVal val="visible"/>
                                      </p:to>
                                    </p:set>
                                    <p:animEffect transition="in" filter="fade">
                                      <p:cBhvr>
                                        <p:cTn id="42" dur="1000"/>
                                        <p:tgtEl>
                                          <p:spTgt spid="39"/>
                                        </p:tgtEl>
                                      </p:cBhvr>
                                    </p:animEffect>
                                    <p:anim calcmode="lin" valueType="num">
                                      <p:cBhvr>
                                        <p:cTn id="43" dur="1000" fill="hold"/>
                                        <p:tgtEl>
                                          <p:spTgt spid="39"/>
                                        </p:tgtEl>
                                        <p:attrNameLst>
                                          <p:attrName>ppt_x</p:attrName>
                                        </p:attrNameLst>
                                      </p:cBhvr>
                                      <p:tavLst>
                                        <p:tav tm="0">
                                          <p:val>
                                            <p:strVal val="#ppt_x"/>
                                          </p:val>
                                        </p:tav>
                                        <p:tav tm="100000">
                                          <p:val>
                                            <p:strVal val="#ppt_x"/>
                                          </p:val>
                                        </p:tav>
                                      </p:tavLst>
                                    </p:anim>
                                    <p:anim calcmode="lin" valueType="num">
                                      <p:cBhvr>
                                        <p:cTn id="44" dur="1000" fill="hold"/>
                                        <p:tgtEl>
                                          <p:spTgt spid="39"/>
                                        </p:tgtEl>
                                        <p:attrNameLst>
                                          <p:attrName>ppt_y</p:attrName>
                                        </p:attrNameLst>
                                      </p:cBhvr>
                                      <p:tavLst>
                                        <p:tav tm="0">
                                          <p:val>
                                            <p:strVal val="#ppt_y-.1"/>
                                          </p:val>
                                        </p:tav>
                                        <p:tav tm="100000">
                                          <p:val>
                                            <p:strVal val="#ppt_y"/>
                                          </p:val>
                                        </p:tav>
                                      </p:tavLst>
                                    </p:anim>
                                  </p:childTnLst>
                                </p:cTn>
                              </p:par>
                              <p:par>
                                <p:cTn id="45" presetID="47" presetClass="entr" presetSubtype="0" fill="hold" grpId="0" nodeType="withEffect">
                                  <p:stCondLst>
                                    <p:cond delay="2100"/>
                                  </p:stCondLst>
                                  <p:childTnLst>
                                    <p:set>
                                      <p:cBhvr>
                                        <p:cTn id="46" dur="1" fill="hold">
                                          <p:stCondLst>
                                            <p:cond delay="0"/>
                                          </p:stCondLst>
                                        </p:cTn>
                                        <p:tgtEl>
                                          <p:spTgt spid="40"/>
                                        </p:tgtEl>
                                        <p:attrNameLst>
                                          <p:attrName>style.visibility</p:attrName>
                                        </p:attrNameLst>
                                      </p:cBhvr>
                                      <p:to>
                                        <p:strVal val="visible"/>
                                      </p:to>
                                    </p:set>
                                    <p:animEffect transition="in" filter="fade">
                                      <p:cBhvr>
                                        <p:cTn id="47" dur="1000"/>
                                        <p:tgtEl>
                                          <p:spTgt spid="40"/>
                                        </p:tgtEl>
                                      </p:cBhvr>
                                    </p:animEffect>
                                    <p:anim calcmode="lin" valueType="num">
                                      <p:cBhvr>
                                        <p:cTn id="48" dur="1000" fill="hold"/>
                                        <p:tgtEl>
                                          <p:spTgt spid="40"/>
                                        </p:tgtEl>
                                        <p:attrNameLst>
                                          <p:attrName>ppt_x</p:attrName>
                                        </p:attrNameLst>
                                      </p:cBhvr>
                                      <p:tavLst>
                                        <p:tav tm="0">
                                          <p:val>
                                            <p:strVal val="#ppt_x"/>
                                          </p:val>
                                        </p:tav>
                                        <p:tav tm="100000">
                                          <p:val>
                                            <p:strVal val="#ppt_x"/>
                                          </p:val>
                                        </p:tav>
                                      </p:tavLst>
                                    </p:anim>
                                    <p:anim calcmode="lin" valueType="num">
                                      <p:cBhvr>
                                        <p:cTn id="49" dur="1000" fill="hold"/>
                                        <p:tgtEl>
                                          <p:spTgt spid="40"/>
                                        </p:tgtEl>
                                        <p:attrNameLst>
                                          <p:attrName>ppt_y</p:attrName>
                                        </p:attrNameLst>
                                      </p:cBhvr>
                                      <p:tavLst>
                                        <p:tav tm="0">
                                          <p:val>
                                            <p:strVal val="#ppt_y-.1"/>
                                          </p:val>
                                        </p:tav>
                                        <p:tav tm="100000">
                                          <p:val>
                                            <p:strVal val="#ppt_y"/>
                                          </p:val>
                                        </p:tav>
                                      </p:tavLst>
                                    </p:anim>
                                  </p:childTnLst>
                                </p:cTn>
                              </p:par>
                              <p:par>
                                <p:cTn id="50" presetID="47" presetClass="entr" presetSubtype="0" fill="hold" grpId="0" nodeType="withEffect">
                                  <p:stCondLst>
                                    <p:cond delay="2200"/>
                                  </p:stCondLst>
                                  <p:childTnLst>
                                    <p:set>
                                      <p:cBhvr>
                                        <p:cTn id="51" dur="1" fill="hold">
                                          <p:stCondLst>
                                            <p:cond delay="0"/>
                                          </p:stCondLst>
                                        </p:cTn>
                                        <p:tgtEl>
                                          <p:spTgt spid="41"/>
                                        </p:tgtEl>
                                        <p:attrNameLst>
                                          <p:attrName>style.visibility</p:attrName>
                                        </p:attrNameLst>
                                      </p:cBhvr>
                                      <p:to>
                                        <p:strVal val="visible"/>
                                      </p:to>
                                    </p:set>
                                    <p:animEffect transition="in" filter="fade">
                                      <p:cBhvr>
                                        <p:cTn id="52" dur="1000"/>
                                        <p:tgtEl>
                                          <p:spTgt spid="41"/>
                                        </p:tgtEl>
                                      </p:cBhvr>
                                    </p:animEffect>
                                    <p:anim calcmode="lin" valueType="num">
                                      <p:cBhvr>
                                        <p:cTn id="53" dur="1000" fill="hold"/>
                                        <p:tgtEl>
                                          <p:spTgt spid="41"/>
                                        </p:tgtEl>
                                        <p:attrNameLst>
                                          <p:attrName>ppt_x</p:attrName>
                                        </p:attrNameLst>
                                      </p:cBhvr>
                                      <p:tavLst>
                                        <p:tav tm="0">
                                          <p:val>
                                            <p:strVal val="#ppt_x"/>
                                          </p:val>
                                        </p:tav>
                                        <p:tav tm="100000">
                                          <p:val>
                                            <p:strVal val="#ppt_x"/>
                                          </p:val>
                                        </p:tav>
                                      </p:tavLst>
                                    </p:anim>
                                    <p:anim calcmode="lin" valueType="num">
                                      <p:cBhvr>
                                        <p:cTn id="54" dur="1000" fill="hold"/>
                                        <p:tgtEl>
                                          <p:spTgt spid="41"/>
                                        </p:tgtEl>
                                        <p:attrNameLst>
                                          <p:attrName>ppt_y</p:attrName>
                                        </p:attrNameLst>
                                      </p:cBhvr>
                                      <p:tavLst>
                                        <p:tav tm="0">
                                          <p:val>
                                            <p:strVal val="#ppt_y-.1"/>
                                          </p:val>
                                        </p:tav>
                                        <p:tav tm="100000">
                                          <p:val>
                                            <p:strVal val="#ppt_y"/>
                                          </p:val>
                                        </p:tav>
                                      </p:tavLst>
                                    </p:anim>
                                  </p:childTnLst>
                                </p:cTn>
                              </p:par>
                            </p:childTnLst>
                          </p:cTn>
                        </p:par>
                        <p:par>
                          <p:cTn id="55" fill="hold">
                            <p:stCondLst>
                              <p:cond delay="3200"/>
                            </p:stCondLst>
                            <p:childTnLst>
                              <p:par>
                                <p:cTn id="56" presetID="22" presetClass="entr" presetSubtype="8" fill="hold" grpId="0" nodeType="afterEffect">
                                  <p:stCondLst>
                                    <p:cond delay="0"/>
                                  </p:stCondLst>
                                  <p:childTnLst>
                                    <p:set>
                                      <p:cBhvr>
                                        <p:cTn id="57" dur="1" fill="hold">
                                          <p:stCondLst>
                                            <p:cond delay="0"/>
                                          </p:stCondLst>
                                        </p:cTn>
                                        <p:tgtEl>
                                          <p:spTgt spid="42"/>
                                        </p:tgtEl>
                                        <p:attrNameLst>
                                          <p:attrName>style.visibility</p:attrName>
                                        </p:attrNameLst>
                                      </p:cBhvr>
                                      <p:to>
                                        <p:strVal val="visible"/>
                                      </p:to>
                                    </p:set>
                                    <p:animEffect transition="in" filter="wipe(left)">
                                      <p:cBhvr>
                                        <p:cTn id="58" dur="500"/>
                                        <p:tgtEl>
                                          <p:spTgt spid="42"/>
                                        </p:tgtEl>
                                      </p:cBhvr>
                                    </p:animEffect>
                                  </p:childTnLst>
                                </p:cTn>
                              </p:par>
                              <p:par>
                                <p:cTn id="59" presetID="22" presetClass="entr" presetSubtype="8" fill="hold" grpId="0" nodeType="withEffect">
                                  <p:stCondLst>
                                    <p:cond delay="0"/>
                                  </p:stCondLst>
                                  <p:childTnLst>
                                    <p:set>
                                      <p:cBhvr>
                                        <p:cTn id="60" dur="1" fill="hold">
                                          <p:stCondLst>
                                            <p:cond delay="0"/>
                                          </p:stCondLst>
                                        </p:cTn>
                                        <p:tgtEl>
                                          <p:spTgt spid="43"/>
                                        </p:tgtEl>
                                        <p:attrNameLst>
                                          <p:attrName>style.visibility</p:attrName>
                                        </p:attrNameLst>
                                      </p:cBhvr>
                                      <p:to>
                                        <p:strVal val="visible"/>
                                      </p:to>
                                    </p:set>
                                    <p:animEffect transition="in" filter="wipe(left)">
                                      <p:cBhvr>
                                        <p:cTn id="61" dur="500"/>
                                        <p:tgtEl>
                                          <p:spTgt spid="43"/>
                                        </p:tgtEl>
                                      </p:cBhvr>
                                    </p:animEffect>
                                  </p:childTnLst>
                                </p:cTn>
                              </p:par>
                              <p:par>
                                <p:cTn id="62" presetID="22" presetClass="entr" presetSubtype="8" fill="hold" grpId="0" nodeType="withEffect">
                                  <p:stCondLst>
                                    <p:cond delay="0"/>
                                  </p:stCondLst>
                                  <p:childTnLst>
                                    <p:set>
                                      <p:cBhvr>
                                        <p:cTn id="63" dur="1" fill="hold">
                                          <p:stCondLst>
                                            <p:cond delay="0"/>
                                          </p:stCondLst>
                                        </p:cTn>
                                        <p:tgtEl>
                                          <p:spTgt spid="44"/>
                                        </p:tgtEl>
                                        <p:attrNameLst>
                                          <p:attrName>style.visibility</p:attrName>
                                        </p:attrNameLst>
                                      </p:cBhvr>
                                      <p:to>
                                        <p:strVal val="visible"/>
                                      </p:to>
                                    </p:set>
                                    <p:animEffect transition="in" filter="wipe(left)">
                                      <p:cBhvr>
                                        <p:cTn id="64" dur="500"/>
                                        <p:tgtEl>
                                          <p:spTgt spid="44"/>
                                        </p:tgtEl>
                                      </p:cBhvr>
                                    </p:animEffect>
                                  </p:childTnLst>
                                </p:cTn>
                              </p:par>
                              <p:par>
                                <p:cTn id="65" presetID="22" presetClass="entr" presetSubtype="8" fill="hold" grpId="0" nodeType="withEffect">
                                  <p:stCondLst>
                                    <p:cond delay="0"/>
                                  </p:stCondLst>
                                  <p:childTnLst>
                                    <p:set>
                                      <p:cBhvr>
                                        <p:cTn id="66" dur="1" fill="hold">
                                          <p:stCondLst>
                                            <p:cond delay="0"/>
                                          </p:stCondLst>
                                        </p:cTn>
                                        <p:tgtEl>
                                          <p:spTgt spid="45"/>
                                        </p:tgtEl>
                                        <p:attrNameLst>
                                          <p:attrName>style.visibility</p:attrName>
                                        </p:attrNameLst>
                                      </p:cBhvr>
                                      <p:to>
                                        <p:strVal val="visible"/>
                                      </p:to>
                                    </p:set>
                                    <p:animEffect transition="in" filter="wipe(left)">
                                      <p:cBhvr>
                                        <p:cTn id="67"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7" grpId="0"/>
      <p:bldP spid="38" grpId="0"/>
      <p:bldP spid="39" grpId="0"/>
      <p:bldP spid="40" grpId="0"/>
      <p:bldP spid="41" grpId="0"/>
      <p:bldP spid="42" grpId="0"/>
      <p:bldP spid="43" grpId="0"/>
      <p:bldP spid="44" grpId="0"/>
      <p:bldP spid="4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95486"/>
            <a:ext cx="611560" cy="369332"/>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3"/>
          <p:cNvSpPr txBox="1"/>
          <p:nvPr/>
        </p:nvSpPr>
        <p:spPr>
          <a:xfrm>
            <a:off x="683568" y="195486"/>
            <a:ext cx="3816424" cy="646331"/>
          </a:xfrm>
          <a:prstGeom prst="rect">
            <a:avLst/>
          </a:prstGeom>
          <a:noFill/>
        </p:spPr>
        <p:txBody>
          <a:bodyPr wrap="square" rtlCol="0">
            <a:spAutoFit/>
          </a:bodyPr>
          <a:lstStyle/>
          <a:p>
            <a:r>
              <a:rPr lang="zh-CN" altLang="en-US" dirty="0">
                <a:solidFill>
                  <a:srgbClr val="054487"/>
                </a:solidFill>
                <a:latin typeface="微软雅黑" pitchFamily="34" charset="-122"/>
                <a:ea typeface="微软雅黑" pitchFamily="34" charset="-122"/>
              </a:rPr>
              <a:t>输入你的标题 </a:t>
            </a:r>
            <a:r>
              <a:rPr lang="en-US" altLang="zh-CN" dirty="0">
                <a:solidFill>
                  <a:srgbClr val="054487"/>
                </a:solidFill>
                <a:latin typeface="微软雅黑" pitchFamily="34" charset="-122"/>
                <a:ea typeface="微软雅黑" pitchFamily="34" charset="-122"/>
              </a:rPr>
              <a:t>/Add your title</a:t>
            </a:r>
            <a:endParaRPr lang="zh-CN" altLang="en-US" dirty="0">
              <a:solidFill>
                <a:srgbClr val="054487"/>
              </a:solidFill>
              <a:latin typeface="微软雅黑" pitchFamily="34" charset="-122"/>
              <a:ea typeface="微软雅黑" pitchFamily="34" charset="-122"/>
            </a:endParaRPr>
          </a:p>
          <a:p>
            <a:endParaRPr lang="zh-CN" altLang="en-US" dirty="0">
              <a:solidFill>
                <a:srgbClr val="F46970"/>
              </a:solidFill>
              <a:latin typeface="微软雅黑" pitchFamily="34" charset="-122"/>
              <a:ea typeface="微软雅黑" pitchFamily="34" charset="-122"/>
            </a:endParaRPr>
          </a:p>
        </p:txBody>
      </p:sp>
      <p:sp>
        <p:nvSpPr>
          <p:cNvPr id="5" name="椭圆 4"/>
          <p:cNvSpPr/>
          <p:nvPr/>
        </p:nvSpPr>
        <p:spPr>
          <a:xfrm>
            <a:off x="5165334" y="921140"/>
            <a:ext cx="864499" cy="864499"/>
          </a:xfrm>
          <a:prstGeom prst="ellipse">
            <a:avLst/>
          </a:prstGeom>
          <a:gradFill>
            <a:gsLst>
              <a:gs pos="15000">
                <a:srgbClr val="00B0F0"/>
              </a:gs>
              <a:gs pos="31000">
                <a:srgbClr val="0070C0"/>
              </a:gs>
              <a:gs pos="63000">
                <a:srgbClr val="FFFB6C">
                  <a:alpha val="0"/>
                </a:srgbClr>
              </a:gs>
            </a:gsLst>
            <a:path path="shape">
              <a:fillToRect l="50000" t="50000" r="50000" b="50000"/>
            </a:path>
          </a:gradFill>
          <a:ln w="25400" cap="flat" cmpd="sng" algn="ctr">
            <a:noFill/>
            <a:prstDash val="solid"/>
          </a:ln>
          <a:effectLst>
            <a:glow rad="127000">
              <a:srgbClr val="5D552C">
                <a:alpha val="4000"/>
              </a:srgbClr>
            </a:glow>
            <a:softEdge rad="0"/>
          </a:effectLst>
        </p:spPr>
        <p:txBody>
          <a:bodyPr lIns="68580" tIns="34290" rIns="68580" bIns="34290" rtlCol="0" anchor="ctr"/>
          <a:lstStyle/>
          <a:p>
            <a:pPr algn="ctr">
              <a:defRPr/>
            </a:pPr>
            <a:endParaRPr lang="zh-CN" altLang="en-US" kern="0" dirty="0">
              <a:solidFill>
                <a:prstClr val="black">
                  <a:lumMod val="85000"/>
                  <a:lumOff val="15000"/>
                </a:prstClr>
              </a:solidFill>
              <a:ea typeface="微软雅黑" pitchFamily="34" charset="-122"/>
            </a:endParaRPr>
          </a:p>
        </p:txBody>
      </p:sp>
      <p:sp>
        <p:nvSpPr>
          <p:cNvPr id="6" name="椭圆 5"/>
          <p:cNvSpPr/>
          <p:nvPr/>
        </p:nvSpPr>
        <p:spPr>
          <a:xfrm>
            <a:off x="6566079" y="3245150"/>
            <a:ext cx="864499" cy="864499"/>
          </a:xfrm>
          <a:prstGeom prst="ellipse">
            <a:avLst/>
          </a:prstGeom>
          <a:gradFill>
            <a:gsLst>
              <a:gs pos="15000">
                <a:srgbClr val="00B0F0"/>
              </a:gs>
              <a:gs pos="31000">
                <a:srgbClr val="0070C0"/>
              </a:gs>
              <a:gs pos="63000">
                <a:srgbClr val="FFFB6C">
                  <a:alpha val="0"/>
                </a:srgbClr>
              </a:gs>
            </a:gsLst>
            <a:path path="shape">
              <a:fillToRect l="50000" t="50000" r="50000" b="50000"/>
            </a:path>
          </a:gradFill>
          <a:ln w="25400" cap="flat" cmpd="sng" algn="ctr">
            <a:noFill/>
            <a:prstDash val="solid"/>
          </a:ln>
          <a:effectLst>
            <a:glow rad="127000">
              <a:srgbClr val="5D552C">
                <a:alpha val="4000"/>
              </a:srgbClr>
            </a:glow>
            <a:softEdge rad="0"/>
          </a:effectLst>
        </p:spPr>
        <p:txBody>
          <a:bodyPr lIns="68580" tIns="34290" rIns="68580" bIns="34290" rtlCol="0" anchor="ctr"/>
          <a:lstStyle/>
          <a:p>
            <a:pPr algn="ctr">
              <a:defRPr/>
            </a:pPr>
            <a:endParaRPr lang="zh-CN" altLang="en-US" kern="0" dirty="0">
              <a:solidFill>
                <a:prstClr val="black">
                  <a:lumMod val="85000"/>
                  <a:lumOff val="15000"/>
                </a:prstClr>
              </a:solidFill>
              <a:ea typeface="微软雅黑" pitchFamily="34" charset="-122"/>
            </a:endParaRPr>
          </a:p>
        </p:txBody>
      </p:sp>
      <p:sp>
        <p:nvSpPr>
          <p:cNvPr id="7" name="椭圆 6"/>
          <p:cNvSpPr/>
          <p:nvPr/>
        </p:nvSpPr>
        <p:spPr>
          <a:xfrm>
            <a:off x="3807555" y="3254943"/>
            <a:ext cx="864499" cy="864499"/>
          </a:xfrm>
          <a:prstGeom prst="ellipse">
            <a:avLst/>
          </a:prstGeom>
          <a:gradFill>
            <a:gsLst>
              <a:gs pos="15000">
                <a:srgbClr val="00B0F0"/>
              </a:gs>
              <a:gs pos="31000">
                <a:srgbClr val="0070C0"/>
              </a:gs>
              <a:gs pos="63000">
                <a:srgbClr val="FFFB6C">
                  <a:alpha val="0"/>
                </a:srgbClr>
              </a:gs>
            </a:gsLst>
            <a:path path="shape">
              <a:fillToRect l="50000" t="50000" r="50000" b="50000"/>
            </a:path>
          </a:gradFill>
          <a:ln w="25400" cap="flat" cmpd="sng" algn="ctr">
            <a:noFill/>
            <a:prstDash val="solid"/>
          </a:ln>
          <a:effectLst>
            <a:glow rad="127000">
              <a:srgbClr val="5D552C">
                <a:alpha val="4000"/>
              </a:srgbClr>
            </a:glow>
            <a:softEdge rad="0"/>
          </a:effectLst>
        </p:spPr>
        <p:txBody>
          <a:bodyPr lIns="68580" tIns="34290" rIns="68580" bIns="34290" rtlCol="0" anchor="ctr"/>
          <a:lstStyle/>
          <a:p>
            <a:pPr algn="ctr">
              <a:defRPr/>
            </a:pPr>
            <a:endParaRPr lang="zh-CN" altLang="en-US" kern="0" dirty="0">
              <a:solidFill>
                <a:prstClr val="black">
                  <a:lumMod val="85000"/>
                  <a:lumOff val="15000"/>
                </a:prstClr>
              </a:solidFill>
              <a:ea typeface="微软雅黑" pitchFamily="34" charset="-122"/>
            </a:endParaRPr>
          </a:p>
        </p:txBody>
      </p:sp>
      <p:sp>
        <p:nvSpPr>
          <p:cNvPr id="8" name="椭圆 7"/>
          <p:cNvSpPr/>
          <p:nvPr/>
        </p:nvSpPr>
        <p:spPr>
          <a:xfrm>
            <a:off x="2447340" y="915566"/>
            <a:ext cx="864499" cy="864499"/>
          </a:xfrm>
          <a:prstGeom prst="ellipse">
            <a:avLst/>
          </a:prstGeom>
          <a:gradFill>
            <a:gsLst>
              <a:gs pos="15000">
                <a:srgbClr val="00B0F0"/>
              </a:gs>
              <a:gs pos="31000">
                <a:srgbClr val="0070C0"/>
              </a:gs>
              <a:gs pos="63000">
                <a:srgbClr val="FFFB6C">
                  <a:alpha val="0"/>
                </a:srgbClr>
              </a:gs>
            </a:gsLst>
            <a:path path="shape">
              <a:fillToRect l="50000" t="50000" r="50000" b="50000"/>
            </a:path>
          </a:gradFill>
          <a:ln w="25400" cap="flat" cmpd="sng" algn="ctr">
            <a:noFill/>
            <a:prstDash val="solid"/>
          </a:ln>
          <a:effectLst>
            <a:glow rad="127000">
              <a:srgbClr val="5D552C">
                <a:alpha val="4000"/>
              </a:srgbClr>
            </a:glow>
            <a:softEdge rad="0"/>
          </a:effectLst>
        </p:spPr>
        <p:txBody>
          <a:bodyPr lIns="68580" tIns="34290" rIns="68580" bIns="34290" rtlCol="0" anchor="ctr"/>
          <a:lstStyle/>
          <a:p>
            <a:pPr algn="ctr">
              <a:defRPr/>
            </a:pPr>
            <a:endParaRPr lang="zh-CN" altLang="en-US" kern="0" dirty="0">
              <a:solidFill>
                <a:prstClr val="black">
                  <a:lumMod val="85000"/>
                  <a:lumOff val="15000"/>
                </a:prstClr>
              </a:solidFill>
              <a:ea typeface="微软雅黑" pitchFamily="34" charset="-122"/>
            </a:endParaRPr>
          </a:p>
        </p:txBody>
      </p:sp>
      <p:sp>
        <p:nvSpPr>
          <p:cNvPr id="9" name="椭圆 8"/>
          <p:cNvSpPr/>
          <p:nvPr/>
        </p:nvSpPr>
        <p:spPr>
          <a:xfrm>
            <a:off x="1007342" y="3231658"/>
            <a:ext cx="864499" cy="864499"/>
          </a:xfrm>
          <a:prstGeom prst="ellipse">
            <a:avLst/>
          </a:prstGeom>
          <a:gradFill>
            <a:gsLst>
              <a:gs pos="15000">
                <a:srgbClr val="00B0F0"/>
              </a:gs>
              <a:gs pos="31000">
                <a:srgbClr val="0070C0"/>
              </a:gs>
              <a:gs pos="63000">
                <a:srgbClr val="FFFB6C">
                  <a:alpha val="0"/>
                </a:srgbClr>
              </a:gs>
            </a:gsLst>
            <a:path path="shape">
              <a:fillToRect l="50000" t="50000" r="50000" b="50000"/>
            </a:path>
          </a:gradFill>
          <a:ln w="25400" cap="flat" cmpd="sng" algn="ctr">
            <a:noFill/>
            <a:prstDash val="solid"/>
          </a:ln>
          <a:effectLst>
            <a:glow rad="127000">
              <a:srgbClr val="5D552C">
                <a:alpha val="4000"/>
              </a:srgbClr>
            </a:glow>
            <a:softEdge rad="0"/>
          </a:effectLst>
        </p:spPr>
        <p:txBody>
          <a:bodyPr lIns="68580" tIns="34290" rIns="68580" bIns="34290" rtlCol="0" anchor="ctr"/>
          <a:lstStyle/>
          <a:p>
            <a:pPr algn="ctr">
              <a:defRPr/>
            </a:pPr>
            <a:endParaRPr lang="zh-CN" altLang="en-US" kern="0" dirty="0">
              <a:solidFill>
                <a:prstClr val="black">
                  <a:lumMod val="85000"/>
                  <a:lumOff val="15000"/>
                </a:prstClr>
              </a:solidFill>
              <a:ea typeface="微软雅黑" pitchFamily="34" charset="-122"/>
            </a:endParaRPr>
          </a:p>
        </p:txBody>
      </p:sp>
      <p:sp>
        <p:nvSpPr>
          <p:cNvPr id="10" name="矩形 9"/>
          <p:cNvSpPr/>
          <p:nvPr/>
        </p:nvSpPr>
        <p:spPr>
          <a:xfrm>
            <a:off x="6433560" y="2402119"/>
            <a:ext cx="2710441" cy="201041"/>
          </a:xfrm>
          <a:prstGeom prst="rect">
            <a:avLst/>
          </a:prstGeom>
          <a:solidFill>
            <a:srgbClr val="054487">
              <a:alpha val="90000"/>
            </a:srgbClr>
          </a:solidFill>
          <a:ln w="25400" cap="flat" cmpd="sng" algn="ctr">
            <a:noFill/>
            <a:prstDash val="solid"/>
          </a:ln>
          <a:effectLst/>
        </p:spPr>
        <p:txBody>
          <a:bodyPr lIns="68580" tIns="34290" rIns="68580" bIns="34290" rtlCol="0" anchor="ctr"/>
          <a:lstStyle/>
          <a:p>
            <a:pPr algn="ctr">
              <a:defRPr/>
            </a:pPr>
            <a:endParaRPr lang="zh-CN" altLang="en-US" sz="1200" kern="0" dirty="0">
              <a:solidFill>
                <a:prstClr val="black">
                  <a:lumMod val="85000"/>
                  <a:lumOff val="15000"/>
                </a:prstClr>
              </a:solidFill>
              <a:ea typeface="微软雅黑" pitchFamily="34" charset="-122"/>
            </a:endParaRPr>
          </a:p>
        </p:txBody>
      </p:sp>
      <p:sp>
        <p:nvSpPr>
          <p:cNvPr id="11" name="任意多边形 10"/>
          <p:cNvSpPr/>
          <p:nvPr/>
        </p:nvSpPr>
        <p:spPr>
          <a:xfrm flipV="1">
            <a:off x="994685" y="1469086"/>
            <a:ext cx="1994720" cy="1134074"/>
          </a:xfrm>
          <a:custGeom>
            <a:avLst/>
            <a:gdLst>
              <a:gd name="connsiteX0" fmla="*/ 0 w 3099660"/>
              <a:gd name="connsiteY0" fmla="*/ 0 h 1749956"/>
              <a:gd name="connsiteX1" fmla="*/ 2194803 w 3099660"/>
              <a:gd name="connsiteY1" fmla="*/ 0 h 1749956"/>
              <a:gd name="connsiteX2" fmla="*/ 3099660 w 3099660"/>
              <a:gd name="connsiteY2" fmla="*/ 904857 h 1749956"/>
              <a:gd name="connsiteX3" fmla="*/ 3099660 w 3099660"/>
              <a:gd name="connsiteY3" fmla="*/ 1749956 h 1749956"/>
              <a:gd name="connsiteX4" fmla="*/ 2789696 w 3099660"/>
              <a:gd name="connsiteY4" fmla="*/ 1749956 h 1749956"/>
              <a:gd name="connsiteX5" fmla="*/ 2789696 w 3099660"/>
              <a:gd name="connsiteY5" fmla="*/ 1069853 h 1749956"/>
              <a:gd name="connsiteX6" fmla="*/ 2029809 w 3099660"/>
              <a:gd name="connsiteY6" fmla="*/ 309966 h 1749956"/>
              <a:gd name="connsiteX7" fmla="*/ 0 w 3099660"/>
              <a:gd name="connsiteY7" fmla="*/ 309966 h 1749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99660" h="1749956">
                <a:moveTo>
                  <a:pt x="0" y="0"/>
                </a:moveTo>
                <a:lnTo>
                  <a:pt x="2194803" y="0"/>
                </a:lnTo>
                <a:cubicBezTo>
                  <a:pt x="2694542" y="0"/>
                  <a:pt x="3099660" y="405118"/>
                  <a:pt x="3099660" y="904857"/>
                </a:cubicBezTo>
                <a:lnTo>
                  <a:pt x="3099660" y="1749956"/>
                </a:lnTo>
                <a:lnTo>
                  <a:pt x="2789696" y="1749956"/>
                </a:lnTo>
                <a:lnTo>
                  <a:pt x="2789696" y="1069853"/>
                </a:lnTo>
                <a:cubicBezTo>
                  <a:pt x="2789696" y="650179"/>
                  <a:pt x="2449483" y="309966"/>
                  <a:pt x="2029809" y="309966"/>
                </a:cubicBezTo>
                <a:lnTo>
                  <a:pt x="0" y="309966"/>
                </a:lnTo>
                <a:close/>
              </a:path>
            </a:pathLst>
          </a:custGeom>
          <a:solidFill>
            <a:srgbClr val="054487"/>
          </a:solidFill>
          <a:ln w="25400" cap="flat" cmpd="sng" algn="ctr">
            <a:noFill/>
            <a:prstDash val="solid"/>
          </a:ln>
          <a:effectLst/>
        </p:spPr>
        <p:txBody>
          <a:bodyPr lIns="68580" tIns="34290" rIns="68580" bIns="34290" rtlCol="0" anchor="ctr"/>
          <a:lstStyle/>
          <a:p>
            <a:pPr algn="ctr">
              <a:defRPr/>
            </a:pPr>
            <a:endParaRPr lang="zh-CN" altLang="en-US" sz="1200" kern="0" dirty="0">
              <a:solidFill>
                <a:prstClr val="black">
                  <a:lumMod val="85000"/>
                  <a:lumOff val="15000"/>
                </a:prstClr>
              </a:solidFill>
              <a:ea typeface="微软雅黑" pitchFamily="34" charset="-122"/>
            </a:endParaRPr>
          </a:p>
        </p:txBody>
      </p:sp>
      <p:sp>
        <p:nvSpPr>
          <p:cNvPr id="12" name="任意多边形 11"/>
          <p:cNvSpPr/>
          <p:nvPr/>
        </p:nvSpPr>
        <p:spPr>
          <a:xfrm>
            <a:off x="0" y="2406083"/>
            <a:ext cx="1534634" cy="1126147"/>
          </a:xfrm>
          <a:custGeom>
            <a:avLst/>
            <a:gdLst>
              <a:gd name="connsiteX0" fmla="*/ 0 w 3099660"/>
              <a:gd name="connsiteY0" fmla="*/ 0 h 1749956"/>
              <a:gd name="connsiteX1" fmla="*/ 2194803 w 3099660"/>
              <a:gd name="connsiteY1" fmla="*/ 0 h 1749956"/>
              <a:gd name="connsiteX2" fmla="*/ 3099660 w 3099660"/>
              <a:gd name="connsiteY2" fmla="*/ 904857 h 1749956"/>
              <a:gd name="connsiteX3" fmla="*/ 3099660 w 3099660"/>
              <a:gd name="connsiteY3" fmla="*/ 1749956 h 1749956"/>
              <a:gd name="connsiteX4" fmla="*/ 2789696 w 3099660"/>
              <a:gd name="connsiteY4" fmla="*/ 1749956 h 1749956"/>
              <a:gd name="connsiteX5" fmla="*/ 2789696 w 3099660"/>
              <a:gd name="connsiteY5" fmla="*/ 1069853 h 1749956"/>
              <a:gd name="connsiteX6" fmla="*/ 2029809 w 3099660"/>
              <a:gd name="connsiteY6" fmla="*/ 309966 h 1749956"/>
              <a:gd name="connsiteX7" fmla="*/ 0 w 3099660"/>
              <a:gd name="connsiteY7" fmla="*/ 309966 h 1749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99660" h="1749956">
                <a:moveTo>
                  <a:pt x="0" y="0"/>
                </a:moveTo>
                <a:lnTo>
                  <a:pt x="2194803" y="0"/>
                </a:lnTo>
                <a:cubicBezTo>
                  <a:pt x="2694542" y="0"/>
                  <a:pt x="3099660" y="405118"/>
                  <a:pt x="3099660" y="904857"/>
                </a:cubicBezTo>
                <a:lnTo>
                  <a:pt x="3099660" y="1749956"/>
                </a:lnTo>
                <a:lnTo>
                  <a:pt x="2789696" y="1749956"/>
                </a:lnTo>
                <a:lnTo>
                  <a:pt x="2789696" y="1069853"/>
                </a:lnTo>
                <a:cubicBezTo>
                  <a:pt x="2789696" y="650179"/>
                  <a:pt x="2449483" y="309966"/>
                  <a:pt x="2029809" y="309966"/>
                </a:cubicBezTo>
                <a:lnTo>
                  <a:pt x="0" y="309966"/>
                </a:lnTo>
                <a:close/>
              </a:path>
            </a:pathLst>
          </a:custGeom>
          <a:solidFill>
            <a:schemeClr val="bg1">
              <a:lumMod val="65000"/>
              <a:alpha val="90000"/>
            </a:schemeClr>
          </a:solidFill>
          <a:ln w="25400" cap="flat" cmpd="sng" algn="ctr">
            <a:noFill/>
            <a:prstDash val="solid"/>
          </a:ln>
          <a:effectLst/>
        </p:spPr>
        <p:txBody>
          <a:bodyPr lIns="68580" tIns="34290" rIns="68580" bIns="34290" rtlCol="0" anchor="ctr"/>
          <a:lstStyle/>
          <a:p>
            <a:pPr algn="ctr">
              <a:defRPr/>
            </a:pPr>
            <a:endParaRPr lang="zh-CN" altLang="en-US" sz="1200" kern="0" dirty="0">
              <a:solidFill>
                <a:prstClr val="black">
                  <a:lumMod val="85000"/>
                  <a:lumOff val="15000"/>
                </a:prstClr>
              </a:solidFill>
              <a:ea typeface="微软雅黑" pitchFamily="34" charset="-122"/>
            </a:endParaRPr>
          </a:p>
        </p:txBody>
      </p:sp>
      <p:sp>
        <p:nvSpPr>
          <p:cNvPr id="13" name="任意多边形 12"/>
          <p:cNvSpPr/>
          <p:nvPr/>
        </p:nvSpPr>
        <p:spPr>
          <a:xfrm>
            <a:off x="2348304" y="2406083"/>
            <a:ext cx="1994720" cy="1126147"/>
          </a:xfrm>
          <a:custGeom>
            <a:avLst/>
            <a:gdLst>
              <a:gd name="connsiteX0" fmla="*/ 0 w 3099660"/>
              <a:gd name="connsiteY0" fmla="*/ 0 h 1749956"/>
              <a:gd name="connsiteX1" fmla="*/ 2194803 w 3099660"/>
              <a:gd name="connsiteY1" fmla="*/ 0 h 1749956"/>
              <a:gd name="connsiteX2" fmla="*/ 3099660 w 3099660"/>
              <a:gd name="connsiteY2" fmla="*/ 904857 h 1749956"/>
              <a:gd name="connsiteX3" fmla="*/ 3099660 w 3099660"/>
              <a:gd name="connsiteY3" fmla="*/ 1749956 h 1749956"/>
              <a:gd name="connsiteX4" fmla="*/ 2789696 w 3099660"/>
              <a:gd name="connsiteY4" fmla="*/ 1749956 h 1749956"/>
              <a:gd name="connsiteX5" fmla="*/ 2789696 w 3099660"/>
              <a:gd name="connsiteY5" fmla="*/ 1069853 h 1749956"/>
              <a:gd name="connsiteX6" fmla="*/ 2029809 w 3099660"/>
              <a:gd name="connsiteY6" fmla="*/ 309966 h 1749956"/>
              <a:gd name="connsiteX7" fmla="*/ 0 w 3099660"/>
              <a:gd name="connsiteY7" fmla="*/ 309966 h 1749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99660" h="1749956">
                <a:moveTo>
                  <a:pt x="0" y="0"/>
                </a:moveTo>
                <a:lnTo>
                  <a:pt x="2194803" y="0"/>
                </a:lnTo>
                <a:cubicBezTo>
                  <a:pt x="2694542" y="0"/>
                  <a:pt x="3099660" y="405118"/>
                  <a:pt x="3099660" y="904857"/>
                </a:cubicBezTo>
                <a:lnTo>
                  <a:pt x="3099660" y="1749956"/>
                </a:lnTo>
                <a:lnTo>
                  <a:pt x="2789696" y="1749956"/>
                </a:lnTo>
                <a:lnTo>
                  <a:pt x="2789696" y="1069853"/>
                </a:lnTo>
                <a:cubicBezTo>
                  <a:pt x="2789696" y="650179"/>
                  <a:pt x="2449483" y="309966"/>
                  <a:pt x="2029809" y="309966"/>
                </a:cubicBezTo>
                <a:lnTo>
                  <a:pt x="0" y="309966"/>
                </a:lnTo>
                <a:close/>
              </a:path>
            </a:pathLst>
          </a:custGeom>
          <a:solidFill>
            <a:schemeClr val="bg1">
              <a:lumMod val="65000"/>
            </a:schemeClr>
          </a:solidFill>
          <a:ln w="25400" cap="flat" cmpd="sng" algn="ctr">
            <a:noFill/>
            <a:prstDash val="solid"/>
          </a:ln>
          <a:effectLst/>
        </p:spPr>
        <p:txBody>
          <a:bodyPr lIns="68580" tIns="34290" rIns="68580" bIns="34290" rtlCol="0" anchor="ctr"/>
          <a:lstStyle/>
          <a:p>
            <a:pPr algn="ctr">
              <a:defRPr/>
            </a:pPr>
            <a:endParaRPr lang="zh-CN" altLang="en-US" sz="1200" kern="0" dirty="0">
              <a:solidFill>
                <a:prstClr val="black">
                  <a:lumMod val="85000"/>
                  <a:lumOff val="15000"/>
                </a:prstClr>
              </a:solidFill>
              <a:ea typeface="微软雅黑" pitchFamily="34" charset="-122"/>
            </a:endParaRPr>
          </a:p>
        </p:txBody>
      </p:sp>
      <p:sp>
        <p:nvSpPr>
          <p:cNvPr id="14" name="任意多边形 13"/>
          <p:cNvSpPr/>
          <p:nvPr/>
        </p:nvSpPr>
        <p:spPr>
          <a:xfrm>
            <a:off x="5089618" y="2406083"/>
            <a:ext cx="1994720" cy="1126147"/>
          </a:xfrm>
          <a:custGeom>
            <a:avLst/>
            <a:gdLst>
              <a:gd name="connsiteX0" fmla="*/ 0 w 3099660"/>
              <a:gd name="connsiteY0" fmla="*/ 0 h 1749956"/>
              <a:gd name="connsiteX1" fmla="*/ 2194803 w 3099660"/>
              <a:gd name="connsiteY1" fmla="*/ 0 h 1749956"/>
              <a:gd name="connsiteX2" fmla="*/ 3099660 w 3099660"/>
              <a:gd name="connsiteY2" fmla="*/ 904857 h 1749956"/>
              <a:gd name="connsiteX3" fmla="*/ 3099660 w 3099660"/>
              <a:gd name="connsiteY3" fmla="*/ 1749956 h 1749956"/>
              <a:gd name="connsiteX4" fmla="*/ 2789696 w 3099660"/>
              <a:gd name="connsiteY4" fmla="*/ 1749956 h 1749956"/>
              <a:gd name="connsiteX5" fmla="*/ 2789696 w 3099660"/>
              <a:gd name="connsiteY5" fmla="*/ 1069853 h 1749956"/>
              <a:gd name="connsiteX6" fmla="*/ 2029809 w 3099660"/>
              <a:gd name="connsiteY6" fmla="*/ 309966 h 1749956"/>
              <a:gd name="connsiteX7" fmla="*/ 0 w 3099660"/>
              <a:gd name="connsiteY7" fmla="*/ 309966 h 1749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99660" h="1749956">
                <a:moveTo>
                  <a:pt x="0" y="0"/>
                </a:moveTo>
                <a:lnTo>
                  <a:pt x="2194803" y="0"/>
                </a:lnTo>
                <a:cubicBezTo>
                  <a:pt x="2694542" y="0"/>
                  <a:pt x="3099660" y="405118"/>
                  <a:pt x="3099660" y="904857"/>
                </a:cubicBezTo>
                <a:lnTo>
                  <a:pt x="3099660" y="1749956"/>
                </a:lnTo>
                <a:lnTo>
                  <a:pt x="2789696" y="1749956"/>
                </a:lnTo>
                <a:lnTo>
                  <a:pt x="2789696" y="1069853"/>
                </a:lnTo>
                <a:cubicBezTo>
                  <a:pt x="2789696" y="650179"/>
                  <a:pt x="2449483" y="309966"/>
                  <a:pt x="2029809" y="309966"/>
                </a:cubicBezTo>
                <a:lnTo>
                  <a:pt x="0" y="309966"/>
                </a:lnTo>
                <a:close/>
              </a:path>
            </a:pathLst>
          </a:custGeom>
          <a:solidFill>
            <a:schemeClr val="bg1">
              <a:lumMod val="65000"/>
            </a:schemeClr>
          </a:solidFill>
          <a:ln w="25400" cap="flat" cmpd="sng" algn="ctr">
            <a:noFill/>
            <a:prstDash val="solid"/>
          </a:ln>
          <a:effectLst/>
        </p:spPr>
        <p:txBody>
          <a:bodyPr lIns="68580" tIns="34290" rIns="68580" bIns="34290" rtlCol="0" anchor="ctr"/>
          <a:lstStyle/>
          <a:p>
            <a:pPr algn="ctr">
              <a:defRPr/>
            </a:pPr>
            <a:endParaRPr lang="zh-CN" altLang="en-US" sz="1200" kern="0" dirty="0">
              <a:solidFill>
                <a:prstClr val="black">
                  <a:lumMod val="85000"/>
                  <a:lumOff val="15000"/>
                </a:prstClr>
              </a:solidFill>
              <a:ea typeface="微软雅黑" pitchFamily="34" charset="-122"/>
            </a:endParaRPr>
          </a:p>
        </p:txBody>
      </p:sp>
      <p:sp>
        <p:nvSpPr>
          <p:cNvPr id="15" name="任意多边形 14"/>
          <p:cNvSpPr/>
          <p:nvPr/>
        </p:nvSpPr>
        <p:spPr>
          <a:xfrm flipV="1">
            <a:off x="3714122" y="1469086"/>
            <a:ext cx="1994720" cy="1134074"/>
          </a:xfrm>
          <a:custGeom>
            <a:avLst/>
            <a:gdLst>
              <a:gd name="connsiteX0" fmla="*/ 0 w 3099660"/>
              <a:gd name="connsiteY0" fmla="*/ 0 h 1749956"/>
              <a:gd name="connsiteX1" fmla="*/ 2194803 w 3099660"/>
              <a:gd name="connsiteY1" fmla="*/ 0 h 1749956"/>
              <a:gd name="connsiteX2" fmla="*/ 3099660 w 3099660"/>
              <a:gd name="connsiteY2" fmla="*/ 904857 h 1749956"/>
              <a:gd name="connsiteX3" fmla="*/ 3099660 w 3099660"/>
              <a:gd name="connsiteY3" fmla="*/ 1749956 h 1749956"/>
              <a:gd name="connsiteX4" fmla="*/ 2789696 w 3099660"/>
              <a:gd name="connsiteY4" fmla="*/ 1749956 h 1749956"/>
              <a:gd name="connsiteX5" fmla="*/ 2789696 w 3099660"/>
              <a:gd name="connsiteY5" fmla="*/ 1069853 h 1749956"/>
              <a:gd name="connsiteX6" fmla="*/ 2029809 w 3099660"/>
              <a:gd name="connsiteY6" fmla="*/ 309966 h 1749956"/>
              <a:gd name="connsiteX7" fmla="*/ 0 w 3099660"/>
              <a:gd name="connsiteY7" fmla="*/ 309966 h 1749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99660" h="1749956">
                <a:moveTo>
                  <a:pt x="0" y="0"/>
                </a:moveTo>
                <a:lnTo>
                  <a:pt x="2194803" y="0"/>
                </a:lnTo>
                <a:cubicBezTo>
                  <a:pt x="2694542" y="0"/>
                  <a:pt x="3099660" y="405118"/>
                  <a:pt x="3099660" y="904857"/>
                </a:cubicBezTo>
                <a:lnTo>
                  <a:pt x="3099660" y="1749956"/>
                </a:lnTo>
                <a:lnTo>
                  <a:pt x="2789696" y="1749956"/>
                </a:lnTo>
                <a:lnTo>
                  <a:pt x="2789696" y="1069853"/>
                </a:lnTo>
                <a:cubicBezTo>
                  <a:pt x="2789696" y="650179"/>
                  <a:pt x="2449483" y="309966"/>
                  <a:pt x="2029809" y="309966"/>
                </a:cubicBezTo>
                <a:lnTo>
                  <a:pt x="0" y="309966"/>
                </a:lnTo>
                <a:close/>
              </a:path>
            </a:pathLst>
          </a:custGeom>
          <a:solidFill>
            <a:srgbClr val="054487"/>
          </a:solidFill>
          <a:ln w="25400" cap="flat" cmpd="sng" algn="ctr">
            <a:noFill/>
            <a:prstDash val="solid"/>
          </a:ln>
          <a:effectLst/>
        </p:spPr>
        <p:txBody>
          <a:bodyPr lIns="68580" tIns="34290" rIns="68580" bIns="34290" rtlCol="0" anchor="ctr"/>
          <a:lstStyle/>
          <a:p>
            <a:pPr algn="ctr">
              <a:defRPr/>
            </a:pPr>
            <a:endParaRPr lang="zh-CN" altLang="en-US" sz="1200" kern="0" dirty="0">
              <a:solidFill>
                <a:prstClr val="black">
                  <a:lumMod val="85000"/>
                  <a:lumOff val="15000"/>
                </a:prstClr>
              </a:solidFill>
              <a:ea typeface="微软雅黑" pitchFamily="34" charset="-122"/>
            </a:endParaRPr>
          </a:p>
        </p:txBody>
      </p:sp>
      <p:grpSp>
        <p:nvGrpSpPr>
          <p:cNvPr id="16" name="组合 15"/>
          <p:cNvGrpSpPr/>
          <p:nvPr/>
        </p:nvGrpSpPr>
        <p:grpSpPr>
          <a:xfrm>
            <a:off x="1252387" y="3503374"/>
            <a:ext cx="378924" cy="387330"/>
            <a:chOff x="2237342" y="3733931"/>
            <a:chExt cx="625781" cy="639663"/>
          </a:xfrm>
          <a:effectLst>
            <a:outerShdw blurRad="63500" sx="102000" sy="102000" algn="ctr" rotWithShape="0">
              <a:prstClr val="black">
                <a:alpha val="40000"/>
              </a:prstClr>
            </a:outerShdw>
          </a:effectLst>
        </p:grpSpPr>
        <p:sp>
          <p:nvSpPr>
            <p:cNvPr id="17" name="泪滴形 16"/>
            <p:cNvSpPr/>
            <p:nvPr/>
          </p:nvSpPr>
          <p:spPr>
            <a:xfrm rot="19027558">
              <a:off x="2237342" y="3733931"/>
              <a:ext cx="625781" cy="625781"/>
            </a:xfrm>
            <a:prstGeom prst="teardrop">
              <a:avLst/>
            </a:prstGeom>
            <a:solidFill>
              <a:srgbClr val="054487">
                <a:alpha val="90000"/>
              </a:srgbClr>
            </a:solidFill>
            <a:ln w="25400" cap="flat" cmpd="sng" algn="ctr">
              <a:noFill/>
              <a:prstDash val="solid"/>
            </a:ln>
            <a:effectLst/>
          </p:spPr>
          <p:txBody>
            <a:bodyPr rtlCol="0" anchor="ctr"/>
            <a:lstStyle/>
            <a:p>
              <a:pPr algn="ctr">
                <a:defRPr/>
              </a:pPr>
              <a:endParaRPr lang="zh-CN" altLang="en-US" sz="1200" kern="0" dirty="0">
                <a:solidFill>
                  <a:prstClr val="black">
                    <a:lumMod val="85000"/>
                    <a:lumOff val="15000"/>
                  </a:prstClr>
                </a:solidFill>
                <a:ea typeface="微软雅黑" pitchFamily="34" charset="-122"/>
              </a:endParaRPr>
            </a:p>
          </p:txBody>
        </p:sp>
        <p:sp>
          <p:nvSpPr>
            <p:cNvPr id="18" name="椭圆 17"/>
            <p:cNvSpPr/>
            <p:nvPr/>
          </p:nvSpPr>
          <p:spPr>
            <a:xfrm rot="10800000">
              <a:off x="2300863" y="3788134"/>
              <a:ext cx="498740" cy="498740"/>
            </a:xfrm>
            <a:prstGeom prst="ellipse">
              <a:avLst/>
            </a:prstGeom>
            <a:solidFill>
              <a:srgbClr val="00B0F0">
                <a:alpha val="70000"/>
              </a:srgbClr>
            </a:solidFill>
            <a:ln w="25400" cap="flat" cmpd="sng" algn="ctr">
              <a:noFill/>
              <a:prstDash val="solid"/>
            </a:ln>
            <a:effectLst>
              <a:outerShdw blurRad="63500" sx="102000" sy="102000" algn="ctr" rotWithShape="0">
                <a:prstClr val="black">
                  <a:alpha val="40000"/>
                </a:prstClr>
              </a:outerShdw>
            </a:effectLst>
          </p:spPr>
          <p:txBody>
            <a:bodyPr rtlCol="0" anchor="ctr"/>
            <a:lstStyle/>
            <a:p>
              <a:pPr algn="ctr">
                <a:defRPr/>
              </a:pPr>
              <a:endParaRPr lang="zh-CN" altLang="en-US" sz="1200" kern="0" dirty="0">
                <a:solidFill>
                  <a:prstClr val="black">
                    <a:lumMod val="85000"/>
                    <a:lumOff val="15000"/>
                  </a:prstClr>
                </a:solidFill>
                <a:ea typeface="微软雅黑" pitchFamily="34" charset="-122"/>
              </a:endParaRPr>
            </a:p>
          </p:txBody>
        </p:sp>
        <p:sp>
          <p:nvSpPr>
            <p:cNvPr id="19" name="文本框 63"/>
            <p:cNvSpPr txBox="1"/>
            <p:nvPr/>
          </p:nvSpPr>
          <p:spPr>
            <a:xfrm>
              <a:off x="2330214" y="3763654"/>
              <a:ext cx="498225" cy="609940"/>
            </a:xfrm>
            <a:prstGeom prst="rect">
              <a:avLst/>
            </a:prstGeom>
            <a:noFill/>
          </p:spPr>
          <p:txBody>
            <a:bodyPr wrap="none" rtlCol="0">
              <a:spAutoFit/>
            </a:bodyPr>
            <a:lstStyle/>
            <a:p>
              <a:pPr>
                <a:defRPr/>
              </a:pPr>
              <a:r>
                <a:rPr lang="en-US" altLang="zh-CN" kern="0" dirty="0">
                  <a:solidFill>
                    <a:prstClr val="black">
                      <a:lumMod val="85000"/>
                      <a:lumOff val="15000"/>
                    </a:prstClr>
                  </a:solidFill>
                  <a:ea typeface="微软雅黑" pitchFamily="34" charset="-122"/>
                </a:rPr>
                <a:t>1</a:t>
              </a:r>
              <a:endParaRPr lang="zh-CN" altLang="en-US" kern="0" dirty="0">
                <a:solidFill>
                  <a:prstClr val="black">
                    <a:lumMod val="85000"/>
                    <a:lumOff val="15000"/>
                  </a:prstClr>
                </a:solidFill>
                <a:ea typeface="微软雅黑" pitchFamily="34" charset="-122"/>
              </a:endParaRPr>
            </a:p>
          </p:txBody>
        </p:sp>
      </p:grpSp>
      <p:grpSp>
        <p:nvGrpSpPr>
          <p:cNvPr id="20" name="组合 19"/>
          <p:cNvGrpSpPr/>
          <p:nvPr/>
        </p:nvGrpSpPr>
        <p:grpSpPr>
          <a:xfrm rot="10800000">
            <a:off x="2701821" y="1145338"/>
            <a:ext cx="378924" cy="384009"/>
            <a:chOff x="4778071" y="3617044"/>
            <a:chExt cx="625781" cy="634179"/>
          </a:xfrm>
          <a:effectLst>
            <a:outerShdw blurRad="63500" sx="102000" sy="102000" algn="ctr" rotWithShape="0">
              <a:prstClr val="black">
                <a:alpha val="40000"/>
              </a:prstClr>
            </a:outerShdw>
          </a:effectLst>
        </p:grpSpPr>
        <p:sp>
          <p:nvSpPr>
            <p:cNvPr id="21" name="泪滴形 20"/>
            <p:cNvSpPr/>
            <p:nvPr/>
          </p:nvSpPr>
          <p:spPr>
            <a:xfrm rot="19027558">
              <a:off x="4778071" y="3625442"/>
              <a:ext cx="625781" cy="625781"/>
            </a:xfrm>
            <a:prstGeom prst="teardrop">
              <a:avLst/>
            </a:prstGeom>
            <a:solidFill>
              <a:srgbClr val="054487">
                <a:alpha val="90000"/>
              </a:srgbClr>
            </a:solidFill>
            <a:ln w="25400" cap="flat" cmpd="sng" algn="ctr">
              <a:noFill/>
              <a:prstDash val="solid"/>
            </a:ln>
            <a:effectLst/>
          </p:spPr>
          <p:txBody>
            <a:bodyPr rtlCol="0" anchor="ctr"/>
            <a:lstStyle/>
            <a:p>
              <a:pPr algn="ctr">
                <a:defRPr/>
              </a:pPr>
              <a:endParaRPr lang="zh-CN" altLang="en-US" sz="1200" kern="0" dirty="0">
                <a:solidFill>
                  <a:prstClr val="black">
                    <a:lumMod val="85000"/>
                    <a:lumOff val="15000"/>
                  </a:prstClr>
                </a:solidFill>
                <a:ea typeface="微软雅黑" pitchFamily="34" charset="-122"/>
              </a:endParaRPr>
            </a:p>
          </p:txBody>
        </p:sp>
        <p:sp>
          <p:nvSpPr>
            <p:cNvPr id="22" name="椭圆 21"/>
            <p:cNvSpPr/>
            <p:nvPr/>
          </p:nvSpPr>
          <p:spPr>
            <a:xfrm rot="10800000">
              <a:off x="4841592" y="3679645"/>
              <a:ext cx="498740" cy="498740"/>
            </a:xfrm>
            <a:prstGeom prst="ellipse">
              <a:avLst/>
            </a:prstGeom>
            <a:solidFill>
              <a:srgbClr val="00B0F0">
                <a:alpha val="70000"/>
              </a:srgbClr>
            </a:solidFill>
            <a:ln w="25400" cap="flat" cmpd="sng" algn="ctr">
              <a:noFill/>
              <a:prstDash val="solid"/>
            </a:ln>
            <a:effectLst>
              <a:outerShdw blurRad="63500" sx="102000" sy="102000" algn="ctr" rotWithShape="0">
                <a:prstClr val="black">
                  <a:alpha val="40000"/>
                </a:prstClr>
              </a:outerShdw>
            </a:effectLst>
          </p:spPr>
          <p:txBody>
            <a:bodyPr rtlCol="0" anchor="ctr"/>
            <a:lstStyle/>
            <a:p>
              <a:pPr algn="ctr">
                <a:defRPr/>
              </a:pPr>
              <a:endParaRPr lang="zh-CN" altLang="en-US" sz="1200" kern="0" dirty="0">
                <a:solidFill>
                  <a:prstClr val="black">
                    <a:lumMod val="85000"/>
                    <a:lumOff val="15000"/>
                  </a:prstClr>
                </a:solidFill>
                <a:ea typeface="微软雅黑" pitchFamily="34" charset="-122"/>
              </a:endParaRPr>
            </a:p>
          </p:txBody>
        </p:sp>
        <p:sp>
          <p:nvSpPr>
            <p:cNvPr id="23" name="文本框 67"/>
            <p:cNvSpPr txBox="1"/>
            <p:nvPr/>
          </p:nvSpPr>
          <p:spPr>
            <a:xfrm rot="10800000">
              <a:off x="4799395" y="3617044"/>
              <a:ext cx="498225" cy="609940"/>
            </a:xfrm>
            <a:prstGeom prst="rect">
              <a:avLst/>
            </a:prstGeom>
            <a:noFill/>
          </p:spPr>
          <p:txBody>
            <a:bodyPr wrap="none" rtlCol="0">
              <a:spAutoFit/>
            </a:bodyPr>
            <a:lstStyle/>
            <a:p>
              <a:pPr>
                <a:defRPr/>
              </a:pPr>
              <a:r>
                <a:rPr lang="en-US" altLang="zh-CN" kern="0" dirty="0">
                  <a:solidFill>
                    <a:prstClr val="black">
                      <a:lumMod val="85000"/>
                      <a:lumOff val="15000"/>
                    </a:prstClr>
                  </a:solidFill>
                  <a:ea typeface="微软雅黑" pitchFamily="34" charset="-122"/>
                </a:rPr>
                <a:t>2</a:t>
              </a:r>
              <a:endParaRPr lang="zh-CN" altLang="en-US" kern="0" dirty="0">
                <a:solidFill>
                  <a:prstClr val="black">
                    <a:lumMod val="85000"/>
                    <a:lumOff val="15000"/>
                  </a:prstClr>
                </a:solidFill>
                <a:ea typeface="微软雅黑" pitchFamily="34" charset="-122"/>
              </a:endParaRPr>
            </a:p>
          </p:txBody>
        </p:sp>
      </p:grpSp>
      <p:grpSp>
        <p:nvGrpSpPr>
          <p:cNvPr id="24" name="组合 23"/>
          <p:cNvGrpSpPr/>
          <p:nvPr/>
        </p:nvGrpSpPr>
        <p:grpSpPr>
          <a:xfrm>
            <a:off x="4042325" y="3503374"/>
            <a:ext cx="379911" cy="387330"/>
            <a:chOff x="6766315" y="3625442"/>
            <a:chExt cx="627411" cy="639663"/>
          </a:xfrm>
          <a:effectLst>
            <a:outerShdw blurRad="63500" sx="102000" sy="102000" algn="ctr" rotWithShape="0">
              <a:prstClr val="black">
                <a:alpha val="40000"/>
              </a:prstClr>
            </a:outerShdw>
          </a:effectLst>
        </p:grpSpPr>
        <p:sp>
          <p:nvSpPr>
            <p:cNvPr id="25" name="泪滴形 24"/>
            <p:cNvSpPr/>
            <p:nvPr/>
          </p:nvSpPr>
          <p:spPr>
            <a:xfrm rot="19027558">
              <a:off x="6766315" y="3625442"/>
              <a:ext cx="625781" cy="625781"/>
            </a:xfrm>
            <a:prstGeom prst="teardrop">
              <a:avLst/>
            </a:prstGeom>
            <a:solidFill>
              <a:srgbClr val="054487">
                <a:alpha val="90000"/>
              </a:srgbClr>
            </a:solidFill>
            <a:ln w="25400" cap="flat" cmpd="sng" algn="ctr">
              <a:noFill/>
              <a:prstDash val="solid"/>
            </a:ln>
            <a:effectLst/>
          </p:spPr>
          <p:txBody>
            <a:bodyPr rtlCol="0" anchor="ctr"/>
            <a:lstStyle/>
            <a:p>
              <a:pPr algn="ctr">
                <a:defRPr/>
              </a:pPr>
              <a:endParaRPr lang="zh-CN" altLang="en-US" sz="1200" kern="0" dirty="0">
                <a:solidFill>
                  <a:prstClr val="black">
                    <a:lumMod val="85000"/>
                    <a:lumOff val="15000"/>
                  </a:prstClr>
                </a:solidFill>
                <a:ea typeface="微软雅黑" pitchFamily="34" charset="-122"/>
              </a:endParaRPr>
            </a:p>
          </p:txBody>
        </p:sp>
        <p:sp>
          <p:nvSpPr>
            <p:cNvPr id="26" name="椭圆 25"/>
            <p:cNvSpPr/>
            <p:nvPr/>
          </p:nvSpPr>
          <p:spPr>
            <a:xfrm rot="10800000">
              <a:off x="6829836" y="3679645"/>
              <a:ext cx="498740" cy="498740"/>
            </a:xfrm>
            <a:prstGeom prst="ellipse">
              <a:avLst/>
            </a:prstGeom>
            <a:solidFill>
              <a:srgbClr val="00B0F0">
                <a:alpha val="70000"/>
              </a:srgbClr>
            </a:solidFill>
            <a:ln w="25400" cap="flat" cmpd="sng" algn="ctr">
              <a:noFill/>
              <a:prstDash val="solid"/>
            </a:ln>
            <a:effectLst>
              <a:outerShdw blurRad="63500" sx="102000" sy="102000" algn="ctr" rotWithShape="0">
                <a:prstClr val="black">
                  <a:alpha val="40000"/>
                </a:prstClr>
              </a:outerShdw>
            </a:effectLst>
          </p:spPr>
          <p:txBody>
            <a:bodyPr rtlCol="0" anchor="ctr"/>
            <a:lstStyle/>
            <a:p>
              <a:pPr algn="ctr">
                <a:defRPr/>
              </a:pPr>
              <a:endParaRPr lang="zh-CN" altLang="en-US" sz="1200" kern="0" dirty="0">
                <a:solidFill>
                  <a:prstClr val="black">
                    <a:lumMod val="85000"/>
                    <a:lumOff val="15000"/>
                  </a:prstClr>
                </a:solidFill>
                <a:ea typeface="微软雅黑" pitchFamily="34" charset="-122"/>
              </a:endParaRPr>
            </a:p>
          </p:txBody>
        </p:sp>
        <p:sp>
          <p:nvSpPr>
            <p:cNvPr id="27" name="文本框 70"/>
            <p:cNvSpPr txBox="1"/>
            <p:nvPr/>
          </p:nvSpPr>
          <p:spPr>
            <a:xfrm>
              <a:off x="6895501" y="3655165"/>
              <a:ext cx="498225" cy="609940"/>
            </a:xfrm>
            <a:prstGeom prst="rect">
              <a:avLst/>
            </a:prstGeom>
            <a:noFill/>
          </p:spPr>
          <p:txBody>
            <a:bodyPr wrap="none" rtlCol="0">
              <a:spAutoFit/>
            </a:bodyPr>
            <a:lstStyle/>
            <a:p>
              <a:pPr>
                <a:defRPr/>
              </a:pPr>
              <a:r>
                <a:rPr lang="en-US" altLang="zh-CN" kern="0" dirty="0">
                  <a:solidFill>
                    <a:prstClr val="black">
                      <a:lumMod val="85000"/>
                      <a:lumOff val="15000"/>
                    </a:prstClr>
                  </a:solidFill>
                  <a:ea typeface="微软雅黑" pitchFamily="34" charset="-122"/>
                </a:rPr>
                <a:t>3</a:t>
              </a:r>
              <a:endParaRPr lang="zh-CN" altLang="en-US" kern="0" dirty="0">
                <a:solidFill>
                  <a:prstClr val="black">
                    <a:lumMod val="85000"/>
                    <a:lumOff val="15000"/>
                  </a:prstClr>
                </a:solidFill>
                <a:ea typeface="微软雅黑" pitchFamily="34" charset="-122"/>
              </a:endParaRPr>
            </a:p>
          </p:txBody>
        </p:sp>
      </p:grpSp>
      <p:grpSp>
        <p:nvGrpSpPr>
          <p:cNvPr id="28" name="组合 27"/>
          <p:cNvGrpSpPr/>
          <p:nvPr/>
        </p:nvGrpSpPr>
        <p:grpSpPr>
          <a:xfrm rot="10800000">
            <a:off x="5421240" y="1160015"/>
            <a:ext cx="378924" cy="384009"/>
            <a:chOff x="8731533" y="3617044"/>
            <a:chExt cx="625781" cy="634179"/>
          </a:xfrm>
          <a:effectLst>
            <a:outerShdw blurRad="63500" sx="102000" sy="102000" algn="ctr" rotWithShape="0">
              <a:prstClr val="black">
                <a:alpha val="40000"/>
              </a:prstClr>
            </a:outerShdw>
          </a:effectLst>
        </p:grpSpPr>
        <p:sp>
          <p:nvSpPr>
            <p:cNvPr id="29" name="泪滴形 28"/>
            <p:cNvSpPr/>
            <p:nvPr/>
          </p:nvSpPr>
          <p:spPr>
            <a:xfrm rot="19027558">
              <a:off x="8731533" y="3625442"/>
              <a:ext cx="625781" cy="625781"/>
            </a:xfrm>
            <a:prstGeom prst="teardrop">
              <a:avLst/>
            </a:prstGeom>
            <a:solidFill>
              <a:srgbClr val="054487">
                <a:alpha val="90000"/>
              </a:srgbClr>
            </a:solidFill>
            <a:ln w="25400" cap="flat" cmpd="sng" algn="ctr">
              <a:noFill/>
              <a:prstDash val="solid"/>
            </a:ln>
            <a:effectLst/>
          </p:spPr>
          <p:txBody>
            <a:bodyPr rtlCol="0" anchor="ctr"/>
            <a:lstStyle/>
            <a:p>
              <a:pPr algn="ctr">
                <a:defRPr/>
              </a:pPr>
              <a:endParaRPr lang="zh-CN" altLang="en-US" sz="1200" kern="0" dirty="0">
                <a:solidFill>
                  <a:prstClr val="black">
                    <a:lumMod val="85000"/>
                    <a:lumOff val="15000"/>
                  </a:prstClr>
                </a:solidFill>
                <a:ea typeface="微软雅黑" pitchFamily="34" charset="-122"/>
              </a:endParaRPr>
            </a:p>
          </p:txBody>
        </p:sp>
        <p:sp>
          <p:nvSpPr>
            <p:cNvPr id="30" name="椭圆 29"/>
            <p:cNvSpPr/>
            <p:nvPr/>
          </p:nvSpPr>
          <p:spPr>
            <a:xfrm rot="10800000">
              <a:off x="8795054" y="3679645"/>
              <a:ext cx="498740" cy="498740"/>
            </a:xfrm>
            <a:prstGeom prst="ellipse">
              <a:avLst/>
            </a:prstGeom>
            <a:solidFill>
              <a:srgbClr val="00B0F0">
                <a:alpha val="70000"/>
              </a:srgbClr>
            </a:solidFill>
            <a:ln w="25400" cap="flat" cmpd="sng" algn="ctr">
              <a:noFill/>
              <a:prstDash val="solid"/>
            </a:ln>
            <a:effectLst>
              <a:outerShdw blurRad="63500" sx="102000" sy="102000" algn="ctr" rotWithShape="0">
                <a:prstClr val="black">
                  <a:alpha val="40000"/>
                </a:prstClr>
              </a:outerShdw>
            </a:effectLst>
          </p:spPr>
          <p:txBody>
            <a:bodyPr rtlCol="0" anchor="ctr"/>
            <a:lstStyle/>
            <a:p>
              <a:pPr algn="ctr">
                <a:defRPr/>
              </a:pPr>
              <a:endParaRPr lang="zh-CN" altLang="en-US" sz="1200" kern="0" dirty="0">
                <a:solidFill>
                  <a:prstClr val="black">
                    <a:lumMod val="85000"/>
                    <a:lumOff val="15000"/>
                  </a:prstClr>
                </a:solidFill>
                <a:ea typeface="微软雅黑" pitchFamily="34" charset="-122"/>
              </a:endParaRPr>
            </a:p>
          </p:txBody>
        </p:sp>
        <p:sp>
          <p:nvSpPr>
            <p:cNvPr id="31" name="文本框 73"/>
            <p:cNvSpPr txBox="1"/>
            <p:nvPr/>
          </p:nvSpPr>
          <p:spPr>
            <a:xfrm rot="10800000">
              <a:off x="8756858" y="3617044"/>
              <a:ext cx="498225" cy="609940"/>
            </a:xfrm>
            <a:prstGeom prst="rect">
              <a:avLst/>
            </a:prstGeom>
            <a:noFill/>
          </p:spPr>
          <p:txBody>
            <a:bodyPr wrap="none" rtlCol="0">
              <a:spAutoFit/>
            </a:bodyPr>
            <a:lstStyle/>
            <a:p>
              <a:pPr>
                <a:defRPr/>
              </a:pPr>
              <a:r>
                <a:rPr lang="en-US" altLang="zh-CN" kern="0" dirty="0">
                  <a:solidFill>
                    <a:prstClr val="black">
                      <a:lumMod val="85000"/>
                      <a:lumOff val="15000"/>
                    </a:prstClr>
                  </a:solidFill>
                  <a:ea typeface="微软雅黑" pitchFamily="34" charset="-122"/>
                </a:rPr>
                <a:t>4</a:t>
              </a:r>
              <a:endParaRPr lang="zh-CN" altLang="en-US" kern="0" dirty="0">
                <a:solidFill>
                  <a:prstClr val="black">
                    <a:lumMod val="85000"/>
                    <a:lumOff val="15000"/>
                  </a:prstClr>
                </a:solidFill>
                <a:ea typeface="微软雅黑" pitchFamily="34" charset="-122"/>
              </a:endParaRPr>
            </a:p>
          </p:txBody>
        </p:sp>
      </p:grpSp>
      <p:grpSp>
        <p:nvGrpSpPr>
          <p:cNvPr id="32" name="组合 31"/>
          <p:cNvGrpSpPr/>
          <p:nvPr/>
        </p:nvGrpSpPr>
        <p:grpSpPr>
          <a:xfrm>
            <a:off x="6792544" y="3503374"/>
            <a:ext cx="379911" cy="387330"/>
            <a:chOff x="10750554" y="3625442"/>
            <a:chExt cx="627411" cy="639663"/>
          </a:xfrm>
          <a:effectLst>
            <a:outerShdw blurRad="63500" sx="102000" sy="102000" algn="ctr" rotWithShape="0">
              <a:prstClr val="black">
                <a:alpha val="40000"/>
              </a:prstClr>
            </a:outerShdw>
          </a:effectLst>
        </p:grpSpPr>
        <p:sp>
          <p:nvSpPr>
            <p:cNvPr id="33" name="泪滴形 32"/>
            <p:cNvSpPr/>
            <p:nvPr/>
          </p:nvSpPr>
          <p:spPr>
            <a:xfrm rot="19027558">
              <a:off x="10750554" y="3625442"/>
              <a:ext cx="625781" cy="625781"/>
            </a:xfrm>
            <a:prstGeom prst="teardrop">
              <a:avLst/>
            </a:prstGeom>
            <a:solidFill>
              <a:srgbClr val="054487">
                <a:alpha val="90000"/>
              </a:srgbClr>
            </a:solidFill>
            <a:ln w="25400" cap="flat" cmpd="sng" algn="ctr">
              <a:noFill/>
              <a:prstDash val="solid"/>
            </a:ln>
            <a:effectLst/>
          </p:spPr>
          <p:txBody>
            <a:bodyPr rtlCol="0" anchor="ctr"/>
            <a:lstStyle/>
            <a:p>
              <a:pPr algn="ctr">
                <a:defRPr/>
              </a:pPr>
              <a:endParaRPr lang="zh-CN" altLang="en-US" sz="1200" kern="0" dirty="0">
                <a:solidFill>
                  <a:prstClr val="black">
                    <a:lumMod val="85000"/>
                    <a:lumOff val="15000"/>
                  </a:prstClr>
                </a:solidFill>
                <a:ea typeface="微软雅黑" pitchFamily="34" charset="-122"/>
              </a:endParaRPr>
            </a:p>
          </p:txBody>
        </p:sp>
        <p:sp>
          <p:nvSpPr>
            <p:cNvPr id="34" name="椭圆 33"/>
            <p:cNvSpPr/>
            <p:nvPr/>
          </p:nvSpPr>
          <p:spPr>
            <a:xfrm rot="10800000">
              <a:off x="10814075" y="3679645"/>
              <a:ext cx="498740" cy="498740"/>
            </a:xfrm>
            <a:prstGeom prst="ellipse">
              <a:avLst/>
            </a:prstGeom>
            <a:solidFill>
              <a:srgbClr val="00B0F0">
                <a:alpha val="70000"/>
              </a:srgbClr>
            </a:solidFill>
            <a:ln w="25400" cap="flat" cmpd="sng" algn="ctr">
              <a:noFill/>
              <a:prstDash val="solid"/>
            </a:ln>
            <a:effectLst>
              <a:outerShdw blurRad="63500" sx="102000" sy="102000" algn="ctr" rotWithShape="0">
                <a:prstClr val="black">
                  <a:alpha val="40000"/>
                </a:prstClr>
              </a:outerShdw>
            </a:effectLst>
          </p:spPr>
          <p:txBody>
            <a:bodyPr rtlCol="0" anchor="ctr"/>
            <a:lstStyle/>
            <a:p>
              <a:pPr algn="ctr">
                <a:defRPr/>
              </a:pPr>
              <a:endParaRPr lang="zh-CN" altLang="en-US" sz="1200" kern="0" dirty="0">
                <a:solidFill>
                  <a:prstClr val="black">
                    <a:lumMod val="85000"/>
                    <a:lumOff val="15000"/>
                  </a:prstClr>
                </a:solidFill>
                <a:ea typeface="微软雅黑" pitchFamily="34" charset="-122"/>
              </a:endParaRPr>
            </a:p>
          </p:txBody>
        </p:sp>
        <p:sp>
          <p:nvSpPr>
            <p:cNvPr id="35" name="文本框 76"/>
            <p:cNvSpPr txBox="1"/>
            <p:nvPr/>
          </p:nvSpPr>
          <p:spPr>
            <a:xfrm>
              <a:off x="10879740" y="3655165"/>
              <a:ext cx="498225" cy="609940"/>
            </a:xfrm>
            <a:prstGeom prst="rect">
              <a:avLst/>
            </a:prstGeom>
            <a:noFill/>
          </p:spPr>
          <p:txBody>
            <a:bodyPr wrap="none" rtlCol="0">
              <a:spAutoFit/>
            </a:bodyPr>
            <a:lstStyle/>
            <a:p>
              <a:pPr>
                <a:defRPr/>
              </a:pPr>
              <a:r>
                <a:rPr lang="en-US" altLang="zh-CN" kern="0" dirty="0">
                  <a:solidFill>
                    <a:prstClr val="black">
                      <a:lumMod val="85000"/>
                      <a:lumOff val="15000"/>
                    </a:prstClr>
                  </a:solidFill>
                  <a:ea typeface="微软雅黑" pitchFamily="34" charset="-122"/>
                </a:rPr>
                <a:t>5</a:t>
              </a:r>
              <a:endParaRPr lang="zh-CN" altLang="en-US" kern="0" dirty="0">
                <a:solidFill>
                  <a:prstClr val="black">
                    <a:lumMod val="85000"/>
                    <a:lumOff val="15000"/>
                  </a:prstClr>
                </a:solidFill>
                <a:ea typeface="微软雅黑" pitchFamily="34" charset="-122"/>
              </a:endParaRPr>
            </a:p>
          </p:txBody>
        </p:sp>
      </p:grpSp>
      <p:sp>
        <p:nvSpPr>
          <p:cNvPr id="36" name="文本框 77"/>
          <p:cNvSpPr txBox="1"/>
          <p:nvPr/>
        </p:nvSpPr>
        <p:spPr>
          <a:xfrm>
            <a:off x="1539055" y="2714275"/>
            <a:ext cx="1855036" cy="992579"/>
          </a:xfrm>
          <a:prstGeom prst="rect">
            <a:avLst/>
          </a:prstGeom>
          <a:noFill/>
        </p:spPr>
        <p:txBody>
          <a:bodyPr wrap="square" lIns="68580" tIns="34290" rIns="68580" bIns="34290" rtlCol="0">
            <a:spAutoFit/>
          </a:bodyPr>
          <a:lstStyle/>
          <a:p>
            <a:pPr algn="ctr">
              <a:lnSpc>
                <a:spcPts val="2625"/>
              </a:lnSpc>
            </a:pPr>
            <a:r>
              <a:rPr lang="zh-CN" altLang="en-US" dirty="0">
                <a:solidFill>
                  <a:prstClr val="black">
                    <a:lumMod val="85000"/>
                    <a:lumOff val="15000"/>
                  </a:prstClr>
                </a:solidFill>
                <a:latin typeface="方正正大黑简体" pitchFamily="2" charset="-122"/>
                <a:ea typeface="方正正大黑简体" pitchFamily="2" charset="-122"/>
              </a:rPr>
              <a:t>点击输入小标题</a:t>
            </a:r>
            <a:endParaRPr lang="en-US" altLang="zh-CN" dirty="0">
              <a:solidFill>
                <a:prstClr val="black">
                  <a:lumMod val="85000"/>
                  <a:lumOff val="15000"/>
                </a:prstClr>
              </a:solidFill>
              <a:latin typeface="方正正大黑简体" pitchFamily="2" charset="-122"/>
              <a:ea typeface="方正正大黑简体" pitchFamily="2" charset="-122"/>
            </a:endParaRPr>
          </a:p>
          <a:p>
            <a:pPr algn="ctr">
              <a:lnSpc>
                <a:spcPts val="2250"/>
              </a:lnSpc>
            </a:pPr>
            <a:r>
              <a:rPr lang="zh-CN" altLang="en-US" sz="1500" dirty="0">
                <a:solidFill>
                  <a:prstClr val="black">
                    <a:lumMod val="85000"/>
                    <a:lumOff val="15000"/>
                  </a:prstClr>
                </a:solidFill>
                <a:latin typeface="微软雅黑" panose="020B0503020204020204" pitchFamily="34" charset="-122"/>
                <a:ea typeface="微软雅黑" panose="020B0503020204020204" pitchFamily="34" charset="-122"/>
              </a:rPr>
              <a:t>点击此处添加文本</a:t>
            </a:r>
            <a:endParaRPr lang="en-US" altLang="zh-CN" sz="1500" dirty="0">
              <a:solidFill>
                <a:prstClr val="black">
                  <a:lumMod val="85000"/>
                  <a:lumOff val="15000"/>
                </a:prstClr>
              </a:solidFill>
              <a:latin typeface="微软雅黑" panose="020B0503020204020204" pitchFamily="34" charset="-122"/>
              <a:ea typeface="微软雅黑" panose="020B0503020204020204" pitchFamily="34" charset="-122"/>
            </a:endParaRPr>
          </a:p>
          <a:p>
            <a:pPr algn="ctr">
              <a:lnSpc>
                <a:spcPts val="2250"/>
              </a:lnSpc>
            </a:pPr>
            <a:r>
              <a:rPr lang="zh-CN" altLang="en-US" sz="1500" dirty="0">
                <a:solidFill>
                  <a:prstClr val="black">
                    <a:lumMod val="85000"/>
                    <a:lumOff val="15000"/>
                  </a:prstClr>
                </a:solidFill>
                <a:latin typeface="微软雅黑" panose="020B0503020204020204" pitchFamily="34" charset="-122"/>
                <a:ea typeface="微软雅黑" panose="020B0503020204020204" pitchFamily="34" charset="-122"/>
              </a:rPr>
              <a:t>点击此处添加文本</a:t>
            </a:r>
            <a:endParaRPr lang="en-US" altLang="zh-CN" sz="1500" dirty="0">
              <a:solidFill>
                <a:prstClr val="black">
                  <a:lumMod val="85000"/>
                  <a:lumOff val="15000"/>
                </a:prstClr>
              </a:solidFill>
              <a:latin typeface="微软雅黑" panose="020B0503020204020204" pitchFamily="34" charset="-122"/>
              <a:ea typeface="微软雅黑" panose="020B0503020204020204" pitchFamily="34" charset="-122"/>
            </a:endParaRPr>
          </a:p>
        </p:txBody>
      </p:sp>
      <p:sp>
        <p:nvSpPr>
          <p:cNvPr id="37" name="文本框 79"/>
          <p:cNvSpPr txBox="1"/>
          <p:nvPr/>
        </p:nvSpPr>
        <p:spPr>
          <a:xfrm>
            <a:off x="3154284" y="1341039"/>
            <a:ext cx="1855036" cy="992579"/>
          </a:xfrm>
          <a:prstGeom prst="rect">
            <a:avLst/>
          </a:prstGeom>
          <a:noFill/>
        </p:spPr>
        <p:txBody>
          <a:bodyPr wrap="square" lIns="68580" tIns="34290" rIns="68580" bIns="34290" rtlCol="0">
            <a:spAutoFit/>
          </a:bodyPr>
          <a:lstStyle/>
          <a:p>
            <a:pPr algn="ctr">
              <a:lnSpc>
                <a:spcPts val="2625"/>
              </a:lnSpc>
            </a:pPr>
            <a:r>
              <a:rPr lang="zh-CN" altLang="en-US" dirty="0">
                <a:solidFill>
                  <a:prstClr val="black">
                    <a:lumMod val="85000"/>
                    <a:lumOff val="15000"/>
                  </a:prstClr>
                </a:solidFill>
                <a:latin typeface="方正正大黑简体" pitchFamily="2" charset="-122"/>
                <a:ea typeface="方正正大黑简体" pitchFamily="2" charset="-122"/>
              </a:rPr>
              <a:t>点击输入小标题</a:t>
            </a:r>
            <a:endParaRPr lang="en-US" altLang="zh-CN" dirty="0">
              <a:solidFill>
                <a:prstClr val="black">
                  <a:lumMod val="85000"/>
                  <a:lumOff val="15000"/>
                </a:prstClr>
              </a:solidFill>
              <a:latin typeface="方正正大黑简体" pitchFamily="2" charset="-122"/>
              <a:ea typeface="方正正大黑简体" pitchFamily="2" charset="-122"/>
            </a:endParaRPr>
          </a:p>
          <a:p>
            <a:pPr algn="ctr">
              <a:lnSpc>
                <a:spcPts val="2250"/>
              </a:lnSpc>
            </a:pPr>
            <a:r>
              <a:rPr lang="zh-CN" altLang="en-US" sz="1500" dirty="0">
                <a:solidFill>
                  <a:prstClr val="black">
                    <a:lumMod val="85000"/>
                    <a:lumOff val="15000"/>
                  </a:prstClr>
                </a:solidFill>
                <a:latin typeface="微软雅黑" panose="020B0503020204020204" pitchFamily="34" charset="-122"/>
                <a:ea typeface="微软雅黑" panose="020B0503020204020204" pitchFamily="34" charset="-122"/>
              </a:rPr>
              <a:t>点击此处添加文本</a:t>
            </a:r>
            <a:endParaRPr lang="en-US" altLang="zh-CN" sz="1500" dirty="0">
              <a:solidFill>
                <a:prstClr val="black">
                  <a:lumMod val="85000"/>
                  <a:lumOff val="15000"/>
                </a:prstClr>
              </a:solidFill>
              <a:latin typeface="微软雅黑" panose="020B0503020204020204" pitchFamily="34" charset="-122"/>
              <a:ea typeface="微软雅黑" panose="020B0503020204020204" pitchFamily="34" charset="-122"/>
            </a:endParaRPr>
          </a:p>
          <a:p>
            <a:pPr algn="ctr">
              <a:lnSpc>
                <a:spcPts val="2250"/>
              </a:lnSpc>
            </a:pPr>
            <a:r>
              <a:rPr lang="zh-CN" altLang="en-US" sz="1500" dirty="0">
                <a:solidFill>
                  <a:prstClr val="black">
                    <a:lumMod val="85000"/>
                    <a:lumOff val="15000"/>
                  </a:prstClr>
                </a:solidFill>
                <a:latin typeface="微软雅黑" panose="020B0503020204020204" pitchFamily="34" charset="-122"/>
                <a:ea typeface="微软雅黑" panose="020B0503020204020204" pitchFamily="34" charset="-122"/>
              </a:rPr>
              <a:t>点击此处添加文本</a:t>
            </a:r>
            <a:endParaRPr lang="en-US" altLang="zh-CN" sz="1500" dirty="0">
              <a:solidFill>
                <a:prstClr val="black">
                  <a:lumMod val="85000"/>
                  <a:lumOff val="15000"/>
                </a:prstClr>
              </a:solidFill>
              <a:latin typeface="微软雅黑" panose="020B0503020204020204" pitchFamily="34" charset="-122"/>
              <a:ea typeface="微软雅黑" panose="020B0503020204020204" pitchFamily="34" charset="-122"/>
            </a:endParaRPr>
          </a:p>
        </p:txBody>
      </p:sp>
      <p:sp>
        <p:nvSpPr>
          <p:cNvPr id="38" name="文本框 80"/>
          <p:cNvSpPr txBox="1"/>
          <p:nvPr/>
        </p:nvSpPr>
        <p:spPr>
          <a:xfrm>
            <a:off x="4408842" y="2704231"/>
            <a:ext cx="1855036" cy="992579"/>
          </a:xfrm>
          <a:prstGeom prst="rect">
            <a:avLst/>
          </a:prstGeom>
          <a:noFill/>
        </p:spPr>
        <p:txBody>
          <a:bodyPr wrap="square" lIns="68580" tIns="34290" rIns="68580" bIns="34290" rtlCol="0">
            <a:spAutoFit/>
          </a:bodyPr>
          <a:lstStyle/>
          <a:p>
            <a:pPr algn="ctr">
              <a:lnSpc>
                <a:spcPts val="2625"/>
              </a:lnSpc>
            </a:pPr>
            <a:r>
              <a:rPr lang="zh-CN" altLang="en-US" dirty="0">
                <a:solidFill>
                  <a:prstClr val="black">
                    <a:lumMod val="85000"/>
                    <a:lumOff val="15000"/>
                  </a:prstClr>
                </a:solidFill>
                <a:latin typeface="方正正大黑简体" pitchFamily="2" charset="-122"/>
                <a:ea typeface="方正正大黑简体" pitchFamily="2" charset="-122"/>
              </a:rPr>
              <a:t>点击输入小标题</a:t>
            </a:r>
            <a:endParaRPr lang="en-US" altLang="zh-CN" dirty="0">
              <a:solidFill>
                <a:prstClr val="black">
                  <a:lumMod val="85000"/>
                  <a:lumOff val="15000"/>
                </a:prstClr>
              </a:solidFill>
              <a:latin typeface="方正正大黑简体" pitchFamily="2" charset="-122"/>
              <a:ea typeface="方正正大黑简体" pitchFamily="2" charset="-122"/>
            </a:endParaRPr>
          </a:p>
          <a:p>
            <a:pPr algn="ctr">
              <a:lnSpc>
                <a:spcPts val="2250"/>
              </a:lnSpc>
            </a:pPr>
            <a:r>
              <a:rPr lang="zh-CN" altLang="en-US" sz="1500" dirty="0">
                <a:solidFill>
                  <a:prstClr val="black">
                    <a:lumMod val="85000"/>
                    <a:lumOff val="15000"/>
                  </a:prstClr>
                </a:solidFill>
                <a:latin typeface="微软雅黑" panose="020B0503020204020204" pitchFamily="34" charset="-122"/>
                <a:ea typeface="微软雅黑" panose="020B0503020204020204" pitchFamily="34" charset="-122"/>
              </a:rPr>
              <a:t>点击此处添加文本</a:t>
            </a:r>
            <a:endParaRPr lang="en-US" altLang="zh-CN" sz="1500" dirty="0">
              <a:solidFill>
                <a:prstClr val="black">
                  <a:lumMod val="85000"/>
                  <a:lumOff val="15000"/>
                </a:prstClr>
              </a:solidFill>
              <a:latin typeface="微软雅黑" panose="020B0503020204020204" pitchFamily="34" charset="-122"/>
              <a:ea typeface="微软雅黑" panose="020B0503020204020204" pitchFamily="34" charset="-122"/>
            </a:endParaRPr>
          </a:p>
          <a:p>
            <a:pPr algn="ctr">
              <a:lnSpc>
                <a:spcPts val="2250"/>
              </a:lnSpc>
            </a:pPr>
            <a:r>
              <a:rPr lang="zh-CN" altLang="en-US" sz="1500" dirty="0">
                <a:solidFill>
                  <a:prstClr val="black">
                    <a:lumMod val="85000"/>
                    <a:lumOff val="15000"/>
                  </a:prstClr>
                </a:solidFill>
                <a:latin typeface="微软雅黑" panose="020B0503020204020204" pitchFamily="34" charset="-122"/>
                <a:ea typeface="微软雅黑" panose="020B0503020204020204" pitchFamily="34" charset="-122"/>
              </a:rPr>
              <a:t>点击此处添加文本</a:t>
            </a:r>
            <a:endParaRPr lang="en-US" altLang="zh-CN" sz="1500" dirty="0">
              <a:solidFill>
                <a:prstClr val="black">
                  <a:lumMod val="85000"/>
                  <a:lumOff val="15000"/>
                </a:prstClr>
              </a:solidFill>
              <a:latin typeface="微软雅黑" panose="020B0503020204020204" pitchFamily="34" charset="-122"/>
              <a:ea typeface="微软雅黑" panose="020B0503020204020204" pitchFamily="34" charset="-122"/>
            </a:endParaRPr>
          </a:p>
        </p:txBody>
      </p:sp>
      <p:sp>
        <p:nvSpPr>
          <p:cNvPr id="39" name="文本框 81"/>
          <p:cNvSpPr txBox="1"/>
          <p:nvPr/>
        </p:nvSpPr>
        <p:spPr>
          <a:xfrm>
            <a:off x="5825599" y="1355372"/>
            <a:ext cx="1855036" cy="992579"/>
          </a:xfrm>
          <a:prstGeom prst="rect">
            <a:avLst/>
          </a:prstGeom>
          <a:noFill/>
        </p:spPr>
        <p:txBody>
          <a:bodyPr wrap="square" lIns="68580" tIns="34290" rIns="68580" bIns="34290" rtlCol="0">
            <a:spAutoFit/>
          </a:bodyPr>
          <a:lstStyle/>
          <a:p>
            <a:pPr algn="ctr">
              <a:lnSpc>
                <a:spcPts val="2625"/>
              </a:lnSpc>
            </a:pPr>
            <a:r>
              <a:rPr lang="zh-CN" altLang="en-US" dirty="0">
                <a:solidFill>
                  <a:prstClr val="black">
                    <a:lumMod val="85000"/>
                    <a:lumOff val="15000"/>
                  </a:prstClr>
                </a:solidFill>
                <a:latin typeface="方正正大黑简体" pitchFamily="2" charset="-122"/>
                <a:ea typeface="方正正大黑简体" pitchFamily="2" charset="-122"/>
              </a:rPr>
              <a:t>点击输入小标题</a:t>
            </a:r>
            <a:endParaRPr lang="en-US" altLang="zh-CN" dirty="0">
              <a:solidFill>
                <a:prstClr val="black">
                  <a:lumMod val="85000"/>
                  <a:lumOff val="15000"/>
                </a:prstClr>
              </a:solidFill>
              <a:latin typeface="方正正大黑简体" pitchFamily="2" charset="-122"/>
              <a:ea typeface="方正正大黑简体" pitchFamily="2" charset="-122"/>
            </a:endParaRPr>
          </a:p>
          <a:p>
            <a:pPr algn="ctr">
              <a:lnSpc>
                <a:spcPts val="2250"/>
              </a:lnSpc>
            </a:pPr>
            <a:r>
              <a:rPr lang="zh-CN" altLang="en-US" sz="1500" dirty="0">
                <a:solidFill>
                  <a:prstClr val="black">
                    <a:lumMod val="85000"/>
                    <a:lumOff val="15000"/>
                  </a:prstClr>
                </a:solidFill>
                <a:latin typeface="微软雅黑" panose="020B0503020204020204" pitchFamily="34" charset="-122"/>
                <a:ea typeface="微软雅黑" panose="020B0503020204020204" pitchFamily="34" charset="-122"/>
              </a:rPr>
              <a:t>点击此处添加文本</a:t>
            </a:r>
            <a:endParaRPr lang="en-US" altLang="zh-CN" sz="1500" dirty="0">
              <a:solidFill>
                <a:prstClr val="black">
                  <a:lumMod val="85000"/>
                  <a:lumOff val="15000"/>
                </a:prstClr>
              </a:solidFill>
              <a:latin typeface="微软雅黑" panose="020B0503020204020204" pitchFamily="34" charset="-122"/>
              <a:ea typeface="微软雅黑" panose="020B0503020204020204" pitchFamily="34" charset="-122"/>
            </a:endParaRPr>
          </a:p>
          <a:p>
            <a:pPr algn="ctr">
              <a:lnSpc>
                <a:spcPts val="2250"/>
              </a:lnSpc>
            </a:pPr>
            <a:r>
              <a:rPr lang="zh-CN" altLang="en-US" sz="1500" dirty="0">
                <a:solidFill>
                  <a:prstClr val="black">
                    <a:lumMod val="85000"/>
                    <a:lumOff val="15000"/>
                  </a:prstClr>
                </a:solidFill>
                <a:latin typeface="微软雅黑" panose="020B0503020204020204" pitchFamily="34" charset="-122"/>
                <a:ea typeface="微软雅黑" panose="020B0503020204020204" pitchFamily="34" charset="-122"/>
              </a:rPr>
              <a:t>点击此处添加文本</a:t>
            </a:r>
            <a:endParaRPr lang="en-US" altLang="zh-CN" sz="1500" dirty="0">
              <a:solidFill>
                <a:prstClr val="black">
                  <a:lumMod val="85000"/>
                  <a:lumOff val="15000"/>
                </a:prstClr>
              </a:solidFill>
              <a:latin typeface="微软雅黑" panose="020B0503020204020204" pitchFamily="34" charset="-122"/>
              <a:ea typeface="微软雅黑" panose="020B0503020204020204" pitchFamily="34" charset="-122"/>
            </a:endParaRPr>
          </a:p>
        </p:txBody>
      </p:sp>
      <p:sp>
        <p:nvSpPr>
          <p:cNvPr id="40" name="文本框 82"/>
          <p:cNvSpPr txBox="1"/>
          <p:nvPr/>
        </p:nvSpPr>
        <p:spPr>
          <a:xfrm>
            <a:off x="7172767" y="2704231"/>
            <a:ext cx="1855036" cy="992579"/>
          </a:xfrm>
          <a:prstGeom prst="rect">
            <a:avLst/>
          </a:prstGeom>
          <a:noFill/>
        </p:spPr>
        <p:txBody>
          <a:bodyPr wrap="square" lIns="68580" tIns="34290" rIns="68580" bIns="34290" rtlCol="0">
            <a:spAutoFit/>
          </a:bodyPr>
          <a:lstStyle/>
          <a:p>
            <a:pPr algn="ctr">
              <a:lnSpc>
                <a:spcPts val="2625"/>
              </a:lnSpc>
            </a:pPr>
            <a:r>
              <a:rPr lang="zh-CN" altLang="en-US" dirty="0">
                <a:solidFill>
                  <a:prstClr val="black">
                    <a:lumMod val="85000"/>
                    <a:lumOff val="15000"/>
                  </a:prstClr>
                </a:solidFill>
                <a:latin typeface="方正正大黑简体" pitchFamily="2" charset="-122"/>
                <a:ea typeface="方正正大黑简体" pitchFamily="2" charset="-122"/>
              </a:rPr>
              <a:t>点击输入小标题</a:t>
            </a:r>
            <a:endParaRPr lang="en-US" altLang="zh-CN" dirty="0">
              <a:solidFill>
                <a:prstClr val="black">
                  <a:lumMod val="85000"/>
                  <a:lumOff val="15000"/>
                </a:prstClr>
              </a:solidFill>
              <a:latin typeface="方正正大黑简体" pitchFamily="2" charset="-122"/>
              <a:ea typeface="方正正大黑简体" pitchFamily="2" charset="-122"/>
            </a:endParaRPr>
          </a:p>
          <a:p>
            <a:pPr algn="ctr">
              <a:lnSpc>
                <a:spcPts val="2250"/>
              </a:lnSpc>
            </a:pPr>
            <a:r>
              <a:rPr lang="zh-CN" altLang="en-US" sz="1500" dirty="0">
                <a:solidFill>
                  <a:prstClr val="black">
                    <a:lumMod val="85000"/>
                    <a:lumOff val="15000"/>
                  </a:prstClr>
                </a:solidFill>
                <a:latin typeface="微软雅黑" panose="020B0503020204020204" pitchFamily="34" charset="-122"/>
                <a:ea typeface="微软雅黑" panose="020B0503020204020204" pitchFamily="34" charset="-122"/>
              </a:rPr>
              <a:t>点击此处添加文本</a:t>
            </a:r>
            <a:endParaRPr lang="en-US" altLang="zh-CN" sz="1500" dirty="0">
              <a:solidFill>
                <a:prstClr val="black">
                  <a:lumMod val="85000"/>
                  <a:lumOff val="15000"/>
                </a:prstClr>
              </a:solidFill>
              <a:latin typeface="微软雅黑" panose="020B0503020204020204" pitchFamily="34" charset="-122"/>
              <a:ea typeface="微软雅黑" panose="020B0503020204020204" pitchFamily="34" charset="-122"/>
            </a:endParaRPr>
          </a:p>
          <a:p>
            <a:pPr algn="ctr">
              <a:lnSpc>
                <a:spcPts val="2250"/>
              </a:lnSpc>
            </a:pPr>
            <a:r>
              <a:rPr lang="zh-CN" altLang="en-US" sz="1500" dirty="0">
                <a:solidFill>
                  <a:prstClr val="black">
                    <a:lumMod val="85000"/>
                    <a:lumOff val="15000"/>
                  </a:prstClr>
                </a:solidFill>
                <a:latin typeface="微软雅黑" panose="020B0503020204020204" pitchFamily="34" charset="-122"/>
                <a:ea typeface="微软雅黑" panose="020B0503020204020204" pitchFamily="34" charset="-122"/>
              </a:rPr>
              <a:t>点击此处添加文本</a:t>
            </a:r>
            <a:endParaRPr lang="en-US" altLang="zh-CN" sz="1500" dirty="0">
              <a:solidFill>
                <a:prstClr val="black">
                  <a:lumMod val="85000"/>
                  <a:lumOff val="1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2579468"/>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withEffect">
                                  <p:stCondLst>
                                    <p:cond delay="500"/>
                                  </p:stCondLst>
                                  <p:childTnLst>
                                    <p:set>
                                      <p:cBhvr>
                                        <p:cTn id="6" dur="1" fill="hold">
                                          <p:stCondLst>
                                            <p:cond delay="0"/>
                                          </p:stCondLst>
                                        </p:cTn>
                                        <p:tgtEl>
                                          <p:spTgt spid="12"/>
                                        </p:tgtEl>
                                        <p:attrNameLst>
                                          <p:attrName>style.visibility</p:attrName>
                                        </p:attrNameLst>
                                      </p:cBhvr>
                                      <p:to>
                                        <p:strVal val="visible"/>
                                      </p:to>
                                    </p:set>
                                    <p:animEffect transition="in" filter="strips(downRight)">
                                      <p:cBhvr>
                                        <p:cTn id="7" dur="1000"/>
                                        <p:tgtEl>
                                          <p:spTgt spid="12"/>
                                        </p:tgtEl>
                                      </p:cBhvr>
                                    </p:animEffect>
                                  </p:childTnLst>
                                </p:cTn>
                              </p:par>
                              <p:par>
                                <p:cTn id="8" presetID="6" presetClass="entr" presetSubtype="32" fill="hold" grpId="0" nodeType="withEffect">
                                  <p:stCondLst>
                                    <p:cond delay="1000"/>
                                  </p:stCondLst>
                                  <p:childTnLst>
                                    <p:set>
                                      <p:cBhvr>
                                        <p:cTn id="9" dur="1" fill="hold">
                                          <p:stCondLst>
                                            <p:cond delay="0"/>
                                          </p:stCondLst>
                                        </p:cTn>
                                        <p:tgtEl>
                                          <p:spTgt spid="9"/>
                                        </p:tgtEl>
                                        <p:attrNameLst>
                                          <p:attrName>style.visibility</p:attrName>
                                        </p:attrNameLst>
                                      </p:cBhvr>
                                      <p:to>
                                        <p:strVal val="visible"/>
                                      </p:to>
                                    </p:set>
                                    <p:animEffect transition="in" filter="circle(out)">
                                      <p:cBhvr>
                                        <p:cTn id="10" dur="100"/>
                                        <p:tgtEl>
                                          <p:spTgt spid="9"/>
                                        </p:tgtEl>
                                      </p:cBhvr>
                                    </p:animEffect>
                                  </p:childTnLst>
                                </p:cTn>
                              </p:par>
                              <p:par>
                                <p:cTn id="11" presetID="42" presetClass="path" presetSubtype="0" decel="50000" fill="hold" grpId="3" nodeType="withEffect">
                                  <p:stCondLst>
                                    <p:cond delay="1000"/>
                                  </p:stCondLst>
                                  <p:childTnLst>
                                    <p:animMotion origin="layout" path="M -0.09284 -0.64213 L -1.875E-6 1.11022E-16 " pathEditMode="relative" rAng="0" ptsTypes="AA">
                                      <p:cBhvr>
                                        <p:cTn id="12" dur="500" fill="hold"/>
                                        <p:tgtEl>
                                          <p:spTgt spid="9"/>
                                        </p:tgtEl>
                                        <p:attrNameLst>
                                          <p:attrName>ppt_x</p:attrName>
                                          <p:attrName>ppt_y</p:attrName>
                                        </p:attrNameLst>
                                      </p:cBhvr>
                                      <p:rCtr x="4635" y="32106"/>
                                    </p:animMotion>
                                  </p:childTnLst>
                                </p:cTn>
                              </p:par>
                              <p:par>
                                <p:cTn id="13" presetID="53" presetClass="entr" presetSubtype="16" fill="hold" grpId="4" nodeType="withEffect">
                                  <p:stCondLst>
                                    <p:cond delay="1000"/>
                                  </p:stCondLst>
                                  <p:childTnLst>
                                    <p:set>
                                      <p:cBhvr>
                                        <p:cTn id="14" dur="1" fill="hold">
                                          <p:stCondLst>
                                            <p:cond delay="0"/>
                                          </p:stCondLst>
                                        </p:cTn>
                                        <p:tgtEl>
                                          <p:spTgt spid="9"/>
                                        </p:tgtEl>
                                        <p:attrNameLst>
                                          <p:attrName>style.visibility</p:attrName>
                                        </p:attrNameLst>
                                      </p:cBhvr>
                                      <p:to>
                                        <p:strVal val="visible"/>
                                      </p:to>
                                    </p:set>
                                    <p:anim calcmode="lin" valueType="num">
                                      <p:cBhvr>
                                        <p:cTn id="15" dur="500" fill="hold"/>
                                        <p:tgtEl>
                                          <p:spTgt spid="9"/>
                                        </p:tgtEl>
                                        <p:attrNameLst>
                                          <p:attrName>ppt_w</p:attrName>
                                        </p:attrNameLst>
                                      </p:cBhvr>
                                      <p:tavLst>
                                        <p:tav tm="0">
                                          <p:val>
                                            <p:fltVal val="0"/>
                                          </p:val>
                                        </p:tav>
                                        <p:tav tm="100000">
                                          <p:val>
                                            <p:strVal val="#ppt_w"/>
                                          </p:val>
                                        </p:tav>
                                      </p:tavLst>
                                    </p:anim>
                                    <p:anim calcmode="lin" valueType="num">
                                      <p:cBhvr>
                                        <p:cTn id="16" dur="500" fill="hold"/>
                                        <p:tgtEl>
                                          <p:spTgt spid="9"/>
                                        </p:tgtEl>
                                        <p:attrNameLst>
                                          <p:attrName>ppt_h</p:attrName>
                                        </p:attrNameLst>
                                      </p:cBhvr>
                                      <p:tavLst>
                                        <p:tav tm="0">
                                          <p:val>
                                            <p:fltVal val="0"/>
                                          </p:val>
                                        </p:tav>
                                        <p:tav tm="100000">
                                          <p:val>
                                            <p:strVal val="#ppt_h"/>
                                          </p:val>
                                        </p:tav>
                                      </p:tavLst>
                                    </p:anim>
                                    <p:animEffect transition="in" filter="fade">
                                      <p:cBhvr>
                                        <p:cTn id="17" dur="500"/>
                                        <p:tgtEl>
                                          <p:spTgt spid="9"/>
                                        </p:tgtEl>
                                      </p:cBhvr>
                                    </p:animEffect>
                                  </p:childTnLst>
                                </p:cTn>
                              </p:par>
                              <p:par>
                                <p:cTn id="18" presetID="6" presetClass="emph" presetSubtype="0" fill="hold" grpId="2" nodeType="withEffect">
                                  <p:stCondLst>
                                    <p:cond delay="1500"/>
                                  </p:stCondLst>
                                  <p:childTnLst>
                                    <p:animScale>
                                      <p:cBhvr>
                                        <p:cTn id="19" dur="500" fill="hold"/>
                                        <p:tgtEl>
                                          <p:spTgt spid="9"/>
                                        </p:tgtEl>
                                      </p:cBhvr>
                                      <p:by x="1000000" y="1000000"/>
                                    </p:animScale>
                                  </p:childTnLst>
                                </p:cTn>
                              </p:par>
                              <p:par>
                                <p:cTn id="20" presetID="10" presetClass="exit" presetSubtype="0" fill="hold" grpId="1" nodeType="withEffect">
                                  <p:stCondLst>
                                    <p:cond delay="1500"/>
                                  </p:stCondLst>
                                  <p:childTnLst>
                                    <p:animEffect transition="out" filter="fade">
                                      <p:cBhvr>
                                        <p:cTn id="21" dur="500"/>
                                        <p:tgtEl>
                                          <p:spTgt spid="9"/>
                                        </p:tgtEl>
                                      </p:cBhvr>
                                    </p:animEffect>
                                    <p:set>
                                      <p:cBhvr>
                                        <p:cTn id="22" dur="1" fill="hold">
                                          <p:stCondLst>
                                            <p:cond delay="499"/>
                                          </p:stCondLst>
                                        </p:cTn>
                                        <p:tgtEl>
                                          <p:spTgt spid="9"/>
                                        </p:tgtEl>
                                        <p:attrNameLst>
                                          <p:attrName>style.visibility</p:attrName>
                                        </p:attrNameLst>
                                      </p:cBhvr>
                                      <p:to>
                                        <p:strVal val="hidden"/>
                                      </p:to>
                                    </p:set>
                                  </p:childTnLst>
                                </p:cTn>
                              </p:par>
                              <p:par>
                                <p:cTn id="23" presetID="10" presetClass="entr" presetSubtype="0" fill="hold" nodeType="withEffect">
                                  <p:stCondLst>
                                    <p:cond delay="150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childTnLst>
                                </p:cTn>
                              </p:par>
                              <p:par>
                                <p:cTn id="26" presetID="10" presetClass="entr" presetSubtype="0" fill="hold" grpId="0" nodeType="withEffect">
                                  <p:stCondLst>
                                    <p:cond delay="1500"/>
                                  </p:stCondLst>
                                  <p:childTnLst>
                                    <p:set>
                                      <p:cBhvr>
                                        <p:cTn id="27" dur="1" fill="hold">
                                          <p:stCondLst>
                                            <p:cond delay="0"/>
                                          </p:stCondLst>
                                        </p:cTn>
                                        <p:tgtEl>
                                          <p:spTgt spid="36"/>
                                        </p:tgtEl>
                                        <p:attrNameLst>
                                          <p:attrName>style.visibility</p:attrName>
                                        </p:attrNameLst>
                                      </p:cBhvr>
                                      <p:to>
                                        <p:strVal val="visible"/>
                                      </p:to>
                                    </p:set>
                                    <p:animEffect transition="in" filter="fade">
                                      <p:cBhvr>
                                        <p:cTn id="28" dur="500"/>
                                        <p:tgtEl>
                                          <p:spTgt spid="36"/>
                                        </p:tgtEl>
                                      </p:cBhvr>
                                    </p:animEffect>
                                  </p:childTnLst>
                                </p:cTn>
                              </p:par>
                              <p:par>
                                <p:cTn id="29" presetID="6" presetClass="emph" presetSubtype="0" autoRev="1" fill="hold" grpId="1" nodeType="withEffect">
                                  <p:stCondLst>
                                    <p:cond delay="1500"/>
                                  </p:stCondLst>
                                  <p:childTnLst>
                                    <p:animScale>
                                      <p:cBhvr>
                                        <p:cTn id="30" dur="250" fill="hold"/>
                                        <p:tgtEl>
                                          <p:spTgt spid="36"/>
                                        </p:tgtEl>
                                      </p:cBhvr>
                                      <p:by x="120000" y="120000"/>
                                    </p:animScale>
                                  </p:childTnLst>
                                </p:cTn>
                              </p:par>
                              <p:par>
                                <p:cTn id="31" presetID="18" presetClass="entr" presetSubtype="3" fill="hold" grpId="0" nodeType="withEffect">
                                  <p:stCondLst>
                                    <p:cond delay="1000"/>
                                  </p:stCondLst>
                                  <p:childTnLst>
                                    <p:set>
                                      <p:cBhvr>
                                        <p:cTn id="32" dur="1" fill="hold">
                                          <p:stCondLst>
                                            <p:cond delay="0"/>
                                          </p:stCondLst>
                                        </p:cTn>
                                        <p:tgtEl>
                                          <p:spTgt spid="11"/>
                                        </p:tgtEl>
                                        <p:attrNameLst>
                                          <p:attrName>style.visibility</p:attrName>
                                        </p:attrNameLst>
                                      </p:cBhvr>
                                      <p:to>
                                        <p:strVal val="visible"/>
                                      </p:to>
                                    </p:set>
                                    <p:animEffect transition="in" filter="strips(upRight)">
                                      <p:cBhvr>
                                        <p:cTn id="33" dur="1000"/>
                                        <p:tgtEl>
                                          <p:spTgt spid="11"/>
                                        </p:tgtEl>
                                      </p:cBhvr>
                                    </p:animEffect>
                                  </p:childTnLst>
                                </p:cTn>
                              </p:par>
                              <p:par>
                                <p:cTn id="34" presetID="6" presetClass="entr" presetSubtype="32" fill="hold" grpId="0" nodeType="withEffect">
                                  <p:stCondLst>
                                    <p:cond delay="1500"/>
                                  </p:stCondLst>
                                  <p:childTnLst>
                                    <p:set>
                                      <p:cBhvr>
                                        <p:cTn id="35" dur="1" fill="hold">
                                          <p:stCondLst>
                                            <p:cond delay="0"/>
                                          </p:stCondLst>
                                        </p:cTn>
                                        <p:tgtEl>
                                          <p:spTgt spid="8"/>
                                        </p:tgtEl>
                                        <p:attrNameLst>
                                          <p:attrName>style.visibility</p:attrName>
                                        </p:attrNameLst>
                                      </p:cBhvr>
                                      <p:to>
                                        <p:strVal val="visible"/>
                                      </p:to>
                                    </p:set>
                                    <p:animEffect transition="in" filter="circle(out)">
                                      <p:cBhvr>
                                        <p:cTn id="36" dur="100"/>
                                        <p:tgtEl>
                                          <p:spTgt spid="8"/>
                                        </p:tgtEl>
                                      </p:cBhvr>
                                    </p:animEffect>
                                  </p:childTnLst>
                                </p:cTn>
                              </p:par>
                              <p:par>
                                <p:cTn id="37" presetID="42" presetClass="path" presetSubtype="0" decel="50000" fill="hold" grpId="3" nodeType="withEffect">
                                  <p:stCondLst>
                                    <p:cond delay="1500"/>
                                  </p:stCondLst>
                                  <p:childTnLst>
                                    <p:animMotion origin="layout" path="M -0.15755 0.45023 L -3.95833E-6 1.48148E-6 " pathEditMode="relative" rAng="0" ptsTypes="AA">
                                      <p:cBhvr>
                                        <p:cTn id="38" dur="500" fill="hold"/>
                                        <p:tgtEl>
                                          <p:spTgt spid="8"/>
                                        </p:tgtEl>
                                        <p:attrNameLst>
                                          <p:attrName>ppt_x</p:attrName>
                                          <p:attrName>ppt_y</p:attrName>
                                        </p:attrNameLst>
                                      </p:cBhvr>
                                      <p:rCtr x="7773" y="-22847"/>
                                    </p:animMotion>
                                  </p:childTnLst>
                                </p:cTn>
                              </p:par>
                              <p:par>
                                <p:cTn id="39" presetID="53" presetClass="entr" presetSubtype="16" fill="hold" grpId="4" nodeType="withEffect">
                                  <p:stCondLst>
                                    <p:cond delay="1500"/>
                                  </p:stCondLst>
                                  <p:childTnLst>
                                    <p:set>
                                      <p:cBhvr>
                                        <p:cTn id="40" dur="1" fill="hold">
                                          <p:stCondLst>
                                            <p:cond delay="0"/>
                                          </p:stCondLst>
                                        </p:cTn>
                                        <p:tgtEl>
                                          <p:spTgt spid="8"/>
                                        </p:tgtEl>
                                        <p:attrNameLst>
                                          <p:attrName>style.visibility</p:attrName>
                                        </p:attrNameLst>
                                      </p:cBhvr>
                                      <p:to>
                                        <p:strVal val="visible"/>
                                      </p:to>
                                    </p:set>
                                    <p:anim calcmode="lin" valueType="num">
                                      <p:cBhvr>
                                        <p:cTn id="41" dur="500" fill="hold"/>
                                        <p:tgtEl>
                                          <p:spTgt spid="8"/>
                                        </p:tgtEl>
                                        <p:attrNameLst>
                                          <p:attrName>ppt_w</p:attrName>
                                        </p:attrNameLst>
                                      </p:cBhvr>
                                      <p:tavLst>
                                        <p:tav tm="0">
                                          <p:val>
                                            <p:fltVal val="0"/>
                                          </p:val>
                                        </p:tav>
                                        <p:tav tm="100000">
                                          <p:val>
                                            <p:strVal val="#ppt_w"/>
                                          </p:val>
                                        </p:tav>
                                      </p:tavLst>
                                    </p:anim>
                                    <p:anim calcmode="lin" valueType="num">
                                      <p:cBhvr>
                                        <p:cTn id="42" dur="500" fill="hold"/>
                                        <p:tgtEl>
                                          <p:spTgt spid="8"/>
                                        </p:tgtEl>
                                        <p:attrNameLst>
                                          <p:attrName>ppt_h</p:attrName>
                                        </p:attrNameLst>
                                      </p:cBhvr>
                                      <p:tavLst>
                                        <p:tav tm="0">
                                          <p:val>
                                            <p:fltVal val="0"/>
                                          </p:val>
                                        </p:tav>
                                        <p:tav tm="100000">
                                          <p:val>
                                            <p:strVal val="#ppt_h"/>
                                          </p:val>
                                        </p:tav>
                                      </p:tavLst>
                                    </p:anim>
                                    <p:animEffect transition="in" filter="fade">
                                      <p:cBhvr>
                                        <p:cTn id="43" dur="500"/>
                                        <p:tgtEl>
                                          <p:spTgt spid="8"/>
                                        </p:tgtEl>
                                      </p:cBhvr>
                                    </p:animEffect>
                                  </p:childTnLst>
                                </p:cTn>
                              </p:par>
                              <p:par>
                                <p:cTn id="44" presetID="6" presetClass="emph" presetSubtype="0" fill="hold" grpId="2" nodeType="withEffect">
                                  <p:stCondLst>
                                    <p:cond delay="2000"/>
                                  </p:stCondLst>
                                  <p:childTnLst>
                                    <p:animScale>
                                      <p:cBhvr>
                                        <p:cTn id="45" dur="500" fill="hold"/>
                                        <p:tgtEl>
                                          <p:spTgt spid="8"/>
                                        </p:tgtEl>
                                      </p:cBhvr>
                                      <p:by x="1000000" y="1000000"/>
                                    </p:animScale>
                                  </p:childTnLst>
                                </p:cTn>
                              </p:par>
                              <p:par>
                                <p:cTn id="46" presetID="10" presetClass="exit" presetSubtype="0" fill="hold" grpId="1" nodeType="withEffect">
                                  <p:stCondLst>
                                    <p:cond delay="2000"/>
                                  </p:stCondLst>
                                  <p:childTnLst>
                                    <p:animEffect transition="out" filter="fade">
                                      <p:cBhvr>
                                        <p:cTn id="47" dur="500"/>
                                        <p:tgtEl>
                                          <p:spTgt spid="8"/>
                                        </p:tgtEl>
                                      </p:cBhvr>
                                    </p:animEffect>
                                    <p:set>
                                      <p:cBhvr>
                                        <p:cTn id="48" dur="1" fill="hold">
                                          <p:stCondLst>
                                            <p:cond delay="499"/>
                                          </p:stCondLst>
                                        </p:cTn>
                                        <p:tgtEl>
                                          <p:spTgt spid="8"/>
                                        </p:tgtEl>
                                        <p:attrNameLst>
                                          <p:attrName>style.visibility</p:attrName>
                                        </p:attrNameLst>
                                      </p:cBhvr>
                                      <p:to>
                                        <p:strVal val="hidden"/>
                                      </p:to>
                                    </p:set>
                                  </p:childTnLst>
                                </p:cTn>
                              </p:par>
                              <p:par>
                                <p:cTn id="49" presetID="10" presetClass="entr" presetSubtype="0" fill="hold" nodeType="withEffect">
                                  <p:stCondLst>
                                    <p:cond delay="200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500"/>
                                        <p:tgtEl>
                                          <p:spTgt spid="20"/>
                                        </p:tgtEl>
                                      </p:cBhvr>
                                    </p:animEffect>
                                  </p:childTnLst>
                                </p:cTn>
                              </p:par>
                              <p:par>
                                <p:cTn id="52" presetID="10" presetClass="entr" presetSubtype="0" fill="hold" grpId="0" nodeType="withEffect">
                                  <p:stCondLst>
                                    <p:cond delay="2000"/>
                                  </p:stCondLst>
                                  <p:childTnLst>
                                    <p:set>
                                      <p:cBhvr>
                                        <p:cTn id="53" dur="1" fill="hold">
                                          <p:stCondLst>
                                            <p:cond delay="0"/>
                                          </p:stCondLst>
                                        </p:cTn>
                                        <p:tgtEl>
                                          <p:spTgt spid="37"/>
                                        </p:tgtEl>
                                        <p:attrNameLst>
                                          <p:attrName>style.visibility</p:attrName>
                                        </p:attrNameLst>
                                      </p:cBhvr>
                                      <p:to>
                                        <p:strVal val="visible"/>
                                      </p:to>
                                    </p:set>
                                    <p:animEffect transition="in" filter="fade">
                                      <p:cBhvr>
                                        <p:cTn id="54" dur="500"/>
                                        <p:tgtEl>
                                          <p:spTgt spid="37"/>
                                        </p:tgtEl>
                                      </p:cBhvr>
                                    </p:animEffect>
                                  </p:childTnLst>
                                </p:cTn>
                              </p:par>
                              <p:par>
                                <p:cTn id="55" presetID="6" presetClass="emph" presetSubtype="0" autoRev="1" fill="hold" grpId="1" nodeType="withEffect">
                                  <p:stCondLst>
                                    <p:cond delay="2000"/>
                                  </p:stCondLst>
                                  <p:childTnLst>
                                    <p:animScale>
                                      <p:cBhvr>
                                        <p:cTn id="56" dur="250" fill="hold"/>
                                        <p:tgtEl>
                                          <p:spTgt spid="37"/>
                                        </p:tgtEl>
                                      </p:cBhvr>
                                      <p:by x="120000" y="120000"/>
                                    </p:animScale>
                                  </p:childTnLst>
                                </p:cTn>
                              </p:par>
                              <p:par>
                                <p:cTn id="57" presetID="18" presetClass="entr" presetSubtype="6" fill="hold" grpId="0" nodeType="withEffect">
                                  <p:stCondLst>
                                    <p:cond delay="1500"/>
                                  </p:stCondLst>
                                  <p:childTnLst>
                                    <p:set>
                                      <p:cBhvr>
                                        <p:cTn id="58" dur="1" fill="hold">
                                          <p:stCondLst>
                                            <p:cond delay="0"/>
                                          </p:stCondLst>
                                        </p:cTn>
                                        <p:tgtEl>
                                          <p:spTgt spid="13"/>
                                        </p:tgtEl>
                                        <p:attrNameLst>
                                          <p:attrName>style.visibility</p:attrName>
                                        </p:attrNameLst>
                                      </p:cBhvr>
                                      <p:to>
                                        <p:strVal val="visible"/>
                                      </p:to>
                                    </p:set>
                                    <p:animEffect transition="in" filter="strips(downRight)">
                                      <p:cBhvr>
                                        <p:cTn id="59" dur="1000"/>
                                        <p:tgtEl>
                                          <p:spTgt spid="13"/>
                                        </p:tgtEl>
                                      </p:cBhvr>
                                    </p:animEffect>
                                  </p:childTnLst>
                                </p:cTn>
                              </p:par>
                              <p:par>
                                <p:cTn id="60" presetID="6" presetClass="entr" presetSubtype="32" fill="hold" grpId="0" nodeType="withEffect">
                                  <p:stCondLst>
                                    <p:cond delay="2000"/>
                                  </p:stCondLst>
                                  <p:childTnLst>
                                    <p:set>
                                      <p:cBhvr>
                                        <p:cTn id="61" dur="1" fill="hold">
                                          <p:stCondLst>
                                            <p:cond delay="0"/>
                                          </p:stCondLst>
                                        </p:cTn>
                                        <p:tgtEl>
                                          <p:spTgt spid="7"/>
                                        </p:tgtEl>
                                        <p:attrNameLst>
                                          <p:attrName>style.visibility</p:attrName>
                                        </p:attrNameLst>
                                      </p:cBhvr>
                                      <p:to>
                                        <p:strVal val="visible"/>
                                      </p:to>
                                    </p:set>
                                    <p:animEffect transition="in" filter="circle(out)">
                                      <p:cBhvr>
                                        <p:cTn id="62" dur="100"/>
                                        <p:tgtEl>
                                          <p:spTgt spid="7"/>
                                        </p:tgtEl>
                                      </p:cBhvr>
                                    </p:animEffect>
                                  </p:childTnLst>
                                </p:cTn>
                              </p:par>
                              <p:par>
                                <p:cTn id="63" presetID="42" presetClass="path" presetSubtype="0" decel="50000" fill="hold" grpId="3" nodeType="withEffect">
                                  <p:stCondLst>
                                    <p:cond delay="2000"/>
                                  </p:stCondLst>
                                  <p:childTnLst>
                                    <p:animMotion origin="layout" path="M -0.1487 -0.45486 L -1.875E-6 3.7037E-7 " pathEditMode="relative" rAng="0" ptsTypes="AA">
                                      <p:cBhvr>
                                        <p:cTn id="64" dur="500" fill="hold"/>
                                        <p:tgtEl>
                                          <p:spTgt spid="7"/>
                                        </p:tgtEl>
                                        <p:attrNameLst>
                                          <p:attrName>ppt_x</p:attrName>
                                          <p:attrName>ppt_y</p:attrName>
                                        </p:attrNameLst>
                                      </p:cBhvr>
                                      <p:rCtr x="6849" y="22708"/>
                                    </p:animMotion>
                                  </p:childTnLst>
                                </p:cTn>
                              </p:par>
                              <p:par>
                                <p:cTn id="65" presetID="53" presetClass="entr" presetSubtype="16" fill="hold" grpId="4" nodeType="withEffect">
                                  <p:stCondLst>
                                    <p:cond delay="2000"/>
                                  </p:stCondLst>
                                  <p:childTnLst>
                                    <p:set>
                                      <p:cBhvr>
                                        <p:cTn id="66" dur="1" fill="hold">
                                          <p:stCondLst>
                                            <p:cond delay="0"/>
                                          </p:stCondLst>
                                        </p:cTn>
                                        <p:tgtEl>
                                          <p:spTgt spid="7"/>
                                        </p:tgtEl>
                                        <p:attrNameLst>
                                          <p:attrName>style.visibility</p:attrName>
                                        </p:attrNameLst>
                                      </p:cBhvr>
                                      <p:to>
                                        <p:strVal val="visible"/>
                                      </p:to>
                                    </p:set>
                                    <p:anim calcmode="lin" valueType="num">
                                      <p:cBhvr>
                                        <p:cTn id="67" dur="500" fill="hold"/>
                                        <p:tgtEl>
                                          <p:spTgt spid="7"/>
                                        </p:tgtEl>
                                        <p:attrNameLst>
                                          <p:attrName>ppt_w</p:attrName>
                                        </p:attrNameLst>
                                      </p:cBhvr>
                                      <p:tavLst>
                                        <p:tav tm="0">
                                          <p:val>
                                            <p:fltVal val="0"/>
                                          </p:val>
                                        </p:tav>
                                        <p:tav tm="100000">
                                          <p:val>
                                            <p:strVal val="#ppt_w"/>
                                          </p:val>
                                        </p:tav>
                                      </p:tavLst>
                                    </p:anim>
                                    <p:anim calcmode="lin" valueType="num">
                                      <p:cBhvr>
                                        <p:cTn id="68" dur="500" fill="hold"/>
                                        <p:tgtEl>
                                          <p:spTgt spid="7"/>
                                        </p:tgtEl>
                                        <p:attrNameLst>
                                          <p:attrName>ppt_h</p:attrName>
                                        </p:attrNameLst>
                                      </p:cBhvr>
                                      <p:tavLst>
                                        <p:tav tm="0">
                                          <p:val>
                                            <p:fltVal val="0"/>
                                          </p:val>
                                        </p:tav>
                                        <p:tav tm="100000">
                                          <p:val>
                                            <p:strVal val="#ppt_h"/>
                                          </p:val>
                                        </p:tav>
                                      </p:tavLst>
                                    </p:anim>
                                    <p:animEffect transition="in" filter="fade">
                                      <p:cBhvr>
                                        <p:cTn id="69" dur="500"/>
                                        <p:tgtEl>
                                          <p:spTgt spid="7"/>
                                        </p:tgtEl>
                                      </p:cBhvr>
                                    </p:animEffect>
                                  </p:childTnLst>
                                </p:cTn>
                              </p:par>
                              <p:par>
                                <p:cTn id="70" presetID="6" presetClass="emph" presetSubtype="0" fill="hold" grpId="2" nodeType="withEffect">
                                  <p:stCondLst>
                                    <p:cond delay="2500"/>
                                  </p:stCondLst>
                                  <p:childTnLst>
                                    <p:animScale>
                                      <p:cBhvr>
                                        <p:cTn id="71" dur="500" fill="hold"/>
                                        <p:tgtEl>
                                          <p:spTgt spid="7"/>
                                        </p:tgtEl>
                                      </p:cBhvr>
                                      <p:by x="1000000" y="1000000"/>
                                    </p:animScale>
                                  </p:childTnLst>
                                </p:cTn>
                              </p:par>
                              <p:par>
                                <p:cTn id="72" presetID="10" presetClass="exit" presetSubtype="0" fill="hold" grpId="1" nodeType="withEffect">
                                  <p:stCondLst>
                                    <p:cond delay="2500"/>
                                  </p:stCondLst>
                                  <p:childTnLst>
                                    <p:animEffect transition="out" filter="fade">
                                      <p:cBhvr>
                                        <p:cTn id="73" dur="500"/>
                                        <p:tgtEl>
                                          <p:spTgt spid="7"/>
                                        </p:tgtEl>
                                      </p:cBhvr>
                                    </p:animEffect>
                                    <p:set>
                                      <p:cBhvr>
                                        <p:cTn id="74" dur="1" fill="hold">
                                          <p:stCondLst>
                                            <p:cond delay="499"/>
                                          </p:stCondLst>
                                        </p:cTn>
                                        <p:tgtEl>
                                          <p:spTgt spid="7"/>
                                        </p:tgtEl>
                                        <p:attrNameLst>
                                          <p:attrName>style.visibility</p:attrName>
                                        </p:attrNameLst>
                                      </p:cBhvr>
                                      <p:to>
                                        <p:strVal val="hidden"/>
                                      </p:to>
                                    </p:set>
                                  </p:childTnLst>
                                </p:cTn>
                              </p:par>
                              <p:par>
                                <p:cTn id="75" presetID="10" presetClass="entr" presetSubtype="0" fill="hold" nodeType="withEffect">
                                  <p:stCondLst>
                                    <p:cond delay="2500"/>
                                  </p:stCondLst>
                                  <p:childTnLst>
                                    <p:set>
                                      <p:cBhvr>
                                        <p:cTn id="76" dur="1" fill="hold">
                                          <p:stCondLst>
                                            <p:cond delay="0"/>
                                          </p:stCondLst>
                                        </p:cTn>
                                        <p:tgtEl>
                                          <p:spTgt spid="24"/>
                                        </p:tgtEl>
                                        <p:attrNameLst>
                                          <p:attrName>style.visibility</p:attrName>
                                        </p:attrNameLst>
                                      </p:cBhvr>
                                      <p:to>
                                        <p:strVal val="visible"/>
                                      </p:to>
                                    </p:set>
                                    <p:animEffect transition="in" filter="fade">
                                      <p:cBhvr>
                                        <p:cTn id="77" dur="500"/>
                                        <p:tgtEl>
                                          <p:spTgt spid="24"/>
                                        </p:tgtEl>
                                      </p:cBhvr>
                                    </p:animEffect>
                                  </p:childTnLst>
                                </p:cTn>
                              </p:par>
                              <p:par>
                                <p:cTn id="78" presetID="10" presetClass="entr" presetSubtype="0" fill="hold" grpId="0" nodeType="withEffect">
                                  <p:stCondLst>
                                    <p:cond delay="2500"/>
                                  </p:stCondLst>
                                  <p:childTnLst>
                                    <p:set>
                                      <p:cBhvr>
                                        <p:cTn id="79" dur="1" fill="hold">
                                          <p:stCondLst>
                                            <p:cond delay="0"/>
                                          </p:stCondLst>
                                        </p:cTn>
                                        <p:tgtEl>
                                          <p:spTgt spid="38"/>
                                        </p:tgtEl>
                                        <p:attrNameLst>
                                          <p:attrName>style.visibility</p:attrName>
                                        </p:attrNameLst>
                                      </p:cBhvr>
                                      <p:to>
                                        <p:strVal val="visible"/>
                                      </p:to>
                                    </p:set>
                                    <p:animEffect transition="in" filter="fade">
                                      <p:cBhvr>
                                        <p:cTn id="80" dur="500"/>
                                        <p:tgtEl>
                                          <p:spTgt spid="38"/>
                                        </p:tgtEl>
                                      </p:cBhvr>
                                    </p:animEffect>
                                  </p:childTnLst>
                                </p:cTn>
                              </p:par>
                              <p:par>
                                <p:cTn id="81" presetID="6" presetClass="emph" presetSubtype="0" autoRev="1" fill="hold" grpId="1" nodeType="withEffect">
                                  <p:stCondLst>
                                    <p:cond delay="2500"/>
                                  </p:stCondLst>
                                  <p:childTnLst>
                                    <p:animScale>
                                      <p:cBhvr>
                                        <p:cTn id="82" dur="250" fill="hold"/>
                                        <p:tgtEl>
                                          <p:spTgt spid="38"/>
                                        </p:tgtEl>
                                      </p:cBhvr>
                                      <p:by x="120000" y="120000"/>
                                    </p:animScale>
                                  </p:childTnLst>
                                </p:cTn>
                              </p:par>
                              <p:par>
                                <p:cTn id="83" presetID="18" presetClass="entr" presetSubtype="3" fill="hold" grpId="0" nodeType="withEffect">
                                  <p:stCondLst>
                                    <p:cond delay="2000"/>
                                  </p:stCondLst>
                                  <p:childTnLst>
                                    <p:set>
                                      <p:cBhvr>
                                        <p:cTn id="84" dur="1" fill="hold">
                                          <p:stCondLst>
                                            <p:cond delay="0"/>
                                          </p:stCondLst>
                                        </p:cTn>
                                        <p:tgtEl>
                                          <p:spTgt spid="15"/>
                                        </p:tgtEl>
                                        <p:attrNameLst>
                                          <p:attrName>style.visibility</p:attrName>
                                        </p:attrNameLst>
                                      </p:cBhvr>
                                      <p:to>
                                        <p:strVal val="visible"/>
                                      </p:to>
                                    </p:set>
                                    <p:animEffect transition="in" filter="strips(upRight)">
                                      <p:cBhvr>
                                        <p:cTn id="85" dur="1000"/>
                                        <p:tgtEl>
                                          <p:spTgt spid="15"/>
                                        </p:tgtEl>
                                      </p:cBhvr>
                                    </p:animEffect>
                                  </p:childTnLst>
                                </p:cTn>
                              </p:par>
                              <p:par>
                                <p:cTn id="86" presetID="6" presetClass="entr" presetSubtype="32" fill="hold" grpId="0" nodeType="withEffect">
                                  <p:stCondLst>
                                    <p:cond delay="2500"/>
                                  </p:stCondLst>
                                  <p:childTnLst>
                                    <p:set>
                                      <p:cBhvr>
                                        <p:cTn id="87" dur="1" fill="hold">
                                          <p:stCondLst>
                                            <p:cond delay="0"/>
                                          </p:stCondLst>
                                        </p:cTn>
                                        <p:tgtEl>
                                          <p:spTgt spid="5"/>
                                        </p:tgtEl>
                                        <p:attrNameLst>
                                          <p:attrName>style.visibility</p:attrName>
                                        </p:attrNameLst>
                                      </p:cBhvr>
                                      <p:to>
                                        <p:strVal val="visible"/>
                                      </p:to>
                                    </p:set>
                                    <p:animEffect transition="in" filter="circle(out)">
                                      <p:cBhvr>
                                        <p:cTn id="88" dur="100"/>
                                        <p:tgtEl>
                                          <p:spTgt spid="5"/>
                                        </p:tgtEl>
                                      </p:cBhvr>
                                    </p:animEffect>
                                  </p:childTnLst>
                                </p:cTn>
                              </p:par>
                              <p:par>
                                <p:cTn id="89" presetID="42" presetClass="path" presetSubtype="0" decel="50000" fill="hold" grpId="3" nodeType="withEffect">
                                  <p:stCondLst>
                                    <p:cond delay="2500"/>
                                  </p:stCondLst>
                                  <p:childTnLst>
                                    <p:animMotion origin="layout" path="M -0.14844 0.4537 L 6.25E-7 4.07407E-6 " pathEditMode="relative" rAng="0" ptsTypes="AA">
                                      <p:cBhvr>
                                        <p:cTn id="90" dur="500" fill="hold"/>
                                        <p:tgtEl>
                                          <p:spTgt spid="5"/>
                                        </p:tgtEl>
                                        <p:attrNameLst>
                                          <p:attrName>ppt_x</p:attrName>
                                          <p:attrName>ppt_y</p:attrName>
                                        </p:attrNameLst>
                                      </p:cBhvr>
                                      <p:rCtr x="7487" y="-22685"/>
                                    </p:animMotion>
                                  </p:childTnLst>
                                </p:cTn>
                              </p:par>
                              <p:par>
                                <p:cTn id="91" presetID="53" presetClass="entr" presetSubtype="16" fill="hold" grpId="4" nodeType="withEffect">
                                  <p:stCondLst>
                                    <p:cond delay="2500"/>
                                  </p:stCondLst>
                                  <p:childTnLst>
                                    <p:set>
                                      <p:cBhvr>
                                        <p:cTn id="92" dur="1" fill="hold">
                                          <p:stCondLst>
                                            <p:cond delay="0"/>
                                          </p:stCondLst>
                                        </p:cTn>
                                        <p:tgtEl>
                                          <p:spTgt spid="5"/>
                                        </p:tgtEl>
                                        <p:attrNameLst>
                                          <p:attrName>style.visibility</p:attrName>
                                        </p:attrNameLst>
                                      </p:cBhvr>
                                      <p:to>
                                        <p:strVal val="visible"/>
                                      </p:to>
                                    </p:set>
                                    <p:anim calcmode="lin" valueType="num">
                                      <p:cBhvr>
                                        <p:cTn id="93" dur="500" fill="hold"/>
                                        <p:tgtEl>
                                          <p:spTgt spid="5"/>
                                        </p:tgtEl>
                                        <p:attrNameLst>
                                          <p:attrName>ppt_w</p:attrName>
                                        </p:attrNameLst>
                                      </p:cBhvr>
                                      <p:tavLst>
                                        <p:tav tm="0">
                                          <p:val>
                                            <p:fltVal val="0"/>
                                          </p:val>
                                        </p:tav>
                                        <p:tav tm="100000">
                                          <p:val>
                                            <p:strVal val="#ppt_w"/>
                                          </p:val>
                                        </p:tav>
                                      </p:tavLst>
                                    </p:anim>
                                    <p:anim calcmode="lin" valueType="num">
                                      <p:cBhvr>
                                        <p:cTn id="94" dur="500" fill="hold"/>
                                        <p:tgtEl>
                                          <p:spTgt spid="5"/>
                                        </p:tgtEl>
                                        <p:attrNameLst>
                                          <p:attrName>ppt_h</p:attrName>
                                        </p:attrNameLst>
                                      </p:cBhvr>
                                      <p:tavLst>
                                        <p:tav tm="0">
                                          <p:val>
                                            <p:fltVal val="0"/>
                                          </p:val>
                                        </p:tav>
                                        <p:tav tm="100000">
                                          <p:val>
                                            <p:strVal val="#ppt_h"/>
                                          </p:val>
                                        </p:tav>
                                      </p:tavLst>
                                    </p:anim>
                                    <p:animEffect transition="in" filter="fade">
                                      <p:cBhvr>
                                        <p:cTn id="95" dur="500"/>
                                        <p:tgtEl>
                                          <p:spTgt spid="5"/>
                                        </p:tgtEl>
                                      </p:cBhvr>
                                    </p:animEffect>
                                  </p:childTnLst>
                                </p:cTn>
                              </p:par>
                              <p:par>
                                <p:cTn id="96" presetID="6" presetClass="emph" presetSubtype="0" fill="hold" grpId="2" nodeType="withEffect">
                                  <p:stCondLst>
                                    <p:cond delay="3000"/>
                                  </p:stCondLst>
                                  <p:childTnLst>
                                    <p:animScale>
                                      <p:cBhvr>
                                        <p:cTn id="97" dur="500" fill="hold"/>
                                        <p:tgtEl>
                                          <p:spTgt spid="5"/>
                                        </p:tgtEl>
                                      </p:cBhvr>
                                      <p:by x="1000000" y="1000000"/>
                                    </p:animScale>
                                  </p:childTnLst>
                                </p:cTn>
                              </p:par>
                              <p:par>
                                <p:cTn id="98" presetID="10" presetClass="exit" presetSubtype="0" fill="hold" grpId="1" nodeType="withEffect">
                                  <p:stCondLst>
                                    <p:cond delay="3000"/>
                                  </p:stCondLst>
                                  <p:childTnLst>
                                    <p:animEffect transition="out" filter="fade">
                                      <p:cBhvr>
                                        <p:cTn id="99" dur="500"/>
                                        <p:tgtEl>
                                          <p:spTgt spid="5"/>
                                        </p:tgtEl>
                                      </p:cBhvr>
                                    </p:animEffect>
                                    <p:set>
                                      <p:cBhvr>
                                        <p:cTn id="100" dur="1" fill="hold">
                                          <p:stCondLst>
                                            <p:cond delay="499"/>
                                          </p:stCondLst>
                                        </p:cTn>
                                        <p:tgtEl>
                                          <p:spTgt spid="5"/>
                                        </p:tgtEl>
                                        <p:attrNameLst>
                                          <p:attrName>style.visibility</p:attrName>
                                        </p:attrNameLst>
                                      </p:cBhvr>
                                      <p:to>
                                        <p:strVal val="hidden"/>
                                      </p:to>
                                    </p:set>
                                  </p:childTnLst>
                                </p:cTn>
                              </p:par>
                              <p:par>
                                <p:cTn id="101" presetID="10" presetClass="entr" presetSubtype="0" fill="hold" nodeType="withEffect">
                                  <p:stCondLst>
                                    <p:cond delay="3000"/>
                                  </p:stCondLst>
                                  <p:childTnLst>
                                    <p:set>
                                      <p:cBhvr>
                                        <p:cTn id="102" dur="1" fill="hold">
                                          <p:stCondLst>
                                            <p:cond delay="0"/>
                                          </p:stCondLst>
                                        </p:cTn>
                                        <p:tgtEl>
                                          <p:spTgt spid="28"/>
                                        </p:tgtEl>
                                        <p:attrNameLst>
                                          <p:attrName>style.visibility</p:attrName>
                                        </p:attrNameLst>
                                      </p:cBhvr>
                                      <p:to>
                                        <p:strVal val="visible"/>
                                      </p:to>
                                    </p:set>
                                    <p:animEffect transition="in" filter="fade">
                                      <p:cBhvr>
                                        <p:cTn id="103" dur="500"/>
                                        <p:tgtEl>
                                          <p:spTgt spid="28"/>
                                        </p:tgtEl>
                                      </p:cBhvr>
                                    </p:animEffect>
                                  </p:childTnLst>
                                </p:cTn>
                              </p:par>
                              <p:par>
                                <p:cTn id="104" presetID="10" presetClass="entr" presetSubtype="0" fill="hold" grpId="0" nodeType="withEffect">
                                  <p:stCondLst>
                                    <p:cond delay="3000"/>
                                  </p:stCondLst>
                                  <p:childTnLst>
                                    <p:set>
                                      <p:cBhvr>
                                        <p:cTn id="105" dur="1" fill="hold">
                                          <p:stCondLst>
                                            <p:cond delay="0"/>
                                          </p:stCondLst>
                                        </p:cTn>
                                        <p:tgtEl>
                                          <p:spTgt spid="39"/>
                                        </p:tgtEl>
                                        <p:attrNameLst>
                                          <p:attrName>style.visibility</p:attrName>
                                        </p:attrNameLst>
                                      </p:cBhvr>
                                      <p:to>
                                        <p:strVal val="visible"/>
                                      </p:to>
                                    </p:set>
                                    <p:animEffect transition="in" filter="fade">
                                      <p:cBhvr>
                                        <p:cTn id="106" dur="500"/>
                                        <p:tgtEl>
                                          <p:spTgt spid="39"/>
                                        </p:tgtEl>
                                      </p:cBhvr>
                                    </p:animEffect>
                                  </p:childTnLst>
                                </p:cTn>
                              </p:par>
                              <p:par>
                                <p:cTn id="107" presetID="6" presetClass="emph" presetSubtype="0" autoRev="1" fill="hold" grpId="1" nodeType="withEffect">
                                  <p:stCondLst>
                                    <p:cond delay="3000"/>
                                  </p:stCondLst>
                                  <p:childTnLst>
                                    <p:animScale>
                                      <p:cBhvr>
                                        <p:cTn id="108" dur="250" fill="hold"/>
                                        <p:tgtEl>
                                          <p:spTgt spid="39"/>
                                        </p:tgtEl>
                                      </p:cBhvr>
                                      <p:by x="120000" y="120000"/>
                                    </p:animScale>
                                  </p:childTnLst>
                                </p:cTn>
                              </p:par>
                              <p:par>
                                <p:cTn id="109" presetID="18" presetClass="entr" presetSubtype="6" fill="hold" grpId="0" nodeType="withEffect">
                                  <p:stCondLst>
                                    <p:cond delay="2500"/>
                                  </p:stCondLst>
                                  <p:childTnLst>
                                    <p:set>
                                      <p:cBhvr>
                                        <p:cTn id="110" dur="1" fill="hold">
                                          <p:stCondLst>
                                            <p:cond delay="0"/>
                                          </p:stCondLst>
                                        </p:cTn>
                                        <p:tgtEl>
                                          <p:spTgt spid="14"/>
                                        </p:tgtEl>
                                        <p:attrNameLst>
                                          <p:attrName>style.visibility</p:attrName>
                                        </p:attrNameLst>
                                      </p:cBhvr>
                                      <p:to>
                                        <p:strVal val="visible"/>
                                      </p:to>
                                    </p:set>
                                    <p:animEffect transition="in" filter="strips(downRight)">
                                      <p:cBhvr>
                                        <p:cTn id="111" dur="1000"/>
                                        <p:tgtEl>
                                          <p:spTgt spid="14"/>
                                        </p:tgtEl>
                                      </p:cBhvr>
                                    </p:animEffect>
                                  </p:childTnLst>
                                </p:cTn>
                              </p:par>
                              <p:par>
                                <p:cTn id="112" presetID="6" presetClass="entr" presetSubtype="32" fill="hold" grpId="0" nodeType="withEffect">
                                  <p:stCondLst>
                                    <p:cond delay="3000"/>
                                  </p:stCondLst>
                                  <p:childTnLst>
                                    <p:set>
                                      <p:cBhvr>
                                        <p:cTn id="113" dur="1" fill="hold">
                                          <p:stCondLst>
                                            <p:cond delay="0"/>
                                          </p:stCondLst>
                                        </p:cTn>
                                        <p:tgtEl>
                                          <p:spTgt spid="6"/>
                                        </p:tgtEl>
                                        <p:attrNameLst>
                                          <p:attrName>style.visibility</p:attrName>
                                        </p:attrNameLst>
                                      </p:cBhvr>
                                      <p:to>
                                        <p:strVal val="visible"/>
                                      </p:to>
                                    </p:set>
                                    <p:animEffect transition="in" filter="circle(out)">
                                      <p:cBhvr>
                                        <p:cTn id="114" dur="100"/>
                                        <p:tgtEl>
                                          <p:spTgt spid="6"/>
                                        </p:tgtEl>
                                      </p:cBhvr>
                                    </p:animEffect>
                                  </p:childTnLst>
                                </p:cTn>
                              </p:par>
                              <p:par>
                                <p:cTn id="115" presetID="42" presetClass="path" presetSubtype="0" decel="50000" fill="hold" grpId="3" nodeType="withEffect">
                                  <p:stCondLst>
                                    <p:cond delay="3000"/>
                                  </p:stCondLst>
                                  <p:childTnLst>
                                    <p:animMotion origin="layout" path="M -0.15326 -0.45185 L -4.58333E-6 2.22222E-6 " pathEditMode="relative" rAng="0" ptsTypes="AA">
                                      <p:cBhvr>
                                        <p:cTn id="116" dur="500" fill="hold"/>
                                        <p:tgtEl>
                                          <p:spTgt spid="6"/>
                                        </p:tgtEl>
                                        <p:attrNameLst>
                                          <p:attrName>ppt_x</p:attrName>
                                          <p:attrName>ppt_y</p:attrName>
                                        </p:attrNameLst>
                                      </p:cBhvr>
                                      <p:rCtr x="7813" y="22569"/>
                                    </p:animMotion>
                                  </p:childTnLst>
                                </p:cTn>
                              </p:par>
                              <p:par>
                                <p:cTn id="117" presetID="53" presetClass="entr" presetSubtype="16" fill="hold" grpId="4" nodeType="withEffect">
                                  <p:stCondLst>
                                    <p:cond delay="3000"/>
                                  </p:stCondLst>
                                  <p:childTnLst>
                                    <p:set>
                                      <p:cBhvr>
                                        <p:cTn id="118" dur="1" fill="hold">
                                          <p:stCondLst>
                                            <p:cond delay="0"/>
                                          </p:stCondLst>
                                        </p:cTn>
                                        <p:tgtEl>
                                          <p:spTgt spid="6"/>
                                        </p:tgtEl>
                                        <p:attrNameLst>
                                          <p:attrName>style.visibility</p:attrName>
                                        </p:attrNameLst>
                                      </p:cBhvr>
                                      <p:to>
                                        <p:strVal val="visible"/>
                                      </p:to>
                                    </p:set>
                                    <p:anim calcmode="lin" valueType="num">
                                      <p:cBhvr>
                                        <p:cTn id="119" dur="500" fill="hold"/>
                                        <p:tgtEl>
                                          <p:spTgt spid="6"/>
                                        </p:tgtEl>
                                        <p:attrNameLst>
                                          <p:attrName>ppt_w</p:attrName>
                                        </p:attrNameLst>
                                      </p:cBhvr>
                                      <p:tavLst>
                                        <p:tav tm="0">
                                          <p:val>
                                            <p:fltVal val="0"/>
                                          </p:val>
                                        </p:tav>
                                        <p:tav tm="100000">
                                          <p:val>
                                            <p:strVal val="#ppt_w"/>
                                          </p:val>
                                        </p:tav>
                                      </p:tavLst>
                                    </p:anim>
                                    <p:anim calcmode="lin" valueType="num">
                                      <p:cBhvr>
                                        <p:cTn id="120" dur="500" fill="hold"/>
                                        <p:tgtEl>
                                          <p:spTgt spid="6"/>
                                        </p:tgtEl>
                                        <p:attrNameLst>
                                          <p:attrName>ppt_h</p:attrName>
                                        </p:attrNameLst>
                                      </p:cBhvr>
                                      <p:tavLst>
                                        <p:tav tm="0">
                                          <p:val>
                                            <p:fltVal val="0"/>
                                          </p:val>
                                        </p:tav>
                                        <p:tav tm="100000">
                                          <p:val>
                                            <p:strVal val="#ppt_h"/>
                                          </p:val>
                                        </p:tav>
                                      </p:tavLst>
                                    </p:anim>
                                    <p:animEffect transition="in" filter="fade">
                                      <p:cBhvr>
                                        <p:cTn id="121" dur="500"/>
                                        <p:tgtEl>
                                          <p:spTgt spid="6"/>
                                        </p:tgtEl>
                                      </p:cBhvr>
                                    </p:animEffect>
                                  </p:childTnLst>
                                </p:cTn>
                              </p:par>
                              <p:par>
                                <p:cTn id="122" presetID="6" presetClass="emph" presetSubtype="0" fill="hold" grpId="2" nodeType="withEffect">
                                  <p:stCondLst>
                                    <p:cond delay="3500"/>
                                  </p:stCondLst>
                                  <p:childTnLst>
                                    <p:animScale>
                                      <p:cBhvr>
                                        <p:cTn id="123" dur="500" fill="hold"/>
                                        <p:tgtEl>
                                          <p:spTgt spid="6"/>
                                        </p:tgtEl>
                                      </p:cBhvr>
                                      <p:by x="1000000" y="1000000"/>
                                    </p:animScale>
                                  </p:childTnLst>
                                </p:cTn>
                              </p:par>
                              <p:par>
                                <p:cTn id="124" presetID="10" presetClass="exit" presetSubtype="0" fill="hold" grpId="1" nodeType="withEffect">
                                  <p:stCondLst>
                                    <p:cond delay="3500"/>
                                  </p:stCondLst>
                                  <p:childTnLst>
                                    <p:animEffect transition="out" filter="fade">
                                      <p:cBhvr>
                                        <p:cTn id="125" dur="500"/>
                                        <p:tgtEl>
                                          <p:spTgt spid="6"/>
                                        </p:tgtEl>
                                      </p:cBhvr>
                                    </p:animEffect>
                                    <p:set>
                                      <p:cBhvr>
                                        <p:cTn id="126" dur="1" fill="hold">
                                          <p:stCondLst>
                                            <p:cond delay="499"/>
                                          </p:stCondLst>
                                        </p:cTn>
                                        <p:tgtEl>
                                          <p:spTgt spid="6"/>
                                        </p:tgtEl>
                                        <p:attrNameLst>
                                          <p:attrName>style.visibility</p:attrName>
                                        </p:attrNameLst>
                                      </p:cBhvr>
                                      <p:to>
                                        <p:strVal val="hidden"/>
                                      </p:to>
                                    </p:set>
                                  </p:childTnLst>
                                </p:cTn>
                              </p:par>
                              <p:par>
                                <p:cTn id="127" presetID="10" presetClass="entr" presetSubtype="0" fill="hold" nodeType="withEffect">
                                  <p:stCondLst>
                                    <p:cond delay="3500"/>
                                  </p:stCondLst>
                                  <p:childTnLst>
                                    <p:set>
                                      <p:cBhvr>
                                        <p:cTn id="128" dur="1" fill="hold">
                                          <p:stCondLst>
                                            <p:cond delay="0"/>
                                          </p:stCondLst>
                                        </p:cTn>
                                        <p:tgtEl>
                                          <p:spTgt spid="32"/>
                                        </p:tgtEl>
                                        <p:attrNameLst>
                                          <p:attrName>style.visibility</p:attrName>
                                        </p:attrNameLst>
                                      </p:cBhvr>
                                      <p:to>
                                        <p:strVal val="visible"/>
                                      </p:to>
                                    </p:set>
                                    <p:animEffect transition="in" filter="fade">
                                      <p:cBhvr>
                                        <p:cTn id="129" dur="500"/>
                                        <p:tgtEl>
                                          <p:spTgt spid="32"/>
                                        </p:tgtEl>
                                      </p:cBhvr>
                                    </p:animEffect>
                                  </p:childTnLst>
                                </p:cTn>
                              </p:par>
                              <p:par>
                                <p:cTn id="130" presetID="10" presetClass="entr" presetSubtype="0" fill="hold" grpId="0" nodeType="withEffect">
                                  <p:stCondLst>
                                    <p:cond delay="3500"/>
                                  </p:stCondLst>
                                  <p:childTnLst>
                                    <p:set>
                                      <p:cBhvr>
                                        <p:cTn id="131" dur="1" fill="hold">
                                          <p:stCondLst>
                                            <p:cond delay="0"/>
                                          </p:stCondLst>
                                        </p:cTn>
                                        <p:tgtEl>
                                          <p:spTgt spid="40"/>
                                        </p:tgtEl>
                                        <p:attrNameLst>
                                          <p:attrName>style.visibility</p:attrName>
                                        </p:attrNameLst>
                                      </p:cBhvr>
                                      <p:to>
                                        <p:strVal val="visible"/>
                                      </p:to>
                                    </p:set>
                                    <p:animEffect transition="in" filter="fade">
                                      <p:cBhvr>
                                        <p:cTn id="132" dur="500"/>
                                        <p:tgtEl>
                                          <p:spTgt spid="40"/>
                                        </p:tgtEl>
                                      </p:cBhvr>
                                    </p:animEffect>
                                  </p:childTnLst>
                                </p:cTn>
                              </p:par>
                              <p:par>
                                <p:cTn id="133" presetID="6" presetClass="emph" presetSubtype="0" autoRev="1" fill="hold" grpId="1" nodeType="withEffect">
                                  <p:stCondLst>
                                    <p:cond delay="3500"/>
                                  </p:stCondLst>
                                  <p:childTnLst>
                                    <p:animScale>
                                      <p:cBhvr>
                                        <p:cTn id="134" dur="250" fill="hold"/>
                                        <p:tgtEl>
                                          <p:spTgt spid="40"/>
                                        </p:tgtEl>
                                      </p:cBhvr>
                                      <p:by x="120000" y="120000"/>
                                    </p:animScale>
                                  </p:childTnLst>
                                </p:cTn>
                              </p:par>
                              <p:par>
                                <p:cTn id="135" presetID="22" presetClass="entr" presetSubtype="8" fill="hold" grpId="0" nodeType="withEffect">
                                  <p:stCondLst>
                                    <p:cond delay="4000"/>
                                  </p:stCondLst>
                                  <p:childTnLst>
                                    <p:set>
                                      <p:cBhvr>
                                        <p:cTn id="136" dur="1" fill="hold">
                                          <p:stCondLst>
                                            <p:cond delay="0"/>
                                          </p:stCondLst>
                                        </p:cTn>
                                        <p:tgtEl>
                                          <p:spTgt spid="10"/>
                                        </p:tgtEl>
                                        <p:attrNameLst>
                                          <p:attrName>style.visibility</p:attrName>
                                        </p:attrNameLst>
                                      </p:cBhvr>
                                      <p:to>
                                        <p:strVal val="visible"/>
                                      </p:to>
                                    </p:set>
                                    <p:animEffect transition="in" filter="wipe(left)">
                                      <p:cBhvr>
                                        <p:cTn id="13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5" grpId="2" animBg="1"/>
      <p:bldP spid="5" grpId="3" animBg="1"/>
      <p:bldP spid="5" grpId="4" animBg="1"/>
      <p:bldP spid="6" grpId="0" animBg="1"/>
      <p:bldP spid="6" grpId="1" animBg="1"/>
      <p:bldP spid="6" grpId="2" animBg="1"/>
      <p:bldP spid="6" grpId="3" animBg="1"/>
      <p:bldP spid="6" grpId="4" animBg="1"/>
      <p:bldP spid="7" grpId="0" animBg="1"/>
      <p:bldP spid="7" grpId="1" animBg="1"/>
      <p:bldP spid="7" grpId="2" animBg="1"/>
      <p:bldP spid="7" grpId="3" animBg="1"/>
      <p:bldP spid="7" grpId="4" animBg="1"/>
      <p:bldP spid="8" grpId="0" animBg="1"/>
      <p:bldP spid="8" grpId="1" animBg="1"/>
      <p:bldP spid="8" grpId="2" animBg="1"/>
      <p:bldP spid="8" grpId="3" animBg="1"/>
      <p:bldP spid="8" grpId="4" animBg="1"/>
      <p:bldP spid="9" grpId="0" animBg="1"/>
      <p:bldP spid="9" grpId="1" animBg="1"/>
      <p:bldP spid="9" grpId="2" animBg="1"/>
      <p:bldP spid="9" grpId="3" animBg="1"/>
      <p:bldP spid="9" grpId="4" animBg="1"/>
      <p:bldP spid="10" grpId="0" animBg="1"/>
      <p:bldP spid="11" grpId="0" animBg="1"/>
      <p:bldP spid="12" grpId="0" animBg="1"/>
      <p:bldP spid="13" grpId="0" animBg="1"/>
      <p:bldP spid="14" grpId="0" animBg="1"/>
      <p:bldP spid="15" grpId="0" animBg="1"/>
      <p:bldP spid="36" grpId="0"/>
      <p:bldP spid="36" grpId="1"/>
      <p:bldP spid="37" grpId="0"/>
      <p:bldP spid="37" grpId="1"/>
      <p:bldP spid="38" grpId="0"/>
      <p:bldP spid="38" grpId="1"/>
      <p:bldP spid="39" grpId="0"/>
      <p:bldP spid="39" grpId="1"/>
      <p:bldP spid="40" grpId="0"/>
      <p:bldP spid="40"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95486"/>
            <a:ext cx="611560" cy="369332"/>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3"/>
          <p:cNvSpPr txBox="1"/>
          <p:nvPr/>
        </p:nvSpPr>
        <p:spPr>
          <a:xfrm>
            <a:off x="683568" y="195486"/>
            <a:ext cx="3816424" cy="646331"/>
          </a:xfrm>
          <a:prstGeom prst="rect">
            <a:avLst/>
          </a:prstGeom>
          <a:noFill/>
        </p:spPr>
        <p:txBody>
          <a:bodyPr wrap="square" rtlCol="0">
            <a:spAutoFit/>
          </a:bodyPr>
          <a:lstStyle/>
          <a:p>
            <a:r>
              <a:rPr lang="zh-CN" altLang="en-US" dirty="0">
                <a:solidFill>
                  <a:srgbClr val="054487"/>
                </a:solidFill>
                <a:latin typeface="微软雅黑" pitchFamily="34" charset="-122"/>
                <a:ea typeface="微软雅黑" pitchFamily="34" charset="-122"/>
              </a:rPr>
              <a:t>输入你的标题 </a:t>
            </a:r>
            <a:r>
              <a:rPr lang="en-US" altLang="zh-CN" dirty="0">
                <a:solidFill>
                  <a:srgbClr val="054487"/>
                </a:solidFill>
                <a:latin typeface="微软雅黑" pitchFamily="34" charset="-122"/>
                <a:ea typeface="微软雅黑" pitchFamily="34" charset="-122"/>
              </a:rPr>
              <a:t>/Add your title</a:t>
            </a:r>
            <a:endParaRPr lang="zh-CN" altLang="en-US" dirty="0">
              <a:solidFill>
                <a:srgbClr val="054487"/>
              </a:solidFill>
              <a:latin typeface="微软雅黑" pitchFamily="34" charset="-122"/>
              <a:ea typeface="微软雅黑" pitchFamily="34" charset="-122"/>
            </a:endParaRPr>
          </a:p>
          <a:p>
            <a:endParaRPr lang="zh-CN" altLang="en-US" dirty="0">
              <a:solidFill>
                <a:srgbClr val="F46970"/>
              </a:solidFill>
              <a:latin typeface="微软雅黑" pitchFamily="34" charset="-122"/>
              <a:ea typeface="微软雅黑" pitchFamily="34" charset="-122"/>
            </a:endParaRPr>
          </a:p>
        </p:txBody>
      </p:sp>
      <p:grpSp>
        <p:nvGrpSpPr>
          <p:cNvPr id="5" name="组 3"/>
          <p:cNvGrpSpPr>
            <a:grpSpLocks/>
          </p:cNvGrpSpPr>
          <p:nvPr/>
        </p:nvGrpSpPr>
        <p:grpSpPr bwMode="auto">
          <a:xfrm>
            <a:off x="2758294" y="1302028"/>
            <a:ext cx="5670315" cy="4101449"/>
            <a:chOff x="990601" y="817273"/>
            <a:chExt cx="7143749" cy="5164052"/>
          </a:xfrm>
        </p:grpSpPr>
        <p:sp>
          <p:nvSpPr>
            <p:cNvPr id="6" name="Freeform 7"/>
            <p:cNvSpPr>
              <a:spLocks/>
            </p:cNvSpPr>
            <p:nvPr/>
          </p:nvSpPr>
          <p:spPr bwMode="auto">
            <a:xfrm>
              <a:off x="1260475" y="1134773"/>
              <a:ext cx="6642100" cy="2921000"/>
            </a:xfrm>
            <a:custGeom>
              <a:avLst/>
              <a:gdLst>
                <a:gd name="T0" fmla="*/ 1771 w 1771"/>
                <a:gd name="T1" fmla="*/ 885 h 890"/>
                <a:gd name="T2" fmla="*/ 885 w 1771"/>
                <a:gd name="T3" fmla="*/ 0 h 890"/>
                <a:gd name="T4" fmla="*/ 0 w 1771"/>
                <a:gd name="T5" fmla="*/ 885 h 890"/>
                <a:gd name="T6" fmla="*/ 0 w 1771"/>
                <a:gd name="T7" fmla="*/ 890 h 890"/>
                <a:gd name="T8" fmla="*/ 1771 w 1771"/>
                <a:gd name="T9" fmla="*/ 890 h 890"/>
                <a:gd name="T10" fmla="*/ 1771 w 1771"/>
                <a:gd name="T11" fmla="*/ 885 h 890"/>
                <a:gd name="T12" fmla="*/ 0 60000 65536"/>
                <a:gd name="T13" fmla="*/ 0 60000 65536"/>
                <a:gd name="T14" fmla="*/ 0 60000 65536"/>
                <a:gd name="T15" fmla="*/ 0 60000 65536"/>
                <a:gd name="T16" fmla="*/ 0 60000 65536"/>
                <a:gd name="T17" fmla="*/ 0 60000 65536"/>
                <a:gd name="T18" fmla="*/ 0 w 1771"/>
                <a:gd name="T19" fmla="*/ 0 h 890"/>
                <a:gd name="T20" fmla="*/ 1771 w 1771"/>
                <a:gd name="T21" fmla="*/ 890 h 890"/>
              </a:gdLst>
              <a:ahLst/>
              <a:cxnLst>
                <a:cxn ang="T12">
                  <a:pos x="T0" y="T1"/>
                </a:cxn>
                <a:cxn ang="T13">
                  <a:pos x="T2" y="T3"/>
                </a:cxn>
                <a:cxn ang="T14">
                  <a:pos x="T4" y="T5"/>
                </a:cxn>
                <a:cxn ang="T15">
                  <a:pos x="T6" y="T7"/>
                </a:cxn>
                <a:cxn ang="T16">
                  <a:pos x="T8" y="T9"/>
                </a:cxn>
                <a:cxn ang="T17">
                  <a:pos x="T10" y="T11"/>
                </a:cxn>
              </a:cxnLst>
              <a:rect l="T18" t="T19" r="T20" b="T21"/>
              <a:pathLst>
                <a:path w="1771" h="890">
                  <a:moveTo>
                    <a:pt x="1771" y="885"/>
                  </a:moveTo>
                  <a:cubicBezTo>
                    <a:pt x="1771" y="396"/>
                    <a:pt x="1374" y="0"/>
                    <a:pt x="885" y="0"/>
                  </a:cubicBezTo>
                  <a:cubicBezTo>
                    <a:pt x="396" y="0"/>
                    <a:pt x="0" y="396"/>
                    <a:pt x="0" y="885"/>
                  </a:cubicBezTo>
                  <a:cubicBezTo>
                    <a:pt x="0" y="887"/>
                    <a:pt x="0" y="889"/>
                    <a:pt x="0" y="890"/>
                  </a:cubicBezTo>
                  <a:cubicBezTo>
                    <a:pt x="1771" y="890"/>
                    <a:pt x="1771" y="890"/>
                    <a:pt x="1771" y="890"/>
                  </a:cubicBezTo>
                  <a:cubicBezTo>
                    <a:pt x="1771" y="889"/>
                    <a:pt x="1771" y="887"/>
                    <a:pt x="1771" y="885"/>
                  </a:cubicBezTo>
                  <a:close/>
                </a:path>
              </a:pathLst>
            </a:custGeom>
            <a:gradFill rotWithShape="1">
              <a:gsLst>
                <a:gs pos="0">
                  <a:srgbClr val="000000"/>
                </a:gs>
                <a:gs pos="74001">
                  <a:srgbClr val="3F3F3F"/>
                </a:gs>
                <a:gs pos="100000">
                  <a:srgbClr val="4D4D4D"/>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900" b="0" i="0" u="none" strike="noStrike" kern="0" cap="none" spc="0" normalizeH="0" baseline="0" noProof="0">
                <a:ln>
                  <a:noFill/>
                </a:ln>
                <a:solidFill>
                  <a:srgbClr val="9BD3E5"/>
                </a:solidFill>
                <a:effectLst/>
                <a:uLnTx/>
                <a:uFillTx/>
                <a:latin typeface="Arial" pitchFamily="34" charset="0"/>
              </a:endParaRPr>
            </a:p>
          </p:txBody>
        </p:sp>
        <p:sp>
          <p:nvSpPr>
            <p:cNvPr id="7" name="Freeform 9"/>
            <p:cNvSpPr>
              <a:spLocks/>
            </p:cNvSpPr>
            <p:nvPr/>
          </p:nvSpPr>
          <p:spPr bwMode="auto">
            <a:xfrm>
              <a:off x="990601" y="2213821"/>
              <a:ext cx="3311525" cy="1701249"/>
            </a:xfrm>
            <a:custGeom>
              <a:avLst/>
              <a:gdLst/>
              <a:ahLst/>
              <a:cxnLst>
                <a:cxn ang="0">
                  <a:pos x="0" y="491"/>
                </a:cxn>
                <a:cxn ang="0">
                  <a:pos x="0" y="496"/>
                </a:cxn>
                <a:cxn ang="0">
                  <a:pos x="883" y="496"/>
                </a:cxn>
                <a:cxn ang="0">
                  <a:pos x="155" y="0"/>
                </a:cxn>
                <a:cxn ang="0">
                  <a:pos x="0" y="491"/>
                </a:cxn>
              </a:cxnLst>
              <a:rect l="0" t="0" r="r" b="b"/>
              <a:pathLst>
                <a:path w="883" h="496">
                  <a:moveTo>
                    <a:pt x="0" y="491"/>
                  </a:moveTo>
                  <a:cubicBezTo>
                    <a:pt x="0" y="493"/>
                    <a:pt x="0" y="494"/>
                    <a:pt x="0" y="496"/>
                  </a:cubicBezTo>
                  <a:cubicBezTo>
                    <a:pt x="883" y="496"/>
                    <a:pt x="883" y="496"/>
                    <a:pt x="883" y="496"/>
                  </a:cubicBezTo>
                  <a:cubicBezTo>
                    <a:pt x="155" y="0"/>
                    <a:pt x="155" y="0"/>
                    <a:pt x="155" y="0"/>
                  </a:cubicBezTo>
                  <a:cubicBezTo>
                    <a:pt x="57" y="141"/>
                    <a:pt x="0" y="310"/>
                    <a:pt x="0" y="491"/>
                  </a:cubicBezTo>
                  <a:close/>
                </a:path>
              </a:pathLst>
            </a:custGeom>
            <a:solidFill>
              <a:srgbClr val="054487"/>
            </a:solidFill>
            <a:ln w="9525">
              <a:noFill/>
              <a:round/>
              <a:headEnd/>
              <a:tailEn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383838"/>
                </a:solidFill>
                <a:effectLst/>
                <a:uLnTx/>
                <a:uFillTx/>
              </a:endParaRPr>
            </a:p>
          </p:txBody>
        </p:sp>
        <p:sp>
          <p:nvSpPr>
            <p:cNvPr id="8" name="Freeform 10"/>
            <p:cNvSpPr>
              <a:spLocks/>
            </p:cNvSpPr>
            <p:nvPr/>
          </p:nvSpPr>
          <p:spPr bwMode="auto">
            <a:xfrm>
              <a:off x="3462338" y="817273"/>
              <a:ext cx="2193925" cy="3064469"/>
            </a:xfrm>
            <a:custGeom>
              <a:avLst/>
              <a:gdLst/>
              <a:ahLst/>
              <a:cxnLst>
                <a:cxn ang="0">
                  <a:pos x="585" y="43"/>
                </a:cxn>
                <a:cxn ang="0">
                  <a:pos x="293" y="0"/>
                </a:cxn>
                <a:cxn ang="0">
                  <a:pos x="0" y="44"/>
                </a:cxn>
                <a:cxn ang="0">
                  <a:pos x="293" y="893"/>
                </a:cxn>
                <a:cxn ang="0">
                  <a:pos x="585" y="43"/>
                </a:cxn>
              </a:cxnLst>
              <a:rect l="0" t="0" r="r" b="b"/>
              <a:pathLst>
                <a:path w="585" h="893">
                  <a:moveTo>
                    <a:pt x="585" y="43"/>
                  </a:moveTo>
                  <a:cubicBezTo>
                    <a:pt x="493" y="16"/>
                    <a:pt x="395" y="0"/>
                    <a:pt x="293" y="0"/>
                  </a:cubicBezTo>
                  <a:cubicBezTo>
                    <a:pt x="191" y="0"/>
                    <a:pt x="92" y="16"/>
                    <a:pt x="0" y="44"/>
                  </a:cubicBezTo>
                  <a:cubicBezTo>
                    <a:pt x="293" y="893"/>
                    <a:pt x="293" y="893"/>
                    <a:pt x="293" y="893"/>
                  </a:cubicBezTo>
                  <a:lnTo>
                    <a:pt x="585" y="43"/>
                  </a:lnTo>
                  <a:close/>
                </a:path>
              </a:pathLst>
            </a:custGeom>
            <a:solidFill>
              <a:srgbClr val="054487"/>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383838"/>
                </a:solidFill>
                <a:effectLst/>
                <a:uLnTx/>
                <a:uFillTx/>
              </a:endParaRPr>
            </a:p>
          </p:txBody>
        </p:sp>
        <p:sp>
          <p:nvSpPr>
            <p:cNvPr id="9" name="Freeform 11"/>
            <p:cNvSpPr>
              <a:spLocks/>
            </p:cNvSpPr>
            <p:nvPr/>
          </p:nvSpPr>
          <p:spPr bwMode="auto">
            <a:xfrm>
              <a:off x="4676775" y="998189"/>
              <a:ext cx="2816225" cy="2896249"/>
            </a:xfrm>
            <a:custGeom>
              <a:avLst/>
              <a:gdLst/>
              <a:ahLst/>
              <a:cxnLst>
                <a:cxn ang="0">
                  <a:pos x="751" y="331"/>
                </a:cxn>
                <a:cxn ang="0">
                  <a:pos x="290" y="0"/>
                </a:cxn>
                <a:cxn ang="0">
                  <a:pos x="0" y="844"/>
                </a:cxn>
                <a:cxn ang="0">
                  <a:pos x="751" y="331"/>
                </a:cxn>
              </a:cxnLst>
              <a:rect l="0" t="0" r="r" b="b"/>
              <a:pathLst>
                <a:path w="751" h="844">
                  <a:moveTo>
                    <a:pt x="751" y="331"/>
                  </a:moveTo>
                  <a:cubicBezTo>
                    <a:pt x="638" y="180"/>
                    <a:pt x="478" y="63"/>
                    <a:pt x="290" y="0"/>
                  </a:cubicBezTo>
                  <a:cubicBezTo>
                    <a:pt x="0" y="844"/>
                    <a:pt x="0" y="844"/>
                    <a:pt x="0" y="844"/>
                  </a:cubicBezTo>
                  <a:lnTo>
                    <a:pt x="751" y="331"/>
                  </a:lnTo>
                  <a:close/>
                </a:path>
              </a:pathLst>
            </a:custGeom>
            <a:solidFill>
              <a:srgbClr val="054487"/>
            </a:solidFill>
            <a:ln w="9525">
              <a:noFill/>
              <a:round/>
              <a:headEnd/>
              <a:tailEn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383838"/>
                </a:solidFill>
                <a:effectLst/>
                <a:uLnTx/>
                <a:uFillTx/>
              </a:endParaRPr>
            </a:p>
          </p:txBody>
        </p:sp>
        <p:sp>
          <p:nvSpPr>
            <p:cNvPr id="10" name="Freeform 12"/>
            <p:cNvSpPr>
              <a:spLocks/>
            </p:cNvSpPr>
            <p:nvPr/>
          </p:nvSpPr>
          <p:spPr bwMode="auto">
            <a:xfrm>
              <a:off x="1636713" y="998189"/>
              <a:ext cx="2800350" cy="2878792"/>
            </a:xfrm>
            <a:custGeom>
              <a:avLst/>
              <a:gdLst/>
              <a:ahLst/>
              <a:cxnLst>
                <a:cxn ang="0">
                  <a:pos x="458" y="0"/>
                </a:cxn>
                <a:cxn ang="0">
                  <a:pos x="0" y="330"/>
                </a:cxn>
                <a:cxn ang="0">
                  <a:pos x="747" y="839"/>
                </a:cxn>
                <a:cxn ang="0">
                  <a:pos x="458" y="0"/>
                </a:cxn>
              </a:cxnLst>
              <a:rect l="0" t="0" r="r" b="b"/>
              <a:pathLst>
                <a:path w="747" h="839">
                  <a:moveTo>
                    <a:pt x="458" y="0"/>
                  </a:moveTo>
                  <a:cubicBezTo>
                    <a:pt x="271" y="63"/>
                    <a:pt x="112" y="180"/>
                    <a:pt x="0" y="330"/>
                  </a:cubicBezTo>
                  <a:cubicBezTo>
                    <a:pt x="747" y="839"/>
                    <a:pt x="747" y="839"/>
                    <a:pt x="747" y="839"/>
                  </a:cubicBezTo>
                  <a:lnTo>
                    <a:pt x="458" y="0"/>
                  </a:lnTo>
                  <a:close/>
                </a:path>
              </a:pathLst>
            </a:custGeom>
            <a:solidFill>
              <a:srgbClr val="054487"/>
            </a:solidFill>
            <a:ln w="9525">
              <a:noFill/>
              <a:round/>
              <a:headEnd/>
              <a:tailEn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383838"/>
                </a:solidFill>
                <a:effectLst/>
                <a:uLnTx/>
                <a:uFillTx/>
              </a:endParaRPr>
            </a:p>
          </p:txBody>
        </p:sp>
        <p:sp>
          <p:nvSpPr>
            <p:cNvPr id="11" name="Freeform 13"/>
            <p:cNvSpPr>
              <a:spLocks/>
            </p:cNvSpPr>
            <p:nvPr/>
          </p:nvSpPr>
          <p:spPr bwMode="auto">
            <a:xfrm>
              <a:off x="4838700" y="2216995"/>
              <a:ext cx="3295650" cy="1698075"/>
            </a:xfrm>
            <a:custGeom>
              <a:avLst/>
              <a:gdLst/>
              <a:ahLst/>
              <a:cxnLst>
                <a:cxn ang="0">
                  <a:pos x="0" y="495"/>
                </a:cxn>
                <a:cxn ang="0">
                  <a:pos x="879" y="495"/>
                </a:cxn>
                <a:cxn ang="0">
                  <a:pos x="879" y="490"/>
                </a:cxn>
                <a:cxn ang="0">
                  <a:pos x="725" y="0"/>
                </a:cxn>
                <a:cxn ang="0">
                  <a:pos x="0" y="495"/>
                </a:cxn>
              </a:cxnLst>
              <a:rect l="0" t="0" r="r" b="b"/>
              <a:pathLst>
                <a:path w="879" h="495">
                  <a:moveTo>
                    <a:pt x="0" y="495"/>
                  </a:moveTo>
                  <a:cubicBezTo>
                    <a:pt x="879" y="495"/>
                    <a:pt x="879" y="495"/>
                    <a:pt x="879" y="495"/>
                  </a:cubicBezTo>
                  <a:cubicBezTo>
                    <a:pt x="879" y="493"/>
                    <a:pt x="879" y="492"/>
                    <a:pt x="879" y="490"/>
                  </a:cubicBezTo>
                  <a:cubicBezTo>
                    <a:pt x="879" y="309"/>
                    <a:pt x="822" y="141"/>
                    <a:pt x="725" y="0"/>
                  </a:cubicBezTo>
                  <a:lnTo>
                    <a:pt x="0" y="495"/>
                  </a:lnTo>
                  <a:close/>
                </a:path>
              </a:pathLst>
            </a:custGeom>
            <a:solidFill>
              <a:srgbClr val="054487"/>
            </a:solidFill>
            <a:ln w="9525">
              <a:noFill/>
              <a:round/>
              <a:headEnd/>
              <a:tailEn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383838"/>
                </a:solidFill>
                <a:effectLst/>
                <a:uLnTx/>
                <a:uFillTx/>
              </a:endParaRPr>
            </a:p>
          </p:txBody>
        </p:sp>
        <p:pic>
          <p:nvPicPr>
            <p:cNvPr id="12" name="Freeform 14"/>
            <p:cNvPicPr>
              <a:picLocks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756105" y="2494413"/>
              <a:ext cx="3614928" cy="3486912"/>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5"/>
            <p:cNvSpPr/>
            <p:nvPr/>
          </p:nvSpPr>
          <p:spPr>
            <a:xfrm>
              <a:off x="3448050" y="3151729"/>
              <a:ext cx="2516565" cy="736278"/>
            </a:xfrm>
            <a:prstGeom prst="rect">
              <a:avLst/>
            </a:prstGeom>
            <a:ln>
              <a:noFill/>
            </a:ln>
            <a:effectLst/>
          </p:spPr>
          <p:txBody>
            <a:bodyPr wrap="square">
              <a:spAutoFit/>
            </a:bodyPr>
            <a:lstStyle/>
            <a:p>
              <a:pPr marL="0" marR="0" lvl="0" indent="0" algn="ctr" defTabSz="914400" eaLnBrk="1" fontAlgn="base" latinLnBrk="0" hangingPunct="1">
                <a:lnSpc>
                  <a:spcPct val="100000"/>
                </a:lnSpc>
                <a:spcBef>
                  <a:spcPct val="20000"/>
                </a:spcBef>
                <a:spcAft>
                  <a:spcPct val="0"/>
                </a:spcAft>
                <a:buClrTx/>
                <a:buSzTx/>
                <a:buFontTx/>
                <a:buNone/>
                <a:tabLst/>
                <a:defRPr/>
              </a:pPr>
              <a:r>
                <a:rPr kumimoji="0" lang="zh-CN" altLang="en-US" sz="3200" b="0" i="0" u="none" strike="noStrike" kern="0" cap="none" spc="0" normalizeH="0" baseline="0" noProof="0" dirty="0">
                  <a:ln>
                    <a:noFill/>
                  </a:ln>
                  <a:solidFill>
                    <a:srgbClr val="FFFFFF"/>
                  </a:solidFill>
                  <a:effectLst/>
                  <a:uLnTx/>
                  <a:uFillTx/>
                  <a:latin typeface="宋体" pitchFamily="2" charset="-122"/>
                  <a:cs typeface="Arial" pitchFamily="34" charset="0"/>
                </a:rPr>
                <a:t>添加文本</a:t>
              </a:r>
              <a:endParaRPr kumimoji="0" lang="en-US" altLang="zh-CN" sz="3200" b="0" i="0" u="none" strike="noStrike" kern="0" cap="none" spc="0" normalizeH="0" baseline="0" noProof="0" dirty="0">
                <a:ln>
                  <a:noFill/>
                </a:ln>
                <a:solidFill>
                  <a:srgbClr val="FFFFFF"/>
                </a:solidFill>
                <a:effectLst/>
                <a:uLnTx/>
                <a:uFillTx/>
                <a:latin typeface="宋体" pitchFamily="2" charset="-122"/>
                <a:cs typeface="Arial" pitchFamily="34" charset="0"/>
              </a:endParaRPr>
            </a:p>
          </p:txBody>
        </p:sp>
        <p:sp>
          <p:nvSpPr>
            <p:cNvPr id="14" name="Rectangle 16"/>
            <p:cNvSpPr/>
            <p:nvPr/>
          </p:nvSpPr>
          <p:spPr>
            <a:xfrm>
              <a:off x="3752851" y="1088648"/>
              <a:ext cx="1657350" cy="426267"/>
            </a:xfrm>
            <a:prstGeom prst="rect">
              <a:avLst/>
            </a:prstGeom>
            <a:ln>
              <a:noFill/>
            </a:ln>
            <a:effectLst/>
          </p:spPr>
          <p:txBody>
            <a:bodyPr>
              <a:spAutoFit/>
            </a:bodyPr>
            <a:lstStyle/>
            <a:p>
              <a:pPr marL="0" marR="0" lvl="0" indent="0" algn="ctr" defTabSz="914400" eaLnBrk="1" fontAlgn="base" latinLnBrk="0" hangingPunct="1">
                <a:lnSpc>
                  <a:spcPct val="100000"/>
                </a:lnSpc>
                <a:spcBef>
                  <a:spcPct val="20000"/>
                </a:spcBef>
                <a:spcAft>
                  <a:spcPct val="0"/>
                </a:spcAft>
                <a:buClrTx/>
                <a:buSzTx/>
                <a:buFontTx/>
                <a:buNone/>
                <a:tabLst/>
                <a:defRPr/>
              </a:pPr>
              <a:r>
                <a:rPr kumimoji="0" lang="zh-CN" altLang="en-US" sz="1600" b="0" i="0" u="none" strike="noStrike" kern="0" cap="none" spc="0" normalizeH="0" baseline="0" noProof="0">
                  <a:ln>
                    <a:noFill/>
                  </a:ln>
                  <a:solidFill>
                    <a:srgbClr val="FFFFFF"/>
                  </a:solidFill>
                  <a:effectLst/>
                  <a:uLnTx/>
                  <a:uFillTx/>
                  <a:latin typeface="宋体" pitchFamily="2" charset="-122"/>
                  <a:cs typeface="Arial" pitchFamily="34" charset="0"/>
                </a:rPr>
                <a:t>添加文本</a:t>
              </a:r>
              <a:endParaRPr kumimoji="0" lang="en-US" altLang="zh-CN" sz="1600" b="0" i="0" u="none" strike="noStrike" kern="0" cap="none" spc="0" normalizeH="0" baseline="0" noProof="0">
                <a:ln>
                  <a:noFill/>
                </a:ln>
                <a:solidFill>
                  <a:srgbClr val="FFFFFF"/>
                </a:solidFill>
                <a:effectLst/>
                <a:uLnTx/>
                <a:uFillTx/>
                <a:latin typeface="宋体" pitchFamily="2" charset="-122"/>
                <a:cs typeface="Arial" pitchFamily="34" charset="0"/>
              </a:endParaRPr>
            </a:p>
          </p:txBody>
        </p:sp>
        <p:sp>
          <p:nvSpPr>
            <p:cNvPr id="15" name="Rectangle 17"/>
            <p:cNvSpPr/>
            <p:nvPr/>
          </p:nvSpPr>
          <p:spPr>
            <a:xfrm>
              <a:off x="5410201" y="1818661"/>
              <a:ext cx="1752599" cy="426267"/>
            </a:xfrm>
            <a:prstGeom prst="rect">
              <a:avLst/>
            </a:prstGeom>
            <a:ln>
              <a:noFill/>
            </a:ln>
            <a:effectLst/>
          </p:spPr>
          <p:txBody>
            <a:bodyPr>
              <a:spAutoFit/>
            </a:bodyPr>
            <a:lstStyle/>
            <a:p>
              <a:pPr marL="0" marR="0" lvl="0" indent="0" algn="ctr" defTabSz="914400" eaLnBrk="1" fontAlgn="base" latinLnBrk="0" hangingPunct="1">
                <a:lnSpc>
                  <a:spcPct val="100000"/>
                </a:lnSpc>
                <a:spcBef>
                  <a:spcPct val="20000"/>
                </a:spcBef>
                <a:spcAft>
                  <a:spcPct val="0"/>
                </a:spcAft>
                <a:buClrTx/>
                <a:buSzTx/>
                <a:buFontTx/>
                <a:buNone/>
                <a:tabLst/>
                <a:defRPr/>
              </a:pPr>
              <a:r>
                <a:rPr kumimoji="0" lang="zh-CN" altLang="en-US" sz="1600" b="0" i="0" u="none" strike="noStrike" kern="0" cap="none" spc="0" normalizeH="0" baseline="0" noProof="0">
                  <a:ln>
                    <a:noFill/>
                  </a:ln>
                  <a:solidFill>
                    <a:srgbClr val="FFFFFF"/>
                  </a:solidFill>
                  <a:effectLst/>
                  <a:uLnTx/>
                  <a:uFillTx/>
                  <a:latin typeface="宋体" pitchFamily="2" charset="-122"/>
                  <a:cs typeface="Arial" pitchFamily="34" charset="0"/>
                </a:rPr>
                <a:t>添加文本</a:t>
              </a:r>
              <a:endParaRPr kumimoji="0" lang="en-US" altLang="zh-CN" sz="1600" b="0" i="0" u="none" strike="noStrike" kern="0" cap="none" spc="0" normalizeH="0" baseline="0" noProof="0">
                <a:ln>
                  <a:noFill/>
                </a:ln>
                <a:solidFill>
                  <a:srgbClr val="FFFFFF"/>
                </a:solidFill>
                <a:effectLst/>
                <a:uLnTx/>
                <a:uFillTx/>
                <a:latin typeface="宋体" pitchFamily="2" charset="-122"/>
                <a:cs typeface="Arial" pitchFamily="34" charset="0"/>
              </a:endParaRPr>
            </a:p>
          </p:txBody>
        </p:sp>
        <p:sp>
          <p:nvSpPr>
            <p:cNvPr id="16" name="Rectangle 18"/>
            <p:cNvSpPr/>
            <p:nvPr/>
          </p:nvSpPr>
          <p:spPr>
            <a:xfrm>
              <a:off x="6248400" y="3215208"/>
              <a:ext cx="1847850" cy="426267"/>
            </a:xfrm>
            <a:prstGeom prst="rect">
              <a:avLst/>
            </a:prstGeom>
            <a:ln>
              <a:noFill/>
            </a:ln>
            <a:effectLst/>
          </p:spPr>
          <p:txBody>
            <a:bodyPr>
              <a:spAutoFit/>
            </a:bodyPr>
            <a:lstStyle/>
            <a:p>
              <a:pPr marL="0" marR="0" lvl="0" indent="0" algn="ctr" defTabSz="914400" eaLnBrk="1" fontAlgn="base" latinLnBrk="0" hangingPunct="1">
                <a:lnSpc>
                  <a:spcPct val="100000"/>
                </a:lnSpc>
                <a:spcBef>
                  <a:spcPct val="20000"/>
                </a:spcBef>
                <a:spcAft>
                  <a:spcPct val="0"/>
                </a:spcAft>
                <a:buClrTx/>
                <a:buSzTx/>
                <a:buFontTx/>
                <a:buNone/>
                <a:tabLst/>
                <a:defRPr/>
              </a:pPr>
              <a:r>
                <a:rPr kumimoji="0" lang="zh-CN" altLang="en-US" sz="1600" b="0" i="0" u="none" strike="noStrike" kern="0" cap="none" spc="0" normalizeH="0" baseline="0" noProof="0">
                  <a:ln>
                    <a:noFill/>
                  </a:ln>
                  <a:solidFill>
                    <a:srgbClr val="FFFFFF"/>
                  </a:solidFill>
                  <a:effectLst/>
                  <a:uLnTx/>
                  <a:uFillTx/>
                  <a:latin typeface="宋体" pitchFamily="2" charset="-122"/>
                  <a:cs typeface="Arial" pitchFamily="34" charset="0"/>
                </a:rPr>
                <a:t>添加文本</a:t>
              </a:r>
              <a:endParaRPr kumimoji="0" lang="en-US" altLang="zh-CN" sz="1600" b="0" i="0" u="none" strike="noStrike" kern="0" cap="none" spc="0" normalizeH="0" baseline="0" noProof="0">
                <a:ln>
                  <a:noFill/>
                </a:ln>
                <a:solidFill>
                  <a:srgbClr val="FFFFFF"/>
                </a:solidFill>
                <a:effectLst/>
                <a:uLnTx/>
                <a:uFillTx/>
                <a:latin typeface="宋体" pitchFamily="2" charset="-122"/>
                <a:cs typeface="Arial" pitchFamily="34" charset="0"/>
              </a:endParaRPr>
            </a:p>
          </p:txBody>
        </p:sp>
        <p:sp>
          <p:nvSpPr>
            <p:cNvPr id="17" name="Rectangle 19"/>
            <p:cNvSpPr/>
            <p:nvPr/>
          </p:nvSpPr>
          <p:spPr>
            <a:xfrm>
              <a:off x="1905000" y="1945619"/>
              <a:ext cx="1847850" cy="426267"/>
            </a:xfrm>
            <a:prstGeom prst="rect">
              <a:avLst/>
            </a:prstGeom>
            <a:ln>
              <a:noFill/>
            </a:ln>
            <a:effectLst/>
          </p:spPr>
          <p:txBody>
            <a:bodyPr>
              <a:spAutoFit/>
            </a:bodyPr>
            <a:lstStyle/>
            <a:p>
              <a:pPr marL="0" marR="0" lvl="0" indent="0" algn="ctr" defTabSz="914400" eaLnBrk="1" fontAlgn="base" latinLnBrk="0" hangingPunct="1">
                <a:lnSpc>
                  <a:spcPct val="100000"/>
                </a:lnSpc>
                <a:spcBef>
                  <a:spcPct val="20000"/>
                </a:spcBef>
                <a:spcAft>
                  <a:spcPct val="0"/>
                </a:spcAft>
                <a:buClrTx/>
                <a:buSzTx/>
                <a:buFontTx/>
                <a:buNone/>
                <a:tabLst/>
                <a:defRPr/>
              </a:pPr>
              <a:r>
                <a:rPr kumimoji="0" lang="zh-CN" altLang="en-US" sz="1600" b="0" i="0" u="none" strike="noStrike" kern="0" cap="none" spc="0" normalizeH="0" baseline="0" noProof="0">
                  <a:ln>
                    <a:noFill/>
                  </a:ln>
                  <a:solidFill>
                    <a:srgbClr val="FFFFFF"/>
                  </a:solidFill>
                  <a:effectLst/>
                  <a:uLnTx/>
                  <a:uFillTx/>
                  <a:latin typeface="宋体" pitchFamily="2" charset="-122"/>
                  <a:cs typeface="Arial" pitchFamily="34" charset="0"/>
                </a:rPr>
                <a:t>添加文本</a:t>
              </a:r>
              <a:endParaRPr kumimoji="0" lang="en-US" altLang="zh-CN" sz="1600" b="0" i="0" u="none" strike="noStrike" kern="0" cap="none" spc="0" normalizeH="0" baseline="0" noProof="0">
                <a:ln>
                  <a:noFill/>
                </a:ln>
                <a:solidFill>
                  <a:srgbClr val="FFFFFF"/>
                </a:solidFill>
                <a:effectLst/>
                <a:uLnTx/>
                <a:uFillTx/>
                <a:latin typeface="宋体" pitchFamily="2" charset="-122"/>
                <a:cs typeface="Arial" pitchFamily="34" charset="0"/>
              </a:endParaRPr>
            </a:p>
          </p:txBody>
        </p:sp>
        <p:sp>
          <p:nvSpPr>
            <p:cNvPr id="18" name="Rectangle 20"/>
            <p:cNvSpPr/>
            <p:nvPr/>
          </p:nvSpPr>
          <p:spPr>
            <a:xfrm>
              <a:off x="1219201" y="3088249"/>
              <a:ext cx="1600200" cy="426267"/>
            </a:xfrm>
            <a:prstGeom prst="rect">
              <a:avLst/>
            </a:prstGeom>
            <a:ln>
              <a:noFill/>
            </a:ln>
            <a:effectLst/>
          </p:spPr>
          <p:txBody>
            <a:bodyPr>
              <a:spAutoFit/>
            </a:bodyPr>
            <a:lstStyle/>
            <a:p>
              <a:pPr marL="0" marR="0" lvl="0" indent="0" algn="ctr" defTabSz="914400" eaLnBrk="1" fontAlgn="base" latinLnBrk="0" hangingPunct="1">
                <a:lnSpc>
                  <a:spcPct val="100000"/>
                </a:lnSpc>
                <a:spcBef>
                  <a:spcPct val="20000"/>
                </a:spcBef>
                <a:spcAft>
                  <a:spcPct val="0"/>
                </a:spcAft>
                <a:buClrTx/>
                <a:buSzTx/>
                <a:buFontTx/>
                <a:buNone/>
                <a:tabLst/>
                <a:defRPr/>
              </a:pPr>
              <a:r>
                <a:rPr kumimoji="0" lang="zh-CN" altLang="en-US" sz="1600" b="0" i="0" u="none" strike="noStrike" kern="0" cap="none" spc="0" normalizeH="0" baseline="0" noProof="0">
                  <a:ln>
                    <a:noFill/>
                  </a:ln>
                  <a:solidFill>
                    <a:srgbClr val="FFFFFF"/>
                  </a:solidFill>
                  <a:effectLst/>
                  <a:uLnTx/>
                  <a:uFillTx/>
                  <a:latin typeface="宋体" pitchFamily="2" charset="-122"/>
                  <a:cs typeface="Arial" pitchFamily="34" charset="0"/>
                </a:rPr>
                <a:t>添加文本</a:t>
              </a:r>
              <a:endParaRPr kumimoji="0" lang="en-US" altLang="zh-CN" sz="1600" b="0" i="0" u="none" strike="noStrike" kern="0" cap="none" spc="0" normalizeH="0" baseline="0" noProof="0">
                <a:ln>
                  <a:noFill/>
                </a:ln>
                <a:solidFill>
                  <a:srgbClr val="FFFFFF"/>
                </a:solidFill>
                <a:effectLst/>
                <a:uLnTx/>
                <a:uFillTx/>
                <a:latin typeface="宋体" pitchFamily="2" charset="-122"/>
                <a:cs typeface="Arial" pitchFamily="34" charset="0"/>
              </a:endParaRPr>
            </a:p>
          </p:txBody>
        </p:sp>
      </p:grpSp>
      <p:pic>
        <p:nvPicPr>
          <p:cNvPr id="19" name="Picture 61" descr="369t1"/>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883309" y="999524"/>
            <a:ext cx="1612890" cy="37422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7437365"/>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3" presetClass="entr" presetSubtype="16" fill="hold" nodeType="after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ppt_w</p:attrName>
                                        </p:attrNameLst>
                                      </p:cBhvr>
                                      <p:tavLst>
                                        <p:tav tm="0">
                                          <p:val>
                                            <p:fltVal val="0"/>
                                          </p:val>
                                        </p:tav>
                                        <p:tav tm="100000">
                                          <p:val>
                                            <p:strVal val="#ppt_w"/>
                                          </p:val>
                                        </p:tav>
                                      </p:tavLst>
                                    </p:anim>
                                    <p:anim calcmode="lin" valueType="num">
                                      <p:cBhvr>
                                        <p:cTn id="14" dur="500" fill="hold"/>
                                        <p:tgtEl>
                                          <p:spTgt spid="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95486"/>
            <a:ext cx="611560" cy="369332"/>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3"/>
          <p:cNvSpPr txBox="1"/>
          <p:nvPr/>
        </p:nvSpPr>
        <p:spPr>
          <a:xfrm>
            <a:off x="683568" y="195486"/>
            <a:ext cx="3816424" cy="646331"/>
          </a:xfrm>
          <a:prstGeom prst="rect">
            <a:avLst/>
          </a:prstGeom>
          <a:noFill/>
        </p:spPr>
        <p:txBody>
          <a:bodyPr wrap="square" rtlCol="0">
            <a:spAutoFit/>
          </a:bodyPr>
          <a:lstStyle/>
          <a:p>
            <a:r>
              <a:rPr lang="zh-CN" altLang="en-US" dirty="0">
                <a:solidFill>
                  <a:srgbClr val="054487"/>
                </a:solidFill>
                <a:latin typeface="微软雅黑" pitchFamily="34" charset="-122"/>
                <a:ea typeface="微软雅黑" pitchFamily="34" charset="-122"/>
              </a:rPr>
              <a:t>输入你的标题 </a:t>
            </a:r>
            <a:r>
              <a:rPr lang="en-US" altLang="zh-CN" dirty="0">
                <a:solidFill>
                  <a:srgbClr val="054487"/>
                </a:solidFill>
                <a:latin typeface="微软雅黑" pitchFamily="34" charset="-122"/>
                <a:ea typeface="微软雅黑" pitchFamily="34" charset="-122"/>
              </a:rPr>
              <a:t>/Add your title</a:t>
            </a:r>
            <a:endParaRPr lang="zh-CN" altLang="en-US" dirty="0">
              <a:solidFill>
                <a:srgbClr val="054487"/>
              </a:solidFill>
              <a:latin typeface="微软雅黑" pitchFamily="34" charset="-122"/>
              <a:ea typeface="微软雅黑" pitchFamily="34" charset="-122"/>
            </a:endParaRPr>
          </a:p>
          <a:p>
            <a:endParaRPr lang="zh-CN" altLang="en-US" dirty="0">
              <a:solidFill>
                <a:srgbClr val="F46970"/>
              </a:solidFill>
              <a:latin typeface="微软雅黑" pitchFamily="34" charset="-122"/>
              <a:ea typeface="微软雅黑" pitchFamily="34" charset="-122"/>
            </a:endParaRPr>
          </a:p>
        </p:txBody>
      </p:sp>
      <p:grpSp>
        <p:nvGrpSpPr>
          <p:cNvPr id="5" name="组合 4"/>
          <p:cNvGrpSpPr/>
          <p:nvPr/>
        </p:nvGrpSpPr>
        <p:grpSpPr>
          <a:xfrm>
            <a:off x="1077270" y="2060052"/>
            <a:ext cx="2156146" cy="1977578"/>
            <a:chOff x="357189" y="3032400"/>
            <a:chExt cx="2614993" cy="2398424"/>
          </a:xfrm>
        </p:grpSpPr>
        <p:sp>
          <p:nvSpPr>
            <p:cNvPr id="6" name="Oval 2"/>
            <p:cNvSpPr>
              <a:spLocks noChangeArrowheads="1"/>
            </p:cNvSpPr>
            <p:nvPr/>
          </p:nvSpPr>
          <p:spPr bwMode="auto">
            <a:xfrm>
              <a:off x="357189" y="5040880"/>
              <a:ext cx="2614993" cy="389944"/>
            </a:xfrm>
            <a:prstGeom prst="ellipse">
              <a:avLst/>
            </a:prstGeom>
            <a:gradFill rotWithShape="1">
              <a:gsLst>
                <a:gs pos="0">
                  <a:srgbClr val="21BAFF"/>
                </a:gs>
                <a:gs pos="100000">
                  <a:srgbClr val="FFFFFF"/>
                </a:gs>
              </a:gsLst>
              <a:path path="shape">
                <a:fillToRect l="50000" t="50000" r="50000" b="50000"/>
              </a:path>
            </a:gradFill>
            <a:ln w="9525">
              <a:no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grpSp>
          <p:nvGrpSpPr>
            <p:cNvPr id="7" name="Group 11"/>
            <p:cNvGrpSpPr>
              <a:grpSpLocks/>
            </p:cNvGrpSpPr>
            <p:nvPr/>
          </p:nvGrpSpPr>
          <p:grpSpPr bwMode="auto">
            <a:xfrm>
              <a:off x="593726" y="3032400"/>
              <a:ext cx="2265888" cy="2207923"/>
              <a:chOff x="0" y="0"/>
              <a:chExt cx="1089" cy="1062"/>
            </a:xfrm>
          </p:grpSpPr>
          <p:grpSp>
            <p:nvGrpSpPr>
              <p:cNvPr id="8" name="Group 12"/>
              <p:cNvGrpSpPr>
                <a:grpSpLocks/>
              </p:cNvGrpSpPr>
              <p:nvPr/>
            </p:nvGrpSpPr>
            <p:grpSpPr bwMode="auto">
              <a:xfrm>
                <a:off x="0" y="0"/>
                <a:ext cx="1089" cy="1062"/>
                <a:chOff x="0" y="0"/>
                <a:chExt cx="1042" cy="1019"/>
              </a:xfrm>
            </p:grpSpPr>
            <p:grpSp>
              <p:nvGrpSpPr>
                <p:cNvPr id="10" name="Group 13"/>
                <p:cNvGrpSpPr>
                  <a:grpSpLocks/>
                </p:cNvGrpSpPr>
                <p:nvPr/>
              </p:nvGrpSpPr>
              <p:grpSpPr bwMode="auto">
                <a:xfrm>
                  <a:off x="0" y="0"/>
                  <a:ext cx="1042" cy="1019"/>
                  <a:chOff x="0" y="0"/>
                  <a:chExt cx="1042" cy="1019"/>
                </a:xfrm>
              </p:grpSpPr>
              <p:pic>
                <p:nvPicPr>
                  <p:cNvPr id="12" name="Picture 14" descr="circuler_1"/>
                  <p:cNvPicPr>
                    <a:picLocks noChangeAspect="1" noChangeArrowheads="1"/>
                  </p:cNvPicPr>
                  <p:nvPr/>
                </p:nvPicPr>
                <p:blipFill>
                  <a:blip r:embed="rId2"/>
                  <a:srcRect/>
                  <a:stretch>
                    <a:fillRect/>
                  </a:stretch>
                </p:blipFill>
                <p:spPr bwMode="auto">
                  <a:xfrm>
                    <a:off x="0" y="0"/>
                    <a:ext cx="1042" cy="1016"/>
                  </a:xfrm>
                  <a:prstGeom prst="rect">
                    <a:avLst/>
                  </a:prstGeom>
                  <a:noFill/>
                  <a:ln w="9525">
                    <a:noFill/>
                    <a:miter lim="800000"/>
                    <a:headEnd/>
                    <a:tailEnd/>
                  </a:ln>
                </p:spPr>
              </p:pic>
              <p:sp>
                <p:nvSpPr>
                  <p:cNvPr id="13" name="Oval 15"/>
                  <p:cNvSpPr>
                    <a:spLocks noChangeArrowheads="1"/>
                  </p:cNvSpPr>
                  <p:nvPr/>
                </p:nvSpPr>
                <p:spPr bwMode="auto">
                  <a:xfrm>
                    <a:off x="0" y="0"/>
                    <a:ext cx="1035" cy="1019"/>
                  </a:xfrm>
                  <a:prstGeom prst="ellipse">
                    <a:avLst/>
                  </a:prstGeom>
                  <a:solidFill>
                    <a:srgbClr val="054487"/>
                  </a:solidFill>
                  <a:ln w="19050" cmpd="sng">
                    <a:solidFill>
                      <a:sysClr val="window" lastClr="FFFFFF"/>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grpSp>
            <p:pic>
              <p:nvPicPr>
                <p:cNvPr id="11" name="Picture 16" descr="Picture2"/>
                <p:cNvPicPr>
                  <a:picLocks noChangeAspect="1" noChangeArrowheads="1"/>
                </p:cNvPicPr>
                <p:nvPr/>
              </p:nvPicPr>
              <p:blipFill>
                <a:blip r:embed="rId3"/>
                <a:srcRect/>
                <a:stretch>
                  <a:fillRect/>
                </a:stretch>
              </p:blipFill>
              <p:spPr bwMode="auto">
                <a:xfrm>
                  <a:off x="104" y="10"/>
                  <a:ext cx="823" cy="360"/>
                </a:xfrm>
                <a:prstGeom prst="rect">
                  <a:avLst/>
                </a:prstGeom>
                <a:noFill/>
                <a:ln w="9525">
                  <a:noFill/>
                  <a:miter lim="800000"/>
                  <a:headEnd/>
                  <a:tailEnd/>
                </a:ln>
              </p:spPr>
            </p:pic>
          </p:grpSp>
          <p:sp>
            <p:nvSpPr>
              <p:cNvPr id="9" name="WordArt 17"/>
              <p:cNvSpPr>
                <a:spLocks noChangeArrowheads="1" noChangeShapeType="1"/>
              </p:cNvSpPr>
              <p:nvPr/>
            </p:nvSpPr>
            <p:spPr bwMode="auto">
              <a:xfrm>
                <a:off x="242" y="317"/>
                <a:ext cx="622" cy="429"/>
              </a:xfrm>
              <a:prstGeom prst="rect">
                <a:avLst/>
              </a:prstGeom>
            </p:spPr>
            <p:txBody>
              <a:bodyPr wrap="none" fromWordArt="1">
                <a:prstTxWarp prst="textPlain">
                  <a:avLst>
                    <a:gd name="adj" fmla="val 50000"/>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400" b="0" i="0" u="none" strike="noStrike" kern="0" cap="none" spc="0" normalizeH="0" baseline="0" noProof="0" dirty="0">
                    <a:ln w="9525" cmpd="sng">
                      <a:solidFill>
                        <a:prstClr val="white"/>
                      </a:solidFill>
                      <a:round/>
                      <a:headEnd/>
                      <a:tailEnd/>
                    </a:ln>
                    <a:solidFill>
                      <a:prstClr val="white"/>
                    </a:solidFill>
                    <a:effectLst/>
                    <a:uLnTx/>
                    <a:uFillTx/>
                    <a:latin typeface="黑体"/>
                    <a:ea typeface="黑体"/>
                  </a:rPr>
                  <a:t>双击添加</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400" b="0" i="0" u="none" strike="noStrike" kern="0" cap="none" spc="0" normalizeH="0" baseline="0" noProof="0" dirty="0">
                    <a:ln w="9525" cmpd="sng">
                      <a:solidFill>
                        <a:prstClr val="white"/>
                      </a:solidFill>
                      <a:round/>
                      <a:headEnd/>
                      <a:tailEnd/>
                    </a:ln>
                    <a:solidFill>
                      <a:prstClr val="white"/>
                    </a:solidFill>
                    <a:effectLst/>
                    <a:uLnTx/>
                    <a:uFillTx/>
                    <a:latin typeface="黑体"/>
                    <a:ea typeface="黑体"/>
                  </a:rPr>
                  <a:t>标题文字</a:t>
                </a:r>
              </a:p>
            </p:txBody>
          </p:sp>
        </p:grpSp>
      </p:grpSp>
      <p:grpSp>
        <p:nvGrpSpPr>
          <p:cNvPr id="14" name="组合 13"/>
          <p:cNvGrpSpPr/>
          <p:nvPr/>
        </p:nvGrpSpPr>
        <p:grpSpPr>
          <a:xfrm>
            <a:off x="3269235" y="1775302"/>
            <a:ext cx="684318" cy="2362077"/>
            <a:chOff x="3197226" y="2401230"/>
            <a:chExt cx="829947" cy="2864748"/>
          </a:xfrm>
        </p:grpSpPr>
        <p:sp>
          <p:nvSpPr>
            <p:cNvPr id="15" name="Line 34"/>
            <p:cNvSpPr>
              <a:spLocks noChangeShapeType="1"/>
            </p:cNvSpPr>
            <p:nvPr/>
          </p:nvSpPr>
          <p:spPr bwMode="auto">
            <a:xfrm>
              <a:off x="3306764" y="3757853"/>
              <a:ext cx="712701" cy="0"/>
            </a:xfrm>
            <a:prstGeom prst="line">
              <a:avLst/>
            </a:prstGeom>
            <a:noFill/>
            <a:ln w="19050" cmpd="sng">
              <a:solidFill>
                <a:srgbClr val="0064AE"/>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16" name="Line 35"/>
            <p:cNvSpPr>
              <a:spLocks noChangeShapeType="1"/>
            </p:cNvSpPr>
            <p:nvPr/>
          </p:nvSpPr>
          <p:spPr bwMode="auto">
            <a:xfrm flipV="1">
              <a:off x="3197226" y="2401230"/>
              <a:ext cx="829947" cy="793060"/>
            </a:xfrm>
            <a:prstGeom prst="line">
              <a:avLst/>
            </a:prstGeom>
            <a:noFill/>
            <a:ln w="19050" cmpd="sng">
              <a:solidFill>
                <a:srgbClr val="0064AE"/>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17" name="Line 36"/>
            <p:cNvSpPr>
              <a:spLocks noChangeShapeType="1"/>
            </p:cNvSpPr>
            <p:nvPr/>
          </p:nvSpPr>
          <p:spPr bwMode="auto">
            <a:xfrm>
              <a:off x="3197226" y="4472918"/>
              <a:ext cx="829947" cy="793060"/>
            </a:xfrm>
            <a:prstGeom prst="line">
              <a:avLst/>
            </a:prstGeom>
            <a:noFill/>
            <a:ln w="19050" cmpd="sng">
              <a:solidFill>
                <a:srgbClr val="0064AE"/>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grpSp>
      <p:grpSp>
        <p:nvGrpSpPr>
          <p:cNvPr id="18" name="组合 17"/>
          <p:cNvGrpSpPr/>
          <p:nvPr/>
        </p:nvGrpSpPr>
        <p:grpSpPr>
          <a:xfrm>
            <a:off x="4237610" y="1137457"/>
            <a:ext cx="3574750" cy="1039512"/>
            <a:chOff x="4165602" y="1655495"/>
            <a:chExt cx="4335488" cy="1260729"/>
          </a:xfrm>
        </p:grpSpPr>
        <p:sp>
          <p:nvSpPr>
            <p:cNvPr id="19" name="AutoShape 18"/>
            <p:cNvSpPr>
              <a:spLocks noChangeArrowheads="1"/>
            </p:cNvSpPr>
            <p:nvPr/>
          </p:nvSpPr>
          <p:spPr bwMode="auto">
            <a:xfrm>
              <a:off x="4165602" y="1655495"/>
              <a:ext cx="4335488" cy="1260729"/>
            </a:xfrm>
            <a:prstGeom prst="roundRect">
              <a:avLst>
                <a:gd name="adj" fmla="val 50000"/>
              </a:avLst>
            </a:prstGeom>
            <a:gradFill rotWithShape="1">
              <a:gsLst>
                <a:gs pos="0">
                  <a:srgbClr val="DDDDDD"/>
                </a:gs>
                <a:gs pos="100000">
                  <a:sysClr val="window" lastClr="FFFFFF"/>
                </a:gs>
              </a:gsLst>
              <a:lin ang="5400000" scaled="1"/>
            </a:gradFill>
            <a:ln w="9525" cmpd="sng">
              <a:solidFill>
                <a:srgbClr val="A3A3A3"/>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black"/>
                </a:solidFill>
                <a:effectLst/>
                <a:uLnTx/>
                <a:uFillTx/>
              </a:endParaRPr>
            </a:p>
          </p:txBody>
        </p:sp>
        <p:grpSp>
          <p:nvGrpSpPr>
            <p:cNvPr id="20" name="Group 19"/>
            <p:cNvGrpSpPr>
              <a:grpSpLocks/>
            </p:cNvGrpSpPr>
            <p:nvPr/>
          </p:nvGrpSpPr>
          <p:grpSpPr bwMode="auto">
            <a:xfrm>
              <a:off x="4289426" y="1722485"/>
              <a:ext cx="1111866" cy="1084202"/>
              <a:chOff x="0" y="0"/>
              <a:chExt cx="1089" cy="1062"/>
            </a:xfrm>
          </p:grpSpPr>
          <p:grpSp>
            <p:nvGrpSpPr>
              <p:cNvPr id="22" name="Group 20"/>
              <p:cNvGrpSpPr>
                <a:grpSpLocks/>
              </p:cNvGrpSpPr>
              <p:nvPr/>
            </p:nvGrpSpPr>
            <p:grpSpPr bwMode="auto">
              <a:xfrm>
                <a:off x="0" y="0"/>
                <a:ext cx="1089" cy="1062"/>
                <a:chOff x="0" y="0"/>
                <a:chExt cx="1042" cy="1019"/>
              </a:xfrm>
            </p:grpSpPr>
            <p:grpSp>
              <p:nvGrpSpPr>
                <p:cNvPr id="24" name="Group 21"/>
                <p:cNvGrpSpPr>
                  <a:grpSpLocks/>
                </p:cNvGrpSpPr>
                <p:nvPr/>
              </p:nvGrpSpPr>
              <p:grpSpPr bwMode="auto">
                <a:xfrm>
                  <a:off x="0" y="0"/>
                  <a:ext cx="1042" cy="1019"/>
                  <a:chOff x="0" y="0"/>
                  <a:chExt cx="1042" cy="1019"/>
                </a:xfrm>
              </p:grpSpPr>
              <p:pic>
                <p:nvPicPr>
                  <p:cNvPr id="26" name="Picture 22" descr="circuler_1"/>
                  <p:cNvPicPr>
                    <a:picLocks noChangeAspect="1" noChangeArrowheads="1"/>
                  </p:cNvPicPr>
                  <p:nvPr/>
                </p:nvPicPr>
                <p:blipFill>
                  <a:blip r:embed="rId4" cstate="print"/>
                  <a:srcRect/>
                  <a:stretch>
                    <a:fillRect/>
                  </a:stretch>
                </p:blipFill>
                <p:spPr bwMode="auto">
                  <a:xfrm>
                    <a:off x="0" y="0"/>
                    <a:ext cx="1042" cy="1016"/>
                  </a:xfrm>
                  <a:prstGeom prst="rect">
                    <a:avLst/>
                  </a:prstGeom>
                  <a:noFill/>
                  <a:ln w="9525">
                    <a:noFill/>
                    <a:miter lim="800000"/>
                    <a:headEnd/>
                    <a:tailEnd/>
                  </a:ln>
                </p:spPr>
              </p:pic>
              <p:sp>
                <p:nvSpPr>
                  <p:cNvPr id="27" name="Oval 23"/>
                  <p:cNvSpPr>
                    <a:spLocks noChangeArrowheads="1"/>
                  </p:cNvSpPr>
                  <p:nvPr/>
                </p:nvSpPr>
                <p:spPr bwMode="auto">
                  <a:xfrm>
                    <a:off x="0" y="0"/>
                    <a:ext cx="1035" cy="1019"/>
                  </a:xfrm>
                  <a:prstGeom prst="ellipse">
                    <a:avLst/>
                  </a:prstGeom>
                  <a:solidFill>
                    <a:srgbClr val="054487"/>
                  </a:solidFill>
                  <a:ln w="19050" cmpd="sng">
                    <a:solidFill>
                      <a:sysClr val="window" lastClr="FFFFFF"/>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black"/>
                      </a:solidFill>
                      <a:effectLst/>
                      <a:uLnTx/>
                      <a:uFillTx/>
                    </a:endParaRPr>
                  </a:p>
                </p:txBody>
              </p:sp>
            </p:grpSp>
            <p:pic>
              <p:nvPicPr>
                <p:cNvPr id="25" name="Picture 24" descr="Picture2"/>
                <p:cNvPicPr>
                  <a:picLocks noChangeAspect="1" noChangeArrowheads="1"/>
                </p:cNvPicPr>
                <p:nvPr/>
              </p:nvPicPr>
              <p:blipFill>
                <a:blip r:embed="rId3"/>
                <a:srcRect/>
                <a:stretch>
                  <a:fillRect/>
                </a:stretch>
              </p:blipFill>
              <p:spPr bwMode="auto">
                <a:xfrm>
                  <a:off x="104" y="10"/>
                  <a:ext cx="823" cy="360"/>
                </a:xfrm>
                <a:prstGeom prst="rect">
                  <a:avLst/>
                </a:prstGeom>
                <a:noFill/>
                <a:ln w="9525">
                  <a:noFill/>
                  <a:miter lim="800000"/>
                  <a:headEnd/>
                  <a:tailEnd/>
                </a:ln>
              </p:spPr>
            </p:pic>
          </p:grpSp>
          <p:sp>
            <p:nvSpPr>
              <p:cNvPr id="23" name="WordArt 25"/>
              <p:cNvSpPr>
                <a:spLocks noChangeArrowheads="1" noChangeShapeType="1"/>
              </p:cNvSpPr>
              <p:nvPr/>
            </p:nvSpPr>
            <p:spPr bwMode="auto">
              <a:xfrm>
                <a:off x="242" y="317"/>
                <a:ext cx="622" cy="429"/>
              </a:xfrm>
              <a:prstGeom prst="rect">
                <a:avLst/>
              </a:prstGeom>
            </p:spPr>
            <p:txBody>
              <a:bodyPr wrap="none" fromWordArt="1">
                <a:prstTxWarp prst="textPlain">
                  <a:avLst>
                    <a:gd name="adj" fmla="val 50000"/>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dirty="0">
                    <a:ln w="9525" cmpd="sng">
                      <a:solidFill>
                        <a:prstClr val="white"/>
                      </a:solidFill>
                      <a:round/>
                      <a:headEnd/>
                      <a:tailEnd/>
                    </a:ln>
                    <a:solidFill>
                      <a:prstClr val="white"/>
                    </a:solidFill>
                    <a:effectLst/>
                    <a:uLnTx/>
                    <a:uFillTx/>
                    <a:latin typeface="黑体"/>
                    <a:ea typeface="黑体"/>
                  </a:rPr>
                  <a:t>双击添加</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dirty="0">
                    <a:ln w="9525" cmpd="sng">
                      <a:solidFill>
                        <a:prstClr val="white"/>
                      </a:solidFill>
                      <a:round/>
                      <a:headEnd/>
                      <a:tailEnd/>
                    </a:ln>
                    <a:solidFill>
                      <a:prstClr val="white"/>
                    </a:solidFill>
                    <a:effectLst/>
                    <a:uLnTx/>
                    <a:uFillTx/>
                    <a:latin typeface="黑体"/>
                    <a:ea typeface="黑体"/>
                  </a:rPr>
                  <a:t>标题文字</a:t>
                </a:r>
              </a:p>
            </p:txBody>
          </p:sp>
        </p:grpSp>
        <p:sp>
          <p:nvSpPr>
            <p:cNvPr id="21" name="Rectangle 37"/>
            <p:cNvSpPr>
              <a:spLocks noChangeArrowheads="1"/>
            </p:cNvSpPr>
            <p:nvPr/>
          </p:nvSpPr>
          <p:spPr bwMode="auto">
            <a:xfrm>
              <a:off x="5629276" y="1675255"/>
              <a:ext cx="2674275" cy="1240969"/>
            </a:xfrm>
            <a:prstGeom prst="rect">
              <a:avLst/>
            </a:prstGeom>
            <a:noFill/>
            <a:ln w="9525">
              <a:noFill/>
              <a:miter lim="800000"/>
              <a:headEnd/>
              <a:tailEnd/>
            </a:ln>
            <a:effectLst/>
          </p:spPr>
          <p:txBody>
            <a:bodyPr lIns="115196" tIns="57598" rIns="115196" bIns="57598" anchor="ct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rPr>
                <a:t>单击此处添加段落文字内容</a:t>
              </a:r>
            </a:p>
            <a:p>
              <a:pPr marL="0" marR="0" lvl="0" indent="0" algn="ctr" defTabSz="914400" eaLnBrk="1" fontAlgn="auto" latinLnBrk="0" hangingPunct="1">
                <a:lnSpc>
                  <a:spcPct val="12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rPr>
                <a:t>单击此处添加段落文字内容</a:t>
              </a:r>
            </a:p>
            <a:p>
              <a:pPr marL="0" marR="0" lvl="0" indent="0" algn="ctr" defTabSz="914400" eaLnBrk="1" fontAlgn="auto" latinLnBrk="0" hangingPunct="1">
                <a:lnSpc>
                  <a:spcPct val="12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rPr>
                <a:t>单击此处添加段落文字内容</a:t>
              </a:r>
            </a:p>
          </p:txBody>
        </p:sp>
      </p:grpSp>
      <p:grpSp>
        <p:nvGrpSpPr>
          <p:cNvPr id="28" name="组合 27"/>
          <p:cNvGrpSpPr/>
          <p:nvPr/>
        </p:nvGrpSpPr>
        <p:grpSpPr>
          <a:xfrm>
            <a:off x="4237610" y="2341800"/>
            <a:ext cx="3574750" cy="1047867"/>
            <a:chOff x="4165602" y="3402725"/>
            <a:chExt cx="4335488" cy="1270862"/>
          </a:xfrm>
        </p:grpSpPr>
        <p:sp>
          <p:nvSpPr>
            <p:cNvPr id="29" name="AutoShape 3"/>
            <p:cNvSpPr>
              <a:spLocks noChangeArrowheads="1"/>
            </p:cNvSpPr>
            <p:nvPr/>
          </p:nvSpPr>
          <p:spPr bwMode="auto">
            <a:xfrm>
              <a:off x="4165602" y="3412857"/>
              <a:ext cx="4335488" cy="1260730"/>
            </a:xfrm>
            <a:prstGeom prst="roundRect">
              <a:avLst>
                <a:gd name="adj" fmla="val 50000"/>
              </a:avLst>
            </a:prstGeom>
            <a:gradFill rotWithShape="1">
              <a:gsLst>
                <a:gs pos="0">
                  <a:srgbClr val="DDDDDD"/>
                </a:gs>
                <a:gs pos="100000">
                  <a:sysClr val="window" lastClr="FFFFFF"/>
                </a:gs>
              </a:gsLst>
              <a:lin ang="5400000" scaled="1"/>
            </a:gradFill>
            <a:ln w="9525" cmpd="sng">
              <a:solidFill>
                <a:srgbClr val="A3A3A3"/>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black"/>
                </a:solidFill>
                <a:effectLst/>
                <a:uLnTx/>
                <a:uFillTx/>
              </a:endParaRPr>
            </a:p>
          </p:txBody>
        </p:sp>
        <p:grpSp>
          <p:nvGrpSpPr>
            <p:cNvPr id="30" name="Group 4"/>
            <p:cNvGrpSpPr>
              <a:grpSpLocks/>
            </p:cNvGrpSpPr>
            <p:nvPr/>
          </p:nvGrpSpPr>
          <p:grpSpPr bwMode="auto">
            <a:xfrm>
              <a:off x="4289426" y="3479847"/>
              <a:ext cx="1111866" cy="1084201"/>
              <a:chOff x="0" y="0"/>
              <a:chExt cx="1089" cy="1062"/>
            </a:xfrm>
          </p:grpSpPr>
          <p:grpSp>
            <p:nvGrpSpPr>
              <p:cNvPr id="32" name="Group 5"/>
              <p:cNvGrpSpPr>
                <a:grpSpLocks/>
              </p:cNvGrpSpPr>
              <p:nvPr/>
            </p:nvGrpSpPr>
            <p:grpSpPr bwMode="auto">
              <a:xfrm>
                <a:off x="0" y="0"/>
                <a:ext cx="1089" cy="1062"/>
                <a:chOff x="0" y="0"/>
                <a:chExt cx="1042" cy="1019"/>
              </a:xfrm>
            </p:grpSpPr>
            <p:grpSp>
              <p:nvGrpSpPr>
                <p:cNvPr id="34" name="Group 6"/>
                <p:cNvGrpSpPr>
                  <a:grpSpLocks/>
                </p:cNvGrpSpPr>
                <p:nvPr/>
              </p:nvGrpSpPr>
              <p:grpSpPr bwMode="auto">
                <a:xfrm>
                  <a:off x="0" y="0"/>
                  <a:ext cx="1042" cy="1019"/>
                  <a:chOff x="0" y="0"/>
                  <a:chExt cx="1042" cy="1019"/>
                </a:xfrm>
              </p:grpSpPr>
              <p:pic>
                <p:nvPicPr>
                  <p:cNvPr id="36" name="Picture 7" descr="circuler_1"/>
                  <p:cNvPicPr>
                    <a:picLocks noChangeAspect="1" noChangeArrowheads="1"/>
                  </p:cNvPicPr>
                  <p:nvPr/>
                </p:nvPicPr>
                <p:blipFill>
                  <a:blip r:embed="rId4" cstate="print"/>
                  <a:srcRect/>
                  <a:stretch>
                    <a:fillRect/>
                  </a:stretch>
                </p:blipFill>
                <p:spPr bwMode="auto">
                  <a:xfrm>
                    <a:off x="0" y="0"/>
                    <a:ext cx="1042" cy="1016"/>
                  </a:xfrm>
                  <a:prstGeom prst="rect">
                    <a:avLst/>
                  </a:prstGeom>
                  <a:noFill/>
                  <a:ln w="9525">
                    <a:noFill/>
                    <a:miter lim="800000"/>
                    <a:headEnd/>
                    <a:tailEnd/>
                  </a:ln>
                </p:spPr>
              </p:pic>
              <p:sp>
                <p:nvSpPr>
                  <p:cNvPr id="37" name="Oval 8"/>
                  <p:cNvSpPr>
                    <a:spLocks noChangeArrowheads="1"/>
                  </p:cNvSpPr>
                  <p:nvPr/>
                </p:nvSpPr>
                <p:spPr bwMode="auto">
                  <a:xfrm>
                    <a:off x="0" y="0"/>
                    <a:ext cx="1035" cy="1019"/>
                  </a:xfrm>
                  <a:prstGeom prst="ellipse">
                    <a:avLst/>
                  </a:prstGeom>
                  <a:solidFill>
                    <a:srgbClr val="054487"/>
                  </a:solidFill>
                  <a:ln w="19050" cmpd="sng">
                    <a:solidFill>
                      <a:sysClr val="window" lastClr="FFFFFF"/>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black"/>
                      </a:solidFill>
                      <a:effectLst/>
                      <a:uLnTx/>
                      <a:uFillTx/>
                    </a:endParaRPr>
                  </a:p>
                </p:txBody>
              </p:sp>
            </p:grpSp>
            <p:pic>
              <p:nvPicPr>
                <p:cNvPr id="35" name="Picture 9" descr="Picture2"/>
                <p:cNvPicPr>
                  <a:picLocks noChangeAspect="1" noChangeArrowheads="1"/>
                </p:cNvPicPr>
                <p:nvPr/>
              </p:nvPicPr>
              <p:blipFill>
                <a:blip r:embed="rId3"/>
                <a:srcRect/>
                <a:stretch>
                  <a:fillRect/>
                </a:stretch>
              </p:blipFill>
              <p:spPr bwMode="auto">
                <a:xfrm>
                  <a:off x="104" y="10"/>
                  <a:ext cx="823" cy="360"/>
                </a:xfrm>
                <a:prstGeom prst="rect">
                  <a:avLst/>
                </a:prstGeom>
                <a:noFill/>
                <a:ln w="9525">
                  <a:noFill/>
                  <a:miter lim="800000"/>
                  <a:headEnd/>
                  <a:tailEnd/>
                </a:ln>
              </p:spPr>
            </p:pic>
          </p:grpSp>
          <p:sp>
            <p:nvSpPr>
              <p:cNvPr id="33" name="WordArt 10"/>
              <p:cNvSpPr>
                <a:spLocks noChangeArrowheads="1" noChangeShapeType="1"/>
              </p:cNvSpPr>
              <p:nvPr/>
            </p:nvSpPr>
            <p:spPr bwMode="auto">
              <a:xfrm>
                <a:off x="242" y="317"/>
                <a:ext cx="622" cy="429"/>
              </a:xfrm>
              <a:prstGeom prst="rect">
                <a:avLst/>
              </a:prstGeom>
            </p:spPr>
            <p:txBody>
              <a:bodyPr wrap="none" fromWordArt="1">
                <a:prstTxWarp prst="textPlain">
                  <a:avLst>
                    <a:gd name="adj" fmla="val 50000"/>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dirty="0">
                    <a:ln w="9525" cmpd="sng">
                      <a:solidFill>
                        <a:prstClr val="white"/>
                      </a:solidFill>
                      <a:round/>
                      <a:headEnd/>
                      <a:tailEnd/>
                    </a:ln>
                    <a:solidFill>
                      <a:prstClr val="white"/>
                    </a:solidFill>
                    <a:effectLst/>
                    <a:uLnTx/>
                    <a:uFillTx/>
                    <a:latin typeface="黑体"/>
                    <a:ea typeface="黑体"/>
                  </a:rPr>
                  <a:t>双击添加</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dirty="0">
                    <a:ln w="9525" cmpd="sng">
                      <a:solidFill>
                        <a:prstClr val="white"/>
                      </a:solidFill>
                      <a:round/>
                      <a:headEnd/>
                      <a:tailEnd/>
                    </a:ln>
                    <a:solidFill>
                      <a:prstClr val="white"/>
                    </a:solidFill>
                    <a:effectLst/>
                    <a:uLnTx/>
                    <a:uFillTx/>
                    <a:latin typeface="黑体"/>
                    <a:ea typeface="黑体"/>
                  </a:rPr>
                  <a:t>标题文字</a:t>
                </a:r>
              </a:p>
            </p:txBody>
          </p:sp>
        </p:grpSp>
        <p:sp>
          <p:nvSpPr>
            <p:cNvPr id="31" name="Rectangle 38"/>
            <p:cNvSpPr>
              <a:spLocks noChangeArrowheads="1"/>
            </p:cNvSpPr>
            <p:nvPr/>
          </p:nvSpPr>
          <p:spPr bwMode="auto">
            <a:xfrm>
              <a:off x="5629276" y="3402725"/>
              <a:ext cx="2674275" cy="1242287"/>
            </a:xfrm>
            <a:prstGeom prst="rect">
              <a:avLst/>
            </a:prstGeom>
            <a:noFill/>
            <a:ln w="9525">
              <a:noFill/>
              <a:miter lim="800000"/>
              <a:headEnd/>
              <a:tailEnd/>
            </a:ln>
            <a:effectLst/>
          </p:spPr>
          <p:txBody>
            <a:bodyPr lIns="115196" tIns="57598" rIns="115196" bIns="57598" anchor="ct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rPr>
                <a:t>单击此处添加段落文字内容</a:t>
              </a:r>
            </a:p>
            <a:p>
              <a:pPr marL="0" marR="0" lvl="0" indent="0" algn="ctr" defTabSz="914400" eaLnBrk="1" fontAlgn="auto" latinLnBrk="0" hangingPunct="1">
                <a:lnSpc>
                  <a:spcPct val="12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rPr>
                <a:t>单击此处添加段落文字内容</a:t>
              </a:r>
            </a:p>
            <a:p>
              <a:pPr marL="0" marR="0" lvl="0" indent="0" algn="ctr" defTabSz="914400" eaLnBrk="1" fontAlgn="auto" latinLnBrk="0" hangingPunct="1">
                <a:lnSpc>
                  <a:spcPct val="12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rPr>
                <a:t>单击此处添加段落文字内容</a:t>
              </a:r>
            </a:p>
          </p:txBody>
        </p:sp>
      </p:grpSp>
      <p:grpSp>
        <p:nvGrpSpPr>
          <p:cNvPr id="38" name="组合 37"/>
          <p:cNvGrpSpPr/>
          <p:nvPr/>
        </p:nvGrpSpPr>
        <p:grpSpPr>
          <a:xfrm>
            <a:off x="4239693" y="3617129"/>
            <a:ext cx="3574750" cy="1042853"/>
            <a:chOff x="4165602" y="5099493"/>
            <a:chExt cx="4335488" cy="1264781"/>
          </a:xfrm>
        </p:grpSpPr>
        <p:sp>
          <p:nvSpPr>
            <p:cNvPr id="39" name="AutoShape 26"/>
            <p:cNvSpPr>
              <a:spLocks noChangeArrowheads="1"/>
            </p:cNvSpPr>
            <p:nvPr/>
          </p:nvSpPr>
          <p:spPr bwMode="auto">
            <a:xfrm>
              <a:off x="4165602" y="5103545"/>
              <a:ext cx="4335488" cy="1260729"/>
            </a:xfrm>
            <a:prstGeom prst="roundRect">
              <a:avLst>
                <a:gd name="adj" fmla="val 50000"/>
              </a:avLst>
            </a:prstGeom>
            <a:gradFill rotWithShape="1">
              <a:gsLst>
                <a:gs pos="0">
                  <a:srgbClr val="DDDDDD"/>
                </a:gs>
                <a:gs pos="100000">
                  <a:sysClr val="window" lastClr="FFFFFF"/>
                </a:gs>
              </a:gsLst>
              <a:lin ang="5400000" scaled="1"/>
            </a:gradFill>
            <a:ln w="9525" cmpd="sng">
              <a:solidFill>
                <a:srgbClr val="A3A3A3"/>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black"/>
                </a:solidFill>
                <a:effectLst/>
                <a:uLnTx/>
                <a:uFillTx/>
              </a:endParaRPr>
            </a:p>
          </p:txBody>
        </p:sp>
        <p:grpSp>
          <p:nvGrpSpPr>
            <p:cNvPr id="40" name="Group 27"/>
            <p:cNvGrpSpPr>
              <a:grpSpLocks/>
            </p:cNvGrpSpPr>
            <p:nvPr/>
          </p:nvGrpSpPr>
          <p:grpSpPr bwMode="auto">
            <a:xfrm>
              <a:off x="4289426" y="5170265"/>
              <a:ext cx="1111866" cy="1082884"/>
              <a:chOff x="0" y="0"/>
              <a:chExt cx="1089" cy="1062"/>
            </a:xfrm>
          </p:grpSpPr>
          <p:grpSp>
            <p:nvGrpSpPr>
              <p:cNvPr id="42" name="Group 28"/>
              <p:cNvGrpSpPr>
                <a:grpSpLocks/>
              </p:cNvGrpSpPr>
              <p:nvPr/>
            </p:nvGrpSpPr>
            <p:grpSpPr bwMode="auto">
              <a:xfrm>
                <a:off x="0" y="0"/>
                <a:ext cx="1089" cy="1062"/>
                <a:chOff x="0" y="0"/>
                <a:chExt cx="1042" cy="1019"/>
              </a:xfrm>
            </p:grpSpPr>
            <p:grpSp>
              <p:nvGrpSpPr>
                <p:cNvPr id="44" name="Group 29"/>
                <p:cNvGrpSpPr>
                  <a:grpSpLocks/>
                </p:cNvGrpSpPr>
                <p:nvPr/>
              </p:nvGrpSpPr>
              <p:grpSpPr bwMode="auto">
                <a:xfrm>
                  <a:off x="0" y="0"/>
                  <a:ext cx="1042" cy="1019"/>
                  <a:chOff x="0" y="0"/>
                  <a:chExt cx="1042" cy="1019"/>
                </a:xfrm>
              </p:grpSpPr>
              <p:pic>
                <p:nvPicPr>
                  <p:cNvPr id="46" name="Picture 30" descr="circuler_1"/>
                  <p:cNvPicPr>
                    <a:picLocks noChangeAspect="1" noChangeArrowheads="1"/>
                  </p:cNvPicPr>
                  <p:nvPr/>
                </p:nvPicPr>
                <p:blipFill>
                  <a:blip r:embed="rId4" cstate="print"/>
                  <a:srcRect/>
                  <a:stretch>
                    <a:fillRect/>
                  </a:stretch>
                </p:blipFill>
                <p:spPr bwMode="auto">
                  <a:xfrm>
                    <a:off x="0" y="0"/>
                    <a:ext cx="1042" cy="1016"/>
                  </a:xfrm>
                  <a:prstGeom prst="rect">
                    <a:avLst/>
                  </a:prstGeom>
                  <a:noFill/>
                  <a:ln w="9525">
                    <a:noFill/>
                    <a:miter lim="800000"/>
                    <a:headEnd/>
                    <a:tailEnd/>
                  </a:ln>
                </p:spPr>
              </p:pic>
              <p:sp>
                <p:nvSpPr>
                  <p:cNvPr id="47" name="Oval 31"/>
                  <p:cNvSpPr>
                    <a:spLocks noChangeArrowheads="1"/>
                  </p:cNvSpPr>
                  <p:nvPr/>
                </p:nvSpPr>
                <p:spPr bwMode="auto">
                  <a:xfrm>
                    <a:off x="0" y="0"/>
                    <a:ext cx="1035" cy="1019"/>
                  </a:xfrm>
                  <a:prstGeom prst="ellipse">
                    <a:avLst/>
                  </a:prstGeom>
                  <a:solidFill>
                    <a:srgbClr val="054487"/>
                  </a:solidFill>
                  <a:ln w="19050" cmpd="sng">
                    <a:solidFill>
                      <a:sysClr val="window" lastClr="FFFFFF"/>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black"/>
                      </a:solidFill>
                      <a:effectLst/>
                      <a:uLnTx/>
                      <a:uFillTx/>
                    </a:endParaRPr>
                  </a:p>
                </p:txBody>
              </p:sp>
            </p:grpSp>
            <p:pic>
              <p:nvPicPr>
                <p:cNvPr id="45" name="Picture 32" descr="Picture2"/>
                <p:cNvPicPr>
                  <a:picLocks noChangeAspect="1" noChangeArrowheads="1"/>
                </p:cNvPicPr>
                <p:nvPr/>
              </p:nvPicPr>
              <p:blipFill>
                <a:blip r:embed="rId3"/>
                <a:srcRect/>
                <a:stretch>
                  <a:fillRect/>
                </a:stretch>
              </p:blipFill>
              <p:spPr bwMode="auto">
                <a:xfrm>
                  <a:off x="104" y="10"/>
                  <a:ext cx="823" cy="360"/>
                </a:xfrm>
                <a:prstGeom prst="rect">
                  <a:avLst/>
                </a:prstGeom>
                <a:noFill/>
                <a:ln w="9525">
                  <a:noFill/>
                  <a:miter lim="800000"/>
                  <a:headEnd/>
                  <a:tailEnd/>
                </a:ln>
              </p:spPr>
            </p:pic>
          </p:grpSp>
          <p:sp>
            <p:nvSpPr>
              <p:cNvPr id="43" name="WordArt 33"/>
              <p:cNvSpPr>
                <a:spLocks noChangeArrowheads="1" noChangeShapeType="1"/>
              </p:cNvSpPr>
              <p:nvPr/>
            </p:nvSpPr>
            <p:spPr bwMode="auto">
              <a:xfrm>
                <a:off x="242" y="317"/>
                <a:ext cx="622" cy="429"/>
              </a:xfrm>
              <a:prstGeom prst="rect">
                <a:avLst/>
              </a:prstGeom>
            </p:spPr>
            <p:txBody>
              <a:bodyPr wrap="none" fromWordArt="1">
                <a:prstTxWarp prst="textPlain">
                  <a:avLst>
                    <a:gd name="adj" fmla="val 50000"/>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a:ln w="9525" cmpd="sng">
                      <a:solidFill>
                        <a:prstClr val="white"/>
                      </a:solidFill>
                      <a:round/>
                      <a:headEnd/>
                      <a:tailEnd/>
                    </a:ln>
                    <a:solidFill>
                      <a:prstClr val="white"/>
                    </a:solidFill>
                    <a:effectLst/>
                    <a:uLnTx/>
                    <a:uFillTx/>
                    <a:latin typeface="黑体"/>
                    <a:ea typeface="黑体"/>
                  </a:rPr>
                  <a:t>双击添加</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a:ln w="9525" cmpd="sng">
                      <a:solidFill>
                        <a:prstClr val="white"/>
                      </a:solidFill>
                      <a:round/>
                      <a:headEnd/>
                      <a:tailEnd/>
                    </a:ln>
                    <a:solidFill>
                      <a:prstClr val="white"/>
                    </a:solidFill>
                    <a:effectLst/>
                    <a:uLnTx/>
                    <a:uFillTx/>
                    <a:latin typeface="黑体"/>
                    <a:ea typeface="黑体"/>
                  </a:rPr>
                  <a:t>标题文字</a:t>
                </a:r>
              </a:p>
            </p:txBody>
          </p:sp>
        </p:grpSp>
        <p:sp>
          <p:nvSpPr>
            <p:cNvPr id="41" name="Rectangle 39"/>
            <p:cNvSpPr>
              <a:spLocks noChangeArrowheads="1"/>
            </p:cNvSpPr>
            <p:nvPr/>
          </p:nvSpPr>
          <p:spPr bwMode="auto">
            <a:xfrm>
              <a:off x="5629276" y="5099493"/>
              <a:ext cx="2674275" cy="1240969"/>
            </a:xfrm>
            <a:prstGeom prst="rect">
              <a:avLst/>
            </a:prstGeom>
            <a:noFill/>
            <a:ln w="9525">
              <a:noFill/>
              <a:miter lim="800000"/>
              <a:headEnd/>
              <a:tailEnd/>
            </a:ln>
            <a:effectLst/>
          </p:spPr>
          <p:txBody>
            <a:bodyPr lIns="115196" tIns="57598" rIns="115196" bIns="57598" anchor="ct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rPr>
                <a:t>单击此处添加段落文字内容</a:t>
              </a:r>
            </a:p>
            <a:p>
              <a:pPr marL="0" marR="0" lvl="0" indent="0" algn="ctr" defTabSz="914400" eaLnBrk="1" fontAlgn="auto" latinLnBrk="0" hangingPunct="1">
                <a:lnSpc>
                  <a:spcPct val="12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rPr>
                <a:t>单击此处添加段落文字内容</a:t>
              </a:r>
            </a:p>
            <a:p>
              <a:pPr marL="0" marR="0" lvl="0" indent="0" algn="ctr" defTabSz="914400" eaLnBrk="1" fontAlgn="auto" latinLnBrk="0" hangingPunct="1">
                <a:lnSpc>
                  <a:spcPct val="12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rPr>
                <a:t>单击此处添加段落文字内容</a:t>
              </a:r>
            </a:p>
          </p:txBody>
        </p:sp>
      </p:grpSp>
    </p:spTree>
    <p:extLst>
      <p:ext uri="{BB962C8B-B14F-4D97-AF65-F5344CB8AC3E}">
        <p14:creationId xmlns:p14="http://schemas.microsoft.com/office/powerpoint/2010/main" val="2842748861"/>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par>
                          <p:cTn id="13" fill="hold">
                            <p:stCondLst>
                              <p:cond delay="1000"/>
                            </p:stCondLst>
                            <p:childTnLst>
                              <p:par>
                                <p:cTn id="14" presetID="22" presetClass="entr" presetSubtype="8" fill="hold" nodeType="after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wipe(left)">
                                      <p:cBhvr>
                                        <p:cTn id="16" dur="500"/>
                                        <p:tgtEl>
                                          <p:spTgt spid="18"/>
                                        </p:tgtEl>
                                      </p:cBhvr>
                                    </p:animEffect>
                                  </p:childTnLst>
                                </p:cTn>
                              </p:par>
                              <p:par>
                                <p:cTn id="17" presetID="22" presetClass="entr" presetSubtype="8" fill="hold" nodeType="withEffect">
                                  <p:stCondLst>
                                    <p:cond delay="200"/>
                                  </p:stCondLst>
                                  <p:childTnLst>
                                    <p:set>
                                      <p:cBhvr>
                                        <p:cTn id="18" dur="1" fill="hold">
                                          <p:stCondLst>
                                            <p:cond delay="0"/>
                                          </p:stCondLst>
                                        </p:cTn>
                                        <p:tgtEl>
                                          <p:spTgt spid="28"/>
                                        </p:tgtEl>
                                        <p:attrNameLst>
                                          <p:attrName>style.visibility</p:attrName>
                                        </p:attrNameLst>
                                      </p:cBhvr>
                                      <p:to>
                                        <p:strVal val="visible"/>
                                      </p:to>
                                    </p:set>
                                    <p:animEffect transition="in" filter="wipe(left)">
                                      <p:cBhvr>
                                        <p:cTn id="19" dur="500"/>
                                        <p:tgtEl>
                                          <p:spTgt spid="28"/>
                                        </p:tgtEl>
                                      </p:cBhvr>
                                    </p:animEffect>
                                  </p:childTnLst>
                                </p:cTn>
                              </p:par>
                              <p:par>
                                <p:cTn id="20" presetID="22" presetClass="entr" presetSubtype="8" fill="hold" nodeType="withEffect">
                                  <p:stCondLst>
                                    <p:cond delay="400"/>
                                  </p:stCondLst>
                                  <p:childTnLst>
                                    <p:set>
                                      <p:cBhvr>
                                        <p:cTn id="21" dur="1" fill="hold">
                                          <p:stCondLst>
                                            <p:cond delay="0"/>
                                          </p:stCondLst>
                                        </p:cTn>
                                        <p:tgtEl>
                                          <p:spTgt spid="38"/>
                                        </p:tgtEl>
                                        <p:attrNameLst>
                                          <p:attrName>style.visibility</p:attrName>
                                        </p:attrNameLst>
                                      </p:cBhvr>
                                      <p:to>
                                        <p:strVal val="visible"/>
                                      </p:to>
                                    </p:set>
                                    <p:animEffect transition="in" filter="wipe(left)">
                                      <p:cBhvr>
                                        <p:cTn id="22"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95486"/>
            <a:ext cx="611560" cy="369332"/>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3"/>
          <p:cNvSpPr txBox="1"/>
          <p:nvPr/>
        </p:nvSpPr>
        <p:spPr>
          <a:xfrm>
            <a:off x="683568" y="195486"/>
            <a:ext cx="3816424" cy="646331"/>
          </a:xfrm>
          <a:prstGeom prst="rect">
            <a:avLst/>
          </a:prstGeom>
          <a:noFill/>
        </p:spPr>
        <p:txBody>
          <a:bodyPr wrap="square" rtlCol="0">
            <a:spAutoFit/>
          </a:bodyPr>
          <a:lstStyle/>
          <a:p>
            <a:r>
              <a:rPr lang="zh-CN" altLang="en-US" dirty="0">
                <a:solidFill>
                  <a:srgbClr val="054487"/>
                </a:solidFill>
                <a:latin typeface="微软雅黑" pitchFamily="34" charset="-122"/>
                <a:ea typeface="微软雅黑" pitchFamily="34" charset="-122"/>
              </a:rPr>
              <a:t>输入你的标题 </a:t>
            </a:r>
            <a:r>
              <a:rPr lang="en-US" altLang="zh-CN" dirty="0">
                <a:solidFill>
                  <a:srgbClr val="054487"/>
                </a:solidFill>
                <a:latin typeface="微软雅黑" pitchFamily="34" charset="-122"/>
                <a:ea typeface="微软雅黑" pitchFamily="34" charset="-122"/>
              </a:rPr>
              <a:t>/Add your title</a:t>
            </a:r>
            <a:endParaRPr lang="zh-CN" altLang="en-US" dirty="0">
              <a:solidFill>
                <a:srgbClr val="054487"/>
              </a:solidFill>
              <a:latin typeface="微软雅黑" pitchFamily="34" charset="-122"/>
              <a:ea typeface="微软雅黑" pitchFamily="34" charset="-122"/>
            </a:endParaRPr>
          </a:p>
          <a:p>
            <a:endParaRPr lang="zh-CN" altLang="en-US" dirty="0">
              <a:solidFill>
                <a:srgbClr val="F46970"/>
              </a:solidFill>
              <a:latin typeface="微软雅黑" pitchFamily="34" charset="-122"/>
              <a:ea typeface="微软雅黑" pitchFamily="34" charset="-122"/>
            </a:endParaRPr>
          </a:p>
        </p:txBody>
      </p:sp>
      <p:sp>
        <p:nvSpPr>
          <p:cNvPr id="5" name="Line 3"/>
          <p:cNvSpPr>
            <a:spLocks noChangeShapeType="1"/>
          </p:cNvSpPr>
          <p:nvPr/>
        </p:nvSpPr>
        <p:spPr bwMode="auto">
          <a:xfrm rot="10800000">
            <a:off x="1558925" y="3604566"/>
            <a:ext cx="2381250" cy="0"/>
          </a:xfrm>
          <a:prstGeom prst="line">
            <a:avLst/>
          </a:prstGeom>
          <a:noFill/>
          <a:ln w="9525">
            <a:solidFill>
              <a:srgbClr val="0070C0"/>
            </a:solidFill>
            <a:round/>
            <a:headEnd/>
            <a:tailEnd/>
          </a:ln>
        </p:spPr>
        <p:txBody>
          <a:bodyPr/>
          <a:lstStyle/>
          <a:p>
            <a:pPr>
              <a:defRPr/>
            </a:pPr>
            <a:endParaRPr lang="zh-CN" altLang="en-US" kern="0" dirty="0">
              <a:solidFill>
                <a:prstClr val="black">
                  <a:lumMod val="85000"/>
                  <a:lumOff val="15000"/>
                </a:prstClr>
              </a:solidFill>
              <a:latin typeface="微软雅黑" pitchFamily="34" charset="-122"/>
              <a:ea typeface="微软雅黑" pitchFamily="34" charset="-122"/>
            </a:endParaRPr>
          </a:p>
        </p:txBody>
      </p:sp>
      <p:sp>
        <p:nvSpPr>
          <p:cNvPr id="6" name="Line 4"/>
          <p:cNvSpPr>
            <a:spLocks noChangeShapeType="1"/>
          </p:cNvSpPr>
          <p:nvPr/>
        </p:nvSpPr>
        <p:spPr bwMode="auto">
          <a:xfrm rot="10800000">
            <a:off x="1563689" y="2913051"/>
            <a:ext cx="3557587" cy="0"/>
          </a:xfrm>
          <a:prstGeom prst="line">
            <a:avLst/>
          </a:prstGeom>
          <a:noFill/>
          <a:ln w="9525">
            <a:solidFill>
              <a:srgbClr val="0070C0"/>
            </a:solidFill>
            <a:round/>
            <a:headEnd/>
            <a:tailEnd/>
          </a:ln>
        </p:spPr>
        <p:txBody>
          <a:bodyPr/>
          <a:lstStyle/>
          <a:p>
            <a:pPr>
              <a:defRPr/>
            </a:pPr>
            <a:endParaRPr lang="zh-CN" altLang="en-US" kern="0" dirty="0">
              <a:solidFill>
                <a:prstClr val="black">
                  <a:lumMod val="85000"/>
                  <a:lumOff val="15000"/>
                </a:prstClr>
              </a:solidFill>
              <a:latin typeface="微软雅黑" pitchFamily="34" charset="-122"/>
              <a:ea typeface="微软雅黑" pitchFamily="34" charset="-122"/>
            </a:endParaRPr>
          </a:p>
        </p:txBody>
      </p:sp>
      <p:sp>
        <p:nvSpPr>
          <p:cNvPr id="7" name="Line 5"/>
          <p:cNvSpPr>
            <a:spLocks noChangeShapeType="1"/>
          </p:cNvSpPr>
          <p:nvPr/>
        </p:nvSpPr>
        <p:spPr bwMode="auto">
          <a:xfrm rot="10800000">
            <a:off x="1544638" y="2364411"/>
            <a:ext cx="4805362" cy="0"/>
          </a:xfrm>
          <a:prstGeom prst="line">
            <a:avLst/>
          </a:prstGeom>
          <a:noFill/>
          <a:ln w="9525">
            <a:solidFill>
              <a:srgbClr val="0070C0"/>
            </a:solidFill>
            <a:round/>
            <a:headEnd/>
            <a:tailEnd/>
          </a:ln>
        </p:spPr>
        <p:txBody>
          <a:bodyPr/>
          <a:lstStyle/>
          <a:p>
            <a:pPr>
              <a:defRPr/>
            </a:pPr>
            <a:endParaRPr lang="zh-CN" altLang="en-US" kern="0" dirty="0">
              <a:solidFill>
                <a:prstClr val="black">
                  <a:lumMod val="85000"/>
                  <a:lumOff val="15000"/>
                </a:prstClr>
              </a:solidFill>
              <a:latin typeface="微软雅黑" pitchFamily="34" charset="-122"/>
              <a:ea typeface="微软雅黑" pitchFamily="34" charset="-122"/>
            </a:endParaRPr>
          </a:p>
        </p:txBody>
      </p:sp>
      <p:sp>
        <p:nvSpPr>
          <p:cNvPr id="8" name="Line 6"/>
          <p:cNvSpPr>
            <a:spLocks noChangeShapeType="1"/>
          </p:cNvSpPr>
          <p:nvPr/>
        </p:nvSpPr>
        <p:spPr bwMode="auto">
          <a:xfrm rot="10800000">
            <a:off x="1555750" y="1772909"/>
            <a:ext cx="5994400" cy="0"/>
          </a:xfrm>
          <a:prstGeom prst="line">
            <a:avLst/>
          </a:prstGeom>
          <a:noFill/>
          <a:ln w="9525">
            <a:solidFill>
              <a:srgbClr val="0070C0"/>
            </a:solidFill>
            <a:round/>
            <a:headEnd/>
            <a:tailEnd/>
          </a:ln>
        </p:spPr>
        <p:txBody>
          <a:bodyPr/>
          <a:lstStyle/>
          <a:p>
            <a:pPr>
              <a:defRPr/>
            </a:pPr>
            <a:endParaRPr lang="zh-CN" altLang="en-US" kern="0" dirty="0">
              <a:solidFill>
                <a:prstClr val="black">
                  <a:lumMod val="85000"/>
                  <a:lumOff val="15000"/>
                </a:prstClr>
              </a:solidFill>
              <a:latin typeface="微软雅黑" pitchFamily="34" charset="-122"/>
              <a:ea typeface="微软雅黑" pitchFamily="34" charset="-122"/>
            </a:endParaRPr>
          </a:p>
        </p:txBody>
      </p:sp>
      <p:sp>
        <p:nvSpPr>
          <p:cNvPr id="9" name="Rectangle 9"/>
          <p:cNvSpPr>
            <a:spLocks noChangeArrowheads="1"/>
          </p:cNvSpPr>
          <p:nvPr/>
        </p:nvSpPr>
        <p:spPr bwMode="auto">
          <a:xfrm>
            <a:off x="6367463" y="1775766"/>
            <a:ext cx="1219200" cy="445770"/>
          </a:xfrm>
          <a:prstGeom prst="rect">
            <a:avLst/>
          </a:prstGeom>
          <a:gradFill rotWithShape="1">
            <a:gsLst>
              <a:gs pos="0">
                <a:srgbClr val="DDDDDD"/>
              </a:gs>
              <a:gs pos="100000">
                <a:srgbClr val="FFFFFF"/>
              </a:gs>
            </a:gsLst>
            <a:lin ang="5400000" scaled="1"/>
          </a:gradFill>
          <a:ln>
            <a:noFill/>
          </a:ln>
        </p:spPr>
        <p:txBody>
          <a:bodyPr wrap="none" anchor="ctr"/>
          <a:lstStyle/>
          <a:p>
            <a:pPr>
              <a:defRPr/>
            </a:pPr>
            <a:endParaRPr lang="zh-CN" altLang="en-US" kern="0" dirty="0">
              <a:solidFill>
                <a:prstClr val="black">
                  <a:lumMod val="85000"/>
                  <a:lumOff val="15000"/>
                </a:prstClr>
              </a:solidFill>
              <a:latin typeface="微软雅黑" pitchFamily="34" charset="-122"/>
              <a:ea typeface="微软雅黑" pitchFamily="34" charset="-122"/>
            </a:endParaRPr>
          </a:p>
        </p:txBody>
      </p:sp>
      <p:sp>
        <p:nvSpPr>
          <p:cNvPr id="10" name="Rectangle 10"/>
          <p:cNvSpPr>
            <a:spLocks noChangeArrowheads="1"/>
          </p:cNvSpPr>
          <p:nvPr/>
        </p:nvSpPr>
        <p:spPr bwMode="auto">
          <a:xfrm>
            <a:off x="5145088" y="2358696"/>
            <a:ext cx="1219200" cy="445770"/>
          </a:xfrm>
          <a:prstGeom prst="rect">
            <a:avLst/>
          </a:prstGeom>
          <a:gradFill rotWithShape="1">
            <a:gsLst>
              <a:gs pos="0">
                <a:srgbClr val="DDDDDD"/>
              </a:gs>
              <a:gs pos="100000">
                <a:srgbClr val="FFFFFF"/>
              </a:gs>
            </a:gsLst>
            <a:lin ang="5400000" scaled="1"/>
          </a:gradFill>
          <a:ln>
            <a:noFill/>
          </a:ln>
        </p:spPr>
        <p:txBody>
          <a:bodyPr wrap="none" anchor="ctr"/>
          <a:lstStyle/>
          <a:p>
            <a:pPr>
              <a:defRPr/>
            </a:pPr>
            <a:endParaRPr lang="zh-CN" altLang="en-US" kern="0" dirty="0">
              <a:solidFill>
                <a:prstClr val="black">
                  <a:lumMod val="85000"/>
                  <a:lumOff val="15000"/>
                </a:prstClr>
              </a:solidFill>
              <a:latin typeface="微软雅黑" pitchFamily="34" charset="-122"/>
              <a:ea typeface="微软雅黑" pitchFamily="34" charset="-122"/>
            </a:endParaRPr>
          </a:p>
        </p:txBody>
      </p:sp>
      <p:sp>
        <p:nvSpPr>
          <p:cNvPr id="11" name="Rectangle 11"/>
          <p:cNvSpPr>
            <a:spLocks noChangeArrowheads="1"/>
          </p:cNvSpPr>
          <p:nvPr/>
        </p:nvSpPr>
        <p:spPr bwMode="auto">
          <a:xfrm>
            <a:off x="3959226" y="2917338"/>
            <a:ext cx="1185863" cy="445770"/>
          </a:xfrm>
          <a:prstGeom prst="rect">
            <a:avLst/>
          </a:prstGeom>
          <a:gradFill rotWithShape="1">
            <a:gsLst>
              <a:gs pos="0">
                <a:srgbClr val="DDDDDD"/>
              </a:gs>
              <a:gs pos="100000">
                <a:srgbClr val="FFFFFF"/>
              </a:gs>
            </a:gsLst>
            <a:lin ang="5400000" scaled="1"/>
          </a:gradFill>
          <a:ln>
            <a:noFill/>
          </a:ln>
        </p:spPr>
        <p:txBody>
          <a:bodyPr wrap="none" anchor="ctr"/>
          <a:lstStyle/>
          <a:p>
            <a:pPr>
              <a:defRPr/>
            </a:pPr>
            <a:endParaRPr lang="zh-CN" altLang="en-US" kern="0" dirty="0">
              <a:solidFill>
                <a:prstClr val="black">
                  <a:lumMod val="85000"/>
                  <a:lumOff val="15000"/>
                </a:prstClr>
              </a:solidFill>
              <a:latin typeface="微软雅黑" pitchFamily="34" charset="-122"/>
              <a:ea typeface="微软雅黑" pitchFamily="34" charset="-122"/>
            </a:endParaRPr>
          </a:p>
        </p:txBody>
      </p:sp>
      <p:sp>
        <p:nvSpPr>
          <p:cNvPr id="12" name="Rectangle 12"/>
          <p:cNvSpPr>
            <a:spLocks noChangeArrowheads="1"/>
          </p:cNvSpPr>
          <p:nvPr/>
        </p:nvSpPr>
        <p:spPr bwMode="auto">
          <a:xfrm>
            <a:off x="2492375" y="3601709"/>
            <a:ext cx="1466850" cy="445770"/>
          </a:xfrm>
          <a:prstGeom prst="rect">
            <a:avLst/>
          </a:prstGeom>
          <a:gradFill rotWithShape="1">
            <a:gsLst>
              <a:gs pos="0">
                <a:srgbClr val="DDDDDD"/>
              </a:gs>
              <a:gs pos="100000">
                <a:srgbClr val="FFFFFF"/>
              </a:gs>
            </a:gsLst>
            <a:lin ang="5400000" scaled="1"/>
          </a:gradFill>
          <a:ln>
            <a:noFill/>
          </a:ln>
        </p:spPr>
        <p:txBody>
          <a:bodyPr wrap="none" anchor="ctr"/>
          <a:lstStyle/>
          <a:p>
            <a:pPr>
              <a:defRPr/>
            </a:pPr>
            <a:endParaRPr lang="zh-CN" altLang="en-US" kern="0" dirty="0">
              <a:solidFill>
                <a:prstClr val="black">
                  <a:lumMod val="85000"/>
                  <a:lumOff val="15000"/>
                </a:prstClr>
              </a:solidFill>
              <a:latin typeface="微软雅黑" pitchFamily="34" charset="-122"/>
              <a:ea typeface="微软雅黑" pitchFamily="34" charset="-122"/>
            </a:endParaRPr>
          </a:p>
        </p:txBody>
      </p:sp>
      <p:sp>
        <p:nvSpPr>
          <p:cNvPr id="13" name="Line 13"/>
          <p:cNvSpPr>
            <a:spLocks noChangeShapeType="1"/>
          </p:cNvSpPr>
          <p:nvPr/>
        </p:nvSpPr>
        <p:spPr bwMode="auto">
          <a:xfrm>
            <a:off x="1550989" y="4061766"/>
            <a:ext cx="6103937" cy="0"/>
          </a:xfrm>
          <a:prstGeom prst="line">
            <a:avLst/>
          </a:prstGeom>
          <a:noFill/>
          <a:ln w="9525">
            <a:solidFill>
              <a:srgbClr val="0070C0"/>
            </a:solidFill>
            <a:round/>
            <a:headEnd/>
            <a:tailEnd type="triangle" w="med" len="med"/>
          </a:ln>
        </p:spPr>
        <p:txBody>
          <a:bodyPr/>
          <a:lstStyle/>
          <a:p>
            <a:pPr>
              <a:defRPr/>
            </a:pPr>
            <a:endParaRPr lang="zh-CN" altLang="en-US" kern="0" dirty="0">
              <a:solidFill>
                <a:prstClr val="black">
                  <a:lumMod val="85000"/>
                  <a:lumOff val="15000"/>
                </a:prstClr>
              </a:solidFill>
              <a:latin typeface="微软雅黑" pitchFamily="34" charset="-122"/>
              <a:ea typeface="微软雅黑" pitchFamily="34" charset="-122"/>
            </a:endParaRPr>
          </a:p>
        </p:txBody>
      </p:sp>
      <p:sp>
        <p:nvSpPr>
          <p:cNvPr id="14" name="Line 14"/>
          <p:cNvSpPr>
            <a:spLocks noChangeShapeType="1"/>
          </p:cNvSpPr>
          <p:nvPr/>
        </p:nvSpPr>
        <p:spPr bwMode="auto">
          <a:xfrm rot="16200000">
            <a:off x="62231" y="2574438"/>
            <a:ext cx="2977515" cy="0"/>
          </a:xfrm>
          <a:prstGeom prst="line">
            <a:avLst/>
          </a:prstGeom>
          <a:noFill/>
          <a:ln w="9525">
            <a:solidFill>
              <a:srgbClr val="0070C0"/>
            </a:solidFill>
            <a:round/>
            <a:headEnd/>
            <a:tailEnd type="triangle" w="med" len="med"/>
          </a:ln>
        </p:spPr>
        <p:txBody>
          <a:bodyPr/>
          <a:lstStyle/>
          <a:p>
            <a:pPr>
              <a:defRPr/>
            </a:pPr>
            <a:endParaRPr lang="zh-CN" altLang="en-US" kern="0" dirty="0">
              <a:solidFill>
                <a:prstClr val="black">
                  <a:lumMod val="85000"/>
                  <a:lumOff val="15000"/>
                </a:prstClr>
              </a:solidFill>
              <a:latin typeface="微软雅黑" pitchFamily="34" charset="-122"/>
              <a:ea typeface="微软雅黑" pitchFamily="34" charset="-122"/>
            </a:endParaRPr>
          </a:p>
        </p:txBody>
      </p:sp>
      <p:sp>
        <p:nvSpPr>
          <p:cNvPr id="15" name="Line 15"/>
          <p:cNvSpPr>
            <a:spLocks noChangeShapeType="1"/>
          </p:cNvSpPr>
          <p:nvPr/>
        </p:nvSpPr>
        <p:spPr bwMode="auto">
          <a:xfrm flipV="1">
            <a:off x="1554164" y="1131400"/>
            <a:ext cx="6103937" cy="2923223"/>
          </a:xfrm>
          <a:prstGeom prst="line">
            <a:avLst/>
          </a:prstGeom>
          <a:noFill/>
          <a:ln w="38100">
            <a:solidFill>
              <a:srgbClr val="054487"/>
            </a:solidFill>
            <a:round/>
            <a:headEnd/>
            <a:tailEnd type="triangle" w="med" len="med"/>
          </a:ln>
        </p:spPr>
        <p:txBody>
          <a:bodyPr/>
          <a:lstStyle/>
          <a:p>
            <a:pPr>
              <a:defRPr/>
            </a:pPr>
            <a:endParaRPr lang="zh-CN" altLang="en-US" kern="0" dirty="0">
              <a:solidFill>
                <a:prstClr val="black">
                  <a:lumMod val="85000"/>
                  <a:lumOff val="15000"/>
                </a:prstClr>
              </a:solidFill>
              <a:latin typeface="微软雅黑" pitchFamily="34" charset="-122"/>
              <a:ea typeface="微软雅黑" pitchFamily="34" charset="-122"/>
            </a:endParaRPr>
          </a:p>
        </p:txBody>
      </p:sp>
      <p:sp>
        <p:nvSpPr>
          <p:cNvPr id="16" name="Line 16"/>
          <p:cNvSpPr>
            <a:spLocks noChangeShapeType="1"/>
          </p:cNvSpPr>
          <p:nvPr/>
        </p:nvSpPr>
        <p:spPr bwMode="auto">
          <a:xfrm rot="16200000">
            <a:off x="1007667" y="2575152"/>
            <a:ext cx="2978943" cy="0"/>
          </a:xfrm>
          <a:prstGeom prst="line">
            <a:avLst/>
          </a:prstGeom>
          <a:noFill/>
          <a:ln w="9525">
            <a:solidFill>
              <a:srgbClr val="0070C0"/>
            </a:solidFill>
            <a:round/>
            <a:headEnd/>
            <a:tailEnd/>
          </a:ln>
        </p:spPr>
        <p:txBody>
          <a:bodyPr/>
          <a:lstStyle/>
          <a:p>
            <a:pPr>
              <a:defRPr/>
            </a:pPr>
            <a:endParaRPr lang="zh-CN" altLang="en-US" kern="0" dirty="0">
              <a:solidFill>
                <a:prstClr val="black">
                  <a:lumMod val="85000"/>
                  <a:lumOff val="15000"/>
                </a:prstClr>
              </a:solidFill>
              <a:latin typeface="微软雅黑" pitchFamily="34" charset="-122"/>
              <a:ea typeface="微软雅黑" pitchFamily="34" charset="-122"/>
            </a:endParaRPr>
          </a:p>
        </p:txBody>
      </p:sp>
      <p:sp>
        <p:nvSpPr>
          <p:cNvPr id="17" name="Line 17"/>
          <p:cNvSpPr>
            <a:spLocks noChangeShapeType="1"/>
          </p:cNvSpPr>
          <p:nvPr/>
        </p:nvSpPr>
        <p:spPr bwMode="auto">
          <a:xfrm rot="16200000">
            <a:off x="2468167" y="2575152"/>
            <a:ext cx="2978943" cy="0"/>
          </a:xfrm>
          <a:prstGeom prst="line">
            <a:avLst/>
          </a:prstGeom>
          <a:noFill/>
          <a:ln w="9525">
            <a:solidFill>
              <a:srgbClr val="0070C0"/>
            </a:solidFill>
            <a:round/>
            <a:headEnd/>
            <a:tailEnd/>
          </a:ln>
        </p:spPr>
        <p:txBody>
          <a:bodyPr/>
          <a:lstStyle/>
          <a:p>
            <a:pPr>
              <a:defRPr/>
            </a:pPr>
            <a:endParaRPr lang="zh-CN" altLang="en-US" kern="0" dirty="0">
              <a:solidFill>
                <a:prstClr val="black">
                  <a:lumMod val="85000"/>
                  <a:lumOff val="15000"/>
                </a:prstClr>
              </a:solidFill>
              <a:latin typeface="微软雅黑" pitchFamily="34" charset="-122"/>
              <a:ea typeface="微软雅黑" pitchFamily="34" charset="-122"/>
            </a:endParaRPr>
          </a:p>
        </p:txBody>
      </p:sp>
      <p:sp>
        <p:nvSpPr>
          <p:cNvPr id="18" name="Line 18"/>
          <p:cNvSpPr>
            <a:spLocks noChangeShapeType="1"/>
          </p:cNvSpPr>
          <p:nvPr/>
        </p:nvSpPr>
        <p:spPr bwMode="auto">
          <a:xfrm rot="16200000">
            <a:off x="3655617" y="2575152"/>
            <a:ext cx="2978943" cy="0"/>
          </a:xfrm>
          <a:prstGeom prst="line">
            <a:avLst/>
          </a:prstGeom>
          <a:noFill/>
          <a:ln w="9525">
            <a:solidFill>
              <a:srgbClr val="0070C0"/>
            </a:solidFill>
            <a:round/>
            <a:headEnd/>
            <a:tailEnd/>
          </a:ln>
        </p:spPr>
        <p:txBody>
          <a:bodyPr/>
          <a:lstStyle/>
          <a:p>
            <a:pPr>
              <a:defRPr/>
            </a:pPr>
            <a:endParaRPr lang="zh-CN" altLang="en-US" kern="0" dirty="0">
              <a:solidFill>
                <a:prstClr val="black">
                  <a:lumMod val="85000"/>
                  <a:lumOff val="15000"/>
                </a:prstClr>
              </a:solidFill>
              <a:latin typeface="微软雅黑" pitchFamily="34" charset="-122"/>
              <a:ea typeface="微软雅黑" pitchFamily="34" charset="-122"/>
            </a:endParaRPr>
          </a:p>
        </p:txBody>
      </p:sp>
      <p:sp>
        <p:nvSpPr>
          <p:cNvPr id="19" name="Line 19"/>
          <p:cNvSpPr>
            <a:spLocks noChangeShapeType="1"/>
          </p:cNvSpPr>
          <p:nvPr/>
        </p:nvSpPr>
        <p:spPr bwMode="auto">
          <a:xfrm rot="16200000">
            <a:off x="4874817" y="2575152"/>
            <a:ext cx="2978943" cy="0"/>
          </a:xfrm>
          <a:prstGeom prst="line">
            <a:avLst/>
          </a:prstGeom>
          <a:noFill/>
          <a:ln w="9525">
            <a:solidFill>
              <a:srgbClr val="0070C0"/>
            </a:solidFill>
            <a:round/>
            <a:headEnd/>
            <a:tailEnd/>
          </a:ln>
        </p:spPr>
        <p:txBody>
          <a:bodyPr/>
          <a:lstStyle/>
          <a:p>
            <a:pPr>
              <a:defRPr/>
            </a:pPr>
            <a:endParaRPr lang="zh-CN" altLang="en-US" kern="0" dirty="0">
              <a:solidFill>
                <a:prstClr val="black">
                  <a:lumMod val="85000"/>
                  <a:lumOff val="15000"/>
                </a:prstClr>
              </a:solidFill>
              <a:latin typeface="微软雅黑" pitchFamily="34" charset="-122"/>
              <a:ea typeface="微软雅黑" pitchFamily="34" charset="-122"/>
            </a:endParaRPr>
          </a:p>
        </p:txBody>
      </p:sp>
      <p:grpSp>
        <p:nvGrpSpPr>
          <p:cNvPr id="20" name="Group 20"/>
          <p:cNvGrpSpPr>
            <a:grpSpLocks/>
          </p:cNvGrpSpPr>
          <p:nvPr/>
        </p:nvGrpSpPr>
        <p:grpSpPr bwMode="auto">
          <a:xfrm>
            <a:off x="2262189" y="3414543"/>
            <a:ext cx="479425" cy="420053"/>
            <a:chOff x="0" y="0"/>
            <a:chExt cx="784" cy="765"/>
          </a:xfrm>
        </p:grpSpPr>
        <p:grpSp>
          <p:nvGrpSpPr>
            <p:cNvPr id="21" name="Group 21"/>
            <p:cNvGrpSpPr>
              <a:grpSpLocks/>
            </p:cNvGrpSpPr>
            <p:nvPr/>
          </p:nvGrpSpPr>
          <p:grpSpPr bwMode="auto">
            <a:xfrm>
              <a:off x="0" y="0"/>
              <a:ext cx="784" cy="765"/>
              <a:chOff x="0" y="0"/>
              <a:chExt cx="1042" cy="1019"/>
            </a:xfrm>
          </p:grpSpPr>
          <p:grpSp>
            <p:nvGrpSpPr>
              <p:cNvPr id="23" name="Group 22"/>
              <p:cNvGrpSpPr>
                <a:grpSpLocks/>
              </p:cNvGrpSpPr>
              <p:nvPr/>
            </p:nvGrpSpPr>
            <p:grpSpPr bwMode="auto">
              <a:xfrm>
                <a:off x="0" y="0"/>
                <a:ext cx="1042" cy="1019"/>
                <a:chOff x="0" y="0"/>
                <a:chExt cx="1042" cy="1019"/>
              </a:xfrm>
            </p:grpSpPr>
            <p:pic>
              <p:nvPicPr>
                <p:cNvPr id="25" name="Picture 23" descr="circuler_1"/>
                <p:cNvPicPr>
                  <a:picLocks noChangeAspect="1" noChangeArrowheads="1"/>
                </p:cNvPicPr>
                <p:nvPr/>
              </p:nvPicPr>
              <p:blipFill>
                <a:blip r:embed="rId2"/>
                <a:srcRect/>
                <a:stretch>
                  <a:fillRect/>
                </a:stretch>
              </p:blipFill>
              <p:spPr bwMode="auto">
                <a:xfrm>
                  <a:off x="0" y="0"/>
                  <a:ext cx="1042" cy="1016"/>
                </a:xfrm>
                <a:prstGeom prst="rect">
                  <a:avLst/>
                </a:prstGeom>
                <a:noFill/>
                <a:ln w="9525">
                  <a:noFill/>
                  <a:miter lim="800000"/>
                  <a:headEnd/>
                  <a:tailEnd/>
                </a:ln>
              </p:spPr>
            </p:pic>
            <p:sp>
              <p:nvSpPr>
                <p:cNvPr id="26" name="Oval 24"/>
                <p:cNvSpPr>
                  <a:spLocks noChangeArrowheads="1"/>
                </p:cNvSpPr>
                <p:nvPr/>
              </p:nvSpPr>
              <p:spPr bwMode="auto">
                <a:xfrm>
                  <a:off x="0" y="0"/>
                  <a:ext cx="1035" cy="1019"/>
                </a:xfrm>
                <a:prstGeom prst="ellipse">
                  <a:avLst/>
                </a:prstGeom>
                <a:solidFill>
                  <a:srgbClr val="054487"/>
                </a:solidFill>
                <a:ln w="19050">
                  <a:solidFill>
                    <a:srgbClr val="FFFFFF"/>
                  </a:solidFill>
                  <a:round/>
                  <a:headEnd/>
                  <a:tailEnd/>
                </a:ln>
              </p:spPr>
              <p:txBody>
                <a:bodyPr wrap="none" anchor="ctr"/>
                <a:lstStyle/>
                <a:p>
                  <a:pPr>
                    <a:defRPr/>
                  </a:pPr>
                  <a:endParaRPr lang="zh-CN" altLang="en-US" kern="0" dirty="0">
                    <a:solidFill>
                      <a:prstClr val="black">
                        <a:lumMod val="85000"/>
                        <a:lumOff val="15000"/>
                      </a:prstClr>
                    </a:solidFill>
                    <a:latin typeface="Impact" pitchFamily="34" charset="0"/>
                    <a:ea typeface="微软雅黑" pitchFamily="34" charset="-122"/>
                  </a:endParaRPr>
                </a:p>
              </p:txBody>
            </p:sp>
          </p:grpSp>
          <p:pic>
            <p:nvPicPr>
              <p:cNvPr id="24" name="Picture 25" descr="Picture2"/>
              <p:cNvPicPr>
                <a:picLocks noChangeAspect="1" noChangeArrowheads="1"/>
              </p:cNvPicPr>
              <p:nvPr/>
            </p:nvPicPr>
            <p:blipFill>
              <a:blip r:embed="rId3"/>
              <a:srcRect/>
              <a:stretch>
                <a:fillRect/>
              </a:stretch>
            </p:blipFill>
            <p:spPr bwMode="auto">
              <a:xfrm>
                <a:off x="104" y="10"/>
                <a:ext cx="823" cy="360"/>
              </a:xfrm>
              <a:prstGeom prst="rect">
                <a:avLst/>
              </a:prstGeom>
              <a:noFill/>
              <a:ln w="9525">
                <a:noFill/>
                <a:miter lim="800000"/>
                <a:headEnd/>
                <a:tailEnd/>
              </a:ln>
            </p:spPr>
          </p:pic>
        </p:grpSp>
        <p:sp>
          <p:nvSpPr>
            <p:cNvPr id="22" name="WordArt 26"/>
            <p:cNvSpPr>
              <a:spLocks noChangeArrowheads="1" noChangeShapeType="1"/>
            </p:cNvSpPr>
            <p:nvPr/>
          </p:nvSpPr>
          <p:spPr bwMode="auto">
            <a:xfrm>
              <a:off x="288" y="227"/>
              <a:ext cx="157" cy="299"/>
            </a:xfrm>
            <a:prstGeom prst="rect">
              <a:avLst/>
            </a:prstGeom>
          </p:spPr>
          <p:txBody>
            <a:bodyPr wrap="none" fromWordArt="1">
              <a:prstTxWarp prst="textPlain">
                <a:avLst>
                  <a:gd name="adj" fmla="val 50000"/>
                </a:avLst>
              </a:prstTxWarp>
            </a:bodyPr>
            <a:lstStyle/>
            <a:p>
              <a:pPr algn="ctr"/>
              <a:r>
                <a:rPr lang="en-US" altLang="zh-CN" sz="2400" kern="10" dirty="0">
                  <a:ln w="9525">
                    <a:noFill/>
                    <a:round/>
                    <a:headEnd/>
                    <a:tailEnd/>
                  </a:ln>
                  <a:solidFill>
                    <a:schemeClr val="bg1"/>
                  </a:solidFill>
                  <a:latin typeface="Impact"/>
                  <a:ea typeface="微软雅黑" pitchFamily="34" charset="-122"/>
                </a:rPr>
                <a:t>1</a:t>
              </a:r>
              <a:endParaRPr lang="zh-CN" altLang="en-US" sz="2400" kern="10" dirty="0">
                <a:ln w="9525">
                  <a:noFill/>
                  <a:round/>
                  <a:headEnd/>
                  <a:tailEnd/>
                </a:ln>
                <a:solidFill>
                  <a:schemeClr val="bg1"/>
                </a:solidFill>
                <a:latin typeface="Impact"/>
                <a:ea typeface="微软雅黑" pitchFamily="34" charset="-122"/>
              </a:endParaRPr>
            </a:p>
          </p:txBody>
        </p:sp>
      </p:grpSp>
      <p:grpSp>
        <p:nvGrpSpPr>
          <p:cNvPr id="27" name="Group 27"/>
          <p:cNvGrpSpPr>
            <a:grpSpLocks/>
          </p:cNvGrpSpPr>
          <p:nvPr/>
        </p:nvGrpSpPr>
        <p:grpSpPr bwMode="auto">
          <a:xfrm>
            <a:off x="3711576" y="2657305"/>
            <a:ext cx="479425" cy="420053"/>
            <a:chOff x="0" y="0"/>
            <a:chExt cx="302" cy="294"/>
          </a:xfrm>
        </p:grpSpPr>
        <p:grpSp>
          <p:nvGrpSpPr>
            <p:cNvPr id="28" name="Group 28"/>
            <p:cNvGrpSpPr>
              <a:grpSpLocks/>
            </p:cNvGrpSpPr>
            <p:nvPr/>
          </p:nvGrpSpPr>
          <p:grpSpPr bwMode="auto">
            <a:xfrm>
              <a:off x="0" y="0"/>
              <a:ext cx="302" cy="294"/>
              <a:chOff x="0" y="0"/>
              <a:chExt cx="1042" cy="1019"/>
            </a:xfrm>
          </p:grpSpPr>
          <p:grpSp>
            <p:nvGrpSpPr>
              <p:cNvPr id="30" name="Group 29"/>
              <p:cNvGrpSpPr>
                <a:grpSpLocks/>
              </p:cNvGrpSpPr>
              <p:nvPr/>
            </p:nvGrpSpPr>
            <p:grpSpPr bwMode="auto">
              <a:xfrm>
                <a:off x="0" y="0"/>
                <a:ext cx="1042" cy="1019"/>
                <a:chOff x="0" y="0"/>
                <a:chExt cx="1042" cy="1019"/>
              </a:xfrm>
            </p:grpSpPr>
            <p:pic>
              <p:nvPicPr>
                <p:cNvPr id="32" name="Picture 30" descr="circuler_1"/>
                <p:cNvPicPr>
                  <a:picLocks noChangeAspect="1" noChangeArrowheads="1"/>
                </p:cNvPicPr>
                <p:nvPr/>
              </p:nvPicPr>
              <p:blipFill>
                <a:blip r:embed="rId2"/>
                <a:srcRect/>
                <a:stretch>
                  <a:fillRect/>
                </a:stretch>
              </p:blipFill>
              <p:spPr bwMode="auto">
                <a:xfrm>
                  <a:off x="0" y="0"/>
                  <a:ext cx="1042" cy="1016"/>
                </a:xfrm>
                <a:prstGeom prst="rect">
                  <a:avLst/>
                </a:prstGeom>
                <a:noFill/>
                <a:ln w="9525">
                  <a:noFill/>
                  <a:miter lim="800000"/>
                  <a:headEnd/>
                  <a:tailEnd/>
                </a:ln>
              </p:spPr>
            </p:pic>
            <p:sp>
              <p:nvSpPr>
                <p:cNvPr id="33" name="Oval 31"/>
                <p:cNvSpPr>
                  <a:spLocks noChangeArrowheads="1"/>
                </p:cNvSpPr>
                <p:nvPr/>
              </p:nvSpPr>
              <p:spPr bwMode="auto">
                <a:xfrm>
                  <a:off x="0" y="0"/>
                  <a:ext cx="1035" cy="1019"/>
                </a:xfrm>
                <a:prstGeom prst="ellipse">
                  <a:avLst/>
                </a:prstGeom>
                <a:solidFill>
                  <a:srgbClr val="054487"/>
                </a:solidFill>
                <a:ln w="19050">
                  <a:solidFill>
                    <a:srgbClr val="FFFFFF"/>
                  </a:solidFill>
                  <a:round/>
                  <a:headEnd/>
                  <a:tailEnd/>
                </a:ln>
              </p:spPr>
              <p:txBody>
                <a:bodyPr wrap="none" anchor="ctr"/>
                <a:lstStyle/>
                <a:p>
                  <a:pPr>
                    <a:defRPr/>
                  </a:pPr>
                  <a:endParaRPr lang="zh-CN" altLang="en-US" kern="0" dirty="0">
                    <a:solidFill>
                      <a:prstClr val="black">
                        <a:lumMod val="85000"/>
                        <a:lumOff val="15000"/>
                      </a:prstClr>
                    </a:solidFill>
                    <a:latin typeface="Impact" pitchFamily="34" charset="0"/>
                    <a:ea typeface="微软雅黑" pitchFamily="34" charset="-122"/>
                  </a:endParaRPr>
                </a:p>
              </p:txBody>
            </p:sp>
          </p:grpSp>
          <p:pic>
            <p:nvPicPr>
              <p:cNvPr id="31" name="Picture 32" descr="Picture2"/>
              <p:cNvPicPr>
                <a:picLocks noChangeAspect="1" noChangeArrowheads="1"/>
              </p:cNvPicPr>
              <p:nvPr/>
            </p:nvPicPr>
            <p:blipFill>
              <a:blip r:embed="rId3"/>
              <a:srcRect/>
              <a:stretch>
                <a:fillRect/>
              </a:stretch>
            </p:blipFill>
            <p:spPr bwMode="auto">
              <a:xfrm>
                <a:off x="104" y="10"/>
                <a:ext cx="823" cy="360"/>
              </a:xfrm>
              <a:prstGeom prst="rect">
                <a:avLst/>
              </a:prstGeom>
              <a:noFill/>
              <a:ln w="9525">
                <a:noFill/>
                <a:miter lim="800000"/>
                <a:headEnd/>
                <a:tailEnd/>
              </a:ln>
            </p:spPr>
          </p:pic>
        </p:grpSp>
        <p:sp>
          <p:nvSpPr>
            <p:cNvPr id="29" name="WordArt 33"/>
            <p:cNvSpPr>
              <a:spLocks noChangeArrowheads="1" noChangeShapeType="1"/>
            </p:cNvSpPr>
            <p:nvPr/>
          </p:nvSpPr>
          <p:spPr bwMode="auto">
            <a:xfrm>
              <a:off x="111" y="87"/>
              <a:ext cx="78" cy="115"/>
            </a:xfrm>
            <a:prstGeom prst="rect">
              <a:avLst/>
            </a:prstGeom>
          </p:spPr>
          <p:txBody>
            <a:bodyPr wrap="none" fromWordArt="1">
              <a:prstTxWarp prst="textPlain">
                <a:avLst>
                  <a:gd name="adj" fmla="val 50000"/>
                </a:avLst>
              </a:prstTxWarp>
            </a:bodyPr>
            <a:lstStyle/>
            <a:p>
              <a:pPr algn="ctr"/>
              <a:r>
                <a:rPr lang="en-US" altLang="zh-CN" sz="2400" kern="10" dirty="0">
                  <a:ln w="9525">
                    <a:noFill/>
                    <a:round/>
                    <a:headEnd/>
                    <a:tailEnd/>
                  </a:ln>
                  <a:solidFill>
                    <a:schemeClr val="bg1"/>
                  </a:solidFill>
                  <a:latin typeface="Impact"/>
                  <a:ea typeface="微软雅黑" pitchFamily="34" charset="-122"/>
                </a:rPr>
                <a:t>2</a:t>
              </a:r>
              <a:endParaRPr lang="zh-CN" altLang="en-US" sz="2400" kern="10" dirty="0">
                <a:ln w="9525">
                  <a:noFill/>
                  <a:round/>
                  <a:headEnd/>
                  <a:tailEnd/>
                </a:ln>
                <a:solidFill>
                  <a:schemeClr val="bg1"/>
                </a:solidFill>
                <a:latin typeface="Impact"/>
                <a:ea typeface="微软雅黑" pitchFamily="34" charset="-122"/>
              </a:endParaRPr>
            </a:p>
          </p:txBody>
        </p:sp>
      </p:grpSp>
      <p:grpSp>
        <p:nvGrpSpPr>
          <p:cNvPr id="34" name="Group 34"/>
          <p:cNvGrpSpPr>
            <a:grpSpLocks/>
          </p:cNvGrpSpPr>
          <p:nvPr/>
        </p:nvGrpSpPr>
        <p:grpSpPr bwMode="auto">
          <a:xfrm>
            <a:off x="4841876" y="2078661"/>
            <a:ext cx="606425" cy="534353"/>
            <a:chOff x="0" y="0"/>
            <a:chExt cx="300" cy="294"/>
          </a:xfrm>
        </p:grpSpPr>
        <p:grpSp>
          <p:nvGrpSpPr>
            <p:cNvPr id="35" name="Group 35"/>
            <p:cNvGrpSpPr>
              <a:grpSpLocks/>
            </p:cNvGrpSpPr>
            <p:nvPr/>
          </p:nvGrpSpPr>
          <p:grpSpPr bwMode="auto">
            <a:xfrm>
              <a:off x="0" y="0"/>
              <a:ext cx="300" cy="294"/>
              <a:chOff x="0" y="0"/>
              <a:chExt cx="1035" cy="1019"/>
            </a:xfrm>
          </p:grpSpPr>
          <p:sp>
            <p:nvSpPr>
              <p:cNvPr id="37" name="Oval 38"/>
              <p:cNvSpPr>
                <a:spLocks noChangeArrowheads="1"/>
              </p:cNvSpPr>
              <p:nvPr/>
            </p:nvSpPr>
            <p:spPr bwMode="auto">
              <a:xfrm>
                <a:off x="0" y="0"/>
                <a:ext cx="1035" cy="1019"/>
              </a:xfrm>
              <a:prstGeom prst="ellipse">
                <a:avLst/>
              </a:prstGeom>
              <a:solidFill>
                <a:srgbClr val="054487"/>
              </a:solidFill>
              <a:ln w="9525">
                <a:solidFill>
                  <a:srgbClr val="0070C0"/>
                </a:solidFill>
                <a:round/>
                <a:headEnd/>
                <a:tailEnd/>
              </a:ln>
              <a:effectLst/>
            </p:spPr>
            <p:txBody>
              <a:bodyPr wrap="none" anchor="ctr"/>
              <a:lstStyle/>
              <a:p>
                <a:pPr algn="ctr">
                  <a:defRPr/>
                </a:pPr>
                <a:endParaRPr lang="zh-CN" altLang="en-US" sz="3200" b="1" kern="0" dirty="0">
                  <a:solidFill>
                    <a:prstClr val="black">
                      <a:lumMod val="85000"/>
                      <a:lumOff val="15000"/>
                    </a:prstClr>
                  </a:solidFill>
                  <a:latin typeface="微软雅黑" pitchFamily="34" charset="-122"/>
                  <a:ea typeface="微软雅黑" pitchFamily="34" charset="-122"/>
                </a:endParaRPr>
              </a:p>
            </p:txBody>
          </p:sp>
          <p:pic>
            <p:nvPicPr>
              <p:cNvPr id="38" name="Picture 39" descr="Picture2"/>
              <p:cNvPicPr>
                <a:picLocks noChangeAspect="1" noChangeArrowheads="1"/>
              </p:cNvPicPr>
              <p:nvPr/>
            </p:nvPicPr>
            <p:blipFill>
              <a:blip r:embed="rId3"/>
              <a:srcRect/>
              <a:stretch>
                <a:fillRect/>
              </a:stretch>
            </p:blipFill>
            <p:spPr bwMode="auto">
              <a:xfrm>
                <a:off x="126" y="32"/>
                <a:ext cx="823" cy="360"/>
              </a:xfrm>
              <a:prstGeom prst="rect">
                <a:avLst/>
              </a:prstGeom>
              <a:noFill/>
              <a:ln w="9525">
                <a:noFill/>
                <a:miter lim="800000"/>
                <a:headEnd/>
                <a:tailEnd/>
              </a:ln>
            </p:spPr>
          </p:pic>
        </p:grpSp>
        <p:sp>
          <p:nvSpPr>
            <p:cNvPr id="36" name="WordArt 40"/>
            <p:cNvSpPr>
              <a:spLocks noChangeArrowheads="1" noChangeShapeType="1"/>
            </p:cNvSpPr>
            <p:nvPr/>
          </p:nvSpPr>
          <p:spPr bwMode="auto">
            <a:xfrm>
              <a:off x="111" y="87"/>
              <a:ext cx="78" cy="115"/>
            </a:xfrm>
            <a:prstGeom prst="rect">
              <a:avLst/>
            </a:prstGeom>
          </p:spPr>
          <p:txBody>
            <a:bodyPr wrap="none" fromWordArt="1">
              <a:prstTxWarp prst="textPlain">
                <a:avLst>
                  <a:gd name="adj" fmla="val 50000"/>
                </a:avLst>
              </a:prstTxWarp>
            </a:bodyPr>
            <a:lstStyle/>
            <a:p>
              <a:pPr algn="ctr"/>
              <a:r>
                <a:rPr lang="en-US" altLang="zh-CN" sz="2400" kern="10" dirty="0">
                  <a:ln w="9525">
                    <a:noFill/>
                    <a:round/>
                    <a:headEnd/>
                    <a:tailEnd/>
                  </a:ln>
                  <a:solidFill>
                    <a:schemeClr val="bg1"/>
                  </a:solidFill>
                  <a:latin typeface="Impact"/>
                  <a:ea typeface="微软雅黑" pitchFamily="34" charset="-122"/>
                </a:rPr>
                <a:t>3</a:t>
              </a:r>
              <a:endParaRPr lang="zh-CN" altLang="en-US" sz="2400" kern="10" dirty="0">
                <a:ln w="9525">
                  <a:noFill/>
                  <a:round/>
                  <a:headEnd/>
                  <a:tailEnd/>
                </a:ln>
                <a:solidFill>
                  <a:schemeClr val="bg1"/>
                </a:solidFill>
                <a:latin typeface="Impact"/>
                <a:ea typeface="微软雅黑" pitchFamily="34" charset="-122"/>
              </a:endParaRPr>
            </a:p>
          </p:txBody>
        </p:sp>
      </p:grpSp>
      <p:grpSp>
        <p:nvGrpSpPr>
          <p:cNvPr id="39" name="Group 41"/>
          <p:cNvGrpSpPr>
            <a:grpSpLocks/>
          </p:cNvGrpSpPr>
          <p:nvPr/>
        </p:nvGrpSpPr>
        <p:grpSpPr bwMode="auto">
          <a:xfrm>
            <a:off x="6134101" y="1545738"/>
            <a:ext cx="479425" cy="420053"/>
            <a:chOff x="0" y="0"/>
            <a:chExt cx="302" cy="294"/>
          </a:xfrm>
        </p:grpSpPr>
        <p:grpSp>
          <p:nvGrpSpPr>
            <p:cNvPr id="40" name="Group 42"/>
            <p:cNvGrpSpPr>
              <a:grpSpLocks/>
            </p:cNvGrpSpPr>
            <p:nvPr/>
          </p:nvGrpSpPr>
          <p:grpSpPr bwMode="auto">
            <a:xfrm>
              <a:off x="0" y="0"/>
              <a:ext cx="302" cy="294"/>
              <a:chOff x="0" y="0"/>
              <a:chExt cx="1042" cy="1019"/>
            </a:xfrm>
          </p:grpSpPr>
          <p:grpSp>
            <p:nvGrpSpPr>
              <p:cNvPr id="42" name="Group 43"/>
              <p:cNvGrpSpPr>
                <a:grpSpLocks/>
              </p:cNvGrpSpPr>
              <p:nvPr/>
            </p:nvGrpSpPr>
            <p:grpSpPr bwMode="auto">
              <a:xfrm>
                <a:off x="0" y="0"/>
                <a:ext cx="1042" cy="1019"/>
                <a:chOff x="0" y="0"/>
                <a:chExt cx="1042" cy="1019"/>
              </a:xfrm>
            </p:grpSpPr>
            <p:pic>
              <p:nvPicPr>
                <p:cNvPr id="44" name="Picture 44" descr="circuler_1"/>
                <p:cNvPicPr>
                  <a:picLocks noChangeAspect="1" noChangeArrowheads="1"/>
                </p:cNvPicPr>
                <p:nvPr/>
              </p:nvPicPr>
              <p:blipFill>
                <a:blip r:embed="rId2"/>
                <a:srcRect/>
                <a:stretch>
                  <a:fillRect/>
                </a:stretch>
              </p:blipFill>
              <p:spPr bwMode="auto">
                <a:xfrm>
                  <a:off x="0" y="0"/>
                  <a:ext cx="1042" cy="1016"/>
                </a:xfrm>
                <a:prstGeom prst="rect">
                  <a:avLst/>
                </a:prstGeom>
                <a:noFill/>
                <a:ln w="9525">
                  <a:noFill/>
                  <a:miter lim="800000"/>
                  <a:headEnd/>
                  <a:tailEnd/>
                </a:ln>
              </p:spPr>
            </p:pic>
            <p:sp>
              <p:nvSpPr>
                <p:cNvPr id="45" name="Oval 45"/>
                <p:cNvSpPr>
                  <a:spLocks noChangeArrowheads="1"/>
                </p:cNvSpPr>
                <p:nvPr/>
              </p:nvSpPr>
              <p:spPr bwMode="auto">
                <a:xfrm>
                  <a:off x="0" y="0"/>
                  <a:ext cx="1035" cy="1019"/>
                </a:xfrm>
                <a:prstGeom prst="ellipse">
                  <a:avLst/>
                </a:prstGeom>
                <a:solidFill>
                  <a:srgbClr val="054487"/>
                </a:solidFill>
                <a:ln w="19050">
                  <a:solidFill>
                    <a:srgbClr val="FFFFFF"/>
                  </a:solidFill>
                  <a:round/>
                  <a:headEnd/>
                  <a:tailEnd/>
                </a:ln>
              </p:spPr>
              <p:txBody>
                <a:bodyPr wrap="none" anchor="ctr"/>
                <a:lstStyle/>
                <a:p>
                  <a:pPr>
                    <a:defRPr/>
                  </a:pPr>
                  <a:endParaRPr lang="zh-CN" altLang="en-US" kern="0" dirty="0">
                    <a:solidFill>
                      <a:prstClr val="black">
                        <a:lumMod val="85000"/>
                        <a:lumOff val="15000"/>
                      </a:prstClr>
                    </a:solidFill>
                    <a:latin typeface="Impact" pitchFamily="34" charset="0"/>
                    <a:ea typeface="微软雅黑" pitchFamily="34" charset="-122"/>
                  </a:endParaRPr>
                </a:p>
              </p:txBody>
            </p:sp>
          </p:grpSp>
          <p:pic>
            <p:nvPicPr>
              <p:cNvPr id="43" name="Picture 46" descr="Picture2"/>
              <p:cNvPicPr>
                <a:picLocks noChangeAspect="1" noChangeArrowheads="1"/>
              </p:cNvPicPr>
              <p:nvPr/>
            </p:nvPicPr>
            <p:blipFill>
              <a:blip r:embed="rId3"/>
              <a:srcRect/>
              <a:stretch>
                <a:fillRect/>
              </a:stretch>
            </p:blipFill>
            <p:spPr bwMode="auto">
              <a:xfrm>
                <a:off x="104" y="10"/>
                <a:ext cx="823" cy="360"/>
              </a:xfrm>
              <a:prstGeom prst="rect">
                <a:avLst/>
              </a:prstGeom>
              <a:noFill/>
              <a:ln w="9525">
                <a:noFill/>
                <a:miter lim="800000"/>
                <a:headEnd/>
                <a:tailEnd/>
              </a:ln>
            </p:spPr>
          </p:pic>
        </p:grpSp>
        <p:sp>
          <p:nvSpPr>
            <p:cNvPr id="41" name="WordArt 47"/>
            <p:cNvSpPr>
              <a:spLocks noChangeArrowheads="1" noChangeShapeType="1"/>
            </p:cNvSpPr>
            <p:nvPr/>
          </p:nvSpPr>
          <p:spPr bwMode="auto">
            <a:xfrm>
              <a:off x="111" y="87"/>
              <a:ext cx="78" cy="115"/>
            </a:xfrm>
            <a:prstGeom prst="rect">
              <a:avLst/>
            </a:prstGeom>
            <a:solidFill>
              <a:srgbClr val="054487"/>
            </a:solidFill>
          </p:spPr>
          <p:txBody>
            <a:bodyPr wrap="none" fromWordArt="1">
              <a:prstTxWarp prst="textPlain">
                <a:avLst>
                  <a:gd name="adj" fmla="val 50000"/>
                </a:avLst>
              </a:prstTxWarp>
            </a:bodyPr>
            <a:lstStyle/>
            <a:p>
              <a:pPr algn="ctr"/>
              <a:r>
                <a:rPr lang="en-US" altLang="zh-CN" sz="2400" kern="10" dirty="0">
                  <a:ln w="9525">
                    <a:noFill/>
                    <a:round/>
                    <a:headEnd/>
                    <a:tailEnd/>
                  </a:ln>
                  <a:solidFill>
                    <a:schemeClr val="bg1"/>
                  </a:solidFill>
                  <a:latin typeface="Impact"/>
                  <a:ea typeface="微软雅黑" pitchFamily="34" charset="-122"/>
                </a:rPr>
                <a:t>4</a:t>
              </a:r>
              <a:endParaRPr lang="zh-CN" altLang="en-US" sz="2400" kern="10" dirty="0">
                <a:ln w="9525">
                  <a:noFill/>
                  <a:round/>
                  <a:headEnd/>
                  <a:tailEnd/>
                </a:ln>
                <a:solidFill>
                  <a:schemeClr val="bg1"/>
                </a:solidFill>
                <a:latin typeface="Impact"/>
                <a:ea typeface="微软雅黑" pitchFamily="34" charset="-122"/>
              </a:endParaRPr>
            </a:p>
          </p:txBody>
        </p:sp>
      </p:grpSp>
      <p:sp>
        <p:nvSpPr>
          <p:cNvPr id="46" name="Rectangle 48"/>
          <p:cNvSpPr>
            <a:spLocks noChangeArrowheads="1"/>
          </p:cNvSpPr>
          <p:nvPr/>
        </p:nvSpPr>
        <p:spPr bwMode="auto">
          <a:xfrm>
            <a:off x="2498725" y="3608853"/>
            <a:ext cx="1449388" cy="458628"/>
          </a:xfrm>
          <a:prstGeom prst="rect">
            <a:avLst/>
          </a:prstGeom>
          <a:noFill/>
          <a:ln>
            <a:noFill/>
          </a:ln>
        </p:spPr>
        <p:txBody>
          <a:bodyPr anchor="ctr"/>
          <a:lstStyle/>
          <a:p>
            <a:pPr algn="ctr">
              <a:lnSpc>
                <a:spcPct val="150000"/>
              </a:lnSpc>
              <a:defRPr/>
            </a:pPr>
            <a:r>
              <a:rPr lang="zh-CN" altLang="en-US" sz="1000" kern="0" dirty="0">
                <a:solidFill>
                  <a:prstClr val="black">
                    <a:lumMod val="85000"/>
                    <a:lumOff val="15000"/>
                  </a:prstClr>
                </a:solidFill>
                <a:latin typeface="微软雅黑" pitchFamily="34" charset="-122"/>
                <a:ea typeface="微软雅黑" pitchFamily="34" charset="-122"/>
              </a:rPr>
              <a:t>单击此处添加</a:t>
            </a:r>
          </a:p>
          <a:p>
            <a:pPr algn="ctr">
              <a:lnSpc>
                <a:spcPct val="150000"/>
              </a:lnSpc>
              <a:defRPr/>
            </a:pPr>
            <a:r>
              <a:rPr lang="zh-CN" altLang="en-US" sz="1000" kern="0" dirty="0">
                <a:solidFill>
                  <a:prstClr val="black">
                    <a:lumMod val="85000"/>
                    <a:lumOff val="15000"/>
                  </a:prstClr>
                </a:solidFill>
                <a:latin typeface="微软雅黑" pitchFamily="34" charset="-122"/>
                <a:ea typeface="微软雅黑" pitchFamily="34" charset="-122"/>
              </a:rPr>
              <a:t>段落文字内容</a:t>
            </a:r>
          </a:p>
        </p:txBody>
      </p:sp>
      <p:sp>
        <p:nvSpPr>
          <p:cNvPr id="47" name="Rectangle 49"/>
          <p:cNvSpPr>
            <a:spLocks noChangeArrowheads="1"/>
          </p:cNvSpPr>
          <p:nvPr/>
        </p:nvSpPr>
        <p:spPr bwMode="auto">
          <a:xfrm>
            <a:off x="3954463" y="2913051"/>
            <a:ext cx="1198562" cy="458629"/>
          </a:xfrm>
          <a:prstGeom prst="rect">
            <a:avLst/>
          </a:prstGeom>
          <a:noFill/>
          <a:ln>
            <a:noFill/>
          </a:ln>
        </p:spPr>
        <p:txBody>
          <a:bodyPr anchor="ctr"/>
          <a:lstStyle/>
          <a:p>
            <a:pPr algn="ctr">
              <a:lnSpc>
                <a:spcPct val="150000"/>
              </a:lnSpc>
              <a:defRPr/>
            </a:pPr>
            <a:r>
              <a:rPr lang="zh-CN" altLang="en-US" sz="1000" kern="0" dirty="0">
                <a:solidFill>
                  <a:prstClr val="black">
                    <a:lumMod val="85000"/>
                    <a:lumOff val="15000"/>
                  </a:prstClr>
                </a:solidFill>
                <a:latin typeface="微软雅黑" pitchFamily="34" charset="-122"/>
                <a:ea typeface="微软雅黑" pitchFamily="34" charset="-122"/>
              </a:rPr>
              <a:t>单击此处添加</a:t>
            </a:r>
          </a:p>
          <a:p>
            <a:pPr algn="ctr">
              <a:lnSpc>
                <a:spcPct val="150000"/>
              </a:lnSpc>
              <a:defRPr/>
            </a:pPr>
            <a:r>
              <a:rPr lang="zh-CN" altLang="en-US" sz="1000" kern="0" dirty="0">
                <a:solidFill>
                  <a:prstClr val="black">
                    <a:lumMod val="85000"/>
                    <a:lumOff val="15000"/>
                  </a:prstClr>
                </a:solidFill>
                <a:latin typeface="微软雅黑" pitchFamily="34" charset="-122"/>
                <a:ea typeface="微软雅黑" pitchFamily="34" charset="-122"/>
              </a:rPr>
              <a:t>段落文字内容</a:t>
            </a:r>
          </a:p>
        </p:txBody>
      </p:sp>
      <p:sp>
        <p:nvSpPr>
          <p:cNvPr id="48" name="Rectangle 50"/>
          <p:cNvSpPr>
            <a:spLocks noChangeArrowheads="1"/>
          </p:cNvSpPr>
          <p:nvPr/>
        </p:nvSpPr>
        <p:spPr bwMode="auto">
          <a:xfrm>
            <a:off x="5262563" y="2364411"/>
            <a:ext cx="1198562" cy="458629"/>
          </a:xfrm>
          <a:prstGeom prst="rect">
            <a:avLst/>
          </a:prstGeom>
          <a:noFill/>
          <a:ln>
            <a:noFill/>
          </a:ln>
        </p:spPr>
        <p:txBody>
          <a:bodyPr anchor="ctr"/>
          <a:lstStyle/>
          <a:p>
            <a:pPr algn="ctr">
              <a:lnSpc>
                <a:spcPct val="150000"/>
              </a:lnSpc>
              <a:defRPr/>
            </a:pPr>
            <a:r>
              <a:rPr lang="zh-CN" altLang="en-US" sz="1000" kern="0" dirty="0">
                <a:solidFill>
                  <a:prstClr val="black">
                    <a:lumMod val="85000"/>
                    <a:lumOff val="15000"/>
                  </a:prstClr>
                </a:solidFill>
                <a:latin typeface="微软雅黑" pitchFamily="34" charset="-122"/>
                <a:ea typeface="微软雅黑" pitchFamily="34" charset="-122"/>
              </a:rPr>
              <a:t>单击此处添加</a:t>
            </a:r>
          </a:p>
          <a:p>
            <a:pPr algn="ctr">
              <a:lnSpc>
                <a:spcPct val="150000"/>
              </a:lnSpc>
              <a:defRPr/>
            </a:pPr>
            <a:r>
              <a:rPr lang="zh-CN" altLang="en-US" sz="1000" kern="0" dirty="0">
                <a:solidFill>
                  <a:prstClr val="black">
                    <a:lumMod val="85000"/>
                    <a:lumOff val="15000"/>
                  </a:prstClr>
                </a:solidFill>
                <a:latin typeface="微软雅黑" pitchFamily="34" charset="-122"/>
                <a:ea typeface="微软雅黑" pitchFamily="34" charset="-122"/>
              </a:rPr>
              <a:t>段落文字内容</a:t>
            </a:r>
          </a:p>
        </p:txBody>
      </p:sp>
      <p:sp>
        <p:nvSpPr>
          <p:cNvPr id="49" name="Rectangle 51"/>
          <p:cNvSpPr>
            <a:spLocks noChangeArrowheads="1"/>
          </p:cNvSpPr>
          <p:nvPr/>
        </p:nvSpPr>
        <p:spPr bwMode="auto">
          <a:xfrm>
            <a:off x="6375401" y="1768623"/>
            <a:ext cx="1198563" cy="458628"/>
          </a:xfrm>
          <a:prstGeom prst="rect">
            <a:avLst/>
          </a:prstGeom>
          <a:noFill/>
          <a:ln>
            <a:noFill/>
          </a:ln>
        </p:spPr>
        <p:txBody>
          <a:bodyPr anchor="ctr"/>
          <a:lstStyle/>
          <a:p>
            <a:pPr algn="ctr">
              <a:lnSpc>
                <a:spcPct val="150000"/>
              </a:lnSpc>
              <a:defRPr/>
            </a:pPr>
            <a:r>
              <a:rPr lang="zh-CN" altLang="en-US" sz="1000" kern="0" dirty="0">
                <a:solidFill>
                  <a:prstClr val="black">
                    <a:lumMod val="85000"/>
                    <a:lumOff val="15000"/>
                  </a:prstClr>
                </a:solidFill>
                <a:latin typeface="微软雅黑" pitchFamily="34" charset="-122"/>
                <a:ea typeface="微软雅黑" pitchFamily="34" charset="-122"/>
              </a:rPr>
              <a:t>单击此处添加</a:t>
            </a:r>
          </a:p>
          <a:p>
            <a:pPr algn="ctr">
              <a:lnSpc>
                <a:spcPct val="150000"/>
              </a:lnSpc>
              <a:defRPr/>
            </a:pPr>
            <a:r>
              <a:rPr lang="zh-CN" altLang="en-US" sz="1000" kern="0" dirty="0">
                <a:solidFill>
                  <a:prstClr val="black">
                    <a:lumMod val="85000"/>
                    <a:lumOff val="15000"/>
                  </a:prstClr>
                </a:solidFill>
                <a:latin typeface="微软雅黑" pitchFamily="34" charset="-122"/>
                <a:ea typeface="微软雅黑" pitchFamily="34" charset="-122"/>
              </a:rPr>
              <a:t>段落文字内容</a:t>
            </a:r>
          </a:p>
        </p:txBody>
      </p:sp>
      <p:sp>
        <p:nvSpPr>
          <p:cNvPr id="50" name="Text Box 52"/>
          <p:cNvSpPr txBox="1">
            <a:spLocks noChangeArrowheads="1"/>
          </p:cNvSpPr>
          <p:nvPr/>
        </p:nvSpPr>
        <p:spPr bwMode="auto">
          <a:xfrm>
            <a:off x="1043285" y="1068535"/>
            <a:ext cx="461665" cy="674370"/>
          </a:xfrm>
          <a:prstGeom prst="rect">
            <a:avLst/>
          </a:prstGeom>
          <a:noFill/>
          <a:ln>
            <a:noFill/>
          </a:ln>
        </p:spPr>
        <p:txBody>
          <a:bodyPr vert="eaVert">
            <a:spAutoFit/>
          </a:bodyPr>
          <a:lstStyle>
            <a:lvl1pPr eaLnBrk="0" hangingPunct="0">
              <a:defRPr i="1">
                <a:solidFill>
                  <a:schemeClr val="tx1"/>
                </a:solidFill>
                <a:latin typeface="Arial" charset="0"/>
                <a:ea typeface="华文细黑" pitchFamily="2" charset="-122"/>
              </a:defRPr>
            </a:lvl1pPr>
            <a:lvl2pPr marL="742950" indent="-285750" eaLnBrk="0" hangingPunct="0">
              <a:defRPr i="1">
                <a:solidFill>
                  <a:schemeClr val="tx1"/>
                </a:solidFill>
                <a:latin typeface="Arial" charset="0"/>
                <a:ea typeface="华文细黑" pitchFamily="2" charset="-122"/>
              </a:defRPr>
            </a:lvl2pPr>
            <a:lvl3pPr marL="1143000" indent="-228600" eaLnBrk="0" hangingPunct="0">
              <a:defRPr i="1">
                <a:solidFill>
                  <a:schemeClr val="tx1"/>
                </a:solidFill>
                <a:latin typeface="Arial" charset="0"/>
                <a:ea typeface="华文细黑" pitchFamily="2" charset="-122"/>
              </a:defRPr>
            </a:lvl3pPr>
            <a:lvl4pPr marL="1600200" indent="-228600" eaLnBrk="0" hangingPunct="0">
              <a:defRPr i="1">
                <a:solidFill>
                  <a:schemeClr val="tx1"/>
                </a:solidFill>
                <a:latin typeface="Arial" charset="0"/>
                <a:ea typeface="华文细黑" pitchFamily="2" charset="-122"/>
              </a:defRPr>
            </a:lvl4pPr>
            <a:lvl5pPr marL="2057400" indent="-228600" eaLnBrk="0" hangingPunct="0">
              <a:defRPr i="1">
                <a:solidFill>
                  <a:schemeClr val="tx1"/>
                </a:solidFill>
                <a:latin typeface="Arial" charset="0"/>
                <a:ea typeface="华文细黑" pitchFamily="2" charset="-122"/>
              </a:defRPr>
            </a:lvl5pPr>
            <a:lvl6pPr marL="2514600" indent="-228600" eaLnBrk="0" fontAlgn="base" hangingPunct="0">
              <a:spcBef>
                <a:spcPct val="0"/>
              </a:spcBef>
              <a:spcAft>
                <a:spcPct val="0"/>
              </a:spcAft>
              <a:defRPr i="1">
                <a:solidFill>
                  <a:schemeClr val="tx1"/>
                </a:solidFill>
                <a:latin typeface="Arial" charset="0"/>
                <a:ea typeface="华文细黑" pitchFamily="2" charset="-122"/>
              </a:defRPr>
            </a:lvl6pPr>
            <a:lvl7pPr marL="2971800" indent="-228600" eaLnBrk="0" fontAlgn="base" hangingPunct="0">
              <a:spcBef>
                <a:spcPct val="0"/>
              </a:spcBef>
              <a:spcAft>
                <a:spcPct val="0"/>
              </a:spcAft>
              <a:defRPr i="1">
                <a:solidFill>
                  <a:schemeClr val="tx1"/>
                </a:solidFill>
                <a:latin typeface="Arial" charset="0"/>
                <a:ea typeface="华文细黑" pitchFamily="2" charset="-122"/>
              </a:defRPr>
            </a:lvl7pPr>
            <a:lvl8pPr marL="3429000" indent="-228600" eaLnBrk="0" fontAlgn="base" hangingPunct="0">
              <a:spcBef>
                <a:spcPct val="0"/>
              </a:spcBef>
              <a:spcAft>
                <a:spcPct val="0"/>
              </a:spcAft>
              <a:defRPr i="1">
                <a:solidFill>
                  <a:schemeClr val="tx1"/>
                </a:solidFill>
                <a:latin typeface="Arial" charset="0"/>
                <a:ea typeface="华文细黑" pitchFamily="2" charset="-122"/>
              </a:defRPr>
            </a:lvl8pPr>
            <a:lvl9pPr marL="3886200" indent="-228600" eaLnBrk="0" fontAlgn="base" hangingPunct="0">
              <a:spcBef>
                <a:spcPct val="0"/>
              </a:spcBef>
              <a:spcAft>
                <a:spcPct val="0"/>
              </a:spcAft>
              <a:defRPr i="1">
                <a:solidFill>
                  <a:schemeClr val="tx1"/>
                </a:solidFill>
                <a:latin typeface="Arial" charset="0"/>
                <a:ea typeface="华文细黑" pitchFamily="2" charset="-122"/>
              </a:defRPr>
            </a:lvl9pPr>
          </a:lstStyle>
          <a:p>
            <a:pPr eaLnBrk="1" hangingPunct="1">
              <a:spcBef>
                <a:spcPct val="50000"/>
              </a:spcBef>
              <a:defRPr/>
            </a:pPr>
            <a:r>
              <a:rPr lang="zh-CN" altLang="en-US" b="1" i="0" kern="0" dirty="0">
                <a:solidFill>
                  <a:prstClr val="black">
                    <a:lumMod val="85000"/>
                    <a:lumOff val="15000"/>
                  </a:prstClr>
                </a:solidFill>
                <a:latin typeface="微软雅黑" pitchFamily="34" charset="-122"/>
                <a:ea typeface="微软雅黑" pitchFamily="34" charset="-122"/>
              </a:rPr>
              <a:t>标题</a:t>
            </a:r>
          </a:p>
        </p:txBody>
      </p:sp>
      <p:sp>
        <p:nvSpPr>
          <p:cNvPr id="51" name="Text Box 53"/>
          <p:cNvSpPr txBox="1">
            <a:spLocks noChangeArrowheads="1"/>
          </p:cNvSpPr>
          <p:nvPr/>
        </p:nvSpPr>
        <p:spPr bwMode="auto">
          <a:xfrm>
            <a:off x="2120900" y="4074626"/>
            <a:ext cx="749300" cy="369332"/>
          </a:xfrm>
          <a:prstGeom prst="rect">
            <a:avLst/>
          </a:prstGeom>
          <a:noFill/>
          <a:ln>
            <a:noFill/>
          </a:ln>
        </p:spPr>
        <p:txBody>
          <a:bodyPr>
            <a:spAutoFit/>
          </a:bodyPr>
          <a:lstStyle>
            <a:lvl1pPr eaLnBrk="0" hangingPunct="0">
              <a:defRPr i="1">
                <a:solidFill>
                  <a:schemeClr val="tx1"/>
                </a:solidFill>
                <a:latin typeface="Arial" charset="0"/>
                <a:ea typeface="华文细黑" pitchFamily="2" charset="-122"/>
              </a:defRPr>
            </a:lvl1pPr>
            <a:lvl2pPr marL="742950" indent="-285750" eaLnBrk="0" hangingPunct="0">
              <a:defRPr i="1">
                <a:solidFill>
                  <a:schemeClr val="tx1"/>
                </a:solidFill>
                <a:latin typeface="Arial" charset="0"/>
                <a:ea typeface="华文细黑" pitchFamily="2" charset="-122"/>
              </a:defRPr>
            </a:lvl2pPr>
            <a:lvl3pPr marL="1143000" indent="-228600" eaLnBrk="0" hangingPunct="0">
              <a:defRPr i="1">
                <a:solidFill>
                  <a:schemeClr val="tx1"/>
                </a:solidFill>
                <a:latin typeface="Arial" charset="0"/>
                <a:ea typeface="华文细黑" pitchFamily="2" charset="-122"/>
              </a:defRPr>
            </a:lvl3pPr>
            <a:lvl4pPr marL="1600200" indent="-228600" eaLnBrk="0" hangingPunct="0">
              <a:defRPr i="1">
                <a:solidFill>
                  <a:schemeClr val="tx1"/>
                </a:solidFill>
                <a:latin typeface="Arial" charset="0"/>
                <a:ea typeface="华文细黑" pitchFamily="2" charset="-122"/>
              </a:defRPr>
            </a:lvl4pPr>
            <a:lvl5pPr marL="2057400" indent="-228600" eaLnBrk="0" hangingPunct="0">
              <a:defRPr i="1">
                <a:solidFill>
                  <a:schemeClr val="tx1"/>
                </a:solidFill>
                <a:latin typeface="Arial" charset="0"/>
                <a:ea typeface="华文细黑" pitchFamily="2" charset="-122"/>
              </a:defRPr>
            </a:lvl5pPr>
            <a:lvl6pPr marL="2514600" indent="-228600" eaLnBrk="0" fontAlgn="base" hangingPunct="0">
              <a:spcBef>
                <a:spcPct val="0"/>
              </a:spcBef>
              <a:spcAft>
                <a:spcPct val="0"/>
              </a:spcAft>
              <a:defRPr i="1">
                <a:solidFill>
                  <a:schemeClr val="tx1"/>
                </a:solidFill>
                <a:latin typeface="Arial" charset="0"/>
                <a:ea typeface="华文细黑" pitchFamily="2" charset="-122"/>
              </a:defRPr>
            </a:lvl6pPr>
            <a:lvl7pPr marL="2971800" indent="-228600" eaLnBrk="0" fontAlgn="base" hangingPunct="0">
              <a:spcBef>
                <a:spcPct val="0"/>
              </a:spcBef>
              <a:spcAft>
                <a:spcPct val="0"/>
              </a:spcAft>
              <a:defRPr i="1">
                <a:solidFill>
                  <a:schemeClr val="tx1"/>
                </a:solidFill>
                <a:latin typeface="Arial" charset="0"/>
                <a:ea typeface="华文细黑" pitchFamily="2" charset="-122"/>
              </a:defRPr>
            </a:lvl7pPr>
            <a:lvl8pPr marL="3429000" indent="-228600" eaLnBrk="0" fontAlgn="base" hangingPunct="0">
              <a:spcBef>
                <a:spcPct val="0"/>
              </a:spcBef>
              <a:spcAft>
                <a:spcPct val="0"/>
              </a:spcAft>
              <a:defRPr i="1">
                <a:solidFill>
                  <a:schemeClr val="tx1"/>
                </a:solidFill>
                <a:latin typeface="Arial" charset="0"/>
                <a:ea typeface="华文细黑" pitchFamily="2" charset="-122"/>
              </a:defRPr>
            </a:lvl8pPr>
            <a:lvl9pPr marL="3886200" indent="-228600" eaLnBrk="0" fontAlgn="base" hangingPunct="0">
              <a:spcBef>
                <a:spcPct val="0"/>
              </a:spcBef>
              <a:spcAft>
                <a:spcPct val="0"/>
              </a:spcAft>
              <a:defRPr i="1">
                <a:solidFill>
                  <a:schemeClr val="tx1"/>
                </a:solidFill>
                <a:latin typeface="Arial" charset="0"/>
                <a:ea typeface="华文细黑" pitchFamily="2" charset="-122"/>
              </a:defRPr>
            </a:lvl9pPr>
          </a:lstStyle>
          <a:p>
            <a:pPr eaLnBrk="1" hangingPunct="1">
              <a:spcBef>
                <a:spcPct val="50000"/>
              </a:spcBef>
              <a:defRPr/>
            </a:pPr>
            <a:r>
              <a:rPr lang="en-US" altLang="zh-CN" i="0" kern="0" dirty="0">
                <a:solidFill>
                  <a:prstClr val="black">
                    <a:lumMod val="85000"/>
                    <a:lumOff val="15000"/>
                  </a:prstClr>
                </a:solidFill>
                <a:latin typeface="Impact" pitchFamily="34" charset="0"/>
                <a:ea typeface="微软雅黑" pitchFamily="34" charset="-122"/>
              </a:rPr>
              <a:t>2013</a:t>
            </a:r>
          </a:p>
        </p:txBody>
      </p:sp>
      <p:sp>
        <p:nvSpPr>
          <p:cNvPr id="52" name="Text Box 54"/>
          <p:cNvSpPr txBox="1">
            <a:spLocks noChangeArrowheads="1"/>
          </p:cNvSpPr>
          <p:nvPr/>
        </p:nvSpPr>
        <p:spPr bwMode="auto">
          <a:xfrm>
            <a:off x="3578225" y="4074625"/>
            <a:ext cx="749300" cy="369332"/>
          </a:xfrm>
          <a:prstGeom prst="rect">
            <a:avLst/>
          </a:prstGeom>
          <a:noFill/>
          <a:ln>
            <a:noFill/>
          </a:ln>
        </p:spPr>
        <p:txBody>
          <a:bodyPr>
            <a:spAutoFit/>
          </a:bodyPr>
          <a:lstStyle>
            <a:lvl1pPr eaLnBrk="0" hangingPunct="0">
              <a:defRPr i="1">
                <a:solidFill>
                  <a:schemeClr val="tx1"/>
                </a:solidFill>
                <a:latin typeface="Arial" charset="0"/>
                <a:ea typeface="华文细黑" pitchFamily="2" charset="-122"/>
              </a:defRPr>
            </a:lvl1pPr>
            <a:lvl2pPr marL="742950" indent="-285750" eaLnBrk="0" hangingPunct="0">
              <a:defRPr i="1">
                <a:solidFill>
                  <a:schemeClr val="tx1"/>
                </a:solidFill>
                <a:latin typeface="Arial" charset="0"/>
                <a:ea typeface="华文细黑" pitchFamily="2" charset="-122"/>
              </a:defRPr>
            </a:lvl2pPr>
            <a:lvl3pPr marL="1143000" indent="-228600" eaLnBrk="0" hangingPunct="0">
              <a:defRPr i="1">
                <a:solidFill>
                  <a:schemeClr val="tx1"/>
                </a:solidFill>
                <a:latin typeface="Arial" charset="0"/>
                <a:ea typeface="华文细黑" pitchFamily="2" charset="-122"/>
              </a:defRPr>
            </a:lvl3pPr>
            <a:lvl4pPr marL="1600200" indent="-228600" eaLnBrk="0" hangingPunct="0">
              <a:defRPr i="1">
                <a:solidFill>
                  <a:schemeClr val="tx1"/>
                </a:solidFill>
                <a:latin typeface="Arial" charset="0"/>
                <a:ea typeface="华文细黑" pitchFamily="2" charset="-122"/>
              </a:defRPr>
            </a:lvl4pPr>
            <a:lvl5pPr marL="2057400" indent="-228600" eaLnBrk="0" hangingPunct="0">
              <a:defRPr i="1">
                <a:solidFill>
                  <a:schemeClr val="tx1"/>
                </a:solidFill>
                <a:latin typeface="Arial" charset="0"/>
                <a:ea typeface="华文细黑" pitchFamily="2" charset="-122"/>
              </a:defRPr>
            </a:lvl5pPr>
            <a:lvl6pPr marL="2514600" indent="-228600" eaLnBrk="0" fontAlgn="base" hangingPunct="0">
              <a:spcBef>
                <a:spcPct val="0"/>
              </a:spcBef>
              <a:spcAft>
                <a:spcPct val="0"/>
              </a:spcAft>
              <a:defRPr i="1">
                <a:solidFill>
                  <a:schemeClr val="tx1"/>
                </a:solidFill>
                <a:latin typeface="Arial" charset="0"/>
                <a:ea typeface="华文细黑" pitchFamily="2" charset="-122"/>
              </a:defRPr>
            </a:lvl6pPr>
            <a:lvl7pPr marL="2971800" indent="-228600" eaLnBrk="0" fontAlgn="base" hangingPunct="0">
              <a:spcBef>
                <a:spcPct val="0"/>
              </a:spcBef>
              <a:spcAft>
                <a:spcPct val="0"/>
              </a:spcAft>
              <a:defRPr i="1">
                <a:solidFill>
                  <a:schemeClr val="tx1"/>
                </a:solidFill>
                <a:latin typeface="Arial" charset="0"/>
                <a:ea typeface="华文细黑" pitchFamily="2" charset="-122"/>
              </a:defRPr>
            </a:lvl7pPr>
            <a:lvl8pPr marL="3429000" indent="-228600" eaLnBrk="0" fontAlgn="base" hangingPunct="0">
              <a:spcBef>
                <a:spcPct val="0"/>
              </a:spcBef>
              <a:spcAft>
                <a:spcPct val="0"/>
              </a:spcAft>
              <a:defRPr i="1">
                <a:solidFill>
                  <a:schemeClr val="tx1"/>
                </a:solidFill>
                <a:latin typeface="Arial" charset="0"/>
                <a:ea typeface="华文细黑" pitchFamily="2" charset="-122"/>
              </a:defRPr>
            </a:lvl8pPr>
            <a:lvl9pPr marL="3886200" indent="-228600" eaLnBrk="0" fontAlgn="base" hangingPunct="0">
              <a:spcBef>
                <a:spcPct val="0"/>
              </a:spcBef>
              <a:spcAft>
                <a:spcPct val="0"/>
              </a:spcAft>
              <a:defRPr i="1">
                <a:solidFill>
                  <a:schemeClr val="tx1"/>
                </a:solidFill>
                <a:latin typeface="Arial" charset="0"/>
                <a:ea typeface="华文细黑" pitchFamily="2" charset="-122"/>
              </a:defRPr>
            </a:lvl9pPr>
          </a:lstStyle>
          <a:p>
            <a:pPr eaLnBrk="1" hangingPunct="1">
              <a:spcBef>
                <a:spcPct val="50000"/>
              </a:spcBef>
              <a:defRPr/>
            </a:pPr>
            <a:r>
              <a:rPr lang="en-US" altLang="zh-CN" i="0" kern="0" dirty="0">
                <a:solidFill>
                  <a:prstClr val="black">
                    <a:lumMod val="85000"/>
                    <a:lumOff val="15000"/>
                  </a:prstClr>
                </a:solidFill>
                <a:latin typeface="Impact" pitchFamily="34" charset="0"/>
                <a:ea typeface="微软雅黑" pitchFamily="34" charset="-122"/>
              </a:rPr>
              <a:t>2014</a:t>
            </a:r>
          </a:p>
        </p:txBody>
      </p:sp>
      <p:sp>
        <p:nvSpPr>
          <p:cNvPr id="53" name="Text Box 55"/>
          <p:cNvSpPr txBox="1">
            <a:spLocks noChangeArrowheads="1"/>
          </p:cNvSpPr>
          <p:nvPr/>
        </p:nvSpPr>
        <p:spPr bwMode="auto">
          <a:xfrm>
            <a:off x="4768850" y="4074625"/>
            <a:ext cx="749300" cy="369332"/>
          </a:xfrm>
          <a:prstGeom prst="rect">
            <a:avLst/>
          </a:prstGeom>
          <a:noFill/>
          <a:ln>
            <a:noFill/>
          </a:ln>
        </p:spPr>
        <p:txBody>
          <a:bodyPr>
            <a:spAutoFit/>
          </a:bodyPr>
          <a:lstStyle>
            <a:lvl1pPr eaLnBrk="0" hangingPunct="0">
              <a:defRPr i="1">
                <a:solidFill>
                  <a:schemeClr val="tx1"/>
                </a:solidFill>
                <a:latin typeface="Arial" charset="0"/>
                <a:ea typeface="华文细黑" pitchFamily="2" charset="-122"/>
              </a:defRPr>
            </a:lvl1pPr>
            <a:lvl2pPr marL="742950" indent="-285750" eaLnBrk="0" hangingPunct="0">
              <a:defRPr i="1">
                <a:solidFill>
                  <a:schemeClr val="tx1"/>
                </a:solidFill>
                <a:latin typeface="Arial" charset="0"/>
                <a:ea typeface="华文细黑" pitchFamily="2" charset="-122"/>
              </a:defRPr>
            </a:lvl2pPr>
            <a:lvl3pPr marL="1143000" indent="-228600" eaLnBrk="0" hangingPunct="0">
              <a:defRPr i="1">
                <a:solidFill>
                  <a:schemeClr val="tx1"/>
                </a:solidFill>
                <a:latin typeface="Arial" charset="0"/>
                <a:ea typeface="华文细黑" pitchFamily="2" charset="-122"/>
              </a:defRPr>
            </a:lvl3pPr>
            <a:lvl4pPr marL="1600200" indent="-228600" eaLnBrk="0" hangingPunct="0">
              <a:defRPr i="1">
                <a:solidFill>
                  <a:schemeClr val="tx1"/>
                </a:solidFill>
                <a:latin typeface="Arial" charset="0"/>
                <a:ea typeface="华文细黑" pitchFamily="2" charset="-122"/>
              </a:defRPr>
            </a:lvl4pPr>
            <a:lvl5pPr marL="2057400" indent="-228600" eaLnBrk="0" hangingPunct="0">
              <a:defRPr i="1">
                <a:solidFill>
                  <a:schemeClr val="tx1"/>
                </a:solidFill>
                <a:latin typeface="Arial" charset="0"/>
                <a:ea typeface="华文细黑" pitchFamily="2" charset="-122"/>
              </a:defRPr>
            </a:lvl5pPr>
            <a:lvl6pPr marL="2514600" indent="-228600" eaLnBrk="0" fontAlgn="base" hangingPunct="0">
              <a:spcBef>
                <a:spcPct val="0"/>
              </a:spcBef>
              <a:spcAft>
                <a:spcPct val="0"/>
              </a:spcAft>
              <a:defRPr i="1">
                <a:solidFill>
                  <a:schemeClr val="tx1"/>
                </a:solidFill>
                <a:latin typeface="Arial" charset="0"/>
                <a:ea typeface="华文细黑" pitchFamily="2" charset="-122"/>
              </a:defRPr>
            </a:lvl6pPr>
            <a:lvl7pPr marL="2971800" indent="-228600" eaLnBrk="0" fontAlgn="base" hangingPunct="0">
              <a:spcBef>
                <a:spcPct val="0"/>
              </a:spcBef>
              <a:spcAft>
                <a:spcPct val="0"/>
              </a:spcAft>
              <a:defRPr i="1">
                <a:solidFill>
                  <a:schemeClr val="tx1"/>
                </a:solidFill>
                <a:latin typeface="Arial" charset="0"/>
                <a:ea typeface="华文细黑" pitchFamily="2" charset="-122"/>
              </a:defRPr>
            </a:lvl7pPr>
            <a:lvl8pPr marL="3429000" indent="-228600" eaLnBrk="0" fontAlgn="base" hangingPunct="0">
              <a:spcBef>
                <a:spcPct val="0"/>
              </a:spcBef>
              <a:spcAft>
                <a:spcPct val="0"/>
              </a:spcAft>
              <a:defRPr i="1">
                <a:solidFill>
                  <a:schemeClr val="tx1"/>
                </a:solidFill>
                <a:latin typeface="Arial" charset="0"/>
                <a:ea typeface="华文细黑" pitchFamily="2" charset="-122"/>
              </a:defRPr>
            </a:lvl8pPr>
            <a:lvl9pPr marL="3886200" indent="-228600" eaLnBrk="0" fontAlgn="base" hangingPunct="0">
              <a:spcBef>
                <a:spcPct val="0"/>
              </a:spcBef>
              <a:spcAft>
                <a:spcPct val="0"/>
              </a:spcAft>
              <a:defRPr i="1">
                <a:solidFill>
                  <a:schemeClr val="tx1"/>
                </a:solidFill>
                <a:latin typeface="Arial" charset="0"/>
                <a:ea typeface="华文细黑" pitchFamily="2" charset="-122"/>
              </a:defRPr>
            </a:lvl9pPr>
          </a:lstStyle>
          <a:p>
            <a:pPr eaLnBrk="1" hangingPunct="1">
              <a:spcBef>
                <a:spcPct val="50000"/>
              </a:spcBef>
              <a:defRPr/>
            </a:pPr>
            <a:r>
              <a:rPr lang="en-US" altLang="zh-CN" i="0" kern="0" dirty="0">
                <a:solidFill>
                  <a:prstClr val="black">
                    <a:lumMod val="85000"/>
                    <a:lumOff val="15000"/>
                  </a:prstClr>
                </a:solidFill>
                <a:latin typeface="Impact" pitchFamily="34" charset="0"/>
                <a:ea typeface="微软雅黑" pitchFamily="34" charset="-122"/>
              </a:rPr>
              <a:t>2015</a:t>
            </a:r>
          </a:p>
        </p:txBody>
      </p:sp>
      <p:sp>
        <p:nvSpPr>
          <p:cNvPr id="54" name="Text Box 56"/>
          <p:cNvSpPr txBox="1">
            <a:spLocks noChangeArrowheads="1"/>
          </p:cNvSpPr>
          <p:nvPr/>
        </p:nvSpPr>
        <p:spPr bwMode="auto">
          <a:xfrm>
            <a:off x="5983288" y="4074625"/>
            <a:ext cx="749300" cy="369332"/>
          </a:xfrm>
          <a:prstGeom prst="rect">
            <a:avLst/>
          </a:prstGeom>
          <a:noFill/>
          <a:ln>
            <a:noFill/>
          </a:ln>
        </p:spPr>
        <p:txBody>
          <a:bodyPr>
            <a:spAutoFit/>
          </a:bodyPr>
          <a:lstStyle>
            <a:lvl1pPr eaLnBrk="0" hangingPunct="0">
              <a:defRPr i="1">
                <a:solidFill>
                  <a:schemeClr val="tx1"/>
                </a:solidFill>
                <a:latin typeface="Arial" charset="0"/>
                <a:ea typeface="华文细黑" pitchFamily="2" charset="-122"/>
              </a:defRPr>
            </a:lvl1pPr>
            <a:lvl2pPr marL="742950" indent="-285750" eaLnBrk="0" hangingPunct="0">
              <a:defRPr i="1">
                <a:solidFill>
                  <a:schemeClr val="tx1"/>
                </a:solidFill>
                <a:latin typeface="Arial" charset="0"/>
                <a:ea typeface="华文细黑" pitchFamily="2" charset="-122"/>
              </a:defRPr>
            </a:lvl2pPr>
            <a:lvl3pPr marL="1143000" indent="-228600" eaLnBrk="0" hangingPunct="0">
              <a:defRPr i="1">
                <a:solidFill>
                  <a:schemeClr val="tx1"/>
                </a:solidFill>
                <a:latin typeface="Arial" charset="0"/>
                <a:ea typeface="华文细黑" pitchFamily="2" charset="-122"/>
              </a:defRPr>
            </a:lvl3pPr>
            <a:lvl4pPr marL="1600200" indent="-228600" eaLnBrk="0" hangingPunct="0">
              <a:defRPr i="1">
                <a:solidFill>
                  <a:schemeClr val="tx1"/>
                </a:solidFill>
                <a:latin typeface="Arial" charset="0"/>
                <a:ea typeface="华文细黑" pitchFamily="2" charset="-122"/>
              </a:defRPr>
            </a:lvl4pPr>
            <a:lvl5pPr marL="2057400" indent="-228600" eaLnBrk="0" hangingPunct="0">
              <a:defRPr i="1">
                <a:solidFill>
                  <a:schemeClr val="tx1"/>
                </a:solidFill>
                <a:latin typeface="Arial" charset="0"/>
                <a:ea typeface="华文细黑" pitchFamily="2" charset="-122"/>
              </a:defRPr>
            </a:lvl5pPr>
            <a:lvl6pPr marL="2514600" indent="-228600" eaLnBrk="0" fontAlgn="base" hangingPunct="0">
              <a:spcBef>
                <a:spcPct val="0"/>
              </a:spcBef>
              <a:spcAft>
                <a:spcPct val="0"/>
              </a:spcAft>
              <a:defRPr i="1">
                <a:solidFill>
                  <a:schemeClr val="tx1"/>
                </a:solidFill>
                <a:latin typeface="Arial" charset="0"/>
                <a:ea typeface="华文细黑" pitchFamily="2" charset="-122"/>
              </a:defRPr>
            </a:lvl6pPr>
            <a:lvl7pPr marL="2971800" indent="-228600" eaLnBrk="0" fontAlgn="base" hangingPunct="0">
              <a:spcBef>
                <a:spcPct val="0"/>
              </a:spcBef>
              <a:spcAft>
                <a:spcPct val="0"/>
              </a:spcAft>
              <a:defRPr i="1">
                <a:solidFill>
                  <a:schemeClr val="tx1"/>
                </a:solidFill>
                <a:latin typeface="Arial" charset="0"/>
                <a:ea typeface="华文细黑" pitchFamily="2" charset="-122"/>
              </a:defRPr>
            </a:lvl7pPr>
            <a:lvl8pPr marL="3429000" indent="-228600" eaLnBrk="0" fontAlgn="base" hangingPunct="0">
              <a:spcBef>
                <a:spcPct val="0"/>
              </a:spcBef>
              <a:spcAft>
                <a:spcPct val="0"/>
              </a:spcAft>
              <a:defRPr i="1">
                <a:solidFill>
                  <a:schemeClr val="tx1"/>
                </a:solidFill>
                <a:latin typeface="Arial" charset="0"/>
                <a:ea typeface="华文细黑" pitchFamily="2" charset="-122"/>
              </a:defRPr>
            </a:lvl8pPr>
            <a:lvl9pPr marL="3886200" indent="-228600" eaLnBrk="0" fontAlgn="base" hangingPunct="0">
              <a:spcBef>
                <a:spcPct val="0"/>
              </a:spcBef>
              <a:spcAft>
                <a:spcPct val="0"/>
              </a:spcAft>
              <a:defRPr i="1">
                <a:solidFill>
                  <a:schemeClr val="tx1"/>
                </a:solidFill>
                <a:latin typeface="Arial" charset="0"/>
                <a:ea typeface="华文细黑" pitchFamily="2" charset="-122"/>
              </a:defRPr>
            </a:lvl9pPr>
          </a:lstStyle>
          <a:p>
            <a:pPr eaLnBrk="1" hangingPunct="1">
              <a:spcBef>
                <a:spcPct val="50000"/>
              </a:spcBef>
              <a:defRPr/>
            </a:pPr>
            <a:r>
              <a:rPr lang="en-US" altLang="zh-CN" i="0" kern="0" dirty="0">
                <a:solidFill>
                  <a:prstClr val="black">
                    <a:lumMod val="85000"/>
                    <a:lumOff val="15000"/>
                  </a:prstClr>
                </a:solidFill>
                <a:latin typeface="Impact" pitchFamily="34" charset="0"/>
                <a:ea typeface="微软雅黑" pitchFamily="34" charset="-122"/>
              </a:rPr>
              <a:t>2016</a:t>
            </a:r>
          </a:p>
        </p:txBody>
      </p:sp>
    </p:spTree>
    <p:extLst>
      <p:ext uri="{BB962C8B-B14F-4D97-AF65-F5344CB8AC3E}">
        <p14:creationId xmlns:p14="http://schemas.microsoft.com/office/powerpoint/2010/main" val="1513796368"/>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down)">
                                      <p:cBhvr>
                                        <p:cTn id="7" dur="500"/>
                                        <p:tgtEl>
                                          <p:spTgt spid="14"/>
                                        </p:tgtEl>
                                      </p:cBhvr>
                                    </p:animEffect>
                                  </p:childTnLst>
                                </p:cTn>
                              </p:par>
                              <p:par>
                                <p:cTn id="8" presetID="22" presetClass="entr" presetSubtype="8"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wipe(left)">
                                      <p:cBhvr>
                                        <p:cTn id="10" dur="500"/>
                                        <p:tgtEl>
                                          <p:spTgt spid="13"/>
                                        </p:tgtEl>
                                      </p:cBhvr>
                                    </p:animEffect>
                                  </p:childTnLst>
                                </p:cTn>
                              </p:par>
                            </p:childTnLst>
                          </p:cTn>
                        </p:par>
                        <p:par>
                          <p:cTn id="11" fill="hold">
                            <p:stCondLst>
                              <p:cond delay="500"/>
                            </p:stCondLst>
                            <p:childTnLst>
                              <p:par>
                                <p:cTn id="12" presetID="22" presetClass="entr" presetSubtype="8" fill="hold" nodeType="after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wipe(left)">
                                      <p:cBhvr>
                                        <p:cTn id="14" dur="500"/>
                                        <p:tgtEl>
                                          <p:spTgt spid="8"/>
                                        </p:tgtEl>
                                      </p:cBhvr>
                                    </p:animEffect>
                                  </p:childTnLst>
                                </p:cTn>
                              </p:par>
                              <p:par>
                                <p:cTn id="15" presetID="22" presetClass="entr" presetSubtype="8"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par>
                                <p:cTn id="18" presetID="22" presetClass="entr" presetSubtype="8" fill="hold" nodeType="with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left)">
                                      <p:cBhvr>
                                        <p:cTn id="20" dur="500"/>
                                        <p:tgtEl>
                                          <p:spTgt spid="6"/>
                                        </p:tgtEl>
                                      </p:cBhvr>
                                    </p:animEffect>
                                  </p:childTnLst>
                                </p:cTn>
                              </p:par>
                              <p:par>
                                <p:cTn id="21" presetID="22" presetClass="entr" presetSubtype="8" fill="hold" nodeType="with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wipe(left)">
                                      <p:cBhvr>
                                        <p:cTn id="23" dur="500"/>
                                        <p:tgtEl>
                                          <p:spTgt spid="5"/>
                                        </p:tgtEl>
                                      </p:cBhvr>
                                    </p:animEffect>
                                  </p:childTnLst>
                                </p:cTn>
                              </p:par>
                            </p:childTnLst>
                          </p:cTn>
                        </p:par>
                        <p:par>
                          <p:cTn id="24" fill="hold">
                            <p:stCondLst>
                              <p:cond delay="1000"/>
                            </p:stCondLst>
                            <p:childTnLst>
                              <p:par>
                                <p:cTn id="25" presetID="22" presetClass="entr" presetSubtype="4" fill="hold" nodeType="after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down)">
                                      <p:cBhvr>
                                        <p:cTn id="27" dur="500"/>
                                        <p:tgtEl>
                                          <p:spTgt spid="16"/>
                                        </p:tgtEl>
                                      </p:cBhvr>
                                    </p:animEffect>
                                  </p:childTnLst>
                                </p:cTn>
                              </p:par>
                              <p:par>
                                <p:cTn id="28" presetID="22" presetClass="entr" presetSubtype="4" fill="hold" nodeType="with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down)">
                                      <p:cBhvr>
                                        <p:cTn id="30" dur="500"/>
                                        <p:tgtEl>
                                          <p:spTgt spid="17"/>
                                        </p:tgtEl>
                                      </p:cBhvr>
                                    </p:animEffect>
                                  </p:childTnLst>
                                </p:cTn>
                              </p:par>
                              <p:par>
                                <p:cTn id="31" presetID="22" presetClass="entr" presetSubtype="4" fill="hold"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wipe(down)">
                                      <p:cBhvr>
                                        <p:cTn id="33" dur="500"/>
                                        <p:tgtEl>
                                          <p:spTgt spid="18"/>
                                        </p:tgtEl>
                                      </p:cBhvr>
                                    </p:animEffect>
                                  </p:childTnLst>
                                </p:cTn>
                              </p:par>
                              <p:par>
                                <p:cTn id="34" presetID="22" presetClass="entr" presetSubtype="4" fill="hold" nodeType="with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wipe(down)">
                                      <p:cBhvr>
                                        <p:cTn id="36" dur="500"/>
                                        <p:tgtEl>
                                          <p:spTgt spid="19"/>
                                        </p:tgtEl>
                                      </p:cBhvr>
                                    </p:animEffect>
                                  </p:childTnLst>
                                </p:cTn>
                              </p:par>
                            </p:childTnLst>
                          </p:cTn>
                        </p:par>
                        <p:par>
                          <p:cTn id="37" fill="hold">
                            <p:stCondLst>
                              <p:cond delay="1500"/>
                            </p:stCondLst>
                            <p:childTnLst>
                              <p:par>
                                <p:cTn id="38" presetID="22" presetClass="entr" presetSubtype="4" fill="hold"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wipe(down)">
                                      <p:cBhvr>
                                        <p:cTn id="40" dur="500"/>
                                        <p:tgtEl>
                                          <p:spTgt spid="15"/>
                                        </p:tgtEl>
                                      </p:cBhvr>
                                    </p:animEffect>
                                  </p:childTnLst>
                                </p:cTn>
                              </p:par>
                            </p:childTnLst>
                          </p:cTn>
                        </p:par>
                        <p:par>
                          <p:cTn id="41" fill="hold">
                            <p:stCondLst>
                              <p:cond delay="2000"/>
                            </p:stCondLst>
                            <p:childTnLst>
                              <p:par>
                                <p:cTn id="42" presetID="52"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Scale>
                                      <p:cBhvr>
                                        <p:cTn id="44" dur="250" decel="50000" fill="hold">
                                          <p:stCondLst>
                                            <p:cond delay="0"/>
                                          </p:stCondLst>
                                        </p:cTn>
                                        <p:tgtEl>
                                          <p:spTgt spid="20"/>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45" dur="250" decel="50000" fill="hold">
                                          <p:stCondLst>
                                            <p:cond delay="0"/>
                                          </p:stCondLst>
                                        </p:cTn>
                                        <p:tgtEl>
                                          <p:spTgt spid="20"/>
                                        </p:tgtEl>
                                        <p:attrNameLst>
                                          <p:attrName>ppt_x</p:attrName>
                                          <p:attrName>ppt_y</p:attrName>
                                        </p:attrNameLst>
                                      </p:cBhvr>
                                    </p:animMotion>
                                    <p:animEffect transition="in" filter="fade">
                                      <p:cBhvr>
                                        <p:cTn id="46" dur="250"/>
                                        <p:tgtEl>
                                          <p:spTgt spid="20"/>
                                        </p:tgtEl>
                                      </p:cBhvr>
                                    </p:animEffect>
                                  </p:childTnLst>
                                </p:cTn>
                              </p:par>
                              <p:par>
                                <p:cTn id="47" presetID="52" presetClass="entr" presetSubtype="0" fill="hold" nodeType="withEffect">
                                  <p:stCondLst>
                                    <p:cond delay="250"/>
                                  </p:stCondLst>
                                  <p:childTnLst>
                                    <p:set>
                                      <p:cBhvr>
                                        <p:cTn id="48" dur="1" fill="hold">
                                          <p:stCondLst>
                                            <p:cond delay="0"/>
                                          </p:stCondLst>
                                        </p:cTn>
                                        <p:tgtEl>
                                          <p:spTgt spid="27"/>
                                        </p:tgtEl>
                                        <p:attrNameLst>
                                          <p:attrName>style.visibility</p:attrName>
                                        </p:attrNameLst>
                                      </p:cBhvr>
                                      <p:to>
                                        <p:strVal val="visible"/>
                                      </p:to>
                                    </p:set>
                                    <p:animScale>
                                      <p:cBhvr>
                                        <p:cTn id="49" dur="250" decel="50000" fill="hold">
                                          <p:stCondLst>
                                            <p:cond delay="0"/>
                                          </p:stCondLst>
                                        </p:cTn>
                                        <p:tgtEl>
                                          <p:spTgt spid="2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50" dur="250" decel="50000" fill="hold">
                                          <p:stCondLst>
                                            <p:cond delay="0"/>
                                          </p:stCondLst>
                                        </p:cTn>
                                        <p:tgtEl>
                                          <p:spTgt spid="27"/>
                                        </p:tgtEl>
                                        <p:attrNameLst>
                                          <p:attrName>ppt_x</p:attrName>
                                          <p:attrName>ppt_y</p:attrName>
                                        </p:attrNameLst>
                                      </p:cBhvr>
                                    </p:animMotion>
                                    <p:animEffect transition="in" filter="fade">
                                      <p:cBhvr>
                                        <p:cTn id="51" dur="250"/>
                                        <p:tgtEl>
                                          <p:spTgt spid="27"/>
                                        </p:tgtEl>
                                      </p:cBhvr>
                                    </p:animEffect>
                                  </p:childTnLst>
                                </p:cTn>
                              </p:par>
                              <p:par>
                                <p:cTn id="52" presetID="52" presetClass="entr" presetSubtype="0" fill="hold" nodeType="withEffect">
                                  <p:stCondLst>
                                    <p:cond delay="500"/>
                                  </p:stCondLst>
                                  <p:childTnLst>
                                    <p:set>
                                      <p:cBhvr>
                                        <p:cTn id="53" dur="1" fill="hold">
                                          <p:stCondLst>
                                            <p:cond delay="0"/>
                                          </p:stCondLst>
                                        </p:cTn>
                                        <p:tgtEl>
                                          <p:spTgt spid="34"/>
                                        </p:tgtEl>
                                        <p:attrNameLst>
                                          <p:attrName>style.visibility</p:attrName>
                                        </p:attrNameLst>
                                      </p:cBhvr>
                                      <p:to>
                                        <p:strVal val="visible"/>
                                      </p:to>
                                    </p:set>
                                    <p:animScale>
                                      <p:cBhvr>
                                        <p:cTn id="54" dur="250" decel="50000" fill="hold">
                                          <p:stCondLst>
                                            <p:cond delay="0"/>
                                          </p:stCondLst>
                                        </p:cTn>
                                        <p:tgtEl>
                                          <p:spTgt spid="3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55" dur="250" decel="50000" fill="hold">
                                          <p:stCondLst>
                                            <p:cond delay="0"/>
                                          </p:stCondLst>
                                        </p:cTn>
                                        <p:tgtEl>
                                          <p:spTgt spid="34"/>
                                        </p:tgtEl>
                                        <p:attrNameLst>
                                          <p:attrName>ppt_x</p:attrName>
                                          <p:attrName>ppt_y</p:attrName>
                                        </p:attrNameLst>
                                      </p:cBhvr>
                                    </p:animMotion>
                                    <p:animEffect transition="in" filter="fade">
                                      <p:cBhvr>
                                        <p:cTn id="56" dur="250"/>
                                        <p:tgtEl>
                                          <p:spTgt spid="34"/>
                                        </p:tgtEl>
                                      </p:cBhvr>
                                    </p:animEffect>
                                  </p:childTnLst>
                                </p:cTn>
                              </p:par>
                              <p:par>
                                <p:cTn id="57" presetID="52" presetClass="entr" presetSubtype="0" fill="hold" nodeType="withEffect">
                                  <p:stCondLst>
                                    <p:cond delay="750"/>
                                  </p:stCondLst>
                                  <p:childTnLst>
                                    <p:set>
                                      <p:cBhvr>
                                        <p:cTn id="58" dur="1" fill="hold">
                                          <p:stCondLst>
                                            <p:cond delay="0"/>
                                          </p:stCondLst>
                                        </p:cTn>
                                        <p:tgtEl>
                                          <p:spTgt spid="39"/>
                                        </p:tgtEl>
                                        <p:attrNameLst>
                                          <p:attrName>style.visibility</p:attrName>
                                        </p:attrNameLst>
                                      </p:cBhvr>
                                      <p:to>
                                        <p:strVal val="visible"/>
                                      </p:to>
                                    </p:set>
                                    <p:animScale>
                                      <p:cBhvr>
                                        <p:cTn id="59" dur="250" decel="50000" fill="hold">
                                          <p:stCondLst>
                                            <p:cond delay="0"/>
                                          </p:stCondLst>
                                        </p:cTn>
                                        <p:tgtEl>
                                          <p:spTgt spid="39"/>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60" dur="250" decel="50000" fill="hold">
                                          <p:stCondLst>
                                            <p:cond delay="0"/>
                                          </p:stCondLst>
                                        </p:cTn>
                                        <p:tgtEl>
                                          <p:spTgt spid="39"/>
                                        </p:tgtEl>
                                        <p:attrNameLst>
                                          <p:attrName>ppt_x</p:attrName>
                                          <p:attrName>ppt_y</p:attrName>
                                        </p:attrNameLst>
                                      </p:cBhvr>
                                    </p:animMotion>
                                    <p:animEffect transition="in" filter="fade">
                                      <p:cBhvr>
                                        <p:cTn id="61" dur="250"/>
                                        <p:tgtEl>
                                          <p:spTgt spid="39"/>
                                        </p:tgtEl>
                                      </p:cBhvr>
                                    </p:animEffect>
                                  </p:childTnLst>
                                </p:cTn>
                              </p:par>
                            </p:childTnLst>
                          </p:cTn>
                        </p:par>
                        <p:par>
                          <p:cTn id="62" fill="hold">
                            <p:stCondLst>
                              <p:cond delay="3000"/>
                            </p:stCondLst>
                            <p:childTnLst>
                              <p:par>
                                <p:cTn id="63" presetID="2" presetClass="entr" presetSubtype="8" fill="hold" grpId="0" nodeType="afterEffect">
                                  <p:stCondLst>
                                    <p:cond delay="0"/>
                                  </p:stCondLst>
                                  <p:childTnLst>
                                    <p:set>
                                      <p:cBhvr>
                                        <p:cTn id="64" dur="1" fill="hold">
                                          <p:stCondLst>
                                            <p:cond delay="0"/>
                                          </p:stCondLst>
                                        </p:cTn>
                                        <p:tgtEl>
                                          <p:spTgt spid="50"/>
                                        </p:tgtEl>
                                        <p:attrNameLst>
                                          <p:attrName>style.visibility</p:attrName>
                                        </p:attrNameLst>
                                      </p:cBhvr>
                                      <p:to>
                                        <p:strVal val="visible"/>
                                      </p:to>
                                    </p:set>
                                    <p:anim calcmode="lin" valueType="num">
                                      <p:cBhvr additive="base">
                                        <p:cTn id="65" dur="250" fill="hold"/>
                                        <p:tgtEl>
                                          <p:spTgt spid="50"/>
                                        </p:tgtEl>
                                        <p:attrNameLst>
                                          <p:attrName>ppt_x</p:attrName>
                                        </p:attrNameLst>
                                      </p:cBhvr>
                                      <p:tavLst>
                                        <p:tav tm="0">
                                          <p:val>
                                            <p:strVal val="0-#ppt_w/2"/>
                                          </p:val>
                                        </p:tav>
                                        <p:tav tm="100000">
                                          <p:val>
                                            <p:strVal val="#ppt_x"/>
                                          </p:val>
                                        </p:tav>
                                      </p:tavLst>
                                    </p:anim>
                                    <p:anim calcmode="lin" valueType="num">
                                      <p:cBhvr additive="base">
                                        <p:cTn id="66" dur="250" fill="hold"/>
                                        <p:tgtEl>
                                          <p:spTgt spid="50"/>
                                        </p:tgtEl>
                                        <p:attrNameLst>
                                          <p:attrName>ppt_y</p:attrName>
                                        </p:attrNameLst>
                                      </p:cBhvr>
                                      <p:tavLst>
                                        <p:tav tm="0">
                                          <p:val>
                                            <p:strVal val="#ppt_y"/>
                                          </p:val>
                                        </p:tav>
                                        <p:tav tm="100000">
                                          <p:val>
                                            <p:strVal val="#ppt_y"/>
                                          </p:val>
                                        </p:tav>
                                      </p:tavLst>
                                    </p:anim>
                                  </p:childTnLst>
                                </p:cTn>
                              </p:par>
                            </p:childTnLst>
                          </p:cTn>
                        </p:par>
                        <p:par>
                          <p:cTn id="67" fill="hold">
                            <p:stCondLst>
                              <p:cond delay="3250"/>
                            </p:stCondLst>
                            <p:childTnLst>
                              <p:par>
                                <p:cTn id="68" presetID="2" presetClass="entr" presetSubtype="4" fill="hold" grpId="0" nodeType="afterEffect">
                                  <p:stCondLst>
                                    <p:cond delay="0"/>
                                  </p:stCondLst>
                                  <p:childTnLst>
                                    <p:set>
                                      <p:cBhvr>
                                        <p:cTn id="69" dur="1" fill="hold">
                                          <p:stCondLst>
                                            <p:cond delay="0"/>
                                          </p:stCondLst>
                                        </p:cTn>
                                        <p:tgtEl>
                                          <p:spTgt spid="51"/>
                                        </p:tgtEl>
                                        <p:attrNameLst>
                                          <p:attrName>style.visibility</p:attrName>
                                        </p:attrNameLst>
                                      </p:cBhvr>
                                      <p:to>
                                        <p:strVal val="visible"/>
                                      </p:to>
                                    </p:set>
                                    <p:anim calcmode="lin" valueType="num">
                                      <p:cBhvr additive="base">
                                        <p:cTn id="70" dur="500" fill="hold"/>
                                        <p:tgtEl>
                                          <p:spTgt spid="51"/>
                                        </p:tgtEl>
                                        <p:attrNameLst>
                                          <p:attrName>ppt_x</p:attrName>
                                        </p:attrNameLst>
                                      </p:cBhvr>
                                      <p:tavLst>
                                        <p:tav tm="0">
                                          <p:val>
                                            <p:strVal val="#ppt_x"/>
                                          </p:val>
                                        </p:tav>
                                        <p:tav tm="100000">
                                          <p:val>
                                            <p:strVal val="#ppt_x"/>
                                          </p:val>
                                        </p:tav>
                                      </p:tavLst>
                                    </p:anim>
                                    <p:anim calcmode="lin" valueType="num">
                                      <p:cBhvr additive="base">
                                        <p:cTn id="71" dur="500" fill="hold"/>
                                        <p:tgtEl>
                                          <p:spTgt spid="51"/>
                                        </p:tgtEl>
                                        <p:attrNameLst>
                                          <p:attrName>ppt_y</p:attrName>
                                        </p:attrNameLst>
                                      </p:cBhvr>
                                      <p:tavLst>
                                        <p:tav tm="0">
                                          <p:val>
                                            <p:strVal val="1+#ppt_h/2"/>
                                          </p:val>
                                        </p:tav>
                                        <p:tav tm="100000">
                                          <p:val>
                                            <p:strVal val="#ppt_y"/>
                                          </p:val>
                                        </p:tav>
                                      </p:tavLst>
                                    </p:anim>
                                  </p:childTnLst>
                                </p:cTn>
                              </p:par>
                              <p:par>
                                <p:cTn id="72" presetID="2" presetClass="entr" presetSubtype="4" fill="hold" grpId="0" nodeType="withEffect">
                                  <p:stCondLst>
                                    <p:cond delay="0"/>
                                  </p:stCondLst>
                                  <p:childTnLst>
                                    <p:set>
                                      <p:cBhvr>
                                        <p:cTn id="73" dur="1" fill="hold">
                                          <p:stCondLst>
                                            <p:cond delay="0"/>
                                          </p:stCondLst>
                                        </p:cTn>
                                        <p:tgtEl>
                                          <p:spTgt spid="52"/>
                                        </p:tgtEl>
                                        <p:attrNameLst>
                                          <p:attrName>style.visibility</p:attrName>
                                        </p:attrNameLst>
                                      </p:cBhvr>
                                      <p:to>
                                        <p:strVal val="visible"/>
                                      </p:to>
                                    </p:set>
                                    <p:anim calcmode="lin" valueType="num">
                                      <p:cBhvr additive="base">
                                        <p:cTn id="74" dur="500" fill="hold"/>
                                        <p:tgtEl>
                                          <p:spTgt spid="52"/>
                                        </p:tgtEl>
                                        <p:attrNameLst>
                                          <p:attrName>ppt_x</p:attrName>
                                        </p:attrNameLst>
                                      </p:cBhvr>
                                      <p:tavLst>
                                        <p:tav tm="0">
                                          <p:val>
                                            <p:strVal val="#ppt_x"/>
                                          </p:val>
                                        </p:tav>
                                        <p:tav tm="100000">
                                          <p:val>
                                            <p:strVal val="#ppt_x"/>
                                          </p:val>
                                        </p:tav>
                                      </p:tavLst>
                                    </p:anim>
                                    <p:anim calcmode="lin" valueType="num">
                                      <p:cBhvr additive="base">
                                        <p:cTn id="75" dur="500" fill="hold"/>
                                        <p:tgtEl>
                                          <p:spTgt spid="52"/>
                                        </p:tgtEl>
                                        <p:attrNameLst>
                                          <p:attrName>ppt_y</p:attrName>
                                        </p:attrNameLst>
                                      </p:cBhvr>
                                      <p:tavLst>
                                        <p:tav tm="0">
                                          <p:val>
                                            <p:strVal val="1+#ppt_h/2"/>
                                          </p:val>
                                        </p:tav>
                                        <p:tav tm="100000">
                                          <p:val>
                                            <p:strVal val="#ppt_y"/>
                                          </p:val>
                                        </p:tav>
                                      </p:tavLst>
                                    </p:anim>
                                  </p:childTnLst>
                                </p:cTn>
                              </p:par>
                              <p:par>
                                <p:cTn id="76" presetID="2" presetClass="entr" presetSubtype="4" fill="hold" grpId="0" nodeType="withEffect">
                                  <p:stCondLst>
                                    <p:cond delay="0"/>
                                  </p:stCondLst>
                                  <p:childTnLst>
                                    <p:set>
                                      <p:cBhvr>
                                        <p:cTn id="77" dur="1" fill="hold">
                                          <p:stCondLst>
                                            <p:cond delay="0"/>
                                          </p:stCondLst>
                                        </p:cTn>
                                        <p:tgtEl>
                                          <p:spTgt spid="53"/>
                                        </p:tgtEl>
                                        <p:attrNameLst>
                                          <p:attrName>style.visibility</p:attrName>
                                        </p:attrNameLst>
                                      </p:cBhvr>
                                      <p:to>
                                        <p:strVal val="visible"/>
                                      </p:to>
                                    </p:set>
                                    <p:anim calcmode="lin" valueType="num">
                                      <p:cBhvr additive="base">
                                        <p:cTn id="78" dur="500" fill="hold"/>
                                        <p:tgtEl>
                                          <p:spTgt spid="53"/>
                                        </p:tgtEl>
                                        <p:attrNameLst>
                                          <p:attrName>ppt_x</p:attrName>
                                        </p:attrNameLst>
                                      </p:cBhvr>
                                      <p:tavLst>
                                        <p:tav tm="0">
                                          <p:val>
                                            <p:strVal val="#ppt_x"/>
                                          </p:val>
                                        </p:tav>
                                        <p:tav tm="100000">
                                          <p:val>
                                            <p:strVal val="#ppt_x"/>
                                          </p:val>
                                        </p:tav>
                                      </p:tavLst>
                                    </p:anim>
                                    <p:anim calcmode="lin" valueType="num">
                                      <p:cBhvr additive="base">
                                        <p:cTn id="79" dur="500" fill="hold"/>
                                        <p:tgtEl>
                                          <p:spTgt spid="53"/>
                                        </p:tgtEl>
                                        <p:attrNameLst>
                                          <p:attrName>ppt_y</p:attrName>
                                        </p:attrNameLst>
                                      </p:cBhvr>
                                      <p:tavLst>
                                        <p:tav tm="0">
                                          <p:val>
                                            <p:strVal val="1+#ppt_h/2"/>
                                          </p:val>
                                        </p:tav>
                                        <p:tav tm="100000">
                                          <p:val>
                                            <p:strVal val="#ppt_y"/>
                                          </p:val>
                                        </p:tav>
                                      </p:tavLst>
                                    </p:anim>
                                  </p:childTnLst>
                                </p:cTn>
                              </p:par>
                              <p:par>
                                <p:cTn id="80" presetID="2" presetClass="entr" presetSubtype="4" fill="hold" grpId="0" nodeType="withEffect">
                                  <p:stCondLst>
                                    <p:cond delay="0"/>
                                  </p:stCondLst>
                                  <p:childTnLst>
                                    <p:set>
                                      <p:cBhvr>
                                        <p:cTn id="81" dur="1" fill="hold">
                                          <p:stCondLst>
                                            <p:cond delay="0"/>
                                          </p:stCondLst>
                                        </p:cTn>
                                        <p:tgtEl>
                                          <p:spTgt spid="54"/>
                                        </p:tgtEl>
                                        <p:attrNameLst>
                                          <p:attrName>style.visibility</p:attrName>
                                        </p:attrNameLst>
                                      </p:cBhvr>
                                      <p:to>
                                        <p:strVal val="visible"/>
                                      </p:to>
                                    </p:set>
                                    <p:anim calcmode="lin" valueType="num">
                                      <p:cBhvr additive="base">
                                        <p:cTn id="82" dur="500" fill="hold"/>
                                        <p:tgtEl>
                                          <p:spTgt spid="54"/>
                                        </p:tgtEl>
                                        <p:attrNameLst>
                                          <p:attrName>ppt_x</p:attrName>
                                        </p:attrNameLst>
                                      </p:cBhvr>
                                      <p:tavLst>
                                        <p:tav tm="0">
                                          <p:val>
                                            <p:strVal val="#ppt_x"/>
                                          </p:val>
                                        </p:tav>
                                        <p:tav tm="100000">
                                          <p:val>
                                            <p:strVal val="#ppt_x"/>
                                          </p:val>
                                        </p:tav>
                                      </p:tavLst>
                                    </p:anim>
                                    <p:anim calcmode="lin" valueType="num">
                                      <p:cBhvr additive="base">
                                        <p:cTn id="83" dur="500" fill="hold"/>
                                        <p:tgtEl>
                                          <p:spTgt spid="54"/>
                                        </p:tgtEl>
                                        <p:attrNameLst>
                                          <p:attrName>ppt_y</p:attrName>
                                        </p:attrNameLst>
                                      </p:cBhvr>
                                      <p:tavLst>
                                        <p:tav tm="0">
                                          <p:val>
                                            <p:strVal val="1+#ppt_h/2"/>
                                          </p:val>
                                        </p:tav>
                                        <p:tav tm="100000">
                                          <p:val>
                                            <p:strVal val="#ppt_y"/>
                                          </p:val>
                                        </p:tav>
                                      </p:tavLst>
                                    </p:anim>
                                  </p:childTnLst>
                                </p:cTn>
                              </p:par>
                            </p:childTnLst>
                          </p:cTn>
                        </p:par>
                        <p:par>
                          <p:cTn id="84" fill="hold">
                            <p:stCondLst>
                              <p:cond delay="3750"/>
                            </p:stCondLst>
                            <p:childTnLst>
                              <p:par>
                                <p:cTn id="85" presetID="2" presetClass="entr" presetSubtype="2" fill="hold" grpId="0" nodeType="afterEffect">
                                  <p:stCondLst>
                                    <p:cond delay="0"/>
                                  </p:stCondLst>
                                  <p:childTnLst>
                                    <p:set>
                                      <p:cBhvr>
                                        <p:cTn id="86" dur="1" fill="hold">
                                          <p:stCondLst>
                                            <p:cond delay="0"/>
                                          </p:stCondLst>
                                        </p:cTn>
                                        <p:tgtEl>
                                          <p:spTgt spid="12"/>
                                        </p:tgtEl>
                                        <p:attrNameLst>
                                          <p:attrName>style.visibility</p:attrName>
                                        </p:attrNameLst>
                                      </p:cBhvr>
                                      <p:to>
                                        <p:strVal val="visible"/>
                                      </p:to>
                                    </p:set>
                                    <p:anim calcmode="lin" valueType="num">
                                      <p:cBhvr additive="base">
                                        <p:cTn id="87" dur="500" fill="hold"/>
                                        <p:tgtEl>
                                          <p:spTgt spid="12"/>
                                        </p:tgtEl>
                                        <p:attrNameLst>
                                          <p:attrName>ppt_x</p:attrName>
                                        </p:attrNameLst>
                                      </p:cBhvr>
                                      <p:tavLst>
                                        <p:tav tm="0">
                                          <p:val>
                                            <p:strVal val="1+#ppt_w/2"/>
                                          </p:val>
                                        </p:tav>
                                        <p:tav tm="100000">
                                          <p:val>
                                            <p:strVal val="#ppt_x"/>
                                          </p:val>
                                        </p:tav>
                                      </p:tavLst>
                                    </p:anim>
                                    <p:anim calcmode="lin" valueType="num">
                                      <p:cBhvr additive="base">
                                        <p:cTn id="88" dur="500" fill="hold"/>
                                        <p:tgtEl>
                                          <p:spTgt spid="12"/>
                                        </p:tgtEl>
                                        <p:attrNameLst>
                                          <p:attrName>ppt_y</p:attrName>
                                        </p:attrNameLst>
                                      </p:cBhvr>
                                      <p:tavLst>
                                        <p:tav tm="0">
                                          <p:val>
                                            <p:strVal val="#ppt_y"/>
                                          </p:val>
                                        </p:tav>
                                        <p:tav tm="100000">
                                          <p:val>
                                            <p:strVal val="#ppt_y"/>
                                          </p:val>
                                        </p:tav>
                                      </p:tavLst>
                                    </p:anim>
                                  </p:childTnLst>
                                </p:cTn>
                              </p:par>
                              <p:par>
                                <p:cTn id="89" presetID="2" presetClass="entr" presetSubtype="2" fill="hold" grpId="0" nodeType="withEffect">
                                  <p:stCondLst>
                                    <p:cond delay="0"/>
                                  </p:stCondLst>
                                  <p:childTnLst>
                                    <p:set>
                                      <p:cBhvr>
                                        <p:cTn id="90" dur="1" fill="hold">
                                          <p:stCondLst>
                                            <p:cond delay="0"/>
                                          </p:stCondLst>
                                        </p:cTn>
                                        <p:tgtEl>
                                          <p:spTgt spid="46"/>
                                        </p:tgtEl>
                                        <p:attrNameLst>
                                          <p:attrName>style.visibility</p:attrName>
                                        </p:attrNameLst>
                                      </p:cBhvr>
                                      <p:to>
                                        <p:strVal val="visible"/>
                                      </p:to>
                                    </p:set>
                                    <p:anim calcmode="lin" valueType="num">
                                      <p:cBhvr additive="base">
                                        <p:cTn id="91" dur="500" fill="hold"/>
                                        <p:tgtEl>
                                          <p:spTgt spid="46"/>
                                        </p:tgtEl>
                                        <p:attrNameLst>
                                          <p:attrName>ppt_x</p:attrName>
                                        </p:attrNameLst>
                                      </p:cBhvr>
                                      <p:tavLst>
                                        <p:tav tm="0">
                                          <p:val>
                                            <p:strVal val="1+#ppt_w/2"/>
                                          </p:val>
                                        </p:tav>
                                        <p:tav tm="100000">
                                          <p:val>
                                            <p:strVal val="#ppt_x"/>
                                          </p:val>
                                        </p:tav>
                                      </p:tavLst>
                                    </p:anim>
                                    <p:anim calcmode="lin" valueType="num">
                                      <p:cBhvr additive="base">
                                        <p:cTn id="92" dur="500" fill="hold"/>
                                        <p:tgtEl>
                                          <p:spTgt spid="46"/>
                                        </p:tgtEl>
                                        <p:attrNameLst>
                                          <p:attrName>ppt_y</p:attrName>
                                        </p:attrNameLst>
                                      </p:cBhvr>
                                      <p:tavLst>
                                        <p:tav tm="0">
                                          <p:val>
                                            <p:strVal val="#ppt_y"/>
                                          </p:val>
                                        </p:tav>
                                        <p:tav tm="100000">
                                          <p:val>
                                            <p:strVal val="#ppt_y"/>
                                          </p:val>
                                        </p:tav>
                                      </p:tavLst>
                                    </p:anim>
                                  </p:childTnLst>
                                </p:cTn>
                              </p:par>
                              <p:par>
                                <p:cTn id="93" presetID="2" presetClass="entr" presetSubtype="2" fill="hold" grpId="0" nodeType="withEffect">
                                  <p:stCondLst>
                                    <p:cond delay="0"/>
                                  </p:stCondLst>
                                  <p:childTnLst>
                                    <p:set>
                                      <p:cBhvr>
                                        <p:cTn id="94" dur="1" fill="hold">
                                          <p:stCondLst>
                                            <p:cond delay="0"/>
                                          </p:stCondLst>
                                        </p:cTn>
                                        <p:tgtEl>
                                          <p:spTgt spid="11"/>
                                        </p:tgtEl>
                                        <p:attrNameLst>
                                          <p:attrName>style.visibility</p:attrName>
                                        </p:attrNameLst>
                                      </p:cBhvr>
                                      <p:to>
                                        <p:strVal val="visible"/>
                                      </p:to>
                                    </p:set>
                                    <p:anim calcmode="lin" valueType="num">
                                      <p:cBhvr additive="base">
                                        <p:cTn id="95" dur="500" fill="hold"/>
                                        <p:tgtEl>
                                          <p:spTgt spid="11"/>
                                        </p:tgtEl>
                                        <p:attrNameLst>
                                          <p:attrName>ppt_x</p:attrName>
                                        </p:attrNameLst>
                                      </p:cBhvr>
                                      <p:tavLst>
                                        <p:tav tm="0">
                                          <p:val>
                                            <p:strVal val="1+#ppt_w/2"/>
                                          </p:val>
                                        </p:tav>
                                        <p:tav tm="100000">
                                          <p:val>
                                            <p:strVal val="#ppt_x"/>
                                          </p:val>
                                        </p:tav>
                                      </p:tavLst>
                                    </p:anim>
                                    <p:anim calcmode="lin" valueType="num">
                                      <p:cBhvr additive="base">
                                        <p:cTn id="96" dur="500" fill="hold"/>
                                        <p:tgtEl>
                                          <p:spTgt spid="11"/>
                                        </p:tgtEl>
                                        <p:attrNameLst>
                                          <p:attrName>ppt_y</p:attrName>
                                        </p:attrNameLst>
                                      </p:cBhvr>
                                      <p:tavLst>
                                        <p:tav tm="0">
                                          <p:val>
                                            <p:strVal val="#ppt_y"/>
                                          </p:val>
                                        </p:tav>
                                        <p:tav tm="100000">
                                          <p:val>
                                            <p:strVal val="#ppt_y"/>
                                          </p:val>
                                        </p:tav>
                                      </p:tavLst>
                                    </p:anim>
                                  </p:childTnLst>
                                </p:cTn>
                              </p:par>
                              <p:par>
                                <p:cTn id="97" presetID="2" presetClass="entr" presetSubtype="2" fill="hold" grpId="0" nodeType="withEffect">
                                  <p:stCondLst>
                                    <p:cond delay="0"/>
                                  </p:stCondLst>
                                  <p:childTnLst>
                                    <p:set>
                                      <p:cBhvr>
                                        <p:cTn id="98" dur="1" fill="hold">
                                          <p:stCondLst>
                                            <p:cond delay="0"/>
                                          </p:stCondLst>
                                        </p:cTn>
                                        <p:tgtEl>
                                          <p:spTgt spid="47"/>
                                        </p:tgtEl>
                                        <p:attrNameLst>
                                          <p:attrName>style.visibility</p:attrName>
                                        </p:attrNameLst>
                                      </p:cBhvr>
                                      <p:to>
                                        <p:strVal val="visible"/>
                                      </p:to>
                                    </p:set>
                                    <p:anim calcmode="lin" valueType="num">
                                      <p:cBhvr additive="base">
                                        <p:cTn id="99" dur="500" fill="hold"/>
                                        <p:tgtEl>
                                          <p:spTgt spid="47"/>
                                        </p:tgtEl>
                                        <p:attrNameLst>
                                          <p:attrName>ppt_x</p:attrName>
                                        </p:attrNameLst>
                                      </p:cBhvr>
                                      <p:tavLst>
                                        <p:tav tm="0">
                                          <p:val>
                                            <p:strVal val="1+#ppt_w/2"/>
                                          </p:val>
                                        </p:tav>
                                        <p:tav tm="100000">
                                          <p:val>
                                            <p:strVal val="#ppt_x"/>
                                          </p:val>
                                        </p:tav>
                                      </p:tavLst>
                                    </p:anim>
                                    <p:anim calcmode="lin" valueType="num">
                                      <p:cBhvr additive="base">
                                        <p:cTn id="100" dur="500" fill="hold"/>
                                        <p:tgtEl>
                                          <p:spTgt spid="47"/>
                                        </p:tgtEl>
                                        <p:attrNameLst>
                                          <p:attrName>ppt_y</p:attrName>
                                        </p:attrNameLst>
                                      </p:cBhvr>
                                      <p:tavLst>
                                        <p:tav tm="0">
                                          <p:val>
                                            <p:strVal val="#ppt_y"/>
                                          </p:val>
                                        </p:tav>
                                        <p:tav tm="100000">
                                          <p:val>
                                            <p:strVal val="#ppt_y"/>
                                          </p:val>
                                        </p:tav>
                                      </p:tavLst>
                                    </p:anim>
                                  </p:childTnLst>
                                </p:cTn>
                              </p:par>
                              <p:par>
                                <p:cTn id="101" presetID="2" presetClass="entr" presetSubtype="2" fill="hold" grpId="0" nodeType="withEffect">
                                  <p:stCondLst>
                                    <p:cond delay="0"/>
                                  </p:stCondLst>
                                  <p:childTnLst>
                                    <p:set>
                                      <p:cBhvr>
                                        <p:cTn id="102" dur="1" fill="hold">
                                          <p:stCondLst>
                                            <p:cond delay="0"/>
                                          </p:stCondLst>
                                        </p:cTn>
                                        <p:tgtEl>
                                          <p:spTgt spid="10"/>
                                        </p:tgtEl>
                                        <p:attrNameLst>
                                          <p:attrName>style.visibility</p:attrName>
                                        </p:attrNameLst>
                                      </p:cBhvr>
                                      <p:to>
                                        <p:strVal val="visible"/>
                                      </p:to>
                                    </p:set>
                                    <p:anim calcmode="lin" valueType="num">
                                      <p:cBhvr additive="base">
                                        <p:cTn id="103" dur="500" fill="hold"/>
                                        <p:tgtEl>
                                          <p:spTgt spid="10"/>
                                        </p:tgtEl>
                                        <p:attrNameLst>
                                          <p:attrName>ppt_x</p:attrName>
                                        </p:attrNameLst>
                                      </p:cBhvr>
                                      <p:tavLst>
                                        <p:tav tm="0">
                                          <p:val>
                                            <p:strVal val="1+#ppt_w/2"/>
                                          </p:val>
                                        </p:tav>
                                        <p:tav tm="100000">
                                          <p:val>
                                            <p:strVal val="#ppt_x"/>
                                          </p:val>
                                        </p:tav>
                                      </p:tavLst>
                                    </p:anim>
                                    <p:anim calcmode="lin" valueType="num">
                                      <p:cBhvr additive="base">
                                        <p:cTn id="104" dur="500" fill="hold"/>
                                        <p:tgtEl>
                                          <p:spTgt spid="10"/>
                                        </p:tgtEl>
                                        <p:attrNameLst>
                                          <p:attrName>ppt_y</p:attrName>
                                        </p:attrNameLst>
                                      </p:cBhvr>
                                      <p:tavLst>
                                        <p:tav tm="0">
                                          <p:val>
                                            <p:strVal val="#ppt_y"/>
                                          </p:val>
                                        </p:tav>
                                        <p:tav tm="100000">
                                          <p:val>
                                            <p:strVal val="#ppt_y"/>
                                          </p:val>
                                        </p:tav>
                                      </p:tavLst>
                                    </p:anim>
                                  </p:childTnLst>
                                </p:cTn>
                              </p:par>
                              <p:par>
                                <p:cTn id="105" presetID="2" presetClass="entr" presetSubtype="2" fill="hold" grpId="0" nodeType="withEffect">
                                  <p:stCondLst>
                                    <p:cond delay="0"/>
                                  </p:stCondLst>
                                  <p:childTnLst>
                                    <p:set>
                                      <p:cBhvr>
                                        <p:cTn id="106" dur="1" fill="hold">
                                          <p:stCondLst>
                                            <p:cond delay="0"/>
                                          </p:stCondLst>
                                        </p:cTn>
                                        <p:tgtEl>
                                          <p:spTgt spid="48"/>
                                        </p:tgtEl>
                                        <p:attrNameLst>
                                          <p:attrName>style.visibility</p:attrName>
                                        </p:attrNameLst>
                                      </p:cBhvr>
                                      <p:to>
                                        <p:strVal val="visible"/>
                                      </p:to>
                                    </p:set>
                                    <p:anim calcmode="lin" valueType="num">
                                      <p:cBhvr additive="base">
                                        <p:cTn id="107" dur="500" fill="hold"/>
                                        <p:tgtEl>
                                          <p:spTgt spid="48"/>
                                        </p:tgtEl>
                                        <p:attrNameLst>
                                          <p:attrName>ppt_x</p:attrName>
                                        </p:attrNameLst>
                                      </p:cBhvr>
                                      <p:tavLst>
                                        <p:tav tm="0">
                                          <p:val>
                                            <p:strVal val="1+#ppt_w/2"/>
                                          </p:val>
                                        </p:tav>
                                        <p:tav tm="100000">
                                          <p:val>
                                            <p:strVal val="#ppt_x"/>
                                          </p:val>
                                        </p:tav>
                                      </p:tavLst>
                                    </p:anim>
                                    <p:anim calcmode="lin" valueType="num">
                                      <p:cBhvr additive="base">
                                        <p:cTn id="108" dur="500" fill="hold"/>
                                        <p:tgtEl>
                                          <p:spTgt spid="48"/>
                                        </p:tgtEl>
                                        <p:attrNameLst>
                                          <p:attrName>ppt_y</p:attrName>
                                        </p:attrNameLst>
                                      </p:cBhvr>
                                      <p:tavLst>
                                        <p:tav tm="0">
                                          <p:val>
                                            <p:strVal val="#ppt_y"/>
                                          </p:val>
                                        </p:tav>
                                        <p:tav tm="100000">
                                          <p:val>
                                            <p:strVal val="#ppt_y"/>
                                          </p:val>
                                        </p:tav>
                                      </p:tavLst>
                                    </p:anim>
                                  </p:childTnLst>
                                </p:cTn>
                              </p:par>
                              <p:par>
                                <p:cTn id="109" presetID="2" presetClass="entr" presetSubtype="2" fill="hold" grpId="0" nodeType="withEffect">
                                  <p:stCondLst>
                                    <p:cond delay="0"/>
                                  </p:stCondLst>
                                  <p:childTnLst>
                                    <p:set>
                                      <p:cBhvr>
                                        <p:cTn id="110" dur="1" fill="hold">
                                          <p:stCondLst>
                                            <p:cond delay="0"/>
                                          </p:stCondLst>
                                        </p:cTn>
                                        <p:tgtEl>
                                          <p:spTgt spid="9"/>
                                        </p:tgtEl>
                                        <p:attrNameLst>
                                          <p:attrName>style.visibility</p:attrName>
                                        </p:attrNameLst>
                                      </p:cBhvr>
                                      <p:to>
                                        <p:strVal val="visible"/>
                                      </p:to>
                                    </p:set>
                                    <p:anim calcmode="lin" valueType="num">
                                      <p:cBhvr additive="base">
                                        <p:cTn id="111" dur="500" fill="hold"/>
                                        <p:tgtEl>
                                          <p:spTgt spid="9"/>
                                        </p:tgtEl>
                                        <p:attrNameLst>
                                          <p:attrName>ppt_x</p:attrName>
                                        </p:attrNameLst>
                                      </p:cBhvr>
                                      <p:tavLst>
                                        <p:tav tm="0">
                                          <p:val>
                                            <p:strVal val="1+#ppt_w/2"/>
                                          </p:val>
                                        </p:tav>
                                        <p:tav tm="100000">
                                          <p:val>
                                            <p:strVal val="#ppt_x"/>
                                          </p:val>
                                        </p:tav>
                                      </p:tavLst>
                                    </p:anim>
                                    <p:anim calcmode="lin" valueType="num">
                                      <p:cBhvr additive="base">
                                        <p:cTn id="112" dur="500" fill="hold"/>
                                        <p:tgtEl>
                                          <p:spTgt spid="9"/>
                                        </p:tgtEl>
                                        <p:attrNameLst>
                                          <p:attrName>ppt_y</p:attrName>
                                        </p:attrNameLst>
                                      </p:cBhvr>
                                      <p:tavLst>
                                        <p:tav tm="0">
                                          <p:val>
                                            <p:strVal val="#ppt_y"/>
                                          </p:val>
                                        </p:tav>
                                        <p:tav tm="100000">
                                          <p:val>
                                            <p:strVal val="#ppt_y"/>
                                          </p:val>
                                        </p:tav>
                                      </p:tavLst>
                                    </p:anim>
                                  </p:childTnLst>
                                </p:cTn>
                              </p:par>
                              <p:par>
                                <p:cTn id="113" presetID="2" presetClass="entr" presetSubtype="2" fill="hold" grpId="0" nodeType="withEffect">
                                  <p:stCondLst>
                                    <p:cond delay="0"/>
                                  </p:stCondLst>
                                  <p:childTnLst>
                                    <p:set>
                                      <p:cBhvr>
                                        <p:cTn id="114" dur="1" fill="hold">
                                          <p:stCondLst>
                                            <p:cond delay="0"/>
                                          </p:stCondLst>
                                        </p:cTn>
                                        <p:tgtEl>
                                          <p:spTgt spid="49"/>
                                        </p:tgtEl>
                                        <p:attrNameLst>
                                          <p:attrName>style.visibility</p:attrName>
                                        </p:attrNameLst>
                                      </p:cBhvr>
                                      <p:to>
                                        <p:strVal val="visible"/>
                                      </p:to>
                                    </p:set>
                                    <p:anim calcmode="lin" valueType="num">
                                      <p:cBhvr additive="base">
                                        <p:cTn id="115" dur="500" fill="hold"/>
                                        <p:tgtEl>
                                          <p:spTgt spid="49"/>
                                        </p:tgtEl>
                                        <p:attrNameLst>
                                          <p:attrName>ppt_x</p:attrName>
                                        </p:attrNameLst>
                                      </p:cBhvr>
                                      <p:tavLst>
                                        <p:tav tm="0">
                                          <p:val>
                                            <p:strVal val="1+#ppt_w/2"/>
                                          </p:val>
                                        </p:tav>
                                        <p:tav tm="100000">
                                          <p:val>
                                            <p:strVal val="#ppt_x"/>
                                          </p:val>
                                        </p:tav>
                                      </p:tavLst>
                                    </p:anim>
                                    <p:anim calcmode="lin" valueType="num">
                                      <p:cBhvr additive="base">
                                        <p:cTn id="116" dur="500" fill="hold"/>
                                        <p:tgtEl>
                                          <p:spTgt spid="4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46" grpId="0"/>
      <p:bldP spid="47" grpId="0"/>
      <p:bldP spid="48" grpId="0"/>
      <p:bldP spid="49" grpId="0"/>
      <p:bldP spid="50" grpId="0"/>
      <p:bldP spid="51" grpId="0"/>
      <p:bldP spid="52" grpId="0"/>
      <p:bldP spid="53" grpId="0"/>
      <p:bldP spid="5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95486"/>
            <a:ext cx="611560" cy="369332"/>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3"/>
          <p:cNvSpPr txBox="1"/>
          <p:nvPr/>
        </p:nvSpPr>
        <p:spPr>
          <a:xfrm>
            <a:off x="683568" y="195486"/>
            <a:ext cx="3816424" cy="646331"/>
          </a:xfrm>
          <a:prstGeom prst="rect">
            <a:avLst/>
          </a:prstGeom>
          <a:noFill/>
        </p:spPr>
        <p:txBody>
          <a:bodyPr wrap="square" rtlCol="0">
            <a:spAutoFit/>
          </a:bodyPr>
          <a:lstStyle/>
          <a:p>
            <a:r>
              <a:rPr lang="zh-CN" altLang="en-US" dirty="0">
                <a:solidFill>
                  <a:srgbClr val="054487"/>
                </a:solidFill>
                <a:latin typeface="微软雅黑" pitchFamily="34" charset="-122"/>
                <a:ea typeface="微软雅黑" pitchFamily="34" charset="-122"/>
              </a:rPr>
              <a:t>输入你的标题 </a:t>
            </a:r>
            <a:r>
              <a:rPr lang="en-US" altLang="zh-CN" dirty="0">
                <a:solidFill>
                  <a:srgbClr val="054487"/>
                </a:solidFill>
                <a:latin typeface="微软雅黑" pitchFamily="34" charset="-122"/>
                <a:ea typeface="微软雅黑" pitchFamily="34" charset="-122"/>
              </a:rPr>
              <a:t>/Add your title</a:t>
            </a:r>
            <a:endParaRPr lang="zh-CN" altLang="en-US" dirty="0">
              <a:solidFill>
                <a:srgbClr val="054487"/>
              </a:solidFill>
              <a:latin typeface="微软雅黑" pitchFamily="34" charset="-122"/>
              <a:ea typeface="微软雅黑" pitchFamily="34" charset="-122"/>
            </a:endParaRPr>
          </a:p>
          <a:p>
            <a:endParaRPr lang="zh-CN" altLang="en-US" dirty="0">
              <a:solidFill>
                <a:srgbClr val="F46970"/>
              </a:solidFill>
              <a:latin typeface="微软雅黑" pitchFamily="34" charset="-122"/>
              <a:ea typeface="微软雅黑" pitchFamily="34" charset="-122"/>
            </a:endParaRPr>
          </a:p>
        </p:txBody>
      </p:sp>
      <p:sp>
        <p:nvSpPr>
          <p:cNvPr id="5" name="任意多边形 4"/>
          <p:cNvSpPr/>
          <p:nvPr/>
        </p:nvSpPr>
        <p:spPr>
          <a:xfrm>
            <a:off x="1354970" y="2574341"/>
            <a:ext cx="1700958" cy="2600087"/>
          </a:xfrm>
          <a:custGeom>
            <a:avLst/>
            <a:gdLst>
              <a:gd name="connsiteX0" fmla="*/ 0 w 1460500"/>
              <a:gd name="connsiteY0" fmla="*/ 0 h 2908300"/>
              <a:gd name="connsiteX1" fmla="*/ 1460500 w 1460500"/>
              <a:gd name="connsiteY1" fmla="*/ 1092200 h 2908300"/>
              <a:gd name="connsiteX2" fmla="*/ 1460500 w 1460500"/>
              <a:gd name="connsiteY2" fmla="*/ 2908300 h 2908300"/>
            </a:gdLst>
            <a:ahLst/>
            <a:cxnLst>
              <a:cxn ang="0">
                <a:pos x="connsiteX0" y="connsiteY0"/>
              </a:cxn>
              <a:cxn ang="0">
                <a:pos x="connsiteX1" y="connsiteY1"/>
              </a:cxn>
              <a:cxn ang="0">
                <a:pos x="connsiteX2" y="connsiteY2"/>
              </a:cxn>
            </a:cxnLst>
            <a:rect l="l" t="t" r="r" b="b"/>
            <a:pathLst>
              <a:path w="1460500" h="2908300">
                <a:moveTo>
                  <a:pt x="0" y="0"/>
                </a:moveTo>
                <a:lnTo>
                  <a:pt x="1460500" y="1092200"/>
                </a:lnTo>
                <a:lnTo>
                  <a:pt x="1460500" y="2908300"/>
                </a:lnTo>
              </a:path>
            </a:pathLst>
          </a:custGeom>
          <a:noFill/>
          <a:ln w="76200" cap="flat" cmpd="sng" algn="ctr">
            <a:solidFill>
              <a:schemeClr val="bg1">
                <a:lumMod val="65000"/>
              </a:schemeClr>
            </a:solidFill>
            <a:prstDash val="solid"/>
          </a:ln>
          <a:effectLst/>
        </p:spPr>
        <p:txBody>
          <a:bodyPr lIns="68580" tIns="34290" rIns="68580" bIns="34290" rtlCol="0" anchor="ctr"/>
          <a:lstStyle/>
          <a:p>
            <a:pPr algn="ctr">
              <a:defRPr/>
            </a:pPr>
            <a:endParaRPr lang="zh-CN" altLang="en-US" sz="1200" kern="0" dirty="0">
              <a:solidFill>
                <a:prstClr val="white"/>
              </a:solidFill>
              <a:ea typeface="微软雅黑" pitchFamily="34" charset="-122"/>
            </a:endParaRPr>
          </a:p>
        </p:txBody>
      </p:sp>
      <p:sp>
        <p:nvSpPr>
          <p:cNvPr id="6" name="椭圆 5"/>
          <p:cNvSpPr/>
          <p:nvPr/>
        </p:nvSpPr>
        <p:spPr>
          <a:xfrm>
            <a:off x="6694501" y="2450329"/>
            <a:ext cx="1448732" cy="1448732"/>
          </a:xfrm>
          <a:prstGeom prst="ellipse">
            <a:avLst/>
          </a:prstGeom>
          <a:gradFill>
            <a:gsLst>
              <a:gs pos="15000">
                <a:srgbClr val="00B0F0"/>
              </a:gs>
              <a:gs pos="31000">
                <a:srgbClr val="0070C0"/>
              </a:gs>
              <a:gs pos="63000">
                <a:srgbClr val="FFFB6C">
                  <a:alpha val="0"/>
                </a:srgbClr>
              </a:gs>
            </a:gsLst>
            <a:path path="shape">
              <a:fillToRect l="50000" t="50000" r="50000" b="50000"/>
            </a:path>
          </a:gradFill>
          <a:ln w="25400" cap="flat" cmpd="sng" algn="ctr">
            <a:noFill/>
            <a:prstDash val="solid"/>
          </a:ln>
          <a:effectLst>
            <a:glow rad="127000">
              <a:srgbClr val="5D552C">
                <a:alpha val="4000"/>
              </a:srgbClr>
            </a:glow>
            <a:softEdge rad="0"/>
          </a:effectLst>
        </p:spPr>
        <p:txBody>
          <a:bodyPr lIns="68580" tIns="34290" rIns="68580" bIns="34290" rtlCol="0" anchor="ctr"/>
          <a:lstStyle/>
          <a:p>
            <a:pPr algn="ctr">
              <a:defRPr/>
            </a:pPr>
            <a:endParaRPr lang="zh-CN" altLang="en-US" sz="1200" kern="0" dirty="0">
              <a:solidFill>
                <a:prstClr val="white"/>
              </a:solidFill>
              <a:ea typeface="微软雅黑" pitchFamily="34" charset="-122"/>
            </a:endParaRPr>
          </a:p>
        </p:txBody>
      </p:sp>
      <p:sp>
        <p:nvSpPr>
          <p:cNvPr id="7" name="椭圆 6"/>
          <p:cNvSpPr/>
          <p:nvPr/>
        </p:nvSpPr>
        <p:spPr>
          <a:xfrm>
            <a:off x="7406014" y="1828760"/>
            <a:ext cx="798761" cy="798761"/>
          </a:xfrm>
          <a:prstGeom prst="ellipse">
            <a:avLst/>
          </a:prstGeom>
          <a:gradFill>
            <a:gsLst>
              <a:gs pos="15000">
                <a:srgbClr val="00B0F0"/>
              </a:gs>
              <a:gs pos="31000">
                <a:srgbClr val="0070C0"/>
              </a:gs>
              <a:gs pos="63000">
                <a:srgbClr val="FFFB6C">
                  <a:alpha val="0"/>
                </a:srgbClr>
              </a:gs>
            </a:gsLst>
            <a:path path="shape">
              <a:fillToRect l="50000" t="50000" r="50000" b="50000"/>
            </a:path>
          </a:gradFill>
          <a:ln w="25400" cap="flat" cmpd="sng" algn="ctr">
            <a:noFill/>
            <a:prstDash val="solid"/>
          </a:ln>
          <a:effectLst>
            <a:glow rad="127000">
              <a:srgbClr val="5D552C">
                <a:alpha val="4000"/>
              </a:srgbClr>
            </a:glow>
            <a:softEdge rad="0"/>
          </a:effectLst>
        </p:spPr>
        <p:txBody>
          <a:bodyPr lIns="68580" tIns="34290" rIns="68580" bIns="34290" rtlCol="0" anchor="ctr"/>
          <a:lstStyle/>
          <a:p>
            <a:pPr algn="ctr">
              <a:defRPr/>
            </a:pPr>
            <a:endParaRPr lang="zh-CN" altLang="en-US" sz="1200" kern="0" dirty="0">
              <a:solidFill>
                <a:prstClr val="white"/>
              </a:solidFill>
              <a:ea typeface="微软雅黑" pitchFamily="34" charset="-122"/>
            </a:endParaRPr>
          </a:p>
        </p:txBody>
      </p:sp>
      <p:sp>
        <p:nvSpPr>
          <p:cNvPr id="8" name="椭圆 7"/>
          <p:cNvSpPr/>
          <p:nvPr/>
        </p:nvSpPr>
        <p:spPr>
          <a:xfrm>
            <a:off x="5470840" y="1213576"/>
            <a:ext cx="1448732" cy="1448732"/>
          </a:xfrm>
          <a:prstGeom prst="ellipse">
            <a:avLst/>
          </a:prstGeom>
          <a:gradFill>
            <a:gsLst>
              <a:gs pos="15000">
                <a:srgbClr val="00B0F0"/>
              </a:gs>
              <a:gs pos="31000">
                <a:srgbClr val="0070C0"/>
              </a:gs>
              <a:gs pos="63000">
                <a:srgbClr val="FFFB6C">
                  <a:alpha val="0"/>
                </a:srgbClr>
              </a:gs>
            </a:gsLst>
            <a:path path="shape">
              <a:fillToRect l="50000" t="50000" r="50000" b="50000"/>
            </a:path>
          </a:gradFill>
          <a:ln w="25400" cap="flat" cmpd="sng" algn="ctr">
            <a:noFill/>
            <a:prstDash val="solid"/>
          </a:ln>
          <a:effectLst>
            <a:glow rad="127000">
              <a:srgbClr val="5D552C">
                <a:alpha val="4000"/>
              </a:srgbClr>
            </a:glow>
            <a:softEdge rad="0"/>
          </a:effectLst>
        </p:spPr>
        <p:txBody>
          <a:bodyPr lIns="68580" tIns="34290" rIns="68580" bIns="34290" rtlCol="0" anchor="ctr"/>
          <a:lstStyle/>
          <a:p>
            <a:pPr algn="ctr">
              <a:defRPr/>
            </a:pPr>
            <a:endParaRPr lang="zh-CN" altLang="en-US" sz="1200" kern="0" dirty="0">
              <a:solidFill>
                <a:prstClr val="white"/>
              </a:solidFill>
              <a:ea typeface="微软雅黑" pitchFamily="34" charset="-122"/>
            </a:endParaRPr>
          </a:p>
        </p:txBody>
      </p:sp>
      <p:sp>
        <p:nvSpPr>
          <p:cNvPr id="9" name="椭圆 8"/>
          <p:cNvSpPr/>
          <p:nvPr/>
        </p:nvSpPr>
        <p:spPr>
          <a:xfrm>
            <a:off x="6682256" y="911512"/>
            <a:ext cx="798761" cy="798761"/>
          </a:xfrm>
          <a:prstGeom prst="ellipse">
            <a:avLst/>
          </a:prstGeom>
          <a:gradFill>
            <a:gsLst>
              <a:gs pos="15000">
                <a:srgbClr val="00B0F0"/>
              </a:gs>
              <a:gs pos="31000">
                <a:srgbClr val="0070C0"/>
              </a:gs>
              <a:gs pos="63000">
                <a:srgbClr val="FFFB6C">
                  <a:alpha val="0"/>
                </a:srgbClr>
              </a:gs>
            </a:gsLst>
            <a:path path="shape">
              <a:fillToRect l="50000" t="50000" r="50000" b="50000"/>
            </a:path>
          </a:gradFill>
          <a:ln w="25400" cap="flat" cmpd="sng" algn="ctr">
            <a:noFill/>
            <a:prstDash val="solid"/>
          </a:ln>
          <a:effectLst>
            <a:glow rad="127000">
              <a:srgbClr val="5D552C">
                <a:alpha val="4000"/>
              </a:srgbClr>
            </a:glow>
            <a:softEdge rad="0"/>
          </a:effectLst>
        </p:spPr>
        <p:txBody>
          <a:bodyPr lIns="68580" tIns="34290" rIns="68580" bIns="34290" rtlCol="0" anchor="ctr"/>
          <a:lstStyle/>
          <a:p>
            <a:pPr algn="ctr">
              <a:defRPr/>
            </a:pPr>
            <a:endParaRPr lang="zh-CN" altLang="en-US" sz="1200" kern="0" dirty="0">
              <a:solidFill>
                <a:prstClr val="white"/>
              </a:solidFill>
              <a:ea typeface="微软雅黑" pitchFamily="34" charset="-122"/>
            </a:endParaRPr>
          </a:p>
        </p:txBody>
      </p:sp>
      <p:sp>
        <p:nvSpPr>
          <p:cNvPr id="10" name="椭圆 9"/>
          <p:cNvSpPr/>
          <p:nvPr/>
        </p:nvSpPr>
        <p:spPr>
          <a:xfrm>
            <a:off x="4026049" y="2486376"/>
            <a:ext cx="1448732" cy="1448732"/>
          </a:xfrm>
          <a:prstGeom prst="ellipse">
            <a:avLst/>
          </a:prstGeom>
          <a:gradFill>
            <a:gsLst>
              <a:gs pos="15000">
                <a:srgbClr val="00B0F0"/>
              </a:gs>
              <a:gs pos="31000">
                <a:srgbClr val="0070C0"/>
              </a:gs>
              <a:gs pos="63000">
                <a:srgbClr val="FFFB6C">
                  <a:alpha val="0"/>
                </a:srgbClr>
              </a:gs>
            </a:gsLst>
            <a:path path="shape">
              <a:fillToRect l="50000" t="50000" r="50000" b="50000"/>
            </a:path>
          </a:gradFill>
          <a:ln w="25400" cap="flat" cmpd="sng" algn="ctr">
            <a:noFill/>
            <a:prstDash val="solid"/>
          </a:ln>
          <a:effectLst>
            <a:glow rad="127000">
              <a:srgbClr val="5D552C">
                <a:alpha val="4000"/>
              </a:srgbClr>
            </a:glow>
            <a:softEdge rad="0"/>
          </a:effectLst>
        </p:spPr>
        <p:txBody>
          <a:bodyPr lIns="68580" tIns="34290" rIns="68580" bIns="34290" rtlCol="0" anchor="ctr"/>
          <a:lstStyle/>
          <a:p>
            <a:pPr algn="ctr">
              <a:defRPr/>
            </a:pPr>
            <a:endParaRPr lang="zh-CN" altLang="en-US" sz="1200" kern="0" dirty="0">
              <a:solidFill>
                <a:prstClr val="white"/>
              </a:solidFill>
              <a:ea typeface="微软雅黑" pitchFamily="34" charset="-122"/>
            </a:endParaRPr>
          </a:p>
        </p:txBody>
      </p:sp>
      <p:sp>
        <p:nvSpPr>
          <p:cNvPr id="11" name="椭圆 10"/>
          <p:cNvSpPr/>
          <p:nvPr/>
        </p:nvSpPr>
        <p:spPr>
          <a:xfrm>
            <a:off x="4343965" y="1744174"/>
            <a:ext cx="798761" cy="798761"/>
          </a:xfrm>
          <a:prstGeom prst="ellipse">
            <a:avLst/>
          </a:prstGeom>
          <a:gradFill>
            <a:gsLst>
              <a:gs pos="15000">
                <a:srgbClr val="00B0F0"/>
              </a:gs>
              <a:gs pos="31000">
                <a:srgbClr val="0070C0"/>
              </a:gs>
              <a:gs pos="63000">
                <a:srgbClr val="FFFB6C">
                  <a:alpha val="0"/>
                </a:srgbClr>
              </a:gs>
            </a:gsLst>
            <a:path path="shape">
              <a:fillToRect l="50000" t="50000" r="50000" b="50000"/>
            </a:path>
          </a:gradFill>
          <a:ln w="25400" cap="flat" cmpd="sng" algn="ctr">
            <a:noFill/>
            <a:prstDash val="solid"/>
          </a:ln>
          <a:effectLst>
            <a:glow rad="127000">
              <a:srgbClr val="5D552C">
                <a:alpha val="4000"/>
              </a:srgbClr>
            </a:glow>
            <a:softEdge rad="0"/>
          </a:effectLst>
        </p:spPr>
        <p:txBody>
          <a:bodyPr lIns="68580" tIns="34290" rIns="68580" bIns="34290" rtlCol="0" anchor="ctr"/>
          <a:lstStyle/>
          <a:p>
            <a:pPr algn="ctr">
              <a:defRPr/>
            </a:pPr>
            <a:endParaRPr lang="zh-CN" altLang="en-US" sz="1200" kern="0" dirty="0">
              <a:solidFill>
                <a:prstClr val="white"/>
              </a:solidFill>
              <a:ea typeface="微软雅黑" pitchFamily="34" charset="-122"/>
            </a:endParaRPr>
          </a:p>
        </p:txBody>
      </p:sp>
      <p:sp>
        <p:nvSpPr>
          <p:cNvPr id="12" name="椭圆 11"/>
          <p:cNvSpPr/>
          <p:nvPr/>
        </p:nvSpPr>
        <p:spPr>
          <a:xfrm>
            <a:off x="3988325" y="888370"/>
            <a:ext cx="798761" cy="798761"/>
          </a:xfrm>
          <a:prstGeom prst="ellipse">
            <a:avLst/>
          </a:prstGeom>
          <a:gradFill>
            <a:gsLst>
              <a:gs pos="15000">
                <a:srgbClr val="00B0F0"/>
              </a:gs>
              <a:gs pos="31000">
                <a:srgbClr val="0070C0"/>
              </a:gs>
              <a:gs pos="63000">
                <a:srgbClr val="FFFB6C">
                  <a:alpha val="0"/>
                </a:srgbClr>
              </a:gs>
            </a:gsLst>
            <a:path path="shape">
              <a:fillToRect l="50000" t="50000" r="50000" b="50000"/>
            </a:path>
          </a:gradFill>
          <a:ln w="25400" cap="flat" cmpd="sng" algn="ctr">
            <a:noFill/>
            <a:prstDash val="solid"/>
          </a:ln>
          <a:effectLst>
            <a:glow rad="127000">
              <a:srgbClr val="5D552C">
                <a:alpha val="4000"/>
              </a:srgbClr>
            </a:glow>
            <a:softEdge rad="0"/>
          </a:effectLst>
        </p:spPr>
        <p:txBody>
          <a:bodyPr lIns="68580" tIns="34290" rIns="68580" bIns="34290" rtlCol="0" anchor="ctr"/>
          <a:lstStyle/>
          <a:p>
            <a:pPr algn="ctr">
              <a:defRPr/>
            </a:pPr>
            <a:endParaRPr lang="zh-CN" altLang="en-US" sz="1200" kern="0" dirty="0">
              <a:solidFill>
                <a:prstClr val="white"/>
              </a:solidFill>
              <a:ea typeface="微软雅黑" pitchFamily="34" charset="-122"/>
            </a:endParaRPr>
          </a:p>
        </p:txBody>
      </p:sp>
      <p:sp>
        <p:nvSpPr>
          <p:cNvPr id="13" name="椭圆 12"/>
          <p:cNvSpPr/>
          <p:nvPr/>
        </p:nvSpPr>
        <p:spPr>
          <a:xfrm>
            <a:off x="2712628" y="1199880"/>
            <a:ext cx="1448732" cy="1448732"/>
          </a:xfrm>
          <a:prstGeom prst="ellipse">
            <a:avLst/>
          </a:prstGeom>
          <a:gradFill>
            <a:gsLst>
              <a:gs pos="15000">
                <a:srgbClr val="00B0F0"/>
              </a:gs>
              <a:gs pos="31000">
                <a:srgbClr val="0070C0"/>
              </a:gs>
              <a:gs pos="63000">
                <a:srgbClr val="FFFB6C">
                  <a:alpha val="0"/>
                </a:srgbClr>
              </a:gs>
            </a:gsLst>
            <a:path path="shape">
              <a:fillToRect l="50000" t="50000" r="50000" b="50000"/>
            </a:path>
          </a:gradFill>
          <a:ln w="25400" cap="flat" cmpd="sng" algn="ctr">
            <a:noFill/>
            <a:prstDash val="solid"/>
          </a:ln>
          <a:effectLst>
            <a:glow rad="127000">
              <a:srgbClr val="5D552C">
                <a:alpha val="4000"/>
              </a:srgbClr>
            </a:glow>
            <a:softEdge rad="0"/>
          </a:effectLst>
        </p:spPr>
        <p:txBody>
          <a:bodyPr lIns="68580" tIns="34290" rIns="68580" bIns="34290" rtlCol="0" anchor="ctr"/>
          <a:lstStyle/>
          <a:p>
            <a:pPr algn="ctr">
              <a:defRPr/>
            </a:pPr>
            <a:endParaRPr lang="zh-CN" altLang="en-US" sz="1200" kern="0" dirty="0">
              <a:solidFill>
                <a:prstClr val="white"/>
              </a:solidFill>
              <a:ea typeface="微软雅黑" pitchFamily="34" charset="-122"/>
            </a:endParaRPr>
          </a:p>
        </p:txBody>
      </p:sp>
      <p:sp>
        <p:nvSpPr>
          <p:cNvPr id="14" name="椭圆 13"/>
          <p:cNvSpPr/>
          <p:nvPr/>
        </p:nvSpPr>
        <p:spPr>
          <a:xfrm>
            <a:off x="1318004" y="2326209"/>
            <a:ext cx="1448732" cy="1448732"/>
          </a:xfrm>
          <a:prstGeom prst="ellipse">
            <a:avLst/>
          </a:prstGeom>
          <a:gradFill>
            <a:gsLst>
              <a:gs pos="15000">
                <a:srgbClr val="00B0F0"/>
              </a:gs>
              <a:gs pos="31000">
                <a:srgbClr val="0070C0"/>
              </a:gs>
              <a:gs pos="63000">
                <a:srgbClr val="FFFB6C">
                  <a:alpha val="0"/>
                </a:srgbClr>
              </a:gs>
            </a:gsLst>
            <a:path path="shape">
              <a:fillToRect l="50000" t="50000" r="50000" b="50000"/>
            </a:path>
          </a:gradFill>
          <a:ln w="25400" cap="flat" cmpd="sng" algn="ctr">
            <a:noFill/>
            <a:prstDash val="solid"/>
          </a:ln>
          <a:effectLst>
            <a:glow rad="127000">
              <a:srgbClr val="5D552C">
                <a:alpha val="4000"/>
              </a:srgbClr>
            </a:glow>
            <a:softEdge rad="0"/>
          </a:effectLst>
        </p:spPr>
        <p:txBody>
          <a:bodyPr lIns="68580" tIns="34290" rIns="68580" bIns="34290" rtlCol="0" anchor="ctr"/>
          <a:lstStyle/>
          <a:p>
            <a:pPr algn="ctr">
              <a:defRPr/>
            </a:pPr>
            <a:endParaRPr lang="zh-CN" altLang="en-US" sz="1200" kern="0" dirty="0">
              <a:solidFill>
                <a:prstClr val="white"/>
              </a:solidFill>
              <a:ea typeface="微软雅黑" pitchFamily="34" charset="-122"/>
            </a:endParaRPr>
          </a:p>
        </p:txBody>
      </p:sp>
      <p:grpSp>
        <p:nvGrpSpPr>
          <p:cNvPr id="15" name="组合 14"/>
          <p:cNvGrpSpPr/>
          <p:nvPr/>
        </p:nvGrpSpPr>
        <p:grpSpPr>
          <a:xfrm>
            <a:off x="1310598" y="2350629"/>
            <a:ext cx="1495733" cy="1495733"/>
            <a:chOff x="1747463" y="3134171"/>
            <a:chExt cx="1994311" cy="1994311"/>
          </a:xfrm>
        </p:grpSpPr>
        <p:sp>
          <p:nvSpPr>
            <p:cNvPr id="16" name="椭圆 15"/>
            <p:cNvSpPr/>
            <p:nvPr/>
          </p:nvSpPr>
          <p:spPr>
            <a:xfrm>
              <a:off x="1747463" y="3134171"/>
              <a:ext cx="1994311" cy="1994311"/>
            </a:xfrm>
            <a:prstGeom prst="ellipse">
              <a:avLst/>
            </a:prstGeom>
            <a:solidFill>
              <a:schemeClr val="bg1">
                <a:lumMod val="65000"/>
              </a:schemeClr>
            </a:solidFill>
            <a:ln w="25400" cap="flat" cmpd="sng" algn="ctr">
              <a:noFill/>
              <a:prstDash val="solid"/>
            </a:ln>
            <a:effectLst>
              <a:innerShdw blurRad="63500">
                <a:prstClr val="black">
                  <a:alpha val="70000"/>
                </a:prstClr>
              </a:innerShdw>
            </a:effectLst>
          </p:spPr>
          <p:txBody>
            <a:bodyPr rtlCol="0" anchor="ctr"/>
            <a:lstStyle/>
            <a:p>
              <a:pPr algn="ctr">
                <a:defRPr/>
              </a:pPr>
              <a:endParaRPr lang="zh-CN" altLang="en-US" sz="1200" kern="0" dirty="0">
                <a:solidFill>
                  <a:prstClr val="white"/>
                </a:solidFill>
                <a:ea typeface="微软雅黑" pitchFamily="34" charset="-122"/>
              </a:endParaRPr>
            </a:p>
          </p:txBody>
        </p:sp>
        <p:sp>
          <p:nvSpPr>
            <p:cNvPr id="17" name="文本框 262"/>
            <p:cNvSpPr txBox="1"/>
            <p:nvPr/>
          </p:nvSpPr>
          <p:spPr>
            <a:xfrm flipH="1">
              <a:off x="2016436" y="3909052"/>
              <a:ext cx="1477328" cy="772861"/>
            </a:xfrm>
            <a:prstGeom prst="rect">
              <a:avLst/>
            </a:prstGeom>
            <a:noFill/>
          </p:spPr>
          <p:txBody>
            <a:bodyPr wrap="none" rtlCol="0">
              <a:spAutoFit/>
            </a:bodyPr>
            <a:lstStyle/>
            <a:p>
              <a:pPr>
                <a:lnSpc>
                  <a:spcPts val="1875"/>
                </a:lnSpc>
                <a:defRPr/>
              </a:pPr>
              <a:r>
                <a:rPr lang="zh-CN" altLang="en-US" sz="1200" kern="0" dirty="0">
                  <a:solidFill>
                    <a:prstClr val="white"/>
                  </a:solidFill>
                  <a:latin typeface="微软雅黑" panose="020B0503020204020204" pitchFamily="34" charset="-122"/>
                  <a:ea typeface="微软雅黑" panose="020B0503020204020204" pitchFamily="34" charset="-122"/>
                </a:rPr>
                <a:t>点击添加文本</a:t>
              </a:r>
              <a:endParaRPr lang="en-US" altLang="zh-CN" sz="1200" kern="0" dirty="0">
                <a:solidFill>
                  <a:prstClr val="white"/>
                </a:solidFill>
                <a:latin typeface="微软雅黑" panose="020B0503020204020204" pitchFamily="34" charset="-122"/>
                <a:ea typeface="微软雅黑" panose="020B0503020204020204" pitchFamily="34" charset="-122"/>
              </a:endParaRPr>
            </a:p>
            <a:p>
              <a:pPr>
                <a:lnSpc>
                  <a:spcPts val="1875"/>
                </a:lnSpc>
                <a:defRPr/>
              </a:pPr>
              <a:r>
                <a:rPr lang="zh-CN" altLang="en-US" sz="1200" kern="0" dirty="0">
                  <a:solidFill>
                    <a:prstClr val="white"/>
                  </a:solidFill>
                  <a:latin typeface="微软雅黑" panose="020B0503020204020204" pitchFamily="34" charset="-122"/>
                  <a:ea typeface="微软雅黑" panose="020B0503020204020204" pitchFamily="34" charset="-122"/>
                </a:rPr>
                <a:t>点击添加文本</a:t>
              </a:r>
              <a:endParaRPr lang="en-US" altLang="zh-CN" sz="1200" kern="0" dirty="0">
                <a:solidFill>
                  <a:prstClr val="white"/>
                </a:solidFill>
                <a:latin typeface="微软雅黑" panose="020B0503020204020204" pitchFamily="34" charset="-122"/>
                <a:ea typeface="微软雅黑" panose="020B0503020204020204" pitchFamily="34" charset="-122"/>
              </a:endParaRPr>
            </a:p>
          </p:txBody>
        </p:sp>
        <p:sp>
          <p:nvSpPr>
            <p:cNvPr id="18" name="矩形 17"/>
            <p:cNvSpPr/>
            <p:nvPr/>
          </p:nvSpPr>
          <p:spPr>
            <a:xfrm flipH="1">
              <a:off x="2001352" y="3630510"/>
              <a:ext cx="1443131" cy="410369"/>
            </a:xfrm>
            <a:prstGeom prst="rect">
              <a:avLst/>
            </a:prstGeom>
          </p:spPr>
          <p:txBody>
            <a:bodyPr wrap="none">
              <a:spAutoFit/>
            </a:bodyPr>
            <a:lstStyle/>
            <a:p>
              <a:pPr>
                <a:defRPr/>
              </a:pPr>
              <a:r>
                <a:rPr lang="zh-CN" altLang="en-US" sz="1400" kern="0" dirty="0">
                  <a:solidFill>
                    <a:prstClr val="white"/>
                  </a:solidFill>
                  <a:latin typeface="方正正大黑简体" pitchFamily="2" charset="-122"/>
                  <a:ea typeface="方正正大黑简体" pitchFamily="2" charset="-122"/>
                </a:rPr>
                <a:t>添加小标题</a:t>
              </a:r>
              <a:endParaRPr lang="en-US" altLang="zh-CN" sz="1400" kern="0" dirty="0">
                <a:solidFill>
                  <a:prstClr val="white"/>
                </a:solidFill>
                <a:latin typeface="方正正大黑简体" pitchFamily="2" charset="-122"/>
                <a:ea typeface="方正正大黑简体" pitchFamily="2" charset="-122"/>
              </a:endParaRPr>
            </a:p>
          </p:txBody>
        </p:sp>
      </p:grpSp>
      <p:sp>
        <p:nvSpPr>
          <p:cNvPr id="19" name="椭圆 18"/>
          <p:cNvSpPr/>
          <p:nvPr/>
        </p:nvSpPr>
        <p:spPr>
          <a:xfrm>
            <a:off x="778191" y="2052078"/>
            <a:ext cx="798761" cy="798761"/>
          </a:xfrm>
          <a:prstGeom prst="ellipse">
            <a:avLst/>
          </a:prstGeom>
          <a:gradFill>
            <a:gsLst>
              <a:gs pos="15000">
                <a:srgbClr val="00B0F0"/>
              </a:gs>
              <a:gs pos="31000">
                <a:srgbClr val="0070C0"/>
              </a:gs>
              <a:gs pos="63000">
                <a:srgbClr val="FFFB6C">
                  <a:alpha val="0"/>
                </a:srgbClr>
              </a:gs>
            </a:gsLst>
            <a:path path="shape">
              <a:fillToRect l="50000" t="50000" r="50000" b="50000"/>
            </a:path>
          </a:gradFill>
          <a:ln w="25400" cap="flat" cmpd="sng" algn="ctr">
            <a:noFill/>
            <a:prstDash val="solid"/>
          </a:ln>
          <a:effectLst>
            <a:glow rad="127000">
              <a:srgbClr val="5D552C">
                <a:alpha val="4000"/>
              </a:srgbClr>
            </a:glow>
            <a:softEdge rad="0"/>
          </a:effectLst>
        </p:spPr>
        <p:txBody>
          <a:bodyPr lIns="68580" tIns="34290" rIns="68580" bIns="34290" rtlCol="0" anchor="ctr"/>
          <a:lstStyle/>
          <a:p>
            <a:pPr algn="ctr">
              <a:defRPr/>
            </a:pPr>
            <a:endParaRPr lang="zh-CN" altLang="en-US" sz="1200" kern="0" dirty="0">
              <a:solidFill>
                <a:prstClr val="white"/>
              </a:solidFill>
              <a:ea typeface="微软雅黑" pitchFamily="34" charset="-122"/>
            </a:endParaRPr>
          </a:p>
        </p:txBody>
      </p:sp>
      <p:grpSp>
        <p:nvGrpSpPr>
          <p:cNvPr id="20" name="组合 19"/>
          <p:cNvGrpSpPr/>
          <p:nvPr/>
        </p:nvGrpSpPr>
        <p:grpSpPr>
          <a:xfrm>
            <a:off x="953767" y="2228140"/>
            <a:ext cx="452048" cy="452048"/>
            <a:chOff x="1271690" y="2970854"/>
            <a:chExt cx="602730" cy="602730"/>
          </a:xfrm>
          <a:effectLst>
            <a:outerShdw blurRad="63500" sx="102000" sy="102000" algn="ctr" rotWithShape="0">
              <a:prstClr val="black">
                <a:alpha val="40000"/>
              </a:prstClr>
            </a:outerShdw>
          </a:effectLst>
        </p:grpSpPr>
        <p:sp>
          <p:nvSpPr>
            <p:cNvPr id="21" name="椭圆 20"/>
            <p:cNvSpPr/>
            <p:nvPr/>
          </p:nvSpPr>
          <p:spPr>
            <a:xfrm>
              <a:off x="1271690" y="2970854"/>
              <a:ext cx="602730" cy="602730"/>
            </a:xfrm>
            <a:prstGeom prst="ellipse">
              <a:avLst/>
            </a:prstGeom>
            <a:solidFill>
              <a:srgbClr val="054487"/>
            </a:solidFill>
            <a:ln w="25400" cap="flat" cmpd="sng" algn="ctr">
              <a:noFill/>
              <a:prstDash val="solid"/>
            </a:ln>
            <a:effectLst/>
          </p:spPr>
          <p:txBody>
            <a:bodyPr rtlCol="0" anchor="ctr"/>
            <a:lstStyle/>
            <a:p>
              <a:pPr algn="ctr">
                <a:defRPr/>
              </a:pPr>
              <a:endParaRPr lang="zh-CN" altLang="en-US" sz="1200" kern="0" dirty="0">
                <a:solidFill>
                  <a:prstClr val="white"/>
                </a:solidFill>
                <a:ea typeface="微软雅黑" pitchFamily="34" charset="-122"/>
              </a:endParaRPr>
            </a:p>
          </p:txBody>
        </p:sp>
        <p:sp>
          <p:nvSpPr>
            <p:cNvPr id="22" name="文本框 46"/>
            <p:cNvSpPr txBox="1"/>
            <p:nvPr/>
          </p:nvSpPr>
          <p:spPr>
            <a:xfrm>
              <a:off x="1305586" y="3041386"/>
              <a:ext cx="534937" cy="369332"/>
            </a:xfrm>
            <a:prstGeom prst="rect">
              <a:avLst/>
            </a:prstGeom>
            <a:noFill/>
          </p:spPr>
          <p:txBody>
            <a:bodyPr wrap="square" rtlCol="0">
              <a:spAutoFit/>
            </a:bodyPr>
            <a:lstStyle/>
            <a:p>
              <a:pPr>
                <a:defRPr/>
              </a:pPr>
              <a:r>
                <a:rPr lang="en-US" altLang="zh-CN" sz="1200" kern="0" dirty="0">
                  <a:solidFill>
                    <a:prstClr val="white"/>
                  </a:solidFill>
                  <a:latin typeface="微软雅黑" pitchFamily="34" charset="-122"/>
                  <a:ea typeface="微软雅黑" pitchFamily="34" charset="-122"/>
                  <a:cs typeface="Arial" panose="020B0604020202020204" pitchFamily="34" charset="0"/>
                </a:rPr>
                <a:t>01</a:t>
              </a:r>
              <a:endParaRPr lang="zh-CN" altLang="en-US" sz="1200" kern="0" dirty="0">
                <a:solidFill>
                  <a:prstClr val="white"/>
                </a:solidFill>
                <a:latin typeface="微软雅黑" pitchFamily="34" charset="-122"/>
                <a:ea typeface="微软雅黑" pitchFamily="34" charset="-122"/>
                <a:cs typeface="Arial" panose="020B0604020202020204" pitchFamily="34" charset="0"/>
              </a:endParaRPr>
            </a:p>
          </p:txBody>
        </p:sp>
      </p:grpSp>
      <p:sp>
        <p:nvSpPr>
          <p:cNvPr id="23" name="任意多边形 22"/>
          <p:cNvSpPr/>
          <p:nvPr/>
        </p:nvSpPr>
        <p:spPr>
          <a:xfrm>
            <a:off x="3470075" y="1405856"/>
            <a:ext cx="754338" cy="3779329"/>
          </a:xfrm>
          <a:custGeom>
            <a:avLst/>
            <a:gdLst>
              <a:gd name="connsiteX0" fmla="*/ 647700 w 647700"/>
              <a:gd name="connsiteY0" fmla="*/ 0 h 3924300"/>
              <a:gd name="connsiteX1" fmla="*/ 0 w 647700"/>
              <a:gd name="connsiteY1" fmla="*/ 533400 h 3924300"/>
              <a:gd name="connsiteX2" fmla="*/ 0 w 647700"/>
              <a:gd name="connsiteY2" fmla="*/ 3924300 h 3924300"/>
            </a:gdLst>
            <a:ahLst/>
            <a:cxnLst>
              <a:cxn ang="0">
                <a:pos x="connsiteX0" y="connsiteY0"/>
              </a:cxn>
              <a:cxn ang="0">
                <a:pos x="connsiteX1" y="connsiteY1"/>
              </a:cxn>
              <a:cxn ang="0">
                <a:pos x="connsiteX2" y="connsiteY2"/>
              </a:cxn>
            </a:cxnLst>
            <a:rect l="l" t="t" r="r" b="b"/>
            <a:pathLst>
              <a:path w="647700" h="3924300">
                <a:moveTo>
                  <a:pt x="647700" y="0"/>
                </a:moveTo>
                <a:lnTo>
                  <a:pt x="0" y="533400"/>
                </a:lnTo>
                <a:lnTo>
                  <a:pt x="0" y="3924300"/>
                </a:lnTo>
              </a:path>
            </a:pathLst>
          </a:custGeom>
          <a:noFill/>
          <a:ln w="76200" cap="flat" cmpd="sng" algn="ctr">
            <a:solidFill>
              <a:srgbClr val="054487"/>
            </a:solidFill>
            <a:prstDash val="solid"/>
          </a:ln>
          <a:effectLst/>
        </p:spPr>
        <p:txBody>
          <a:bodyPr lIns="68580" tIns="34290" rIns="68580" bIns="34290" rtlCol="0" anchor="ctr"/>
          <a:lstStyle/>
          <a:p>
            <a:pPr algn="ctr">
              <a:defRPr/>
            </a:pPr>
            <a:endParaRPr lang="zh-CN" altLang="en-US" sz="1200" kern="0" dirty="0">
              <a:solidFill>
                <a:prstClr val="white"/>
              </a:solidFill>
              <a:ea typeface="微软雅黑" pitchFamily="34" charset="-122"/>
            </a:endParaRPr>
          </a:p>
        </p:txBody>
      </p:sp>
      <p:sp>
        <p:nvSpPr>
          <p:cNvPr id="24" name="任意多边形 23"/>
          <p:cNvSpPr/>
          <p:nvPr/>
        </p:nvSpPr>
        <p:spPr>
          <a:xfrm flipH="1">
            <a:off x="4658061" y="2234149"/>
            <a:ext cx="82070" cy="2940279"/>
          </a:xfrm>
          <a:custGeom>
            <a:avLst/>
            <a:gdLst>
              <a:gd name="connsiteX0" fmla="*/ 0 w 0"/>
              <a:gd name="connsiteY0" fmla="*/ 0 h 3200400"/>
              <a:gd name="connsiteX1" fmla="*/ 0 w 0"/>
              <a:gd name="connsiteY1" fmla="*/ 3200400 h 3200400"/>
            </a:gdLst>
            <a:ahLst/>
            <a:cxnLst>
              <a:cxn ang="0">
                <a:pos x="connsiteX0" y="connsiteY0"/>
              </a:cxn>
              <a:cxn ang="0">
                <a:pos x="connsiteX1" y="connsiteY1"/>
              </a:cxn>
            </a:cxnLst>
            <a:rect l="l" t="t" r="r" b="b"/>
            <a:pathLst>
              <a:path h="3200400">
                <a:moveTo>
                  <a:pt x="0" y="0"/>
                </a:moveTo>
                <a:lnTo>
                  <a:pt x="0" y="3200400"/>
                </a:lnTo>
              </a:path>
            </a:pathLst>
          </a:custGeom>
          <a:noFill/>
          <a:ln w="76200" cap="flat" cmpd="sng" algn="ctr">
            <a:solidFill>
              <a:schemeClr val="bg1">
                <a:lumMod val="65000"/>
              </a:schemeClr>
            </a:solidFill>
            <a:prstDash val="solid"/>
          </a:ln>
          <a:effectLst/>
        </p:spPr>
        <p:txBody>
          <a:bodyPr lIns="68580" tIns="34290" rIns="68580" bIns="34290" rtlCol="0" anchor="ctr"/>
          <a:lstStyle/>
          <a:p>
            <a:pPr algn="ctr">
              <a:defRPr/>
            </a:pPr>
            <a:endParaRPr lang="zh-CN" altLang="en-US" sz="1200" kern="0" dirty="0">
              <a:solidFill>
                <a:prstClr val="white"/>
              </a:solidFill>
              <a:ea typeface="微软雅黑" pitchFamily="34" charset="-122"/>
            </a:endParaRPr>
          </a:p>
        </p:txBody>
      </p:sp>
      <p:sp>
        <p:nvSpPr>
          <p:cNvPr id="25" name="任意多边形 24"/>
          <p:cNvSpPr/>
          <p:nvPr/>
        </p:nvSpPr>
        <p:spPr>
          <a:xfrm>
            <a:off x="6176817" y="1435439"/>
            <a:ext cx="709965" cy="3738990"/>
          </a:xfrm>
          <a:custGeom>
            <a:avLst/>
            <a:gdLst>
              <a:gd name="connsiteX0" fmla="*/ 609600 w 609600"/>
              <a:gd name="connsiteY0" fmla="*/ 0 h 3860800"/>
              <a:gd name="connsiteX1" fmla="*/ 0 w 609600"/>
              <a:gd name="connsiteY1" fmla="*/ 546100 h 3860800"/>
              <a:gd name="connsiteX2" fmla="*/ 0 w 609600"/>
              <a:gd name="connsiteY2" fmla="*/ 3860800 h 3860800"/>
            </a:gdLst>
            <a:ahLst/>
            <a:cxnLst>
              <a:cxn ang="0">
                <a:pos x="connsiteX0" y="connsiteY0"/>
              </a:cxn>
              <a:cxn ang="0">
                <a:pos x="connsiteX1" y="connsiteY1"/>
              </a:cxn>
              <a:cxn ang="0">
                <a:pos x="connsiteX2" y="connsiteY2"/>
              </a:cxn>
            </a:cxnLst>
            <a:rect l="l" t="t" r="r" b="b"/>
            <a:pathLst>
              <a:path w="609600" h="3860800">
                <a:moveTo>
                  <a:pt x="609600" y="0"/>
                </a:moveTo>
                <a:lnTo>
                  <a:pt x="0" y="546100"/>
                </a:lnTo>
                <a:lnTo>
                  <a:pt x="0" y="3860800"/>
                </a:lnTo>
              </a:path>
            </a:pathLst>
          </a:custGeom>
          <a:noFill/>
          <a:ln w="76200" cap="flat" cmpd="sng" algn="ctr">
            <a:solidFill>
              <a:srgbClr val="054487"/>
            </a:solidFill>
            <a:prstDash val="solid"/>
          </a:ln>
          <a:effectLst/>
        </p:spPr>
        <p:txBody>
          <a:bodyPr lIns="68580" tIns="34290" rIns="68580" bIns="34290" rtlCol="0" anchor="ctr"/>
          <a:lstStyle/>
          <a:p>
            <a:pPr algn="ctr">
              <a:defRPr/>
            </a:pPr>
            <a:endParaRPr lang="zh-CN" altLang="en-US" sz="1200" kern="0" dirty="0">
              <a:solidFill>
                <a:prstClr val="white"/>
              </a:solidFill>
              <a:ea typeface="微软雅黑" pitchFamily="34" charset="-122"/>
            </a:endParaRPr>
          </a:p>
        </p:txBody>
      </p:sp>
      <p:sp>
        <p:nvSpPr>
          <p:cNvPr id="26" name="任意多边形 25"/>
          <p:cNvSpPr/>
          <p:nvPr/>
        </p:nvSpPr>
        <p:spPr>
          <a:xfrm>
            <a:off x="6502218" y="2352476"/>
            <a:ext cx="1242439" cy="2832710"/>
          </a:xfrm>
          <a:custGeom>
            <a:avLst/>
            <a:gdLst>
              <a:gd name="connsiteX0" fmla="*/ 1066800 w 1066800"/>
              <a:gd name="connsiteY0" fmla="*/ 0 h 3098800"/>
              <a:gd name="connsiteX1" fmla="*/ 723900 w 1066800"/>
              <a:gd name="connsiteY1" fmla="*/ 850900 h 3098800"/>
              <a:gd name="connsiteX2" fmla="*/ 0 w 1066800"/>
              <a:gd name="connsiteY2" fmla="*/ 1282700 h 3098800"/>
              <a:gd name="connsiteX3" fmla="*/ 0 w 1066800"/>
              <a:gd name="connsiteY3" fmla="*/ 3098800 h 3098800"/>
            </a:gdLst>
            <a:ahLst/>
            <a:cxnLst>
              <a:cxn ang="0">
                <a:pos x="connsiteX0" y="connsiteY0"/>
              </a:cxn>
              <a:cxn ang="0">
                <a:pos x="connsiteX1" y="connsiteY1"/>
              </a:cxn>
              <a:cxn ang="0">
                <a:pos x="connsiteX2" y="connsiteY2"/>
              </a:cxn>
              <a:cxn ang="0">
                <a:pos x="connsiteX3" y="connsiteY3"/>
              </a:cxn>
            </a:cxnLst>
            <a:rect l="l" t="t" r="r" b="b"/>
            <a:pathLst>
              <a:path w="1066800" h="3098800">
                <a:moveTo>
                  <a:pt x="1066800" y="0"/>
                </a:moveTo>
                <a:lnTo>
                  <a:pt x="723900" y="850900"/>
                </a:lnTo>
                <a:lnTo>
                  <a:pt x="0" y="1282700"/>
                </a:lnTo>
                <a:lnTo>
                  <a:pt x="0" y="3098800"/>
                </a:lnTo>
              </a:path>
            </a:pathLst>
          </a:custGeom>
          <a:noFill/>
          <a:ln w="76200" cap="flat" cmpd="sng" algn="ctr">
            <a:solidFill>
              <a:schemeClr val="bg1">
                <a:lumMod val="65000"/>
              </a:schemeClr>
            </a:solidFill>
            <a:prstDash val="solid"/>
          </a:ln>
          <a:effectLst/>
        </p:spPr>
        <p:txBody>
          <a:bodyPr lIns="68580" tIns="34290" rIns="68580" bIns="34290" rtlCol="0" anchor="ctr"/>
          <a:lstStyle/>
          <a:p>
            <a:pPr algn="ctr">
              <a:defRPr/>
            </a:pPr>
            <a:endParaRPr lang="zh-CN" altLang="en-US" sz="1200" kern="0" dirty="0">
              <a:solidFill>
                <a:prstClr val="white"/>
              </a:solidFill>
              <a:ea typeface="微软雅黑" pitchFamily="34" charset="-122"/>
            </a:endParaRPr>
          </a:p>
        </p:txBody>
      </p:sp>
      <p:grpSp>
        <p:nvGrpSpPr>
          <p:cNvPr id="27" name="组合 26"/>
          <p:cNvGrpSpPr/>
          <p:nvPr/>
        </p:nvGrpSpPr>
        <p:grpSpPr>
          <a:xfrm>
            <a:off x="4163401" y="1059657"/>
            <a:ext cx="452048" cy="452048"/>
            <a:chOff x="5551202" y="1412875"/>
            <a:chExt cx="602730" cy="602730"/>
          </a:xfrm>
          <a:effectLst>
            <a:outerShdw blurRad="63500" sx="102000" sy="102000" algn="ctr" rotWithShape="0">
              <a:prstClr val="black">
                <a:alpha val="40000"/>
              </a:prstClr>
            </a:outerShdw>
          </a:effectLst>
        </p:grpSpPr>
        <p:sp>
          <p:nvSpPr>
            <p:cNvPr id="28" name="椭圆 27"/>
            <p:cNvSpPr/>
            <p:nvPr/>
          </p:nvSpPr>
          <p:spPr>
            <a:xfrm>
              <a:off x="5551202" y="1412875"/>
              <a:ext cx="602730" cy="602730"/>
            </a:xfrm>
            <a:prstGeom prst="ellipse">
              <a:avLst/>
            </a:prstGeom>
            <a:solidFill>
              <a:schemeClr val="bg1">
                <a:lumMod val="65000"/>
              </a:schemeClr>
            </a:solidFill>
            <a:ln w="25400" cap="flat" cmpd="sng" algn="ctr">
              <a:noFill/>
              <a:prstDash val="solid"/>
            </a:ln>
            <a:effectLst/>
          </p:spPr>
          <p:txBody>
            <a:bodyPr rtlCol="0" anchor="ctr"/>
            <a:lstStyle/>
            <a:p>
              <a:pPr algn="ctr">
                <a:defRPr/>
              </a:pPr>
              <a:endParaRPr lang="zh-CN" altLang="en-US" sz="1200" kern="0" dirty="0">
                <a:solidFill>
                  <a:prstClr val="white"/>
                </a:solidFill>
                <a:ea typeface="微软雅黑" pitchFamily="34" charset="-122"/>
              </a:endParaRPr>
            </a:p>
          </p:txBody>
        </p:sp>
        <p:sp>
          <p:nvSpPr>
            <p:cNvPr id="29" name="文本框 258"/>
            <p:cNvSpPr txBox="1"/>
            <p:nvPr/>
          </p:nvSpPr>
          <p:spPr>
            <a:xfrm>
              <a:off x="5585099" y="1483408"/>
              <a:ext cx="534937" cy="369332"/>
            </a:xfrm>
            <a:prstGeom prst="rect">
              <a:avLst/>
            </a:prstGeom>
            <a:noFill/>
          </p:spPr>
          <p:txBody>
            <a:bodyPr wrap="square" rtlCol="0">
              <a:spAutoFit/>
            </a:bodyPr>
            <a:lstStyle/>
            <a:p>
              <a:pPr>
                <a:defRPr/>
              </a:pPr>
              <a:r>
                <a:rPr lang="en-US" altLang="zh-CN" sz="1200" kern="0" dirty="0">
                  <a:solidFill>
                    <a:prstClr val="white"/>
                  </a:solidFill>
                  <a:latin typeface="微软雅黑" pitchFamily="34" charset="-122"/>
                  <a:ea typeface="微软雅黑" pitchFamily="34" charset="-122"/>
                  <a:cs typeface="Arial" panose="020B0604020202020204" pitchFamily="34" charset="0"/>
                </a:rPr>
                <a:t>02</a:t>
              </a:r>
              <a:endParaRPr lang="zh-CN" altLang="en-US" sz="1200" kern="0" dirty="0">
                <a:solidFill>
                  <a:prstClr val="white"/>
                </a:solidFill>
                <a:latin typeface="微软雅黑" pitchFamily="34" charset="-122"/>
                <a:ea typeface="微软雅黑" pitchFamily="34" charset="-122"/>
                <a:cs typeface="Arial" panose="020B0604020202020204" pitchFamily="34" charset="0"/>
              </a:endParaRPr>
            </a:p>
          </p:txBody>
        </p:sp>
      </p:grpSp>
      <p:grpSp>
        <p:nvGrpSpPr>
          <p:cNvPr id="30" name="组合 29"/>
          <p:cNvGrpSpPr/>
          <p:nvPr/>
        </p:nvGrpSpPr>
        <p:grpSpPr>
          <a:xfrm>
            <a:off x="4531210" y="1917535"/>
            <a:ext cx="452048" cy="452049"/>
            <a:chOff x="5945627" y="2556708"/>
            <a:chExt cx="602730" cy="602730"/>
          </a:xfrm>
          <a:effectLst>
            <a:outerShdw blurRad="63500" sx="102000" sy="102000" algn="ctr" rotWithShape="0">
              <a:prstClr val="black">
                <a:alpha val="40000"/>
              </a:prstClr>
            </a:outerShdw>
          </a:effectLst>
        </p:grpSpPr>
        <p:sp>
          <p:nvSpPr>
            <p:cNvPr id="31" name="椭圆 30"/>
            <p:cNvSpPr/>
            <p:nvPr/>
          </p:nvSpPr>
          <p:spPr>
            <a:xfrm>
              <a:off x="5945627" y="2556708"/>
              <a:ext cx="602730" cy="602730"/>
            </a:xfrm>
            <a:prstGeom prst="ellipse">
              <a:avLst/>
            </a:prstGeom>
            <a:solidFill>
              <a:srgbClr val="054487"/>
            </a:solidFill>
            <a:ln w="25400" cap="flat" cmpd="sng" algn="ctr">
              <a:noFill/>
              <a:prstDash val="solid"/>
            </a:ln>
            <a:effectLst/>
          </p:spPr>
          <p:txBody>
            <a:bodyPr rtlCol="0" anchor="ctr"/>
            <a:lstStyle/>
            <a:p>
              <a:pPr algn="ctr">
                <a:defRPr/>
              </a:pPr>
              <a:endParaRPr lang="zh-CN" altLang="en-US" sz="1200" kern="0" dirty="0">
                <a:solidFill>
                  <a:prstClr val="white"/>
                </a:solidFill>
                <a:ea typeface="微软雅黑" pitchFamily="34" charset="-122"/>
              </a:endParaRPr>
            </a:p>
          </p:txBody>
        </p:sp>
        <p:sp>
          <p:nvSpPr>
            <p:cNvPr id="32" name="文本框 259"/>
            <p:cNvSpPr txBox="1"/>
            <p:nvPr/>
          </p:nvSpPr>
          <p:spPr>
            <a:xfrm>
              <a:off x="5992487" y="2650934"/>
              <a:ext cx="534937" cy="369331"/>
            </a:xfrm>
            <a:prstGeom prst="rect">
              <a:avLst/>
            </a:prstGeom>
            <a:noFill/>
          </p:spPr>
          <p:txBody>
            <a:bodyPr wrap="square" rtlCol="0">
              <a:spAutoFit/>
            </a:bodyPr>
            <a:lstStyle/>
            <a:p>
              <a:pPr>
                <a:defRPr/>
              </a:pPr>
              <a:r>
                <a:rPr lang="en-US" altLang="zh-CN" sz="1200" kern="0" dirty="0">
                  <a:solidFill>
                    <a:prstClr val="white"/>
                  </a:solidFill>
                  <a:latin typeface="微软雅黑" pitchFamily="34" charset="-122"/>
                  <a:ea typeface="微软雅黑" pitchFamily="34" charset="-122"/>
                  <a:cs typeface="Arial" panose="020B0604020202020204" pitchFamily="34" charset="0"/>
                </a:rPr>
                <a:t>03</a:t>
              </a:r>
              <a:endParaRPr lang="zh-CN" altLang="en-US" sz="1200" kern="0" dirty="0">
                <a:solidFill>
                  <a:prstClr val="white"/>
                </a:solidFill>
                <a:latin typeface="微软雅黑" pitchFamily="34" charset="-122"/>
                <a:ea typeface="微软雅黑" pitchFamily="34" charset="-122"/>
                <a:cs typeface="Arial" panose="020B0604020202020204" pitchFamily="34" charset="0"/>
              </a:endParaRPr>
            </a:p>
          </p:txBody>
        </p:sp>
      </p:grpSp>
      <p:grpSp>
        <p:nvGrpSpPr>
          <p:cNvPr id="33" name="组合 32"/>
          <p:cNvGrpSpPr/>
          <p:nvPr/>
        </p:nvGrpSpPr>
        <p:grpSpPr>
          <a:xfrm>
            <a:off x="6855353" y="1104030"/>
            <a:ext cx="452048" cy="452048"/>
            <a:chOff x="9140471" y="1472039"/>
            <a:chExt cx="602730" cy="602730"/>
          </a:xfrm>
          <a:effectLst>
            <a:outerShdw blurRad="63500" sx="102000" sy="102000" algn="ctr" rotWithShape="0">
              <a:prstClr val="black">
                <a:alpha val="40000"/>
              </a:prstClr>
            </a:outerShdw>
          </a:effectLst>
        </p:grpSpPr>
        <p:sp>
          <p:nvSpPr>
            <p:cNvPr id="34" name="椭圆 33"/>
            <p:cNvSpPr/>
            <p:nvPr/>
          </p:nvSpPr>
          <p:spPr>
            <a:xfrm>
              <a:off x="9140471" y="1472039"/>
              <a:ext cx="602730" cy="602730"/>
            </a:xfrm>
            <a:prstGeom prst="ellipse">
              <a:avLst/>
            </a:prstGeom>
            <a:solidFill>
              <a:schemeClr val="bg1">
                <a:lumMod val="65000"/>
              </a:schemeClr>
            </a:solidFill>
            <a:ln w="25400" cap="flat" cmpd="sng" algn="ctr">
              <a:noFill/>
              <a:prstDash val="solid"/>
            </a:ln>
            <a:effectLst/>
          </p:spPr>
          <p:txBody>
            <a:bodyPr rtlCol="0" anchor="ctr"/>
            <a:lstStyle/>
            <a:p>
              <a:pPr algn="ctr">
                <a:defRPr/>
              </a:pPr>
              <a:endParaRPr lang="zh-CN" altLang="en-US" sz="1200" kern="0" dirty="0">
                <a:solidFill>
                  <a:prstClr val="white"/>
                </a:solidFill>
                <a:ea typeface="微软雅黑" pitchFamily="34" charset="-122"/>
              </a:endParaRPr>
            </a:p>
          </p:txBody>
        </p:sp>
        <p:sp>
          <p:nvSpPr>
            <p:cNvPr id="35" name="文本框 260"/>
            <p:cNvSpPr txBox="1"/>
            <p:nvPr/>
          </p:nvSpPr>
          <p:spPr>
            <a:xfrm>
              <a:off x="9187819" y="1542571"/>
              <a:ext cx="534937" cy="369332"/>
            </a:xfrm>
            <a:prstGeom prst="rect">
              <a:avLst/>
            </a:prstGeom>
            <a:noFill/>
          </p:spPr>
          <p:txBody>
            <a:bodyPr wrap="square" rtlCol="0">
              <a:spAutoFit/>
            </a:bodyPr>
            <a:lstStyle/>
            <a:p>
              <a:pPr>
                <a:defRPr/>
              </a:pPr>
              <a:r>
                <a:rPr lang="en-US" altLang="zh-CN" sz="1200" kern="0" dirty="0">
                  <a:solidFill>
                    <a:prstClr val="white"/>
                  </a:solidFill>
                  <a:latin typeface="微软雅黑" pitchFamily="34" charset="-122"/>
                  <a:ea typeface="微软雅黑" pitchFamily="34" charset="-122"/>
                  <a:cs typeface="Arial" panose="020B0604020202020204" pitchFamily="34" charset="0"/>
                </a:rPr>
                <a:t>04</a:t>
              </a:r>
              <a:endParaRPr lang="zh-CN" altLang="en-US" sz="1200" kern="0" dirty="0">
                <a:solidFill>
                  <a:prstClr val="white"/>
                </a:solidFill>
                <a:latin typeface="微软雅黑" pitchFamily="34" charset="-122"/>
                <a:ea typeface="微软雅黑" pitchFamily="34" charset="-122"/>
                <a:cs typeface="Arial" panose="020B0604020202020204" pitchFamily="34" charset="0"/>
              </a:endParaRPr>
            </a:p>
          </p:txBody>
        </p:sp>
      </p:grpSp>
      <p:grpSp>
        <p:nvGrpSpPr>
          <p:cNvPr id="36" name="组合 35"/>
          <p:cNvGrpSpPr/>
          <p:nvPr/>
        </p:nvGrpSpPr>
        <p:grpSpPr>
          <a:xfrm>
            <a:off x="7598996" y="1976695"/>
            <a:ext cx="452048" cy="452048"/>
            <a:chOff x="10131995" y="2635593"/>
            <a:chExt cx="602730" cy="602730"/>
          </a:xfrm>
          <a:effectLst>
            <a:outerShdw blurRad="63500" sx="102000" sy="102000" algn="ctr" rotWithShape="0">
              <a:prstClr val="black">
                <a:alpha val="40000"/>
              </a:prstClr>
            </a:outerShdw>
          </a:effectLst>
        </p:grpSpPr>
        <p:sp>
          <p:nvSpPr>
            <p:cNvPr id="37" name="椭圆 36"/>
            <p:cNvSpPr/>
            <p:nvPr/>
          </p:nvSpPr>
          <p:spPr>
            <a:xfrm>
              <a:off x="10131995" y="2635593"/>
              <a:ext cx="602730" cy="602730"/>
            </a:xfrm>
            <a:prstGeom prst="ellipse">
              <a:avLst/>
            </a:prstGeom>
            <a:solidFill>
              <a:srgbClr val="054487"/>
            </a:solidFill>
            <a:ln w="25400" cap="flat" cmpd="sng" algn="ctr">
              <a:noFill/>
              <a:prstDash val="solid"/>
            </a:ln>
            <a:effectLst/>
          </p:spPr>
          <p:txBody>
            <a:bodyPr rtlCol="0" anchor="ctr"/>
            <a:lstStyle/>
            <a:p>
              <a:pPr algn="ctr">
                <a:defRPr/>
              </a:pPr>
              <a:endParaRPr lang="zh-CN" altLang="en-US" sz="1200" kern="0" dirty="0">
                <a:solidFill>
                  <a:prstClr val="white"/>
                </a:solidFill>
                <a:ea typeface="微软雅黑" pitchFamily="34" charset="-122"/>
              </a:endParaRPr>
            </a:p>
          </p:txBody>
        </p:sp>
        <p:sp>
          <p:nvSpPr>
            <p:cNvPr id="38" name="文本框 261"/>
            <p:cNvSpPr txBox="1"/>
            <p:nvPr/>
          </p:nvSpPr>
          <p:spPr>
            <a:xfrm>
              <a:off x="10165892" y="2706126"/>
              <a:ext cx="534937" cy="369332"/>
            </a:xfrm>
            <a:prstGeom prst="rect">
              <a:avLst/>
            </a:prstGeom>
            <a:noFill/>
          </p:spPr>
          <p:txBody>
            <a:bodyPr wrap="square" rtlCol="0">
              <a:spAutoFit/>
            </a:bodyPr>
            <a:lstStyle/>
            <a:p>
              <a:pPr>
                <a:defRPr/>
              </a:pPr>
              <a:r>
                <a:rPr lang="en-US" altLang="zh-CN" sz="1200" kern="0" dirty="0">
                  <a:solidFill>
                    <a:prstClr val="white"/>
                  </a:solidFill>
                  <a:latin typeface="微软雅黑" pitchFamily="34" charset="-122"/>
                  <a:ea typeface="微软雅黑" pitchFamily="34" charset="-122"/>
                  <a:cs typeface="Arial" panose="020B0604020202020204" pitchFamily="34" charset="0"/>
                </a:rPr>
                <a:t>05</a:t>
              </a:r>
              <a:endParaRPr lang="zh-CN" altLang="en-US" sz="1200" kern="0" dirty="0">
                <a:solidFill>
                  <a:prstClr val="white"/>
                </a:solidFill>
                <a:latin typeface="微软雅黑" pitchFamily="34" charset="-122"/>
                <a:ea typeface="微软雅黑" pitchFamily="34" charset="-122"/>
                <a:cs typeface="Arial" panose="020B0604020202020204" pitchFamily="34" charset="0"/>
              </a:endParaRPr>
            </a:p>
          </p:txBody>
        </p:sp>
      </p:grpSp>
      <p:grpSp>
        <p:nvGrpSpPr>
          <p:cNvPr id="39" name="组合 38"/>
          <p:cNvGrpSpPr/>
          <p:nvPr/>
        </p:nvGrpSpPr>
        <p:grpSpPr>
          <a:xfrm>
            <a:off x="2715736" y="1167354"/>
            <a:ext cx="1495733" cy="1495733"/>
            <a:chOff x="3620982" y="1556471"/>
            <a:chExt cx="1994311" cy="1994311"/>
          </a:xfrm>
        </p:grpSpPr>
        <p:sp>
          <p:nvSpPr>
            <p:cNvPr id="40" name="椭圆 39"/>
            <p:cNvSpPr/>
            <p:nvPr/>
          </p:nvSpPr>
          <p:spPr>
            <a:xfrm>
              <a:off x="3620982" y="1556471"/>
              <a:ext cx="1994311" cy="1994311"/>
            </a:xfrm>
            <a:prstGeom prst="ellipse">
              <a:avLst/>
            </a:prstGeom>
            <a:solidFill>
              <a:srgbClr val="054487"/>
            </a:solidFill>
            <a:ln w="25400" cap="flat" cmpd="sng" algn="ctr">
              <a:noFill/>
              <a:prstDash val="solid"/>
            </a:ln>
            <a:effectLst>
              <a:innerShdw blurRad="63500">
                <a:prstClr val="black">
                  <a:alpha val="70000"/>
                </a:prstClr>
              </a:innerShdw>
            </a:effectLst>
          </p:spPr>
          <p:txBody>
            <a:bodyPr rtlCol="0" anchor="ctr"/>
            <a:lstStyle/>
            <a:p>
              <a:pPr algn="ctr">
                <a:defRPr/>
              </a:pPr>
              <a:endParaRPr lang="zh-CN" altLang="en-US" sz="1200" kern="0" dirty="0">
                <a:solidFill>
                  <a:prstClr val="white"/>
                </a:solidFill>
                <a:ea typeface="微软雅黑" pitchFamily="34" charset="-122"/>
              </a:endParaRPr>
            </a:p>
          </p:txBody>
        </p:sp>
        <p:sp>
          <p:nvSpPr>
            <p:cNvPr id="41" name="文本框 264"/>
            <p:cNvSpPr txBox="1"/>
            <p:nvPr/>
          </p:nvSpPr>
          <p:spPr>
            <a:xfrm flipH="1">
              <a:off x="3877809" y="2276871"/>
              <a:ext cx="1477328" cy="772861"/>
            </a:xfrm>
            <a:prstGeom prst="rect">
              <a:avLst/>
            </a:prstGeom>
            <a:noFill/>
          </p:spPr>
          <p:txBody>
            <a:bodyPr wrap="none" rtlCol="0">
              <a:spAutoFit/>
            </a:bodyPr>
            <a:lstStyle/>
            <a:p>
              <a:pPr>
                <a:lnSpc>
                  <a:spcPts val="1875"/>
                </a:lnSpc>
                <a:defRPr/>
              </a:pPr>
              <a:r>
                <a:rPr lang="zh-CN" altLang="en-US" sz="1200" kern="0" dirty="0">
                  <a:solidFill>
                    <a:prstClr val="white"/>
                  </a:solidFill>
                  <a:latin typeface="微软雅黑" panose="020B0503020204020204" pitchFamily="34" charset="-122"/>
                  <a:ea typeface="微软雅黑" panose="020B0503020204020204" pitchFamily="34" charset="-122"/>
                </a:rPr>
                <a:t>点击添加文本</a:t>
              </a:r>
              <a:endParaRPr lang="en-US" altLang="zh-CN" sz="1200" kern="0" dirty="0">
                <a:solidFill>
                  <a:prstClr val="white"/>
                </a:solidFill>
                <a:latin typeface="微软雅黑" panose="020B0503020204020204" pitchFamily="34" charset="-122"/>
                <a:ea typeface="微软雅黑" panose="020B0503020204020204" pitchFamily="34" charset="-122"/>
              </a:endParaRPr>
            </a:p>
            <a:p>
              <a:pPr>
                <a:lnSpc>
                  <a:spcPts val="1875"/>
                </a:lnSpc>
                <a:defRPr/>
              </a:pPr>
              <a:r>
                <a:rPr lang="zh-CN" altLang="en-US" sz="1200" kern="0" dirty="0">
                  <a:solidFill>
                    <a:prstClr val="white"/>
                  </a:solidFill>
                  <a:latin typeface="微软雅黑" panose="020B0503020204020204" pitchFamily="34" charset="-122"/>
                  <a:ea typeface="微软雅黑" panose="020B0503020204020204" pitchFamily="34" charset="-122"/>
                </a:rPr>
                <a:t>点击添加文本</a:t>
              </a:r>
              <a:endParaRPr lang="en-US" altLang="zh-CN" sz="1200" kern="0" dirty="0">
                <a:solidFill>
                  <a:prstClr val="white"/>
                </a:solidFill>
                <a:latin typeface="微软雅黑" panose="020B0503020204020204" pitchFamily="34" charset="-122"/>
                <a:ea typeface="微软雅黑" panose="020B0503020204020204" pitchFamily="34" charset="-122"/>
              </a:endParaRPr>
            </a:p>
          </p:txBody>
        </p:sp>
        <p:sp>
          <p:nvSpPr>
            <p:cNvPr id="42" name="矩形 41"/>
            <p:cNvSpPr/>
            <p:nvPr/>
          </p:nvSpPr>
          <p:spPr>
            <a:xfrm flipH="1">
              <a:off x="3847841" y="2050975"/>
              <a:ext cx="1443131" cy="410369"/>
            </a:xfrm>
            <a:prstGeom prst="rect">
              <a:avLst/>
            </a:prstGeom>
          </p:spPr>
          <p:txBody>
            <a:bodyPr wrap="none">
              <a:spAutoFit/>
            </a:bodyPr>
            <a:lstStyle/>
            <a:p>
              <a:pPr>
                <a:defRPr/>
              </a:pPr>
              <a:r>
                <a:rPr lang="zh-CN" altLang="en-US" sz="1400" kern="0" dirty="0">
                  <a:solidFill>
                    <a:prstClr val="white"/>
                  </a:solidFill>
                  <a:latin typeface="方正正大黑简体" pitchFamily="2" charset="-122"/>
                  <a:ea typeface="方正正大黑简体" pitchFamily="2" charset="-122"/>
                </a:rPr>
                <a:t>添加小标题</a:t>
              </a:r>
              <a:endParaRPr lang="en-US" altLang="zh-CN" sz="1400" kern="0" dirty="0">
                <a:solidFill>
                  <a:prstClr val="white"/>
                </a:solidFill>
                <a:latin typeface="方正正大黑简体" pitchFamily="2" charset="-122"/>
                <a:ea typeface="方正正大黑简体" pitchFamily="2" charset="-122"/>
              </a:endParaRPr>
            </a:p>
          </p:txBody>
        </p:sp>
      </p:grpSp>
      <p:grpSp>
        <p:nvGrpSpPr>
          <p:cNvPr id="43" name="组合 42"/>
          <p:cNvGrpSpPr/>
          <p:nvPr/>
        </p:nvGrpSpPr>
        <p:grpSpPr>
          <a:xfrm>
            <a:off x="4002549" y="2454166"/>
            <a:ext cx="1495733" cy="1495733"/>
            <a:chOff x="5336731" y="3272220"/>
            <a:chExt cx="1994311" cy="1994311"/>
          </a:xfrm>
        </p:grpSpPr>
        <p:sp>
          <p:nvSpPr>
            <p:cNvPr id="44" name="椭圆 43"/>
            <p:cNvSpPr/>
            <p:nvPr/>
          </p:nvSpPr>
          <p:spPr>
            <a:xfrm>
              <a:off x="5336731" y="3272220"/>
              <a:ext cx="1994311" cy="1994311"/>
            </a:xfrm>
            <a:prstGeom prst="ellipse">
              <a:avLst/>
            </a:prstGeom>
            <a:solidFill>
              <a:schemeClr val="bg1">
                <a:lumMod val="65000"/>
              </a:schemeClr>
            </a:solidFill>
            <a:ln w="25400" cap="flat" cmpd="sng" algn="ctr">
              <a:noFill/>
              <a:prstDash val="solid"/>
            </a:ln>
            <a:effectLst>
              <a:innerShdw blurRad="63500">
                <a:prstClr val="black">
                  <a:alpha val="70000"/>
                </a:prstClr>
              </a:innerShdw>
            </a:effectLst>
          </p:spPr>
          <p:txBody>
            <a:bodyPr rtlCol="0" anchor="ctr"/>
            <a:lstStyle/>
            <a:p>
              <a:pPr algn="ctr">
                <a:defRPr/>
              </a:pPr>
              <a:endParaRPr lang="zh-CN" altLang="en-US" sz="1200" kern="0" dirty="0">
                <a:solidFill>
                  <a:prstClr val="white"/>
                </a:solidFill>
                <a:ea typeface="微软雅黑" pitchFamily="34" charset="-122"/>
              </a:endParaRPr>
            </a:p>
          </p:txBody>
        </p:sp>
        <p:sp>
          <p:nvSpPr>
            <p:cNvPr id="45" name="文本框 266"/>
            <p:cNvSpPr txBox="1"/>
            <p:nvPr/>
          </p:nvSpPr>
          <p:spPr>
            <a:xfrm flipH="1">
              <a:off x="5605999" y="3952084"/>
              <a:ext cx="1477328" cy="772861"/>
            </a:xfrm>
            <a:prstGeom prst="rect">
              <a:avLst/>
            </a:prstGeom>
            <a:noFill/>
          </p:spPr>
          <p:txBody>
            <a:bodyPr wrap="none" rtlCol="0">
              <a:spAutoFit/>
            </a:bodyPr>
            <a:lstStyle/>
            <a:p>
              <a:pPr>
                <a:lnSpc>
                  <a:spcPts val="1875"/>
                </a:lnSpc>
                <a:defRPr/>
              </a:pPr>
              <a:r>
                <a:rPr lang="zh-CN" altLang="en-US" sz="1200" kern="0" dirty="0">
                  <a:solidFill>
                    <a:prstClr val="white"/>
                  </a:solidFill>
                  <a:latin typeface="微软雅黑" panose="020B0503020204020204" pitchFamily="34" charset="-122"/>
                  <a:ea typeface="微软雅黑" panose="020B0503020204020204" pitchFamily="34" charset="-122"/>
                </a:rPr>
                <a:t>点击添加文本</a:t>
              </a:r>
              <a:endParaRPr lang="en-US" altLang="zh-CN" sz="1200" kern="0" dirty="0">
                <a:solidFill>
                  <a:prstClr val="white"/>
                </a:solidFill>
                <a:latin typeface="微软雅黑" panose="020B0503020204020204" pitchFamily="34" charset="-122"/>
                <a:ea typeface="微软雅黑" panose="020B0503020204020204" pitchFamily="34" charset="-122"/>
              </a:endParaRPr>
            </a:p>
            <a:p>
              <a:pPr>
                <a:lnSpc>
                  <a:spcPts val="1875"/>
                </a:lnSpc>
                <a:defRPr/>
              </a:pPr>
              <a:r>
                <a:rPr lang="zh-CN" altLang="en-US" sz="1200" kern="0" dirty="0">
                  <a:solidFill>
                    <a:prstClr val="white"/>
                  </a:solidFill>
                  <a:latin typeface="微软雅黑" panose="020B0503020204020204" pitchFamily="34" charset="-122"/>
                  <a:ea typeface="微软雅黑" panose="020B0503020204020204" pitchFamily="34" charset="-122"/>
                </a:rPr>
                <a:t>点击添加文本</a:t>
              </a:r>
              <a:endParaRPr lang="en-US" altLang="zh-CN" sz="1200" kern="0" dirty="0">
                <a:solidFill>
                  <a:prstClr val="white"/>
                </a:solidFill>
                <a:latin typeface="微软雅黑" panose="020B0503020204020204" pitchFamily="34" charset="-122"/>
                <a:ea typeface="微软雅黑" panose="020B0503020204020204" pitchFamily="34" charset="-122"/>
              </a:endParaRPr>
            </a:p>
          </p:txBody>
        </p:sp>
        <p:sp>
          <p:nvSpPr>
            <p:cNvPr id="46" name="矩形 45"/>
            <p:cNvSpPr/>
            <p:nvPr/>
          </p:nvSpPr>
          <p:spPr>
            <a:xfrm flipH="1">
              <a:off x="5593387" y="3700695"/>
              <a:ext cx="1443131" cy="410369"/>
            </a:xfrm>
            <a:prstGeom prst="rect">
              <a:avLst/>
            </a:prstGeom>
          </p:spPr>
          <p:txBody>
            <a:bodyPr wrap="none">
              <a:spAutoFit/>
            </a:bodyPr>
            <a:lstStyle/>
            <a:p>
              <a:pPr>
                <a:defRPr/>
              </a:pPr>
              <a:r>
                <a:rPr lang="zh-CN" altLang="en-US" sz="1400" kern="0" dirty="0">
                  <a:solidFill>
                    <a:prstClr val="white"/>
                  </a:solidFill>
                  <a:latin typeface="方正正大黑简体" pitchFamily="2" charset="-122"/>
                  <a:ea typeface="方正正大黑简体" pitchFamily="2" charset="-122"/>
                </a:rPr>
                <a:t>添加小标题</a:t>
              </a:r>
              <a:endParaRPr lang="en-US" altLang="zh-CN" sz="1400" kern="0" dirty="0">
                <a:solidFill>
                  <a:prstClr val="white"/>
                </a:solidFill>
                <a:latin typeface="方正正大黑简体" pitchFamily="2" charset="-122"/>
                <a:ea typeface="方正正大黑简体" pitchFamily="2" charset="-122"/>
              </a:endParaRPr>
            </a:p>
          </p:txBody>
        </p:sp>
      </p:grpSp>
      <p:grpSp>
        <p:nvGrpSpPr>
          <p:cNvPr id="47" name="组合 46"/>
          <p:cNvGrpSpPr/>
          <p:nvPr/>
        </p:nvGrpSpPr>
        <p:grpSpPr>
          <a:xfrm>
            <a:off x="5452062" y="1167354"/>
            <a:ext cx="1495733" cy="1495733"/>
            <a:chOff x="7269414" y="1556471"/>
            <a:chExt cx="1994311" cy="1994311"/>
          </a:xfrm>
        </p:grpSpPr>
        <p:sp>
          <p:nvSpPr>
            <p:cNvPr id="48" name="椭圆 47"/>
            <p:cNvSpPr/>
            <p:nvPr/>
          </p:nvSpPr>
          <p:spPr>
            <a:xfrm>
              <a:off x="7269414" y="1556471"/>
              <a:ext cx="1994311" cy="1994311"/>
            </a:xfrm>
            <a:prstGeom prst="ellipse">
              <a:avLst/>
            </a:prstGeom>
            <a:solidFill>
              <a:srgbClr val="054487"/>
            </a:solidFill>
            <a:ln w="25400" cap="flat" cmpd="sng" algn="ctr">
              <a:noFill/>
              <a:prstDash val="solid"/>
            </a:ln>
            <a:effectLst>
              <a:innerShdw blurRad="63500">
                <a:prstClr val="black">
                  <a:alpha val="70000"/>
                </a:prstClr>
              </a:innerShdw>
            </a:effectLst>
          </p:spPr>
          <p:txBody>
            <a:bodyPr rtlCol="0" anchor="ctr"/>
            <a:lstStyle/>
            <a:p>
              <a:pPr algn="ctr">
                <a:defRPr/>
              </a:pPr>
              <a:endParaRPr lang="zh-CN" altLang="en-US" sz="1200" kern="0" dirty="0">
                <a:solidFill>
                  <a:prstClr val="white"/>
                </a:solidFill>
                <a:ea typeface="微软雅黑" pitchFamily="34" charset="-122"/>
              </a:endParaRPr>
            </a:p>
          </p:txBody>
        </p:sp>
        <p:sp>
          <p:nvSpPr>
            <p:cNvPr id="49" name="文本框 268"/>
            <p:cNvSpPr txBox="1"/>
            <p:nvPr/>
          </p:nvSpPr>
          <p:spPr>
            <a:xfrm flipH="1">
              <a:off x="7514117" y="2276871"/>
              <a:ext cx="1625062" cy="772861"/>
            </a:xfrm>
            <a:prstGeom prst="rect">
              <a:avLst/>
            </a:prstGeom>
            <a:noFill/>
          </p:spPr>
          <p:txBody>
            <a:bodyPr wrap="none" rtlCol="0">
              <a:spAutoFit/>
            </a:bodyPr>
            <a:lstStyle/>
            <a:p>
              <a:pPr>
                <a:lnSpc>
                  <a:spcPts val="1875"/>
                </a:lnSpc>
                <a:defRPr/>
              </a:pPr>
              <a:r>
                <a:rPr lang="zh-CN" altLang="en-US" sz="1200" kern="0" dirty="0">
                  <a:solidFill>
                    <a:prstClr val="white"/>
                  </a:solidFill>
                  <a:latin typeface="微软雅黑" panose="020B0503020204020204" pitchFamily="34" charset="-122"/>
                  <a:ea typeface="微软雅黑" panose="020B0503020204020204" pitchFamily="34" charset="-122"/>
                </a:rPr>
                <a:t>点击添加文本</a:t>
              </a:r>
              <a:endParaRPr lang="en-US" altLang="zh-CN" sz="1200" kern="0" dirty="0">
                <a:solidFill>
                  <a:prstClr val="white"/>
                </a:solidFill>
                <a:latin typeface="微软雅黑" panose="020B0503020204020204" pitchFamily="34" charset="-122"/>
                <a:ea typeface="微软雅黑" panose="020B0503020204020204" pitchFamily="34" charset="-122"/>
              </a:endParaRPr>
            </a:p>
            <a:p>
              <a:pPr>
                <a:lnSpc>
                  <a:spcPts val="1875"/>
                </a:lnSpc>
                <a:defRPr/>
              </a:pPr>
              <a:r>
                <a:rPr lang="zh-CN" altLang="en-US" sz="1200" kern="0" dirty="0">
                  <a:solidFill>
                    <a:prstClr val="white"/>
                  </a:solidFill>
                  <a:latin typeface="微软雅黑" panose="020B0503020204020204" pitchFamily="34" charset="-122"/>
                  <a:ea typeface="微软雅黑" panose="020B0503020204020204" pitchFamily="34" charset="-122"/>
                </a:rPr>
                <a:t>点击添加文本</a:t>
              </a:r>
              <a:endParaRPr lang="en-US" altLang="zh-CN" sz="1200" kern="0" dirty="0">
                <a:solidFill>
                  <a:prstClr val="white"/>
                </a:solidFill>
                <a:latin typeface="微软雅黑" panose="020B0503020204020204" pitchFamily="34" charset="-122"/>
                <a:ea typeface="微软雅黑" panose="020B0503020204020204" pitchFamily="34" charset="-122"/>
              </a:endParaRPr>
            </a:p>
          </p:txBody>
        </p:sp>
        <p:sp>
          <p:nvSpPr>
            <p:cNvPr id="50" name="矩形 49"/>
            <p:cNvSpPr/>
            <p:nvPr/>
          </p:nvSpPr>
          <p:spPr>
            <a:xfrm flipH="1">
              <a:off x="7479983" y="2019726"/>
              <a:ext cx="1587444" cy="410369"/>
            </a:xfrm>
            <a:prstGeom prst="rect">
              <a:avLst/>
            </a:prstGeom>
          </p:spPr>
          <p:txBody>
            <a:bodyPr wrap="none">
              <a:spAutoFit/>
            </a:bodyPr>
            <a:lstStyle/>
            <a:p>
              <a:pPr>
                <a:defRPr/>
              </a:pPr>
              <a:r>
                <a:rPr lang="zh-CN" altLang="en-US" sz="1400" kern="0" dirty="0">
                  <a:solidFill>
                    <a:prstClr val="white"/>
                  </a:solidFill>
                  <a:latin typeface="方正正大黑简体" pitchFamily="2" charset="-122"/>
                  <a:ea typeface="方正正大黑简体" pitchFamily="2" charset="-122"/>
                </a:rPr>
                <a:t>添加小标题</a:t>
              </a:r>
              <a:endParaRPr lang="en-US" altLang="zh-CN" sz="1400" kern="0" dirty="0">
                <a:solidFill>
                  <a:prstClr val="white"/>
                </a:solidFill>
                <a:latin typeface="方正正大黑简体" pitchFamily="2" charset="-122"/>
                <a:ea typeface="方正正大黑简体" pitchFamily="2" charset="-122"/>
              </a:endParaRPr>
            </a:p>
          </p:txBody>
        </p:sp>
      </p:grpSp>
      <p:grpSp>
        <p:nvGrpSpPr>
          <p:cNvPr id="51" name="组合 50"/>
          <p:cNvGrpSpPr/>
          <p:nvPr/>
        </p:nvGrpSpPr>
        <p:grpSpPr>
          <a:xfrm>
            <a:off x="6694501" y="2439375"/>
            <a:ext cx="1495733" cy="1495733"/>
            <a:chOff x="8926000" y="3252499"/>
            <a:chExt cx="1994311" cy="1994311"/>
          </a:xfrm>
        </p:grpSpPr>
        <p:sp>
          <p:nvSpPr>
            <p:cNvPr id="52" name="椭圆 51"/>
            <p:cNvSpPr/>
            <p:nvPr/>
          </p:nvSpPr>
          <p:spPr>
            <a:xfrm>
              <a:off x="8926000" y="3252499"/>
              <a:ext cx="1994311" cy="1994311"/>
            </a:xfrm>
            <a:prstGeom prst="ellipse">
              <a:avLst/>
            </a:prstGeom>
            <a:solidFill>
              <a:schemeClr val="bg1">
                <a:lumMod val="65000"/>
              </a:schemeClr>
            </a:solidFill>
            <a:ln w="25400" cap="flat" cmpd="sng" algn="ctr">
              <a:noFill/>
              <a:prstDash val="solid"/>
            </a:ln>
            <a:effectLst>
              <a:innerShdw blurRad="63500">
                <a:prstClr val="black">
                  <a:alpha val="70000"/>
                </a:prstClr>
              </a:innerShdw>
            </a:effectLst>
          </p:spPr>
          <p:txBody>
            <a:bodyPr rtlCol="0" anchor="ctr"/>
            <a:lstStyle/>
            <a:p>
              <a:pPr algn="ctr">
                <a:defRPr/>
              </a:pPr>
              <a:endParaRPr lang="zh-CN" altLang="en-US" sz="1200" kern="0" dirty="0">
                <a:solidFill>
                  <a:prstClr val="white"/>
                </a:solidFill>
                <a:ea typeface="微软雅黑" pitchFamily="34" charset="-122"/>
              </a:endParaRPr>
            </a:p>
          </p:txBody>
        </p:sp>
        <p:sp>
          <p:nvSpPr>
            <p:cNvPr id="53" name="文本框 270"/>
            <p:cNvSpPr txBox="1"/>
            <p:nvPr/>
          </p:nvSpPr>
          <p:spPr>
            <a:xfrm flipH="1">
              <a:off x="9187081" y="4014631"/>
              <a:ext cx="1477328" cy="772861"/>
            </a:xfrm>
            <a:prstGeom prst="rect">
              <a:avLst/>
            </a:prstGeom>
            <a:noFill/>
          </p:spPr>
          <p:txBody>
            <a:bodyPr wrap="none" rtlCol="0">
              <a:spAutoFit/>
            </a:bodyPr>
            <a:lstStyle/>
            <a:p>
              <a:pPr>
                <a:lnSpc>
                  <a:spcPts val="1875"/>
                </a:lnSpc>
                <a:defRPr/>
              </a:pPr>
              <a:r>
                <a:rPr lang="zh-CN" altLang="en-US" sz="1200" kern="0" dirty="0">
                  <a:solidFill>
                    <a:prstClr val="white"/>
                  </a:solidFill>
                  <a:latin typeface="微软雅黑" panose="020B0503020204020204" pitchFamily="34" charset="-122"/>
                  <a:ea typeface="微软雅黑" panose="020B0503020204020204" pitchFamily="34" charset="-122"/>
                </a:rPr>
                <a:t>点击添加文本</a:t>
              </a:r>
              <a:endParaRPr lang="en-US" altLang="zh-CN" sz="1200" kern="0" dirty="0">
                <a:solidFill>
                  <a:prstClr val="white"/>
                </a:solidFill>
                <a:latin typeface="微软雅黑" panose="020B0503020204020204" pitchFamily="34" charset="-122"/>
                <a:ea typeface="微软雅黑" panose="020B0503020204020204" pitchFamily="34" charset="-122"/>
              </a:endParaRPr>
            </a:p>
            <a:p>
              <a:pPr>
                <a:lnSpc>
                  <a:spcPts val="1875"/>
                </a:lnSpc>
                <a:defRPr/>
              </a:pPr>
              <a:r>
                <a:rPr lang="zh-CN" altLang="en-US" sz="1200" kern="0" dirty="0">
                  <a:solidFill>
                    <a:prstClr val="white"/>
                  </a:solidFill>
                  <a:latin typeface="微软雅黑" panose="020B0503020204020204" pitchFamily="34" charset="-122"/>
                  <a:ea typeface="微软雅黑" panose="020B0503020204020204" pitchFamily="34" charset="-122"/>
                </a:rPr>
                <a:t>点击添加文本</a:t>
              </a:r>
              <a:endParaRPr lang="en-US" altLang="zh-CN" sz="1200" kern="0" dirty="0">
                <a:solidFill>
                  <a:prstClr val="white"/>
                </a:solidFill>
                <a:latin typeface="微软雅黑" panose="020B0503020204020204" pitchFamily="34" charset="-122"/>
                <a:ea typeface="微软雅黑" panose="020B0503020204020204" pitchFamily="34" charset="-122"/>
              </a:endParaRPr>
            </a:p>
          </p:txBody>
        </p:sp>
        <p:sp>
          <p:nvSpPr>
            <p:cNvPr id="54" name="矩形 53"/>
            <p:cNvSpPr/>
            <p:nvPr/>
          </p:nvSpPr>
          <p:spPr>
            <a:xfrm flipH="1">
              <a:off x="9176132" y="3741910"/>
              <a:ext cx="1443131" cy="410369"/>
            </a:xfrm>
            <a:prstGeom prst="rect">
              <a:avLst/>
            </a:prstGeom>
          </p:spPr>
          <p:txBody>
            <a:bodyPr wrap="none">
              <a:spAutoFit/>
            </a:bodyPr>
            <a:lstStyle/>
            <a:p>
              <a:pPr>
                <a:defRPr/>
              </a:pPr>
              <a:r>
                <a:rPr lang="zh-CN" altLang="en-US" sz="1400" kern="0" dirty="0">
                  <a:solidFill>
                    <a:prstClr val="white"/>
                  </a:solidFill>
                  <a:latin typeface="方正正大黑简体" pitchFamily="2" charset="-122"/>
                  <a:ea typeface="方正正大黑简体" pitchFamily="2" charset="-122"/>
                </a:rPr>
                <a:t>添加小标题</a:t>
              </a:r>
              <a:endParaRPr lang="en-US" altLang="zh-CN" sz="1400" kern="0" dirty="0">
                <a:solidFill>
                  <a:prstClr val="white"/>
                </a:solidFill>
                <a:latin typeface="方正正大黑简体" pitchFamily="2" charset="-122"/>
                <a:ea typeface="方正正大黑简体" pitchFamily="2" charset="-122"/>
              </a:endParaRPr>
            </a:p>
          </p:txBody>
        </p:sp>
      </p:grpSp>
    </p:spTree>
    <p:extLst>
      <p:ext uri="{BB962C8B-B14F-4D97-AF65-F5344CB8AC3E}">
        <p14:creationId xmlns:p14="http://schemas.microsoft.com/office/powerpoint/2010/main" val="3470750859"/>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32" fill="hold" grpId="0" nodeType="withEffect">
                                  <p:stCondLst>
                                    <p:cond delay="1000"/>
                                  </p:stCondLst>
                                  <p:childTnLst>
                                    <p:set>
                                      <p:cBhvr>
                                        <p:cTn id="6" dur="1" fill="hold">
                                          <p:stCondLst>
                                            <p:cond delay="0"/>
                                          </p:stCondLst>
                                        </p:cTn>
                                        <p:tgtEl>
                                          <p:spTgt spid="19"/>
                                        </p:tgtEl>
                                        <p:attrNameLst>
                                          <p:attrName>style.visibility</p:attrName>
                                        </p:attrNameLst>
                                      </p:cBhvr>
                                      <p:to>
                                        <p:strVal val="visible"/>
                                      </p:to>
                                    </p:set>
                                    <p:animEffect transition="in" filter="circle(out)">
                                      <p:cBhvr>
                                        <p:cTn id="7" dur="100"/>
                                        <p:tgtEl>
                                          <p:spTgt spid="19"/>
                                        </p:tgtEl>
                                      </p:cBhvr>
                                    </p:animEffect>
                                  </p:childTnLst>
                                </p:cTn>
                              </p:par>
                              <p:par>
                                <p:cTn id="8" presetID="42" presetClass="path" presetSubtype="0" decel="50000" fill="hold" grpId="3" nodeType="withEffect">
                                  <p:stCondLst>
                                    <p:cond delay="1000"/>
                                  </p:stCondLst>
                                  <p:childTnLst>
                                    <p:animMotion origin="layout" path="M -0.06315 -0.35046 L 3.95833E-6 -3.7037E-7 " pathEditMode="relative" rAng="0" ptsTypes="AA">
                                      <p:cBhvr>
                                        <p:cTn id="9" dur="500" fill="hold"/>
                                        <p:tgtEl>
                                          <p:spTgt spid="19"/>
                                        </p:tgtEl>
                                        <p:attrNameLst>
                                          <p:attrName>ppt_x</p:attrName>
                                          <p:attrName>ppt_y</p:attrName>
                                        </p:attrNameLst>
                                      </p:cBhvr>
                                      <p:rCtr x="3151" y="17523"/>
                                    </p:animMotion>
                                  </p:childTnLst>
                                </p:cTn>
                              </p:par>
                              <p:par>
                                <p:cTn id="10" presetID="53" presetClass="entr" presetSubtype="16" fill="hold" grpId="4" nodeType="withEffect">
                                  <p:stCondLst>
                                    <p:cond delay="1000"/>
                                  </p:stCondLst>
                                  <p:childTnLst>
                                    <p:set>
                                      <p:cBhvr>
                                        <p:cTn id="11" dur="1" fill="hold">
                                          <p:stCondLst>
                                            <p:cond delay="0"/>
                                          </p:stCondLst>
                                        </p:cTn>
                                        <p:tgtEl>
                                          <p:spTgt spid="19"/>
                                        </p:tgtEl>
                                        <p:attrNameLst>
                                          <p:attrName>style.visibility</p:attrName>
                                        </p:attrNameLst>
                                      </p:cBhvr>
                                      <p:to>
                                        <p:strVal val="visible"/>
                                      </p:to>
                                    </p:set>
                                    <p:anim calcmode="lin" valueType="num">
                                      <p:cBhvr>
                                        <p:cTn id="12" dur="500" fill="hold"/>
                                        <p:tgtEl>
                                          <p:spTgt spid="19"/>
                                        </p:tgtEl>
                                        <p:attrNameLst>
                                          <p:attrName>ppt_w</p:attrName>
                                        </p:attrNameLst>
                                      </p:cBhvr>
                                      <p:tavLst>
                                        <p:tav tm="0">
                                          <p:val>
                                            <p:fltVal val="0"/>
                                          </p:val>
                                        </p:tav>
                                        <p:tav tm="100000">
                                          <p:val>
                                            <p:strVal val="#ppt_w"/>
                                          </p:val>
                                        </p:tav>
                                      </p:tavLst>
                                    </p:anim>
                                    <p:anim calcmode="lin" valueType="num">
                                      <p:cBhvr>
                                        <p:cTn id="13" dur="500" fill="hold"/>
                                        <p:tgtEl>
                                          <p:spTgt spid="19"/>
                                        </p:tgtEl>
                                        <p:attrNameLst>
                                          <p:attrName>ppt_h</p:attrName>
                                        </p:attrNameLst>
                                      </p:cBhvr>
                                      <p:tavLst>
                                        <p:tav tm="0">
                                          <p:val>
                                            <p:fltVal val="0"/>
                                          </p:val>
                                        </p:tav>
                                        <p:tav tm="100000">
                                          <p:val>
                                            <p:strVal val="#ppt_h"/>
                                          </p:val>
                                        </p:tav>
                                      </p:tavLst>
                                    </p:anim>
                                    <p:animEffect transition="in" filter="fade">
                                      <p:cBhvr>
                                        <p:cTn id="14" dur="500"/>
                                        <p:tgtEl>
                                          <p:spTgt spid="19"/>
                                        </p:tgtEl>
                                      </p:cBhvr>
                                    </p:animEffect>
                                  </p:childTnLst>
                                </p:cTn>
                              </p:par>
                              <p:par>
                                <p:cTn id="15" presetID="6" presetClass="emph" presetSubtype="0" fill="hold" grpId="2" nodeType="withEffect">
                                  <p:stCondLst>
                                    <p:cond delay="1500"/>
                                  </p:stCondLst>
                                  <p:childTnLst>
                                    <p:animScale>
                                      <p:cBhvr>
                                        <p:cTn id="16" dur="500" fill="hold"/>
                                        <p:tgtEl>
                                          <p:spTgt spid="19"/>
                                        </p:tgtEl>
                                      </p:cBhvr>
                                      <p:by x="1000000" y="1000000"/>
                                    </p:animScale>
                                  </p:childTnLst>
                                </p:cTn>
                              </p:par>
                              <p:par>
                                <p:cTn id="17" presetID="10" presetClass="exit" presetSubtype="0" fill="hold" grpId="1" nodeType="withEffect">
                                  <p:stCondLst>
                                    <p:cond delay="1500"/>
                                  </p:stCondLst>
                                  <p:childTnLst>
                                    <p:animEffect transition="out" filter="fade">
                                      <p:cBhvr>
                                        <p:cTn id="18" dur="500"/>
                                        <p:tgtEl>
                                          <p:spTgt spid="19"/>
                                        </p:tgtEl>
                                      </p:cBhvr>
                                    </p:animEffect>
                                    <p:set>
                                      <p:cBhvr>
                                        <p:cTn id="19" dur="1" fill="hold">
                                          <p:stCondLst>
                                            <p:cond delay="499"/>
                                          </p:stCondLst>
                                        </p:cTn>
                                        <p:tgtEl>
                                          <p:spTgt spid="19"/>
                                        </p:tgtEl>
                                        <p:attrNameLst>
                                          <p:attrName>style.visibility</p:attrName>
                                        </p:attrNameLst>
                                      </p:cBhvr>
                                      <p:to>
                                        <p:strVal val="hidden"/>
                                      </p:to>
                                    </p:set>
                                  </p:childTnLst>
                                </p:cTn>
                              </p:par>
                              <p:par>
                                <p:cTn id="20" presetID="10" presetClass="entr" presetSubtype="0" fill="hold" nodeType="withEffect">
                                  <p:stCondLst>
                                    <p:cond delay="150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par>
                                <p:cTn id="23" presetID="6" presetClass="entr" presetSubtype="32" fill="hold" grpId="0" nodeType="withEffect">
                                  <p:stCondLst>
                                    <p:cond delay="1000"/>
                                  </p:stCondLst>
                                  <p:childTnLst>
                                    <p:set>
                                      <p:cBhvr>
                                        <p:cTn id="24" dur="1" fill="hold">
                                          <p:stCondLst>
                                            <p:cond delay="0"/>
                                          </p:stCondLst>
                                        </p:cTn>
                                        <p:tgtEl>
                                          <p:spTgt spid="14"/>
                                        </p:tgtEl>
                                        <p:attrNameLst>
                                          <p:attrName>style.visibility</p:attrName>
                                        </p:attrNameLst>
                                      </p:cBhvr>
                                      <p:to>
                                        <p:strVal val="visible"/>
                                      </p:to>
                                    </p:set>
                                    <p:animEffect transition="in" filter="circle(out)">
                                      <p:cBhvr>
                                        <p:cTn id="25" dur="100"/>
                                        <p:tgtEl>
                                          <p:spTgt spid="14"/>
                                        </p:tgtEl>
                                      </p:cBhvr>
                                    </p:animEffect>
                                  </p:childTnLst>
                                </p:cTn>
                              </p:par>
                              <p:par>
                                <p:cTn id="26" presetID="42" presetClass="path" presetSubtype="0" decel="50000" fill="hold" grpId="3" nodeType="withEffect">
                                  <p:stCondLst>
                                    <p:cond delay="1000"/>
                                  </p:stCondLst>
                                  <p:childTnLst>
                                    <p:animMotion origin="layout" path="M -0.15808 -0.46459 L 2.70833E-6 4.44444E-6 " pathEditMode="relative" rAng="0" ptsTypes="AA">
                                      <p:cBhvr>
                                        <p:cTn id="27" dur="500" fill="hold"/>
                                        <p:tgtEl>
                                          <p:spTgt spid="14"/>
                                        </p:tgtEl>
                                        <p:attrNameLst>
                                          <p:attrName>ppt_x</p:attrName>
                                          <p:attrName>ppt_y</p:attrName>
                                        </p:attrNameLst>
                                      </p:cBhvr>
                                      <p:rCtr x="7904" y="23218"/>
                                    </p:animMotion>
                                  </p:childTnLst>
                                </p:cTn>
                              </p:par>
                              <p:par>
                                <p:cTn id="28" presetID="53" presetClass="entr" presetSubtype="16" fill="hold" grpId="4" nodeType="withEffect">
                                  <p:stCondLst>
                                    <p:cond delay="1000"/>
                                  </p:stCondLst>
                                  <p:childTnLst>
                                    <p:set>
                                      <p:cBhvr>
                                        <p:cTn id="29" dur="1" fill="hold">
                                          <p:stCondLst>
                                            <p:cond delay="0"/>
                                          </p:stCondLst>
                                        </p:cTn>
                                        <p:tgtEl>
                                          <p:spTgt spid="14"/>
                                        </p:tgtEl>
                                        <p:attrNameLst>
                                          <p:attrName>style.visibility</p:attrName>
                                        </p:attrNameLst>
                                      </p:cBhvr>
                                      <p:to>
                                        <p:strVal val="visible"/>
                                      </p:to>
                                    </p:set>
                                    <p:anim calcmode="lin" valueType="num">
                                      <p:cBhvr>
                                        <p:cTn id="30" dur="500" fill="hold"/>
                                        <p:tgtEl>
                                          <p:spTgt spid="14"/>
                                        </p:tgtEl>
                                        <p:attrNameLst>
                                          <p:attrName>ppt_w</p:attrName>
                                        </p:attrNameLst>
                                      </p:cBhvr>
                                      <p:tavLst>
                                        <p:tav tm="0">
                                          <p:val>
                                            <p:fltVal val="0"/>
                                          </p:val>
                                        </p:tav>
                                        <p:tav tm="100000">
                                          <p:val>
                                            <p:strVal val="#ppt_w"/>
                                          </p:val>
                                        </p:tav>
                                      </p:tavLst>
                                    </p:anim>
                                    <p:anim calcmode="lin" valueType="num">
                                      <p:cBhvr>
                                        <p:cTn id="31" dur="500" fill="hold"/>
                                        <p:tgtEl>
                                          <p:spTgt spid="14"/>
                                        </p:tgtEl>
                                        <p:attrNameLst>
                                          <p:attrName>ppt_h</p:attrName>
                                        </p:attrNameLst>
                                      </p:cBhvr>
                                      <p:tavLst>
                                        <p:tav tm="0">
                                          <p:val>
                                            <p:fltVal val="0"/>
                                          </p:val>
                                        </p:tav>
                                        <p:tav tm="100000">
                                          <p:val>
                                            <p:strVal val="#ppt_h"/>
                                          </p:val>
                                        </p:tav>
                                      </p:tavLst>
                                    </p:anim>
                                    <p:animEffect transition="in" filter="fade">
                                      <p:cBhvr>
                                        <p:cTn id="32" dur="500"/>
                                        <p:tgtEl>
                                          <p:spTgt spid="14"/>
                                        </p:tgtEl>
                                      </p:cBhvr>
                                    </p:animEffect>
                                  </p:childTnLst>
                                </p:cTn>
                              </p:par>
                              <p:par>
                                <p:cTn id="33" presetID="6" presetClass="emph" presetSubtype="0" fill="hold" grpId="2" nodeType="withEffect">
                                  <p:stCondLst>
                                    <p:cond delay="1500"/>
                                  </p:stCondLst>
                                  <p:childTnLst>
                                    <p:animScale>
                                      <p:cBhvr>
                                        <p:cTn id="34" dur="500" fill="hold"/>
                                        <p:tgtEl>
                                          <p:spTgt spid="14"/>
                                        </p:tgtEl>
                                      </p:cBhvr>
                                      <p:by x="1000000" y="1000000"/>
                                    </p:animScale>
                                  </p:childTnLst>
                                </p:cTn>
                              </p:par>
                              <p:par>
                                <p:cTn id="35" presetID="10" presetClass="exit" presetSubtype="0" fill="hold" grpId="1" nodeType="withEffect">
                                  <p:stCondLst>
                                    <p:cond delay="1500"/>
                                  </p:stCondLst>
                                  <p:childTnLst>
                                    <p:animEffect transition="out" filter="fade">
                                      <p:cBhvr>
                                        <p:cTn id="36" dur="500"/>
                                        <p:tgtEl>
                                          <p:spTgt spid="14"/>
                                        </p:tgtEl>
                                      </p:cBhvr>
                                    </p:animEffect>
                                    <p:set>
                                      <p:cBhvr>
                                        <p:cTn id="37" dur="1" fill="hold">
                                          <p:stCondLst>
                                            <p:cond delay="499"/>
                                          </p:stCondLst>
                                        </p:cTn>
                                        <p:tgtEl>
                                          <p:spTgt spid="14"/>
                                        </p:tgtEl>
                                        <p:attrNameLst>
                                          <p:attrName>style.visibility</p:attrName>
                                        </p:attrNameLst>
                                      </p:cBhvr>
                                      <p:to>
                                        <p:strVal val="hidden"/>
                                      </p:to>
                                    </p:set>
                                  </p:childTnLst>
                                </p:cTn>
                              </p:par>
                              <p:par>
                                <p:cTn id="38" presetID="10" presetClass="entr" presetSubtype="0" fill="hold" nodeType="withEffect">
                                  <p:stCondLst>
                                    <p:cond delay="150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par>
                                <p:cTn id="41" presetID="18" presetClass="entr" presetSubtype="9" fill="hold" grpId="0" nodeType="withEffect">
                                  <p:stCondLst>
                                    <p:cond delay="1000"/>
                                  </p:stCondLst>
                                  <p:childTnLst>
                                    <p:set>
                                      <p:cBhvr>
                                        <p:cTn id="42" dur="1" fill="hold">
                                          <p:stCondLst>
                                            <p:cond delay="0"/>
                                          </p:stCondLst>
                                        </p:cTn>
                                        <p:tgtEl>
                                          <p:spTgt spid="5"/>
                                        </p:tgtEl>
                                        <p:attrNameLst>
                                          <p:attrName>style.visibility</p:attrName>
                                        </p:attrNameLst>
                                      </p:cBhvr>
                                      <p:to>
                                        <p:strVal val="visible"/>
                                      </p:to>
                                    </p:set>
                                    <p:animEffect transition="in" filter="strips(upLeft)">
                                      <p:cBhvr>
                                        <p:cTn id="43" dur="500"/>
                                        <p:tgtEl>
                                          <p:spTgt spid="5"/>
                                        </p:tgtEl>
                                      </p:cBhvr>
                                    </p:animEffect>
                                  </p:childTnLst>
                                </p:cTn>
                              </p:par>
                              <p:par>
                                <p:cTn id="44" presetID="6" presetClass="entr" presetSubtype="32" fill="hold" grpId="0" nodeType="withEffect">
                                  <p:stCondLst>
                                    <p:cond delay="1500"/>
                                  </p:stCondLst>
                                  <p:childTnLst>
                                    <p:set>
                                      <p:cBhvr>
                                        <p:cTn id="45" dur="1" fill="hold">
                                          <p:stCondLst>
                                            <p:cond delay="0"/>
                                          </p:stCondLst>
                                        </p:cTn>
                                        <p:tgtEl>
                                          <p:spTgt spid="12"/>
                                        </p:tgtEl>
                                        <p:attrNameLst>
                                          <p:attrName>style.visibility</p:attrName>
                                        </p:attrNameLst>
                                      </p:cBhvr>
                                      <p:to>
                                        <p:strVal val="visible"/>
                                      </p:to>
                                    </p:set>
                                    <p:animEffect transition="in" filter="circle(out)">
                                      <p:cBhvr>
                                        <p:cTn id="46" dur="100"/>
                                        <p:tgtEl>
                                          <p:spTgt spid="12"/>
                                        </p:tgtEl>
                                      </p:cBhvr>
                                    </p:animEffect>
                                  </p:childTnLst>
                                </p:cTn>
                              </p:par>
                              <p:par>
                                <p:cTn id="47" presetID="42" presetClass="path" presetSubtype="0" decel="50000" fill="hold" grpId="3" nodeType="withEffect">
                                  <p:stCondLst>
                                    <p:cond delay="1500"/>
                                  </p:stCondLst>
                                  <p:childTnLst>
                                    <p:animMotion origin="layout" path="M -0.35104 0.22639 L 2.29167E-6 -1.48148E-6 " pathEditMode="relative" rAng="0" ptsTypes="AA">
                                      <p:cBhvr>
                                        <p:cTn id="48" dur="500" fill="hold"/>
                                        <p:tgtEl>
                                          <p:spTgt spid="12"/>
                                        </p:tgtEl>
                                        <p:attrNameLst>
                                          <p:attrName>ppt_x</p:attrName>
                                          <p:attrName>ppt_y</p:attrName>
                                        </p:attrNameLst>
                                      </p:cBhvr>
                                      <p:rCtr x="17435" y="-10833"/>
                                    </p:animMotion>
                                  </p:childTnLst>
                                </p:cTn>
                              </p:par>
                              <p:par>
                                <p:cTn id="49" presetID="53" presetClass="entr" presetSubtype="16" fill="hold" grpId="4" nodeType="withEffect">
                                  <p:stCondLst>
                                    <p:cond delay="1500"/>
                                  </p:stCondLst>
                                  <p:childTnLst>
                                    <p:set>
                                      <p:cBhvr>
                                        <p:cTn id="50" dur="1" fill="hold">
                                          <p:stCondLst>
                                            <p:cond delay="0"/>
                                          </p:stCondLst>
                                        </p:cTn>
                                        <p:tgtEl>
                                          <p:spTgt spid="12"/>
                                        </p:tgtEl>
                                        <p:attrNameLst>
                                          <p:attrName>style.visibility</p:attrName>
                                        </p:attrNameLst>
                                      </p:cBhvr>
                                      <p:to>
                                        <p:strVal val="visible"/>
                                      </p:to>
                                    </p:set>
                                    <p:anim calcmode="lin" valueType="num">
                                      <p:cBhvr>
                                        <p:cTn id="51" dur="500" fill="hold"/>
                                        <p:tgtEl>
                                          <p:spTgt spid="12"/>
                                        </p:tgtEl>
                                        <p:attrNameLst>
                                          <p:attrName>ppt_w</p:attrName>
                                        </p:attrNameLst>
                                      </p:cBhvr>
                                      <p:tavLst>
                                        <p:tav tm="0">
                                          <p:val>
                                            <p:fltVal val="0"/>
                                          </p:val>
                                        </p:tav>
                                        <p:tav tm="100000">
                                          <p:val>
                                            <p:strVal val="#ppt_w"/>
                                          </p:val>
                                        </p:tav>
                                      </p:tavLst>
                                    </p:anim>
                                    <p:anim calcmode="lin" valueType="num">
                                      <p:cBhvr>
                                        <p:cTn id="52" dur="500" fill="hold"/>
                                        <p:tgtEl>
                                          <p:spTgt spid="12"/>
                                        </p:tgtEl>
                                        <p:attrNameLst>
                                          <p:attrName>ppt_h</p:attrName>
                                        </p:attrNameLst>
                                      </p:cBhvr>
                                      <p:tavLst>
                                        <p:tav tm="0">
                                          <p:val>
                                            <p:fltVal val="0"/>
                                          </p:val>
                                        </p:tav>
                                        <p:tav tm="100000">
                                          <p:val>
                                            <p:strVal val="#ppt_h"/>
                                          </p:val>
                                        </p:tav>
                                      </p:tavLst>
                                    </p:anim>
                                    <p:animEffect transition="in" filter="fade">
                                      <p:cBhvr>
                                        <p:cTn id="53" dur="500"/>
                                        <p:tgtEl>
                                          <p:spTgt spid="12"/>
                                        </p:tgtEl>
                                      </p:cBhvr>
                                    </p:animEffect>
                                  </p:childTnLst>
                                </p:cTn>
                              </p:par>
                              <p:par>
                                <p:cTn id="54" presetID="6" presetClass="emph" presetSubtype="0" fill="hold" grpId="2" nodeType="withEffect">
                                  <p:stCondLst>
                                    <p:cond delay="2000"/>
                                  </p:stCondLst>
                                  <p:childTnLst>
                                    <p:animScale>
                                      <p:cBhvr>
                                        <p:cTn id="55" dur="500" fill="hold"/>
                                        <p:tgtEl>
                                          <p:spTgt spid="12"/>
                                        </p:tgtEl>
                                      </p:cBhvr>
                                      <p:by x="1000000" y="1000000"/>
                                    </p:animScale>
                                  </p:childTnLst>
                                </p:cTn>
                              </p:par>
                              <p:par>
                                <p:cTn id="56" presetID="10" presetClass="exit" presetSubtype="0" fill="hold" grpId="1" nodeType="withEffect">
                                  <p:stCondLst>
                                    <p:cond delay="2000"/>
                                  </p:stCondLst>
                                  <p:childTnLst>
                                    <p:animEffect transition="out" filter="fade">
                                      <p:cBhvr>
                                        <p:cTn id="57" dur="500"/>
                                        <p:tgtEl>
                                          <p:spTgt spid="12"/>
                                        </p:tgtEl>
                                      </p:cBhvr>
                                    </p:animEffect>
                                    <p:set>
                                      <p:cBhvr>
                                        <p:cTn id="58" dur="1" fill="hold">
                                          <p:stCondLst>
                                            <p:cond delay="499"/>
                                          </p:stCondLst>
                                        </p:cTn>
                                        <p:tgtEl>
                                          <p:spTgt spid="12"/>
                                        </p:tgtEl>
                                        <p:attrNameLst>
                                          <p:attrName>style.visibility</p:attrName>
                                        </p:attrNameLst>
                                      </p:cBhvr>
                                      <p:to>
                                        <p:strVal val="hidden"/>
                                      </p:to>
                                    </p:set>
                                  </p:childTnLst>
                                </p:cTn>
                              </p:par>
                              <p:par>
                                <p:cTn id="59" presetID="6" presetClass="entr" presetSubtype="32" fill="hold" grpId="0" nodeType="withEffect">
                                  <p:stCondLst>
                                    <p:cond delay="1500"/>
                                  </p:stCondLst>
                                  <p:childTnLst>
                                    <p:set>
                                      <p:cBhvr>
                                        <p:cTn id="60" dur="1" fill="hold">
                                          <p:stCondLst>
                                            <p:cond delay="0"/>
                                          </p:stCondLst>
                                        </p:cTn>
                                        <p:tgtEl>
                                          <p:spTgt spid="13"/>
                                        </p:tgtEl>
                                        <p:attrNameLst>
                                          <p:attrName>style.visibility</p:attrName>
                                        </p:attrNameLst>
                                      </p:cBhvr>
                                      <p:to>
                                        <p:strVal val="visible"/>
                                      </p:to>
                                    </p:set>
                                    <p:animEffect transition="in" filter="circle(out)">
                                      <p:cBhvr>
                                        <p:cTn id="61" dur="100"/>
                                        <p:tgtEl>
                                          <p:spTgt spid="13"/>
                                        </p:tgtEl>
                                      </p:cBhvr>
                                    </p:animEffect>
                                  </p:childTnLst>
                                </p:cTn>
                              </p:par>
                              <p:par>
                                <p:cTn id="62" presetID="42" presetClass="path" presetSubtype="0" decel="50000" fill="hold" grpId="3" nodeType="withEffect">
                                  <p:stCondLst>
                                    <p:cond delay="1500"/>
                                  </p:stCondLst>
                                  <p:childTnLst>
                                    <p:animMotion origin="layout" path="M -0.15248 0.21898 L -1.25E-6 -4.07407E-6 " pathEditMode="relative" rAng="0" ptsTypes="AA">
                                      <p:cBhvr>
                                        <p:cTn id="63" dur="500" fill="hold"/>
                                        <p:tgtEl>
                                          <p:spTgt spid="13"/>
                                        </p:tgtEl>
                                        <p:attrNameLst>
                                          <p:attrName>ppt_x</p:attrName>
                                          <p:attrName>ppt_y</p:attrName>
                                        </p:attrNameLst>
                                      </p:cBhvr>
                                      <p:rCtr x="7396" y="-10116"/>
                                    </p:animMotion>
                                  </p:childTnLst>
                                </p:cTn>
                              </p:par>
                              <p:par>
                                <p:cTn id="64" presetID="53" presetClass="entr" presetSubtype="16" fill="hold" grpId="4" nodeType="withEffect">
                                  <p:stCondLst>
                                    <p:cond delay="1500"/>
                                  </p:stCondLst>
                                  <p:childTnLst>
                                    <p:set>
                                      <p:cBhvr>
                                        <p:cTn id="65" dur="1" fill="hold">
                                          <p:stCondLst>
                                            <p:cond delay="0"/>
                                          </p:stCondLst>
                                        </p:cTn>
                                        <p:tgtEl>
                                          <p:spTgt spid="13"/>
                                        </p:tgtEl>
                                        <p:attrNameLst>
                                          <p:attrName>style.visibility</p:attrName>
                                        </p:attrNameLst>
                                      </p:cBhvr>
                                      <p:to>
                                        <p:strVal val="visible"/>
                                      </p:to>
                                    </p:set>
                                    <p:anim calcmode="lin" valueType="num">
                                      <p:cBhvr>
                                        <p:cTn id="66" dur="500" fill="hold"/>
                                        <p:tgtEl>
                                          <p:spTgt spid="13"/>
                                        </p:tgtEl>
                                        <p:attrNameLst>
                                          <p:attrName>ppt_w</p:attrName>
                                        </p:attrNameLst>
                                      </p:cBhvr>
                                      <p:tavLst>
                                        <p:tav tm="0">
                                          <p:val>
                                            <p:fltVal val="0"/>
                                          </p:val>
                                        </p:tav>
                                        <p:tav tm="100000">
                                          <p:val>
                                            <p:strVal val="#ppt_w"/>
                                          </p:val>
                                        </p:tav>
                                      </p:tavLst>
                                    </p:anim>
                                    <p:anim calcmode="lin" valueType="num">
                                      <p:cBhvr>
                                        <p:cTn id="67" dur="500" fill="hold"/>
                                        <p:tgtEl>
                                          <p:spTgt spid="13"/>
                                        </p:tgtEl>
                                        <p:attrNameLst>
                                          <p:attrName>ppt_h</p:attrName>
                                        </p:attrNameLst>
                                      </p:cBhvr>
                                      <p:tavLst>
                                        <p:tav tm="0">
                                          <p:val>
                                            <p:fltVal val="0"/>
                                          </p:val>
                                        </p:tav>
                                        <p:tav tm="100000">
                                          <p:val>
                                            <p:strVal val="#ppt_h"/>
                                          </p:val>
                                        </p:tav>
                                      </p:tavLst>
                                    </p:anim>
                                    <p:animEffect transition="in" filter="fade">
                                      <p:cBhvr>
                                        <p:cTn id="68" dur="500"/>
                                        <p:tgtEl>
                                          <p:spTgt spid="13"/>
                                        </p:tgtEl>
                                      </p:cBhvr>
                                    </p:animEffect>
                                  </p:childTnLst>
                                </p:cTn>
                              </p:par>
                              <p:par>
                                <p:cTn id="69" presetID="6" presetClass="emph" presetSubtype="0" fill="hold" grpId="2" nodeType="withEffect">
                                  <p:stCondLst>
                                    <p:cond delay="2000"/>
                                  </p:stCondLst>
                                  <p:childTnLst>
                                    <p:animScale>
                                      <p:cBhvr>
                                        <p:cTn id="70" dur="500" fill="hold"/>
                                        <p:tgtEl>
                                          <p:spTgt spid="13"/>
                                        </p:tgtEl>
                                      </p:cBhvr>
                                      <p:by x="1000000" y="1000000"/>
                                    </p:animScale>
                                  </p:childTnLst>
                                </p:cTn>
                              </p:par>
                              <p:par>
                                <p:cTn id="71" presetID="10" presetClass="exit" presetSubtype="0" fill="hold" grpId="1" nodeType="withEffect">
                                  <p:stCondLst>
                                    <p:cond delay="2000"/>
                                  </p:stCondLst>
                                  <p:childTnLst>
                                    <p:animEffect transition="out" filter="fade">
                                      <p:cBhvr>
                                        <p:cTn id="72" dur="500"/>
                                        <p:tgtEl>
                                          <p:spTgt spid="13"/>
                                        </p:tgtEl>
                                      </p:cBhvr>
                                    </p:animEffect>
                                    <p:set>
                                      <p:cBhvr>
                                        <p:cTn id="73" dur="1" fill="hold">
                                          <p:stCondLst>
                                            <p:cond delay="499"/>
                                          </p:stCondLst>
                                        </p:cTn>
                                        <p:tgtEl>
                                          <p:spTgt spid="13"/>
                                        </p:tgtEl>
                                        <p:attrNameLst>
                                          <p:attrName>style.visibility</p:attrName>
                                        </p:attrNameLst>
                                      </p:cBhvr>
                                      <p:to>
                                        <p:strVal val="hidden"/>
                                      </p:to>
                                    </p:set>
                                  </p:childTnLst>
                                </p:cTn>
                              </p:par>
                              <p:par>
                                <p:cTn id="74" presetID="10" presetClass="entr" presetSubtype="0" fill="hold" nodeType="withEffect">
                                  <p:stCondLst>
                                    <p:cond delay="200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500"/>
                                        <p:tgtEl>
                                          <p:spTgt spid="27"/>
                                        </p:tgtEl>
                                      </p:cBhvr>
                                    </p:animEffect>
                                  </p:childTnLst>
                                </p:cTn>
                              </p:par>
                              <p:par>
                                <p:cTn id="77" presetID="10" presetClass="entr" presetSubtype="0" fill="hold" nodeType="withEffect">
                                  <p:stCondLst>
                                    <p:cond delay="2000"/>
                                  </p:stCondLst>
                                  <p:childTnLst>
                                    <p:set>
                                      <p:cBhvr>
                                        <p:cTn id="78" dur="1" fill="hold">
                                          <p:stCondLst>
                                            <p:cond delay="0"/>
                                          </p:stCondLst>
                                        </p:cTn>
                                        <p:tgtEl>
                                          <p:spTgt spid="39"/>
                                        </p:tgtEl>
                                        <p:attrNameLst>
                                          <p:attrName>style.visibility</p:attrName>
                                        </p:attrNameLst>
                                      </p:cBhvr>
                                      <p:to>
                                        <p:strVal val="visible"/>
                                      </p:to>
                                    </p:set>
                                    <p:animEffect transition="in" filter="fade">
                                      <p:cBhvr>
                                        <p:cTn id="79" dur="500"/>
                                        <p:tgtEl>
                                          <p:spTgt spid="39"/>
                                        </p:tgtEl>
                                      </p:cBhvr>
                                    </p:animEffect>
                                  </p:childTnLst>
                                </p:cTn>
                              </p:par>
                              <p:par>
                                <p:cTn id="80" presetID="18" presetClass="entr" presetSubtype="3" fill="hold" grpId="0" nodeType="withEffect">
                                  <p:stCondLst>
                                    <p:cond delay="1500"/>
                                  </p:stCondLst>
                                  <p:childTnLst>
                                    <p:set>
                                      <p:cBhvr>
                                        <p:cTn id="81" dur="1" fill="hold">
                                          <p:stCondLst>
                                            <p:cond delay="0"/>
                                          </p:stCondLst>
                                        </p:cTn>
                                        <p:tgtEl>
                                          <p:spTgt spid="23"/>
                                        </p:tgtEl>
                                        <p:attrNameLst>
                                          <p:attrName>style.visibility</p:attrName>
                                        </p:attrNameLst>
                                      </p:cBhvr>
                                      <p:to>
                                        <p:strVal val="visible"/>
                                      </p:to>
                                    </p:set>
                                    <p:animEffect transition="in" filter="strips(upRight)">
                                      <p:cBhvr>
                                        <p:cTn id="82" dur="500"/>
                                        <p:tgtEl>
                                          <p:spTgt spid="23"/>
                                        </p:tgtEl>
                                      </p:cBhvr>
                                    </p:animEffect>
                                  </p:childTnLst>
                                </p:cTn>
                              </p:par>
                              <p:par>
                                <p:cTn id="83" presetID="6" presetClass="entr" presetSubtype="32" fill="hold" grpId="0" nodeType="withEffect">
                                  <p:stCondLst>
                                    <p:cond delay="2000"/>
                                  </p:stCondLst>
                                  <p:childTnLst>
                                    <p:set>
                                      <p:cBhvr>
                                        <p:cTn id="84" dur="1" fill="hold">
                                          <p:stCondLst>
                                            <p:cond delay="0"/>
                                          </p:stCondLst>
                                        </p:cTn>
                                        <p:tgtEl>
                                          <p:spTgt spid="10"/>
                                        </p:tgtEl>
                                        <p:attrNameLst>
                                          <p:attrName>style.visibility</p:attrName>
                                        </p:attrNameLst>
                                      </p:cBhvr>
                                      <p:to>
                                        <p:strVal val="visible"/>
                                      </p:to>
                                    </p:set>
                                    <p:animEffect transition="in" filter="circle(out)">
                                      <p:cBhvr>
                                        <p:cTn id="85" dur="100"/>
                                        <p:tgtEl>
                                          <p:spTgt spid="10"/>
                                        </p:tgtEl>
                                      </p:cBhvr>
                                    </p:animEffect>
                                  </p:childTnLst>
                                </p:cTn>
                              </p:par>
                              <p:par>
                                <p:cTn id="86" presetID="42" presetClass="path" presetSubtype="0" decel="50000" fill="hold" grpId="3" nodeType="withEffect">
                                  <p:stCondLst>
                                    <p:cond delay="2000"/>
                                  </p:stCondLst>
                                  <p:childTnLst>
                                    <p:animMotion origin="layout" path="M -0.14362 -0.25 L -1.04167E-6 -4.07407E-6 " pathEditMode="relative" rAng="0" ptsTypes="AA">
                                      <p:cBhvr>
                                        <p:cTn id="87" dur="500" fill="hold"/>
                                        <p:tgtEl>
                                          <p:spTgt spid="10"/>
                                        </p:tgtEl>
                                        <p:attrNameLst>
                                          <p:attrName>ppt_x</p:attrName>
                                          <p:attrName>ppt_y</p:attrName>
                                        </p:attrNameLst>
                                      </p:cBhvr>
                                      <p:rCtr x="7331" y="12060"/>
                                    </p:animMotion>
                                  </p:childTnLst>
                                </p:cTn>
                              </p:par>
                              <p:par>
                                <p:cTn id="88" presetID="53" presetClass="entr" presetSubtype="16" fill="hold" grpId="4" nodeType="withEffect">
                                  <p:stCondLst>
                                    <p:cond delay="2000"/>
                                  </p:stCondLst>
                                  <p:childTnLst>
                                    <p:set>
                                      <p:cBhvr>
                                        <p:cTn id="89" dur="1" fill="hold">
                                          <p:stCondLst>
                                            <p:cond delay="0"/>
                                          </p:stCondLst>
                                        </p:cTn>
                                        <p:tgtEl>
                                          <p:spTgt spid="10"/>
                                        </p:tgtEl>
                                        <p:attrNameLst>
                                          <p:attrName>style.visibility</p:attrName>
                                        </p:attrNameLst>
                                      </p:cBhvr>
                                      <p:to>
                                        <p:strVal val="visible"/>
                                      </p:to>
                                    </p:set>
                                    <p:anim calcmode="lin" valueType="num">
                                      <p:cBhvr>
                                        <p:cTn id="90" dur="500" fill="hold"/>
                                        <p:tgtEl>
                                          <p:spTgt spid="10"/>
                                        </p:tgtEl>
                                        <p:attrNameLst>
                                          <p:attrName>ppt_w</p:attrName>
                                        </p:attrNameLst>
                                      </p:cBhvr>
                                      <p:tavLst>
                                        <p:tav tm="0">
                                          <p:val>
                                            <p:fltVal val="0"/>
                                          </p:val>
                                        </p:tav>
                                        <p:tav tm="100000">
                                          <p:val>
                                            <p:strVal val="#ppt_w"/>
                                          </p:val>
                                        </p:tav>
                                      </p:tavLst>
                                    </p:anim>
                                    <p:anim calcmode="lin" valueType="num">
                                      <p:cBhvr>
                                        <p:cTn id="91" dur="500" fill="hold"/>
                                        <p:tgtEl>
                                          <p:spTgt spid="10"/>
                                        </p:tgtEl>
                                        <p:attrNameLst>
                                          <p:attrName>ppt_h</p:attrName>
                                        </p:attrNameLst>
                                      </p:cBhvr>
                                      <p:tavLst>
                                        <p:tav tm="0">
                                          <p:val>
                                            <p:fltVal val="0"/>
                                          </p:val>
                                        </p:tav>
                                        <p:tav tm="100000">
                                          <p:val>
                                            <p:strVal val="#ppt_h"/>
                                          </p:val>
                                        </p:tav>
                                      </p:tavLst>
                                    </p:anim>
                                    <p:animEffect transition="in" filter="fade">
                                      <p:cBhvr>
                                        <p:cTn id="92" dur="500"/>
                                        <p:tgtEl>
                                          <p:spTgt spid="10"/>
                                        </p:tgtEl>
                                      </p:cBhvr>
                                    </p:animEffect>
                                  </p:childTnLst>
                                </p:cTn>
                              </p:par>
                              <p:par>
                                <p:cTn id="93" presetID="6" presetClass="emph" presetSubtype="0" fill="hold" grpId="2" nodeType="withEffect">
                                  <p:stCondLst>
                                    <p:cond delay="2500"/>
                                  </p:stCondLst>
                                  <p:childTnLst>
                                    <p:animScale>
                                      <p:cBhvr>
                                        <p:cTn id="94" dur="500" fill="hold"/>
                                        <p:tgtEl>
                                          <p:spTgt spid="10"/>
                                        </p:tgtEl>
                                      </p:cBhvr>
                                      <p:by x="1000000" y="1000000"/>
                                    </p:animScale>
                                  </p:childTnLst>
                                </p:cTn>
                              </p:par>
                              <p:par>
                                <p:cTn id="95" presetID="10" presetClass="exit" presetSubtype="0" fill="hold" grpId="1" nodeType="withEffect">
                                  <p:stCondLst>
                                    <p:cond delay="2500"/>
                                  </p:stCondLst>
                                  <p:childTnLst>
                                    <p:animEffect transition="out" filter="fade">
                                      <p:cBhvr>
                                        <p:cTn id="96" dur="500"/>
                                        <p:tgtEl>
                                          <p:spTgt spid="10"/>
                                        </p:tgtEl>
                                      </p:cBhvr>
                                    </p:animEffect>
                                    <p:set>
                                      <p:cBhvr>
                                        <p:cTn id="97" dur="1" fill="hold">
                                          <p:stCondLst>
                                            <p:cond delay="499"/>
                                          </p:stCondLst>
                                        </p:cTn>
                                        <p:tgtEl>
                                          <p:spTgt spid="10"/>
                                        </p:tgtEl>
                                        <p:attrNameLst>
                                          <p:attrName>style.visibility</p:attrName>
                                        </p:attrNameLst>
                                      </p:cBhvr>
                                      <p:to>
                                        <p:strVal val="hidden"/>
                                      </p:to>
                                    </p:set>
                                  </p:childTnLst>
                                </p:cTn>
                              </p:par>
                              <p:par>
                                <p:cTn id="98" presetID="6" presetClass="entr" presetSubtype="32" fill="hold" grpId="0" nodeType="withEffect">
                                  <p:stCondLst>
                                    <p:cond delay="2000"/>
                                  </p:stCondLst>
                                  <p:childTnLst>
                                    <p:set>
                                      <p:cBhvr>
                                        <p:cTn id="99" dur="1" fill="hold">
                                          <p:stCondLst>
                                            <p:cond delay="0"/>
                                          </p:stCondLst>
                                        </p:cTn>
                                        <p:tgtEl>
                                          <p:spTgt spid="11"/>
                                        </p:tgtEl>
                                        <p:attrNameLst>
                                          <p:attrName>style.visibility</p:attrName>
                                        </p:attrNameLst>
                                      </p:cBhvr>
                                      <p:to>
                                        <p:strVal val="visible"/>
                                      </p:to>
                                    </p:set>
                                    <p:animEffect transition="in" filter="circle(out)">
                                      <p:cBhvr>
                                        <p:cTn id="100" dur="100"/>
                                        <p:tgtEl>
                                          <p:spTgt spid="11"/>
                                        </p:tgtEl>
                                      </p:cBhvr>
                                    </p:animEffect>
                                  </p:childTnLst>
                                </p:cTn>
                              </p:par>
                              <p:par>
                                <p:cTn id="101" presetID="42" presetClass="path" presetSubtype="0" decel="50000" fill="hold" grpId="3" nodeType="withEffect">
                                  <p:stCondLst>
                                    <p:cond delay="2000"/>
                                  </p:stCondLst>
                                  <p:childTnLst>
                                    <p:animMotion origin="layout" path="M -0.03881 -0.16643 L 2.08333E-7 3.33333E-6 " pathEditMode="relative" rAng="0" ptsTypes="AA">
                                      <p:cBhvr>
                                        <p:cTn id="102" dur="500" fill="hold"/>
                                        <p:tgtEl>
                                          <p:spTgt spid="11"/>
                                        </p:tgtEl>
                                        <p:attrNameLst>
                                          <p:attrName>ppt_x</p:attrName>
                                          <p:attrName>ppt_y</p:attrName>
                                        </p:attrNameLst>
                                      </p:cBhvr>
                                      <p:rCtr x="1745" y="8588"/>
                                    </p:animMotion>
                                  </p:childTnLst>
                                </p:cTn>
                              </p:par>
                              <p:par>
                                <p:cTn id="103" presetID="53" presetClass="entr" presetSubtype="16" fill="hold" grpId="4" nodeType="withEffect">
                                  <p:stCondLst>
                                    <p:cond delay="2000"/>
                                  </p:stCondLst>
                                  <p:childTnLst>
                                    <p:set>
                                      <p:cBhvr>
                                        <p:cTn id="104" dur="1" fill="hold">
                                          <p:stCondLst>
                                            <p:cond delay="0"/>
                                          </p:stCondLst>
                                        </p:cTn>
                                        <p:tgtEl>
                                          <p:spTgt spid="11"/>
                                        </p:tgtEl>
                                        <p:attrNameLst>
                                          <p:attrName>style.visibility</p:attrName>
                                        </p:attrNameLst>
                                      </p:cBhvr>
                                      <p:to>
                                        <p:strVal val="visible"/>
                                      </p:to>
                                    </p:set>
                                    <p:anim calcmode="lin" valueType="num">
                                      <p:cBhvr>
                                        <p:cTn id="105" dur="500" fill="hold"/>
                                        <p:tgtEl>
                                          <p:spTgt spid="11"/>
                                        </p:tgtEl>
                                        <p:attrNameLst>
                                          <p:attrName>ppt_w</p:attrName>
                                        </p:attrNameLst>
                                      </p:cBhvr>
                                      <p:tavLst>
                                        <p:tav tm="0">
                                          <p:val>
                                            <p:fltVal val="0"/>
                                          </p:val>
                                        </p:tav>
                                        <p:tav tm="100000">
                                          <p:val>
                                            <p:strVal val="#ppt_w"/>
                                          </p:val>
                                        </p:tav>
                                      </p:tavLst>
                                    </p:anim>
                                    <p:anim calcmode="lin" valueType="num">
                                      <p:cBhvr>
                                        <p:cTn id="106" dur="500" fill="hold"/>
                                        <p:tgtEl>
                                          <p:spTgt spid="11"/>
                                        </p:tgtEl>
                                        <p:attrNameLst>
                                          <p:attrName>ppt_h</p:attrName>
                                        </p:attrNameLst>
                                      </p:cBhvr>
                                      <p:tavLst>
                                        <p:tav tm="0">
                                          <p:val>
                                            <p:fltVal val="0"/>
                                          </p:val>
                                        </p:tav>
                                        <p:tav tm="100000">
                                          <p:val>
                                            <p:strVal val="#ppt_h"/>
                                          </p:val>
                                        </p:tav>
                                      </p:tavLst>
                                    </p:anim>
                                    <p:animEffect transition="in" filter="fade">
                                      <p:cBhvr>
                                        <p:cTn id="107" dur="500"/>
                                        <p:tgtEl>
                                          <p:spTgt spid="11"/>
                                        </p:tgtEl>
                                      </p:cBhvr>
                                    </p:animEffect>
                                  </p:childTnLst>
                                </p:cTn>
                              </p:par>
                              <p:par>
                                <p:cTn id="108" presetID="6" presetClass="emph" presetSubtype="0" fill="hold" grpId="2" nodeType="withEffect">
                                  <p:stCondLst>
                                    <p:cond delay="2500"/>
                                  </p:stCondLst>
                                  <p:childTnLst>
                                    <p:animScale>
                                      <p:cBhvr>
                                        <p:cTn id="109" dur="500" fill="hold"/>
                                        <p:tgtEl>
                                          <p:spTgt spid="11"/>
                                        </p:tgtEl>
                                      </p:cBhvr>
                                      <p:by x="1000000" y="1000000"/>
                                    </p:animScale>
                                  </p:childTnLst>
                                </p:cTn>
                              </p:par>
                              <p:par>
                                <p:cTn id="110" presetID="10" presetClass="exit" presetSubtype="0" fill="hold" grpId="1" nodeType="withEffect">
                                  <p:stCondLst>
                                    <p:cond delay="2500"/>
                                  </p:stCondLst>
                                  <p:childTnLst>
                                    <p:animEffect transition="out" filter="fade">
                                      <p:cBhvr>
                                        <p:cTn id="111" dur="500"/>
                                        <p:tgtEl>
                                          <p:spTgt spid="11"/>
                                        </p:tgtEl>
                                      </p:cBhvr>
                                    </p:animEffect>
                                    <p:set>
                                      <p:cBhvr>
                                        <p:cTn id="112" dur="1" fill="hold">
                                          <p:stCondLst>
                                            <p:cond delay="499"/>
                                          </p:stCondLst>
                                        </p:cTn>
                                        <p:tgtEl>
                                          <p:spTgt spid="11"/>
                                        </p:tgtEl>
                                        <p:attrNameLst>
                                          <p:attrName>style.visibility</p:attrName>
                                        </p:attrNameLst>
                                      </p:cBhvr>
                                      <p:to>
                                        <p:strVal val="hidden"/>
                                      </p:to>
                                    </p:set>
                                  </p:childTnLst>
                                </p:cTn>
                              </p:par>
                              <p:par>
                                <p:cTn id="113" presetID="10" presetClass="entr" presetSubtype="0" fill="hold" nodeType="withEffect">
                                  <p:stCondLst>
                                    <p:cond delay="2500"/>
                                  </p:stCondLst>
                                  <p:childTnLst>
                                    <p:set>
                                      <p:cBhvr>
                                        <p:cTn id="114" dur="1" fill="hold">
                                          <p:stCondLst>
                                            <p:cond delay="0"/>
                                          </p:stCondLst>
                                        </p:cTn>
                                        <p:tgtEl>
                                          <p:spTgt spid="30"/>
                                        </p:tgtEl>
                                        <p:attrNameLst>
                                          <p:attrName>style.visibility</p:attrName>
                                        </p:attrNameLst>
                                      </p:cBhvr>
                                      <p:to>
                                        <p:strVal val="visible"/>
                                      </p:to>
                                    </p:set>
                                    <p:animEffect transition="in" filter="fade">
                                      <p:cBhvr>
                                        <p:cTn id="115" dur="500"/>
                                        <p:tgtEl>
                                          <p:spTgt spid="30"/>
                                        </p:tgtEl>
                                      </p:cBhvr>
                                    </p:animEffect>
                                  </p:childTnLst>
                                </p:cTn>
                              </p:par>
                              <p:par>
                                <p:cTn id="116" presetID="10" presetClass="entr" presetSubtype="0" fill="hold" nodeType="withEffect">
                                  <p:stCondLst>
                                    <p:cond delay="2500"/>
                                  </p:stCondLst>
                                  <p:childTnLst>
                                    <p:set>
                                      <p:cBhvr>
                                        <p:cTn id="117" dur="1" fill="hold">
                                          <p:stCondLst>
                                            <p:cond delay="0"/>
                                          </p:stCondLst>
                                        </p:cTn>
                                        <p:tgtEl>
                                          <p:spTgt spid="43"/>
                                        </p:tgtEl>
                                        <p:attrNameLst>
                                          <p:attrName>style.visibility</p:attrName>
                                        </p:attrNameLst>
                                      </p:cBhvr>
                                      <p:to>
                                        <p:strVal val="visible"/>
                                      </p:to>
                                    </p:set>
                                    <p:animEffect transition="in" filter="fade">
                                      <p:cBhvr>
                                        <p:cTn id="118" dur="500"/>
                                        <p:tgtEl>
                                          <p:spTgt spid="43"/>
                                        </p:tgtEl>
                                      </p:cBhvr>
                                    </p:animEffect>
                                  </p:childTnLst>
                                </p:cTn>
                              </p:par>
                              <p:par>
                                <p:cTn id="119" presetID="22" presetClass="entr" presetSubtype="4" fill="hold" grpId="0" nodeType="withEffect">
                                  <p:stCondLst>
                                    <p:cond delay="2000"/>
                                  </p:stCondLst>
                                  <p:childTnLst>
                                    <p:set>
                                      <p:cBhvr>
                                        <p:cTn id="120" dur="1" fill="hold">
                                          <p:stCondLst>
                                            <p:cond delay="0"/>
                                          </p:stCondLst>
                                        </p:cTn>
                                        <p:tgtEl>
                                          <p:spTgt spid="24"/>
                                        </p:tgtEl>
                                        <p:attrNameLst>
                                          <p:attrName>style.visibility</p:attrName>
                                        </p:attrNameLst>
                                      </p:cBhvr>
                                      <p:to>
                                        <p:strVal val="visible"/>
                                      </p:to>
                                    </p:set>
                                    <p:animEffect transition="in" filter="wipe(down)">
                                      <p:cBhvr>
                                        <p:cTn id="121" dur="500"/>
                                        <p:tgtEl>
                                          <p:spTgt spid="24"/>
                                        </p:tgtEl>
                                      </p:cBhvr>
                                    </p:animEffect>
                                  </p:childTnLst>
                                </p:cTn>
                              </p:par>
                              <p:par>
                                <p:cTn id="122" presetID="6" presetClass="entr" presetSubtype="32" fill="hold" grpId="0" nodeType="withEffect">
                                  <p:stCondLst>
                                    <p:cond delay="2500"/>
                                  </p:stCondLst>
                                  <p:childTnLst>
                                    <p:set>
                                      <p:cBhvr>
                                        <p:cTn id="123" dur="1" fill="hold">
                                          <p:stCondLst>
                                            <p:cond delay="0"/>
                                          </p:stCondLst>
                                        </p:cTn>
                                        <p:tgtEl>
                                          <p:spTgt spid="8"/>
                                        </p:tgtEl>
                                        <p:attrNameLst>
                                          <p:attrName>style.visibility</p:attrName>
                                        </p:attrNameLst>
                                      </p:cBhvr>
                                      <p:to>
                                        <p:strVal val="visible"/>
                                      </p:to>
                                    </p:set>
                                    <p:animEffect transition="in" filter="circle(out)">
                                      <p:cBhvr>
                                        <p:cTn id="124" dur="100"/>
                                        <p:tgtEl>
                                          <p:spTgt spid="8"/>
                                        </p:tgtEl>
                                      </p:cBhvr>
                                    </p:animEffect>
                                  </p:childTnLst>
                                </p:cTn>
                              </p:par>
                              <p:par>
                                <p:cTn id="125" presetID="42" presetClass="path" presetSubtype="0" decel="50000" fill="hold" grpId="3" nodeType="withEffect">
                                  <p:stCondLst>
                                    <p:cond delay="2500"/>
                                  </p:stCondLst>
                                  <p:childTnLst>
                                    <p:animMotion origin="layout" path="M -0.15807 0.24746 L -3.95833E-6 -3.7037E-7 " pathEditMode="relative" rAng="0" ptsTypes="AA">
                                      <p:cBhvr>
                                        <p:cTn id="126" dur="500" fill="hold"/>
                                        <p:tgtEl>
                                          <p:spTgt spid="8"/>
                                        </p:tgtEl>
                                        <p:attrNameLst>
                                          <p:attrName>ppt_x</p:attrName>
                                          <p:attrName>ppt_y</p:attrName>
                                        </p:attrNameLst>
                                      </p:cBhvr>
                                      <p:rCtr x="7773" y="-11782"/>
                                    </p:animMotion>
                                  </p:childTnLst>
                                </p:cTn>
                              </p:par>
                              <p:par>
                                <p:cTn id="127" presetID="53" presetClass="entr" presetSubtype="16" fill="hold" grpId="4" nodeType="withEffect">
                                  <p:stCondLst>
                                    <p:cond delay="2500"/>
                                  </p:stCondLst>
                                  <p:childTnLst>
                                    <p:set>
                                      <p:cBhvr>
                                        <p:cTn id="128" dur="1" fill="hold">
                                          <p:stCondLst>
                                            <p:cond delay="0"/>
                                          </p:stCondLst>
                                        </p:cTn>
                                        <p:tgtEl>
                                          <p:spTgt spid="8"/>
                                        </p:tgtEl>
                                        <p:attrNameLst>
                                          <p:attrName>style.visibility</p:attrName>
                                        </p:attrNameLst>
                                      </p:cBhvr>
                                      <p:to>
                                        <p:strVal val="visible"/>
                                      </p:to>
                                    </p:set>
                                    <p:anim calcmode="lin" valueType="num">
                                      <p:cBhvr>
                                        <p:cTn id="129" dur="500" fill="hold"/>
                                        <p:tgtEl>
                                          <p:spTgt spid="8"/>
                                        </p:tgtEl>
                                        <p:attrNameLst>
                                          <p:attrName>ppt_w</p:attrName>
                                        </p:attrNameLst>
                                      </p:cBhvr>
                                      <p:tavLst>
                                        <p:tav tm="0">
                                          <p:val>
                                            <p:fltVal val="0"/>
                                          </p:val>
                                        </p:tav>
                                        <p:tav tm="100000">
                                          <p:val>
                                            <p:strVal val="#ppt_w"/>
                                          </p:val>
                                        </p:tav>
                                      </p:tavLst>
                                    </p:anim>
                                    <p:anim calcmode="lin" valueType="num">
                                      <p:cBhvr>
                                        <p:cTn id="130" dur="500" fill="hold"/>
                                        <p:tgtEl>
                                          <p:spTgt spid="8"/>
                                        </p:tgtEl>
                                        <p:attrNameLst>
                                          <p:attrName>ppt_h</p:attrName>
                                        </p:attrNameLst>
                                      </p:cBhvr>
                                      <p:tavLst>
                                        <p:tav tm="0">
                                          <p:val>
                                            <p:fltVal val="0"/>
                                          </p:val>
                                        </p:tav>
                                        <p:tav tm="100000">
                                          <p:val>
                                            <p:strVal val="#ppt_h"/>
                                          </p:val>
                                        </p:tav>
                                      </p:tavLst>
                                    </p:anim>
                                    <p:animEffect transition="in" filter="fade">
                                      <p:cBhvr>
                                        <p:cTn id="131" dur="500"/>
                                        <p:tgtEl>
                                          <p:spTgt spid="8"/>
                                        </p:tgtEl>
                                      </p:cBhvr>
                                    </p:animEffect>
                                  </p:childTnLst>
                                </p:cTn>
                              </p:par>
                              <p:par>
                                <p:cTn id="132" presetID="6" presetClass="emph" presetSubtype="0" fill="hold" grpId="2" nodeType="withEffect">
                                  <p:stCondLst>
                                    <p:cond delay="3000"/>
                                  </p:stCondLst>
                                  <p:childTnLst>
                                    <p:animScale>
                                      <p:cBhvr>
                                        <p:cTn id="133" dur="500" fill="hold"/>
                                        <p:tgtEl>
                                          <p:spTgt spid="8"/>
                                        </p:tgtEl>
                                      </p:cBhvr>
                                      <p:by x="1000000" y="1000000"/>
                                    </p:animScale>
                                  </p:childTnLst>
                                </p:cTn>
                              </p:par>
                              <p:par>
                                <p:cTn id="134" presetID="10" presetClass="exit" presetSubtype="0" fill="hold" grpId="1" nodeType="withEffect">
                                  <p:stCondLst>
                                    <p:cond delay="3000"/>
                                  </p:stCondLst>
                                  <p:childTnLst>
                                    <p:animEffect transition="out" filter="fade">
                                      <p:cBhvr>
                                        <p:cTn id="135" dur="500"/>
                                        <p:tgtEl>
                                          <p:spTgt spid="8"/>
                                        </p:tgtEl>
                                      </p:cBhvr>
                                    </p:animEffect>
                                    <p:set>
                                      <p:cBhvr>
                                        <p:cTn id="136" dur="1" fill="hold">
                                          <p:stCondLst>
                                            <p:cond delay="499"/>
                                          </p:stCondLst>
                                        </p:cTn>
                                        <p:tgtEl>
                                          <p:spTgt spid="8"/>
                                        </p:tgtEl>
                                        <p:attrNameLst>
                                          <p:attrName>style.visibility</p:attrName>
                                        </p:attrNameLst>
                                      </p:cBhvr>
                                      <p:to>
                                        <p:strVal val="hidden"/>
                                      </p:to>
                                    </p:set>
                                  </p:childTnLst>
                                </p:cTn>
                              </p:par>
                              <p:par>
                                <p:cTn id="137" presetID="6" presetClass="entr" presetSubtype="32" fill="hold" grpId="0" nodeType="withEffect">
                                  <p:stCondLst>
                                    <p:cond delay="2500"/>
                                  </p:stCondLst>
                                  <p:childTnLst>
                                    <p:set>
                                      <p:cBhvr>
                                        <p:cTn id="138" dur="1" fill="hold">
                                          <p:stCondLst>
                                            <p:cond delay="0"/>
                                          </p:stCondLst>
                                        </p:cTn>
                                        <p:tgtEl>
                                          <p:spTgt spid="9"/>
                                        </p:tgtEl>
                                        <p:attrNameLst>
                                          <p:attrName>style.visibility</p:attrName>
                                        </p:attrNameLst>
                                      </p:cBhvr>
                                      <p:to>
                                        <p:strVal val="visible"/>
                                      </p:to>
                                    </p:set>
                                    <p:animEffect transition="in" filter="circle(out)">
                                      <p:cBhvr>
                                        <p:cTn id="139" dur="100"/>
                                        <p:tgtEl>
                                          <p:spTgt spid="9"/>
                                        </p:tgtEl>
                                      </p:cBhvr>
                                    </p:animEffect>
                                  </p:childTnLst>
                                </p:cTn>
                              </p:par>
                              <p:par>
                                <p:cTn id="140" presetID="42" presetClass="path" presetSubtype="0" decel="50000" fill="hold" grpId="3" nodeType="withEffect">
                                  <p:stCondLst>
                                    <p:cond delay="2500"/>
                                  </p:stCondLst>
                                  <p:childTnLst>
                                    <p:animMotion origin="layout" path="M -0.25573 0.16181 L 1.04167E-6 -1.11111E-6 " pathEditMode="relative" rAng="0" ptsTypes="AA">
                                      <p:cBhvr>
                                        <p:cTn id="141" dur="500" fill="hold"/>
                                        <p:tgtEl>
                                          <p:spTgt spid="9"/>
                                        </p:tgtEl>
                                        <p:attrNameLst>
                                          <p:attrName>ppt_x</p:attrName>
                                          <p:attrName>ppt_y</p:attrName>
                                        </p:attrNameLst>
                                      </p:cBhvr>
                                      <p:rCtr x="12591" y="-7778"/>
                                    </p:animMotion>
                                  </p:childTnLst>
                                </p:cTn>
                              </p:par>
                              <p:par>
                                <p:cTn id="142" presetID="53" presetClass="entr" presetSubtype="16" fill="hold" grpId="4" nodeType="withEffect">
                                  <p:stCondLst>
                                    <p:cond delay="2500"/>
                                  </p:stCondLst>
                                  <p:childTnLst>
                                    <p:set>
                                      <p:cBhvr>
                                        <p:cTn id="143" dur="1" fill="hold">
                                          <p:stCondLst>
                                            <p:cond delay="0"/>
                                          </p:stCondLst>
                                        </p:cTn>
                                        <p:tgtEl>
                                          <p:spTgt spid="9"/>
                                        </p:tgtEl>
                                        <p:attrNameLst>
                                          <p:attrName>style.visibility</p:attrName>
                                        </p:attrNameLst>
                                      </p:cBhvr>
                                      <p:to>
                                        <p:strVal val="visible"/>
                                      </p:to>
                                    </p:set>
                                    <p:anim calcmode="lin" valueType="num">
                                      <p:cBhvr>
                                        <p:cTn id="144" dur="500" fill="hold"/>
                                        <p:tgtEl>
                                          <p:spTgt spid="9"/>
                                        </p:tgtEl>
                                        <p:attrNameLst>
                                          <p:attrName>ppt_w</p:attrName>
                                        </p:attrNameLst>
                                      </p:cBhvr>
                                      <p:tavLst>
                                        <p:tav tm="0">
                                          <p:val>
                                            <p:fltVal val="0"/>
                                          </p:val>
                                        </p:tav>
                                        <p:tav tm="100000">
                                          <p:val>
                                            <p:strVal val="#ppt_w"/>
                                          </p:val>
                                        </p:tav>
                                      </p:tavLst>
                                    </p:anim>
                                    <p:anim calcmode="lin" valueType="num">
                                      <p:cBhvr>
                                        <p:cTn id="145" dur="500" fill="hold"/>
                                        <p:tgtEl>
                                          <p:spTgt spid="9"/>
                                        </p:tgtEl>
                                        <p:attrNameLst>
                                          <p:attrName>ppt_h</p:attrName>
                                        </p:attrNameLst>
                                      </p:cBhvr>
                                      <p:tavLst>
                                        <p:tav tm="0">
                                          <p:val>
                                            <p:fltVal val="0"/>
                                          </p:val>
                                        </p:tav>
                                        <p:tav tm="100000">
                                          <p:val>
                                            <p:strVal val="#ppt_h"/>
                                          </p:val>
                                        </p:tav>
                                      </p:tavLst>
                                    </p:anim>
                                    <p:animEffect transition="in" filter="fade">
                                      <p:cBhvr>
                                        <p:cTn id="146" dur="500"/>
                                        <p:tgtEl>
                                          <p:spTgt spid="9"/>
                                        </p:tgtEl>
                                      </p:cBhvr>
                                    </p:animEffect>
                                  </p:childTnLst>
                                </p:cTn>
                              </p:par>
                              <p:par>
                                <p:cTn id="147" presetID="6" presetClass="emph" presetSubtype="0" fill="hold" grpId="2" nodeType="withEffect">
                                  <p:stCondLst>
                                    <p:cond delay="3000"/>
                                  </p:stCondLst>
                                  <p:childTnLst>
                                    <p:animScale>
                                      <p:cBhvr>
                                        <p:cTn id="148" dur="500" fill="hold"/>
                                        <p:tgtEl>
                                          <p:spTgt spid="9"/>
                                        </p:tgtEl>
                                      </p:cBhvr>
                                      <p:by x="1000000" y="1000000"/>
                                    </p:animScale>
                                  </p:childTnLst>
                                </p:cTn>
                              </p:par>
                              <p:par>
                                <p:cTn id="149" presetID="10" presetClass="exit" presetSubtype="0" fill="hold" grpId="1" nodeType="withEffect">
                                  <p:stCondLst>
                                    <p:cond delay="3000"/>
                                  </p:stCondLst>
                                  <p:childTnLst>
                                    <p:animEffect transition="out" filter="fade">
                                      <p:cBhvr>
                                        <p:cTn id="150" dur="500"/>
                                        <p:tgtEl>
                                          <p:spTgt spid="9"/>
                                        </p:tgtEl>
                                      </p:cBhvr>
                                    </p:animEffect>
                                    <p:set>
                                      <p:cBhvr>
                                        <p:cTn id="151" dur="1" fill="hold">
                                          <p:stCondLst>
                                            <p:cond delay="499"/>
                                          </p:stCondLst>
                                        </p:cTn>
                                        <p:tgtEl>
                                          <p:spTgt spid="9"/>
                                        </p:tgtEl>
                                        <p:attrNameLst>
                                          <p:attrName>style.visibility</p:attrName>
                                        </p:attrNameLst>
                                      </p:cBhvr>
                                      <p:to>
                                        <p:strVal val="hidden"/>
                                      </p:to>
                                    </p:set>
                                  </p:childTnLst>
                                </p:cTn>
                              </p:par>
                              <p:par>
                                <p:cTn id="152" presetID="10" presetClass="entr" presetSubtype="0" fill="hold" nodeType="withEffect">
                                  <p:stCondLst>
                                    <p:cond delay="3000"/>
                                  </p:stCondLst>
                                  <p:childTnLst>
                                    <p:set>
                                      <p:cBhvr>
                                        <p:cTn id="153" dur="1" fill="hold">
                                          <p:stCondLst>
                                            <p:cond delay="0"/>
                                          </p:stCondLst>
                                        </p:cTn>
                                        <p:tgtEl>
                                          <p:spTgt spid="47"/>
                                        </p:tgtEl>
                                        <p:attrNameLst>
                                          <p:attrName>style.visibility</p:attrName>
                                        </p:attrNameLst>
                                      </p:cBhvr>
                                      <p:to>
                                        <p:strVal val="visible"/>
                                      </p:to>
                                    </p:set>
                                    <p:animEffect transition="in" filter="fade">
                                      <p:cBhvr>
                                        <p:cTn id="154" dur="500"/>
                                        <p:tgtEl>
                                          <p:spTgt spid="47"/>
                                        </p:tgtEl>
                                      </p:cBhvr>
                                    </p:animEffect>
                                  </p:childTnLst>
                                </p:cTn>
                              </p:par>
                              <p:par>
                                <p:cTn id="155" presetID="10" presetClass="entr" presetSubtype="0" fill="hold" nodeType="withEffect">
                                  <p:stCondLst>
                                    <p:cond delay="3000"/>
                                  </p:stCondLst>
                                  <p:childTnLst>
                                    <p:set>
                                      <p:cBhvr>
                                        <p:cTn id="156" dur="1" fill="hold">
                                          <p:stCondLst>
                                            <p:cond delay="0"/>
                                          </p:stCondLst>
                                        </p:cTn>
                                        <p:tgtEl>
                                          <p:spTgt spid="33"/>
                                        </p:tgtEl>
                                        <p:attrNameLst>
                                          <p:attrName>style.visibility</p:attrName>
                                        </p:attrNameLst>
                                      </p:cBhvr>
                                      <p:to>
                                        <p:strVal val="visible"/>
                                      </p:to>
                                    </p:set>
                                    <p:animEffect transition="in" filter="fade">
                                      <p:cBhvr>
                                        <p:cTn id="157" dur="500"/>
                                        <p:tgtEl>
                                          <p:spTgt spid="33"/>
                                        </p:tgtEl>
                                      </p:cBhvr>
                                    </p:animEffect>
                                  </p:childTnLst>
                                </p:cTn>
                              </p:par>
                              <p:par>
                                <p:cTn id="158" presetID="18" presetClass="entr" presetSubtype="3" fill="hold" grpId="0" nodeType="withEffect">
                                  <p:stCondLst>
                                    <p:cond delay="2500"/>
                                  </p:stCondLst>
                                  <p:childTnLst>
                                    <p:set>
                                      <p:cBhvr>
                                        <p:cTn id="159" dur="1" fill="hold">
                                          <p:stCondLst>
                                            <p:cond delay="0"/>
                                          </p:stCondLst>
                                        </p:cTn>
                                        <p:tgtEl>
                                          <p:spTgt spid="25"/>
                                        </p:tgtEl>
                                        <p:attrNameLst>
                                          <p:attrName>style.visibility</p:attrName>
                                        </p:attrNameLst>
                                      </p:cBhvr>
                                      <p:to>
                                        <p:strVal val="visible"/>
                                      </p:to>
                                    </p:set>
                                    <p:animEffect transition="in" filter="strips(upRight)">
                                      <p:cBhvr>
                                        <p:cTn id="160" dur="500"/>
                                        <p:tgtEl>
                                          <p:spTgt spid="25"/>
                                        </p:tgtEl>
                                      </p:cBhvr>
                                    </p:animEffect>
                                  </p:childTnLst>
                                </p:cTn>
                              </p:par>
                              <p:par>
                                <p:cTn id="161" presetID="6" presetClass="entr" presetSubtype="32" fill="hold" grpId="0" nodeType="withEffect">
                                  <p:stCondLst>
                                    <p:cond delay="3000"/>
                                  </p:stCondLst>
                                  <p:childTnLst>
                                    <p:set>
                                      <p:cBhvr>
                                        <p:cTn id="162" dur="1" fill="hold">
                                          <p:stCondLst>
                                            <p:cond delay="0"/>
                                          </p:stCondLst>
                                        </p:cTn>
                                        <p:tgtEl>
                                          <p:spTgt spid="6"/>
                                        </p:tgtEl>
                                        <p:attrNameLst>
                                          <p:attrName>style.visibility</p:attrName>
                                        </p:attrNameLst>
                                      </p:cBhvr>
                                      <p:to>
                                        <p:strVal val="visible"/>
                                      </p:to>
                                    </p:set>
                                    <p:animEffect transition="in" filter="circle(out)">
                                      <p:cBhvr>
                                        <p:cTn id="163" dur="100"/>
                                        <p:tgtEl>
                                          <p:spTgt spid="6"/>
                                        </p:tgtEl>
                                      </p:cBhvr>
                                    </p:animEffect>
                                  </p:childTnLst>
                                </p:cTn>
                              </p:par>
                              <p:par>
                                <p:cTn id="164" presetID="42" presetClass="path" presetSubtype="0" decel="50000" fill="hold" grpId="3" nodeType="withEffect">
                                  <p:stCondLst>
                                    <p:cond delay="3000"/>
                                  </p:stCondLst>
                                  <p:childTnLst>
                                    <p:animMotion origin="layout" path="M -0.13385 -0.24051 L 1.875E-6 3.7037E-7 " pathEditMode="relative" rAng="0" ptsTypes="AA">
                                      <p:cBhvr>
                                        <p:cTn id="165" dur="500" fill="hold"/>
                                        <p:tgtEl>
                                          <p:spTgt spid="6"/>
                                        </p:tgtEl>
                                        <p:attrNameLst>
                                          <p:attrName>ppt_x</p:attrName>
                                          <p:attrName>ppt_y</p:attrName>
                                        </p:attrNameLst>
                                      </p:cBhvr>
                                      <p:rCtr x="6888" y="11921"/>
                                    </p:animMotion>
                                  </p:childTnLst>
                                </p:cTn>
                              </p:par>
                              <p:par>
                                <p:cTn id="166" presetID="53" presetClass="entr" presetSubtype="16" fill="hold" grpId="4" nodeType="withEffect">
                                  <p:stCondLst>
                                    <p:cond delay="3000"/>
                                  </p:stCondLst>
                                  <p:childTnLst>
                                    <p:set>
                                      <p:cBhvr>
                                        <p:cTn id="167" dur="1" fill="hold">
                                          <p:stCondLst>
                                            <p:cond delay="0"/>
                                          </p:stCondLst>
                                        </p:cTn>
                                        <p:tgtEl>
                                          <p:spTgt spid="6"/>
                                        </p:tgtEl>
                                        <p:attrNameLst>
                                          <p:attrName>style.visibility</p:attrName>
                                        </p:attrNameLst>
                                      </p:cBhvr>
                                      <p:to>
                                        <p:strVal val="visible"/>
                                      </p:to>
                                    </p:set>
                                    <p:anim calcmode="lin" valueType="num">
                                      <p:cBhvr>
                                        <p:cTn id="168" dur="500" fill="hold"/>
                                        <p:tgtEl>
                                          <p:spTgt spid="6"/>
                                        </p:tgtEl>
                                        <p:attrNameLst>
                                          <p:attrName>ppt_w</p:attrName>
                                        </p:attrNameLst>
                                      </p:cBhvr>
                                      <p:tavLst>
                                        <p:tav tm="0">
                                          <p:val>
                                            <p:fltVal val="0"/>
                                          </p:val>
                                        </p:tav>
                                        <p:tav tm="100000">
                                          <p:val>
                                            <p:strVal val="#ppt_w"/>
                                          </p:val>
                                        </p:tav>
                                      </p:tavLst>
                                    </p:anim>
                                    <p:anim calcmode="lin" valueType="num">
                                      <p:cBhvr>
                                        <p:cTn id="169" dur="500" fill="hold"/>
                                        <p:tgtEl>
                                          <p:spTgt spid="6"/>
                                        </p:tgtEl>
                                        <p:attrNameLst>
                                          <p:attrName>ppt_h</p:attrName>
                                        </p:attrNameLst>
                                      </p:cBhvr>
                                      <p:tavLst>
                                        <p:tav tm="0">
                                          <p:val>
                                            <p:fltVal val="0"/>
                                          </p:val>
                                        </p:tav>
                                        <p:tav tm="100000">
                                          <p:val>
                                            <p:strVal val="#ppt_h"/>
                                          </p:val>
                                        </p:tav>
                                      </p:tavLst>
                                    </p:anim>
                                    <p:animEffect transition="in" filter="fade">
                                      <p:cBhvr>
                                        <p:cTn id="170" dur="500"/>
                                        <p:tgtEl>
                                          <p:spTgt spid="6"/>
                                        </p:tgtEl>
                                      </p:cBhvr>
                                    </p:animEffect>
                                  </p:childTnLst>
                                </p:cTn>
                              </p:par>
                              <p:par>
                                <p:cTn id="171" presetID="6" presetClass="emph" presetSubtype="0" fill="hold" grpId="2" nodeType="withEffect">
                                  <p:stCondLst>
                                    <p:cond delay="3500"/>
                                  </p:stCondLst>
                                  <p:childTnLst>
                                    <p:animScale>
                                      <p:cBhvr>
                                        <p:cTn id="172" dur="500" fill="hold"/>
                                        <p:tgtEl>
                                          <p:spTgt spid="6"/>
                                        </p:tgtEl>
                                      </p:cBhvr>
                                      <p:by x="1000000" y="1000000"/>
                                    </p:animScale>
                                  </p:childTnLst>
                                </p:cTn>
                              </p:par>
                              <p:par>
                                <p:cTn id="173" presetID="10" presetClass="exit" presetSubtype="0" fill="hold" grpId="1" nodeType="withEffect">
                                  <p:stCondLst>
                                    <p:cond delay="3500"/>
                                  </p:stCondLst>
                                  <p:childTnLst>
                                    <p:animEffect transition="out" filter="fade">
                                      <p:cBhvr>
                                        <p:cTn id="174" dur="500"/>
                                        <p:tgtEl>
                                          <p:spTgt spid="6"/>
                                        </p:tgtEl>
                                      </p:cBhvr>
                                    </p:animEffect>
                                    <p:set>
                                      <p:cBhvr>
                                        <p:cTn id="175" dur="1" fill="hold">
                                          <p:stCondLst>
                                            <p:cond delay="499"/>
                                          </p:stCondLst>
                                        </p:cTn>
                                        <p:tgtEl>
                                          <p:spTgt spid="6"/>
                                        </p:tgtEl>
                                        <p:attrNameLst>
                                          <p:attrName>style.visibility</p:attrName>
                                        </p:attrNameLst>
                                      </p:cBhvr>
                                      <p:to>
                                        <p:strVal val="hidden"/>
                                      </p:to>
                                    </p:set>
                                  </p:childTnLst>
                                </p:cTn>
                              </p:par>
                              <p:par>
                                <p:cTn id="176" presetID="6" presetClass="entr" presetSubtype="32" fill="hold" grpId="0" nodeType="withEffect">
                                  <p:stCondLst>
                                    <p:cond delay="3000"/>
                                  </p:stCondLst>
                                  <p:childTnLst>
                                    <p:set>
                                      <p:cBhvr>
                                        <p:cTn id="177" dur="1" fill="hold">
                                          <p:stCondLst>
                                            <p:cond delay="0"/>
                                          </p:stCondLst>
                                        </p:cTn>
                                        <p:tgtEl>
                                          <p:spTgt spid="7"/>
                                        </p:tgtEl>
                                        <p:attrNameLst>
                                          <p:attrName>style.visibility</p:attrName>
                                        </p:attrNameLst>
                                      </p:cBhvr>
                                      <p:to>
                                        <p:strVal val="visible"/>
                                      </p:to>
                                    </p:set>
                                    <p:animEffect transition="in" filter="circle(out)">
                                      <p:cBhvr>
                                        <p:cTn id="178" dur="100"/>
                                        <p:tgtEl>
                                          <p:spTgt spid="7"/>
                                        </p:tgtEl>
                                      </p:cBhvr>
                                    </p:animEffect>
                                  </p:childTnLst>
                                </p:cTn>
                              </p:par>
                              <p:par>
                                <p:cTn id="179" presetID="42" presetClass="path" presetSubtype="0" decel="50000" fill="hold" grpId="3" nodeType="withEffect">
                                  <p:stCondLst>
                                    <p:cond delay="3000"/>
                                  </p:stCondLst>
                                  <p:childTnLst>
                                    <p:animMotion origin="layout" path="M -0.07916 -0.17824 L 4.375E-6 -1.85185E-6 " pathEditMode="relative" rAng="0" ptsTypes="AA">
                                      <p:cBhvr>
                                        <p:cTn id="180" dur="500" fill="hold"/>
                                        <p:tgtEl>
                                          <p:spTgt spid="7"/>
                                        </p:tgtEl>
                                        <p:attrNameLst>
                                          <p:attrName>ppt_x</p:attrName>
                                          <p:attrName>ppt_y</p:attrName>
                                        </p:attrNameLst>
                                      </p:cBhvr>
                                      <p:rCtr x="4076" y="8773"/>
                                    </p:animMotion>
                                  </p:childTnLst>
                                </p:cTn>
                              </p:par>
                              <p:par>
                                <p:cTn id="181" presetID="53" presetClass="entr" presetSubtype="16" fill="hold" grpId="4" nodeType="withEffect">
                                  <p:stCondLst>
                                    <p:cond delay="3000"/>
                                  </p:stCondLst>
                                  <p:childTnLst>
                                    <p:set>
                                      <p:cBhvr>
                                        <p:cTn id="182" dur="1" fill="hold">
                                          <p:stCondLst>
                                            <p:cond delay="0"/>
                                          </p:stCondLst>
                                        </p:cTn>
                                        <p:tgtEl>
                                          <p:spTgt spid="7"/>
                                        </p:tgtEl>
                                        <p:attrNameLst>
                                          <p:attrName>style.visibility</p:attrName>
                                        </p:attrNameLst>
                                      </p:cBhvr>
                                      <p:to>
                                        <p:strVal val="visible"/>
                                      </p:to>
                                    </p:set>
                                    <p:anim calcmode="lin" valueType="num">
                                      <p:cBhvr>
                                        <p:cTn id="183" dur="500" fill="hold"/>
                                        <p:tgtEl>
                                          <p:spTgt spid="7"/>
                                        </p:tgtEl>
                                        <p:attrNameLst>
                                          <p:attrName>ppt_w</p:attrName>
                                        </p:attrNameLst>
                                      </p:cBhvr>
                                      <p:tavLst>
                                        <p:tav tm="0">
                                          <p:val>
                                            <p:fltVal val="0"/>
                                          </p:val>
                                        </p:tav>
                                        <p:tav tm="100000">
                                          <p:val>
                                            <p:strVal val="#ppt_w"/>
                                          </p:val>
                                        </p:tav>
                                      </p:tavLst>
                                    </p:anim>
                                    <p:anim calcmode="lin" valueType="num">
                                      <p:cBhvr>
                                        <p:cTn id="184" dur="500" fill="hold"/>
                                        <p:tgtEl>
                                          <p:spTgt spid="7"/>
                                        </p:tgtEl>
                                        <p:attrNameLst>
                                          <p:attrName>ppt_h</p:attrName>
                                        </p:attrNameLst>
                                      </p:cBhvr>
                                      <p:tavLst>
                                        <p:tav tm="0">
                                          <p:val>
                                            <p:fltVal val="0"/>
                                          </p:val>
                                        </p:tav>
                                        <p:tav tm="100000">
                                          <p:val>
                                            <p:strVal val="#ppt_h"/>
                                          </p:val>
                                        </p:tav>
                                      </p:tavLst>
                                    </p:anim>
                                    <p:animEffect transition="in" filter="fade">
                                      <p:cBhvr>
                                        <p:cTn id="185" dur="500"/>
                                        <p:tgtEl>
                                          <p:spTgt spid="7"/>
                                        </p:tgtEl>
                                      </p:cBhvr>
                                    </p:animEffect>
                                  </p:childTnLst>
                                </p:cTn>
                              </p:par>
                              <p:par>
                                <p:cTn id="186" presetID="6" presetClass="emph" presetSubtype="0" fill="hold" grpId="2" nodeType="withEffect">
                                  <p:stCondLst>
                                    <p:cond delay="3500"/>
                                  </p:stCondLst>
                                  <p:childTnLst>
                                    <p:animScale>
                                      <p:cBhvr>
                                        <p:cTn id="187" dur="500" fill="hold"/>
                                        <p:tgtEl>
                                          <p:spTgt spid="7"/>
                                        </p:tgtEl>
                                      </p:cBhvr>
                                      <p:by x="1000000" y="1000000"/>
                                    </p:animScale>
                                  </p:childTnLst>
                                </p:cTn>
                              </p:par>
                              <p:par>
                                <p:cTn id="188" presetID="10" presetClass="exit" presetSubtype="0" fill="hold" grpId="1" nodeType="withEffect">
                                  <p:stCondLst>
                                    <p:cond delay="3500"/>
                                  </p:stCondLst>
                                  <p:childTnLst>
                                    <p:animEffect transition="out" filter="fade">
                                      <p:cBhvr>
                                        <p:cTn id="189" dur="500"/>
                                        <p:tgtEl>
                                          <p:spTgt spid="7"/>
                                        </p:tgtEl>
                                      </p:cBhvr>
                                    </p:animEffect>
                                    <p:set>
                                      <p:cBhvr>
                                        <p:cTn id="190" dur="1" fill="hold">
                                          <p:stCondLst>
                                            <p:cond delay="499"/>
                                          </p:stCondLst>
                                        </p:cTn>
                                        <p:tgtEl>
                                          <p:spTgt spid="7"/>
                                        </p:tgtEl>
                                        <p:attrNameLst>
                                          <p:attrName>style.visibility</p:attrName>
                                        </p:attrNameLst>
                                      </p:cBhvr>
                                      <p:to>
                                        <p:strVal val="hidden"/>
                                      </p:to>
                                    </p:set>
                                  </p:childTnLst>
                                </p:cTn>
                              </p:par>
                              <p:par>
                                <p:cTn id="191" presetID="10" presetClass="entr" presetSubtype="0" fill="hold" nodeType="withEffect">
                                  <p:stCondLst>
                                    <p:cond delay="3500"/>
                                  </p:stCondLst>
                                  <p:childTnLst>
                                    <p:set>
                                      <p:cBhvr>
                                        <p:cTn id="192" dur="1" fill="hold">
                                          <p:stCondLst>
                                            <p:cond delay="0"/>
                                          </p:stCondLst>
                                        </p:cTn>
                                        <p:tgtEl>
                                          <p:spTgt spid="51"/>
                                        </p:tgtEl>
                                        <p:attrNameLst>
                                          <p:attrName>style.visibility</p:attrName>
                                        </p:attrNameLst>
                                      </p:cBhvr>
                                      <p:to>
                                        <p:strVal val="visible"/>
                                      </p:to>
                                    </p:set>
                                    <p:animEffect transition="in" filter="fade">
                                      <p:cBhvr>
                                        <p:cTn id="193" dur="500"/>
                                        <p:tgtEl>
                                          <p:spTgt spid="51"/>
                                        </p:tgtEl>
                                      </p:cBhvr>
                                    </p:animEffect>
                                  </p:childTnLst>
                                </p:cTn>
                              </p:par>
                              <p:par>
                                <p:cTn id="194" presetID="10" presetClass="entr" presetSubtype="0" fill="hold" nodeType="withEffect">
                                  <p:stCondLst>
                                    <p:cond delay="3500"/>
                                  </p:stCondLst>
                                  <p:childTnLst>
                                    <p:set>
                                      <p:cBhvr>
                                        <p:cTn id="195" dur="1" fill="hold">
                                          <p:stCondLst>
                                            <p:cond delay="0"/>
                                          </p:stCondLst>
                                        </p:cTn>
                                        <p:tgtEl>
                                          <p:spTgt spid="36"/>
                                        </p:tgtEl>
                                        <p:attrNameLst>
                                          <p:attrName>style.visibility</p:attrName>
                                        </p:attrNameLst>
                                      </p:cBhvr>
                                      <p:to>
                                        <p:strVal val="visible"/>
                                      </p:to>
                                    </p:set>
                                    <p:animEffect transition="in" filter="fade">
                                      <p:cBhvr>
                                        <p:cTn id="196" dur="500"/>
                                        <p:tgtEl>
                                          <p:spTgt spid="36"/>
                                        </p:tgtEl>
                                      </p:cBhvr>
                                    </p:animEffect>
                                  </p:childTnLst>
                                </p:cTn>
                              </p:par>
                              <p:par>
                                <p:cTn id="197" presetID="18" presetClass="entr" presetSubtype="3" fill="hold" grpId="0" nodeType="withEffect">
                                  <p:stCondLst>
                                    <p:cond delay="3000"/>
                                  </p:stCondLst>
                                  <p:childTnLst>
                                    <p:set>
                                      <p:cBhvr>
                                        <p:cTn id="198" dur="1" fill="hold">
                                          <p:stCondLst>
                                            <p:cond delay="0"/>
                                          </p:stCondLst>
                                        </p:cTn>
                                        <p:tgtEl>
                                          <p:spTgt spid="26"/>
                                        </p:tgtEl>
                                        <p:attrNameLst>
                                          <p:attrName>style.visibility</p:attrName>
                                        </p:attrNameLst>
                                      </p:cBhvr>
                                      <p:to>
                                        <p:strVal val="visible"/>
                                      </p:to>
                                    </p:set>
                                    <p:animEffect transition="in" filter="strips(upRight)">
                                      <p:cBhvr>
                                        <p:cTn id="199"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6" grpId="1" animBg="1"/>
      <p:bldP spid="6" grpId="2" animBg="1"/>
      <p:bldP spid="6" grpId="3" animBg="1"/>
      <p:bldP spid="6" grpId="4" animBg="1"/>
      <p:bldP spid="7" grpId="0" animBg="1"/>
      <p:bldP spid="7" grpId="1" animBg="1"/>
      <p:bldP spid="7" grpId="2" animBg="1"/>
      <p:bldP spid="7" grpId="3" animBg="1"/>
      <p:bldP spid="7" grpId="4" animBg="1"/>
      <p:bldP spid="8" grpId="0" animBg="1"/>
      <p:bldP spid="8" grpId="1" animBg="1"/>
      <p:bldP spid="8" grpId="2" animBg="1"/>
      <p:bldP spid="8" grpId="3" animBg="1"/>
      <p:bldP spid="8" grpId="4" animBg="1"/>
      <p:bldP spid="9" grpId="0" animBg="1"/>
      <p:bldP spid="9" grpId="1" animBg="1"/>
      <p:bldP spid="9" grpId="2" animBg="1"/>
      <p:bldP spid="9" grpId="3" animBg="1"/>
      <p:bldP spid="9" grpId="4" animBg="1"/>
      <p:bldP spid="10" grpId="0" animBg="1"/>
      <p:bldP spid="10" grpId="1" animBg="1"/>
      <p:bldP spid="10" grpId="2" animBg="1"/>
      <p:bldP spid="10" grpId="3" animBg="1"/>
      <p:bldP spid="10" grpId="4" animBg="1"/>
      <p:bldP spid="11" grpId="0" animBg="1"/>
      <p:bldP spid="11" grpId="1" animBg="1"/>
      <p:bldP spid="11" grpId="2" animBg="1"/>
      <p:bldP spid="11" grpId="3" animBg="1"/>
      <p:bldP spid="11" grpId="4" animBg="1"/>
      <p:bldP spid="12" grpId="0" animBg="1"/>
      <p:bldP spid="12" grpId="1" animBg="1"/>
      <p:bldP spid="12" grpId="2" animBg="1"/>
      <p:bldP spid="12" grpId="3" animBg="1"/>
      <p:bldP spid="12" grpId="4" animBg="1"/>
      <p:bldP spid="13" grpId="0" animBg="1"/>
      <p:bldP spid="13" grpId="1" animBg="1"/>
      <p:bldP spid="13" grpId="2" animBg="1"/>
      <p:bldP spid="13" grpId="3" animBg="1"/>
      <p:bldP spid="13" grpId="4" animBg="1"/>
      <p:bldP spid="14" grpId="0" animBg="1"/>
      <p:bldP spid="14" grpId="1" animBg="1"/>
      <p:bldP spid="14" grpId="2" animBg="1"/>
      <p:bldP spid="14" grpId="3" animBg="1"/>
      <p:bldP spid="14" grpId="4" animBg="1"/>
      <p:bldP spid="19" grpId="0" animBg="1"/>
      <p:bldP spid="19" grpId="1" animBg="1"/>
      <p:bldP spid="19" grpId="2" animBg="1"/>
      <p:bldP spid="19" grpId="3" animBg="1"/>
      <p:bldP spid="19" grpId="4" animBg="1"/>
      <p:bldP spid="23" grpId="0" animBg="1"/>
      <p:bldP spid="24" grpId="0" animBg="1"/>
      <p:bldP spid="25" grpId="0" animBg="1"/>
      <p:bldP spid="2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3725308" y="1309653"/>
            <a:ext cx="3528392" cy="1569660"/>
          </a:xfrm>
          <a:prstGeom prst="rect">
            <a:avLst/>
          </a:prstGeom>
          <a:noFill/>
        </p:spPr>
        <p:txBody>
          <a:bodyPr wrap="square" rtlCol="0">
            <a:spAutoFit/>
          </a:bodyPr>
          <a:lstStyle/>
          <a:p>
            <a:r>
              <a:rPr lang="en-US" altLang="zh-CN" sz="9600" dirty="0">
                <a:solidFill>
                  <a:srgbClr val="054487"/>
                </a:solidFill>
                <a:latin typeface="Adobe Gothic Std B" pitchFamily="34" charset="-128"/>
                <a:ea typeface="Adobe Gothic Std B" pitchFamily="34" charset="-128"/>
              </a:rPr>
              <a:t>Part 2</a:t>
            </a:r>
            <a:endParaRPr lang="zh-CN" altLang="en-US" sz="9600" dirty="0">
              <a:solidFill>
                <a:srgbClr val="054487"/>
              </a:solidFill>
              <a:latin typeface="Adobe Gothic Std B" pitchFamily="34" charset="-128"/>
            </a:endParaRPr>
          </a:p>
        </p:txBody>
      </p:sp>
      <p:sp>
        <p:nvSpPr>
          <p:cNvPr id="9" name="Rectangle 22"/>
          <p:cNvSpPr>
            <a:spLocks noChangeArrowheads="1"/>
          </p:cNvSpPr>
          <p:nvPr/>
        </p:nvSpPr>
        <p:spPr bwMode="auto">
          <a:xfrm>
            <a:off x="3190714" y="2749356"/>
            <a:ext cx="485507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eaLnBrk="1" fontAlgn="base" hangingPunct="1">
              <a:lnSpc>
                <a:spcPct val="120000"/>
              </a:lnSpc>
              <a:buClrTx/>
              <a:buSzTx/>
            </a:pPr>
            <a:r>
              <a:rPr lang="zh-CN" altLang="en-US" sz="4000" b="1" dirty="0">
                <a:solidFill>
                  <a:srgbClr val="054487"/>
                </a:solidFill>
                <a:latin typeface="微软雅黑" pitchFamily="34" charset="-122"/>
                <a:ea typeface="微软雅黑" pitchFamily="34" charset="-122"/>
              </a:rPr>
              <a:t>今年度工作完成情况</a:t>
            </a:r>
          </a:p>
        </p:txBody>
      </p:sp>
      <p:cxnSp>
        <p:nvCxnSpPr>
          <p:cNvPr id="13" name="直接连接符 12"/>
          <p:cNvCxnSpPr/>
          <p:nvPr/>
        </p:nvCxnSpPr>
        <p:spPr>
          <a:xfrm>
            <a:off x="3344910" y="2749356"/>
            <a:ext cx="4340838" cy="0"/>
          </a:xfrm>
          <a:prstGeom prst="line">
            <a:avLst/>
          </a:prstGeom>
          <a:ln w="12700">
            <a:solidFill>
              <a:srgbClr val="054487"/>
            </a:solidFill>
          </a:ln>
        </p:spPr>
        <p:style>
          <a:lnRef idx="1">
            <a:schemeClr val="accent1"/>
          </a:lnRef>
          <a:fillRef idx="0">
            <a:schemeClr val="accent1"/>
          </a:fillRef>
          <a:effectRef idx="0">
            <a:schemeClr val="accent1"/>
          </a:effectRef>
          <a:fontRef idx="minor">
            <a:schemeClr val="tx1"/>
          </a:fontRef>
        </p:style>
      </p:cxnSp>
      <p:grpSp>
        <p:nvGrpSpPr>
          <p:cNvPr id="10" name="组合 9"/>
          <p:cNvGrpSpPr/>
          <p:nvPr/>
        </p:nvGrpSpPr>
        <p:grpSpPr>
          <a:xfrm>
            <a:off x="1187624" y="1564129"/>
            <a:ext cx="1785621" cy="2016224"/>
            <a:chOff x="1187624" y="1564129"/>
            <a:chExt cx="1785621" cy="2016224"/>
          </a:xfrm>
        </p:grpSpPr>
        <p:grpSp>
          <p:nvGrpSpPr>
            <p:cNvPr id="7" name="组合 6"/>
            <p:cNvGrpSpPr/>
            <p:nvPr/>
          </p:nvGrpSpPr>
          <p:grpSpPr>
            <a:xfrm>
              <a:off x="1187624" y="1564129"/>
              <a:ext cx="1785621" cy="2016224"/>
              <a:chOff x="1187624" y="1774887"/>
              <a:chExt cx="1152128" cy="1300919"/>
            </a:xfrm>
          </p:grpSpPr>
          <p:grpSp>
            <p:nvGrpSpPr>
              <p:cNvPr id="2" name="组合 1"/>
              <p:cNvGrpSpPr/>
              <p:nvPr/>
            </p:nvGrpSpPr>
            <p:grpSpPr>
              <a:xfrm>
                <a:off x="1187624" y="1774887"/>
                <a:ext cx="1152128" cy="1300919"/>
                <a:chOff x="1259632" y="1419622"/>
                <a:chExt cx="1152128" cy="1300919"/>
              </a:xfrm>
            </p:grpSpPr>
            <p:sp>
              <p:nvSpPr>
                <p:cNvPr id="3" name="椭圆 2"/>
                <p:cNvSpPr/>
                <p:nvPr/>
              </p:nvSpPr>
              <p:spPr>
                <a:xfrm>
                  <a:off x="1259632" y="1419622"/>
                  <a:ext cx="1152128" cy="1152128"/>
                </a:xfrm>
                <a:prstGeom prst="ellipse">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椭圆 2"/>
                <p:cNvSpPr/>
                <p:nvPr/>
              </p:nvSpPr>
              <p:spPr>
                <a:xfrm rot="1761192">
                  <a:off x="1806317" y="1568413"/>
                  <a:ext cx="576064" cy="1152128"/>
                </a:xfrm>
                <a:custGeom>
                  <a:avLst/>
                  <a:gdLst/>
                  <a:ahLst/>
                  <a:cxnLst/>
                  <a:rect l="l" t="t" r="r" b="b"/>
                  <a:pathLst>
                    <a:path w="576064" h="1152128">
                      <a:moveTo>
                        <a:pt x="0" y="0"/>
                      </a:moveTo>
                      <a:cubicBezTo>
                        <a:pt x="318151" y="0"/>
                        <a:pt x="576064" y="257913"/>
                        <a:pt x="576064" y="576064"/>
                      </a:cubicBezTo>
                      <a:cubicBezTo>
                        <a:pt x="576064" y="894215"/>
                        <a:pt x="318151" y="1152128"/>
                        <a:pt x="0" y="1152128"/>
                      </a:cubicBezTo>
                      <a:close/>
                    </a:path>
                  </a:pathLst>
                </a:custGeom>
                <a:solidFill>
                  <a:srgbClr val="EAEAEA">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 name="TextBox 4"/>
              <p:cNvSpPr txBox="1"/>
              <p:nvPr/>
            </p:nvSpPr>
            <p:spPr>
              <a:xfrm>
                <a:off x="1434530" y="2496128"/>
                <a:ext cx="728783" cy="337595"/>
              </a:xfrm>
              <a:prstGeom prst="rect">
                <a:avLst/>
              </a:prstGeom>
              <a:noFill/>
            </p:spPr>
            <p:txBody>
              <a:bodyPr wrap="square" rtlCol="0">
                <a:spAutoFit/>
              </a:bodyPr>
              <a:lstStyle/>
              <a:p>
                <a:r>
                  <a:rPr lang="en-US" altLang="zh-CN" sz="2800" dirty="0">
                    <a:solidFill>
                      <a:schemeClr val="bg1"/>
                    </a:solidFill>
                  </a:rPr>
                  <a:t>about</a:t>
                </a:r>
                <a:endParaRPr lang="zh-CN" altLang="en-US" sz="2800" dirty="0">
                  <a:solidFill>
                    <a:schemeClr val="bg1"/>
                  </a:solidFill>
                </a:endParaRPr>
              </a:p>
            </p:txBody>
          </p:sp>
        </p:grpSp>
        <p:sp>
          <p:nvSpPr>
            <p:cNvPr id="16" name="Freeform 15"/>
            <p:cNvSpPr>
              <a:spLocks noEditPoints="1"/>
            </p:cNvSpPr>
            <p:nvPr/>
          </p:nvSpPr>
          <p:spPr bwMode="auto">
            <a:xfrm>
              <a:off x="1610119" y="1991093"/>
              <a:ext cx="940630" cy="758263"/>
            </a:xfrm>
            <a:custGeom>
              <a:avLst/>
              <a:gdLst>
                <a:gd name="T0" fmla="*/ 114348 w 400"/>
                <a:gd name="T1" fmla="*/ 126615 h 313"/>
                <a:gd name="T2" fmla="*/ 158687 w 400"/>
                <a:gd name="T3" fmla="*/ 103375 h 313"/>
                <a:gd name="T4" fmla="*/ 241919 w 400"/>
                <a:gd name="T5" fmla="*/ 88951 h 313"/>
                <a:gd name="T6" fmla="*/ 265255 w 400"/>
                <a:gd name="T7" fmla="*/ 53691 h 313"/>
                <a:gd name="T8" fmla="*/ 231029 w 400"/>
                <a:gd name="T9" fmla="*/ 77732 h 313"/>
                <a:gd name="T10" fmla="*/ 158687 w 400"/>
                <a:gd name="T11" fmla="*/ 81738 h 313"/>
                <a:gd name="T12" fmla="*/ 311150 w 400"/>
                <a:gd name="T13" fmla="*/ 33657 h 313"/>
                <a:gd name="T14" fmla="*/ 189024 w 400"/>
                <a:gd name="T15" fmla="*/ 12822 h 313"/>
                <a:gd name="T16" fmla="*/ 177356 w 400"/>
                <a:gd name="T17" fmla="*/ 0 h 313"/>
                <a:gd name="T18" fmla="*/ 62230 w 400"/>
                <a:gd name="T19" fmla="*/ 12822 h 313"/>
                <a:gd name="T20" fmla="*/ 70787 w 400"/>
                <a:gd name="T21" fmla="*/ 33657 h 313"/>
                <a:gd name="T22" fmla="*/ 87900 w 400"/>
                <a:gd name="T23" fmla="*/ 56896 h 313"/>
                <a:gd name="T24" fmla="*/ 286258 w 400"/>
                <a:gd name="T25" fmla="*/ 33657 h 313"/>
                <a:gd name="T26" fmla="*/ 143907 w 400"/>
                <a:gd name="T27" fmla="*/ 164278 h 313"/>
                <a:gd name="T28" fmla="*/ 286258 w 400"/>
                <a:gd name="T29" fmla="*/ 171491 h 313"/>
                <a:gd name="T30" fmla="*/ 146241 w 400"/>
                <a:gd name="T31" fmla="*/ 178703 h 313"/>
                <a:gd name="T32" fmla="*/ 147018 w 400"/>
                <a:gd name="T33" fmla="*/ 199538 h 313"/>
                <a:gd name="T34" fmla="*/ 177356 w 400"/>
                <a:gd name="T35" fmla="*/ 249222 h 313"/>
                <a:gd name="T36" fmla="*/ 189024 w 400"/>
                <a:gd name="T37" fmla="*/ 199538 h 313"/>
                <a:gd name="T38" fmla="*/ 245031 w 400"/>
                <a:gd name="T39" fmla="*/ 247620 h 313"/>
                <a:gd name="T40" fmla="*/ 239586 w 400"/>
                <a:gd name="T41" fmla="*/ 199538 h 313"/>
                <a:gd name="T42" fmla="*/ 311150 w 400"/>
                <a:gd name="T43" fmla="*/ 178703 h 313"/>
                <a:gd name="T44" fmla="*/ 303371 w 400"/>
                <a:gd name="T45" fmla="*/ 33657 h 313"/>
                <a:gd name="T46" fmla="*/ 65342 w 400"/>
                <a:gd name="T47" fmla="*/ 129820 h 313"/>
                <a:gd name="T48" fmla="*/ 95679 w 400"/>
                <a:gd name="T49" fmla="*/ 98567 h 313"/>
                <a:gd name="T50" fmla="*/ 35004 w 400"/>
                <a:gd name="T51" fmla="*/ 98567 h 313"/>
                <a:gd name="T52" fmla="*/ 84788 w 400"/>
                <a:gd name="T53" fmla="*/ 136231 h 313"/>
                <a:gd name="T54" fmla="*/ 73120 w 400"/>
                <a:gd name="T55" fmla="*/ 136231 h 313"/>
                <a:gd name="T56" fmla="*/ 76232 w 400"/>
                <a:gd name="T57" fmla="*/ 141840 h 313"/>
                <a:gd name="T58" fmla="*/ 79343 w 400"/>
                <a:gd name="T59" fmla="*/ 213161 h 313"/>
                <a:gd name="T60" fmla="*/ 52118 w 400"/>
                <a:gd name="T61" fmla="*/ 213161 h 313"/>
                <a:gd name="T62" fmla="*/ 55229 w 400"/>
                <a:gd name="T63" fmla="*/ 141840 h 313"/>
                <a:gd name="T64" fmla="*/ 59119 w 400"/>
                <a:gd name="T65" fmla="*/ 136231 h 313"/>
                <a:gd name="T66" fmla="*/ 0 w 400"/>
                <a:gd name="T67" fmla="*/ 182710 h 313"/>
                <a:gd name="T68" fmla="*/ 26448 w 400"/>
                <a:gd name="T69" fmla="*/ 250825 h 313"/>
                <a:gd name="T70" fmla="*/ 35782 w 400"/>
                <a:gd name="T71" fmla="*/ 181107 h 313"/>
                <a:gd name="T72" fmla="*/ 93345 w 400"/>
                <a:gd name="T73" fmla="*/ 250825 h 313"/>
                <a:gd name="T74" fmla="*/ 102680 w 400"/>
                <a:gd name="T75" fmla="*/ 181107 h 313"/>
                <a:gd name="T76" fmla="*/ 129905 w 400"/>
                <a:gd name="T77" fmla="*/ 250825 h 313"/>
                <a:gd name="T78" fmla="*/ 84788 w 400"/>
                <a:gd name="T79" fmla="*/ 136231 h 313"/>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00" h="313">
                  <a:moveTo>
                    <a:pt x="204" y="102"/>
                  </a:moveTo>
                  <a:lnTo>
                    <a:pt x="147" y="158"/>
                  </a:lnTo>
                  <a:cubicBezTo>
                    <a:pt x="153" y="162"/>
                    <a:pt x="158" y="166"/>
                    <a:pt x="163" y="170"/>
                  </a:cubicBezTo>
                  <a:lnTo>
                    <a:pt x="204" y="129"/>
                  </a:lnTo>
                  <a:lnTo>
                    <a:pt x="248" y="174"/>
                  </a:lnTo>
                  <a:lnTo>
                    <a:pt x="311" y="111"/>
                  </a:lnTo>
                  <a:lnTo>
                    <a:pt x="321" y="135"/>
                  </a:lnTo>
                  <a:lnTo>
                    <a:pt x="341" y="67"/>
                  </a:lnTo>
                  <a:lnTo>
                    <a:pt x="272" y="87"/>
                  </a:lnTo>
                  <a:lnTo>
                    <a:pt x="297" y="97"/>
                  </a:lnTo>
                  <a:lnTo>
                    <a:pt x="248" y="146"/>
                  </a:lnTo>
                  <a:lnTo>
                    <a:pt x="204" y="102"/>
                  </a:lnTo>
                  <a:close/>
                  <a:moveTo>
                    <a:pt x="400" y="42"/>
                  </a:moveTo>
                  <a:lnTo>
                    <a:pt x="400" y="42"/>
                  </a:lnTo>
                  <a:lnTo>
                    <a:pt x="400" y="16"/>
                  </a:lnTo>
                  <a:lnTo>
                    <a:pt x="243" y="16"/>
                  </a:lnTo>
                  <a:lnTo>
                    <a:pt x="243" y="0"/>
                  </a:lnTo>
                  <a:lnTo>
                    <a:pt x="228" y="0"/>
                  </a:lnTo>
                  <a:lnTo>
                    <a:pt x="228" y="16"/>
                  </a:lnTo>
                  <a:lnTo>
                    <a:pt x="80" y="16"/>
                  </a:lnTo>
                  <a:lnTo>
                    <a:pt x="80" y="42"/>
                  </a:lnTo>
                  <a:lnTo>
                    <a:pt x="91" y="42"/>
                  </a:lnTo>
                  <a:lnTo>
                    <a:pt x="91" y="64"/>
                  </a:lnTo>
                  <a:cubicBezTo>
                    <a:pt x="99" y="65"/>
                    <a:pt x="106" y="67"/>
                    <a:pt x="113" y="71"/>
                  </a:cubicBezTo>
                  <a:lnTo>
                    <a:pt x="113" y="42"/>
                  </a:lnTo>
                  <a:lnTo>
                    <a:pt x="368" y="42"/>
                  </a:lnTo>
                  <a:lnTo>
                    <a:pt x="368" y="205"/>
                  </a:lnTo>
                  <a:lnTo>
                    <a:pt x="185" y="205"/>
                  </a:lnTo>
                  <a:cubicBezTo>
                    <a:pt x="186" y="208"/>
                    <a:pt x="187" y="211"/>
                    <a:pt x="187" y="214"/>
                  </a:cubicBezTo>
                  <a:lnTo>
                    <a:pt x="368" y="214"/>
                  </a:lnTo>
                  <a:lnTo>
                    <a:pt x="368" y="223"/>
                  </a:lnTo>
                  <a:lnTo>
                    <a:pt x="188" y="223"/>
                  </a:lnTo>
                  <a:cubicBezTo>
                    <a:pt x="188" y="225"/>
                    <a:pt x="189" y="226"/>
                    <a:pt x="189" y="228"/>
                  </a:cubicBezTo>
                  <a:lnTo>
                    <a:pt x="189" y="249"/>
                  </a:lnTo>
                  <a:lnTo>
                    <a:pt x="228" y="249"/>
                  </a:lnTo>
                  <a:lnTo>
                    <a:pt x="228" y="311"/>
                  </a:lnTo>
                  <a:lnTo>
                    <a:pt x="243" y="311"/>
                  </a:lnTo>
                  <a:lnTo>
                    <a:pt x="243" y="249"/>
                  </a:lnTo>
                  <a:lnTo>
                    <a:pt x="292" y="249"/>
                  </a:lnTo>
                  <a:lnTo>
                    <a:pt x="315" y="309"/>
                  </a:lnTo>
                  <a:lnTo>
                    <a:pt x="330" y="305"/>
                  </a:lnTo>
                  <a:lnTo>
                    <a:pt x="308" y="249"/>
                  </a:lnTo>
                  <a:lnTo>
                    <a:pt x="400" y="249"/>
                  </a:lnTo>
                  <a:lnTo>
                    <a:pt x="400" y="223"/>
                  </a:lnTo>
                  <a:lnTo>
                    <a:pt x="390" y="223"/>
                  </a:lnTo>
                  <a:lnTo>
                    <a:pt x="390" y="42"/>
                  </a:lnTo>
                  <a:lnTo>
                    <a:pt x="400" y="42"/>
                  </a:lnTo>
                  <a:close/>
                  <a:moveTo>
                    <a:pt x="84" y="162"/>
                  </a:moveTo>
                  <a:lnTo>
                    <a:pt x="84" y="162"/>
                  </a:lnTo>
                  <a:cubicBezTo>
                    <a:pt x="105" y="162"/>
                    <a:pt x="123" y="144"/>
                    <a:pt x="123" y="123"/>
                  </a:cubicBezTo>
                  <a:cubicBezTo>
                    <a:pt x="123" y="101"/>
                    <a:pt x="105" y="84"/>
                    <a:pt x="84" y="84"/>
                  </a:cubicBezTo>
                  <a:cubicBezTo>
                    <a:pt x="62" y="84"/>
                    <a:pt x="45" y="101"/>
                    <a:pt x="45" y="123"/>
                  </a:cubicBezTo>
                  <a:cubicBezTo>
                    <a:pt x="45" y="144"/>
                    <a:pt x="62" y="162"/>
                    <a:pt x="84" y="162"/>
                  </a:cubicBezTo>
                  <a:close/>
                  <a:moveTo>
                    <a:pt x="109" y="170"/>
                  </a:moveTo>
                  <a:lnTo>
                    <a:pt x="109" y="170"/>
                  </a:lnTo>
                  <a:lnTo>
                    <a:pt x="94" y="170"/>
                  </a:lnTo>
                  <a:lnTo>
                    <a:pt x="97" y="171"/>
                  </a:lnTo>
                  <a:cubicBezTo>
                    <a:pt x="98" y="172"/>
                    <a:pt x="99" y="175"/>
                    <a:pt x="98" y="177"/>
                  </a:cubicBezTo>
                  <a:lnTo>
                    <a:pt x="93" y="190"/>
                  </a:lnTo>
                  <a:lnTo>
                    <a:pt x="102" y="266"/>
                  </a:lnTo>
                  <a:lnTo>
                    <a:pt x="85" y="282"/>
                  </a:lnTo>
                  <a:lnTo>
                    <a:pt x="67" y="266"/>
                  </a:lnTo>
                  <a:lnTo>
                    <a:pt x="77" y="190"/>
                  </a:lnTo>
                  <a:lnTo>
                    <a:pt x="71" y="177"/>
                  </a:lnTo>
                  <a:cubicBezTo>
                    <a:pt x="71" y="175"/>
                    <a:pt x="71" y="172"/>
                    <a:pt x="73" y="171"/>
                  </a:cubicBezTo>
                  <a:lnTo>
                    <a:pt x="76" y="170"/>
                  </a:lnTo>
                  <a:lnTo>
                    <a:pt x="59" y="170"/>
                  </a:lnTo>
                  <a:cubicBezTo>
                    <a:pt x="26" y="170"/>
                    <a:pt x="0" y="196"/>
                    <a:pt x="0" y="228"/>
                  </a:cubicBezTo>
                  <a:lnTo>
                    <a:pt x="0" y="313"/>
                  </a:lnTo>
                  <a:lnTo>
                    <a:pt x="34" y="313"/>
                  </a:lnTo>
                  <a:lnTo>
                    <a:pt x="34" y="226"/>
                  </a:lnTo>
                  <a:lnTo>
                    <a:pt x="46" y="226"/>
                  </a:lnTo>
                  <a:lnTo>
                    <a:pt x="46" y="313"/>
                  </a:lnTo>
                  <a:lnTo>
                    <a:pt x="120" y="313"/>
                  </a:lnTo>
                  <a:lnTo>
                    <a:pt x="120" y="226"/>
                  </a:lnTo>
                  <a:lnTo>
                    <a:pt x="132" y="226"/>
                  </a:lnTo>
                  <a:lnTo>
                    <a:pt x="132" y="313"/>
                  </a:lnTo>
                  <a:lnTo>
                    <a:pt x="167" y="313"/>
                  </a:lnTo>
                  <a:lnTo>
                    <a:pt x="167" y="228"/>
                  </a:lnTo>
                  <a:cubicBezTo>
                    <a:pt x="167" y="196"/>
                    <a:pt x="141" y="170"/>
                    <a:pt x="109" y="17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Tree>
    <p:extLst>
      <p:ext uri="{BB962C8B-B14F-4D97-AF65-F5344CB8AC3E}">
        <p14:creationId xmlns:p14="http://schemas.microsoft.com/office/powerpoint/2010/main" val="914418625"/>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1000" fill="hold"/>
                                        <p:tgtEl>
                                          <p:spTgt spid="10"/>
                                        </p:tgtEl>
                                        <p:attrNameLst>
                                          <p:attrName>ppt_w</p:attrName>
                                        </p:attrNameLst>
                                      </p:cBhvr>
                                      <p:tavLst>
                                        <p:tav tm="0">
                                          <p:val>
                                            <p:fltVal val="0"/>
                                          </p:val>
                                        </p:tav>
                                        <p:tav tm="100000">
                                          <p:val>
                                            <p:strVal val="#ppt_w"/>
                                          </p:val>
                                        </p:tav>
                                      </p:tavLst>
                                    </p:anim>
                                    <p:anim calcmode="lin" valueType="num">
                                      <p:cBhvr>
                                        <p:cTn id="8" dur="1000" fill="hold"/>
                                        <p:tgtEl>
                                          <p:spTgt spid="10"/>
                                        </p:tgtEl>
                                        <p:attrNameLst>
                                          <p:attrName>ppt_h</p:attrName>
                                        </p:attrNameLst>
                                      </p:cBhvr>
                                      <p:tavLst>
                                        <p:tav tm="0">
                                          <p:val>
                                            <p:fltVal val="0"/>
                                          </p:val>
                                        </p:tav>
                                        <p:tav tm="100000">
                                          <p:val>
                                            <p:strVal val="#ppt_h"/>
                                          </p:val>
                                        </p:tav>
                                      </p:tavLst>
                                    </p:anim>
                                    <p:anim calcmode="lin" valueType="num">
                                      <p:cBhvr>
                                        <p:cTn id="9" dur="1000" fill="hold"/>
                                        <p:tgtEl>
                                          <p:spTgt spid="10"/>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0"/>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22" presetClass="entr" presetSubtype="8" fill="hold"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wipe(left)">
                                      <p:cBhvr>
                                        <p:cTn id="14" dur="500"/>
                                        <p:tgtEl>
                                          <p:spTgt spid="13"/>
                                        </p:tgtEl>
                                      </p:cBhvr>
                                    </p:animEffect>
                                  </p:childTnLst>
                                </p:cTn>
                              </p:par>
                            </p:childTnLst>
                          </p:cTn>
                        </p:par>
                        <p:par>
                          <p:cTn id="15" fill="hold">
                            <p:stCondLst>
                              <p:cond delay="1500"/>
                            </p:stCondLst>
                            <p:childTnLst>
                              <p:par>
                                <p:cTn id="16" presetID="42" presetClass="entr" presetSubtype="0" fill="hold" grpId="0"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1000"/>
                                        <p:tgtEl>
                                          <p:spTgt spid="8"/>
                                        </p:tgtEl>
                                      </p:cBhvr>
                                    </p:animEffect>
                                    <p:anim calcmode="lin" valueType="num">
                                      <p:cBhvr>
                                        <p:cTn id="19" dur="1000" fill="hold"/>
                                        <p:tgtEl>
                                          <p:spTgt spid="8"/>
                                        </p:tgtEl>
                                        <p:attrNameLst>
                                          <p:attrName>ppt_x</p:attrName>
                                        </p:attrNameLst>
                                      </p:cBhvr>
                                      <p:tavLst>
                                        <p:tav tm="0">
                                          <p:val>
                                            <p:strVal val="#ppt_x"/>
                                          </p:val>
                                        </p:tav>
                                        <p:tav tm="100000">
                                          <p:val>
                                            <p:strVal val="#ppt_x"/>
                                          </p:val>
                                        </p:tav>
                                      </p:tavLst>
                                    </p:anim>
                                    <p:anim calcmode="lin" valueType="num">
                                      <p:cBhvr>
                                        <p:cTn id="20" dur="1000" fill="hold"/>
                                        <p:tgtEl>
                                          <p:spTgt spid="8"/>
                                        </p:tgtEl>
                                        <p:attrNameLst>
                                          <p:attrName>ppt_y</p:attrName>
                                        </p:attrNameLst>
                                      </p:cBhvr>
                                      <p:tavLst>
                                        <p:tav tm="0">
                                          <p:val>
                                            <p:strVal val="#ppt_y+.1"/>
                                          </p:val>
                                        </p:tav>
                                        <p:tav tm="100000">
                                          <p:val>
                                            <p:strVal val="#ppt_y"/>
                                          </p:val>
                                        </p:tav>
                                      </p:tavLst>
                                    </p:anim>
                                  </p:childTnLst>
                                </p:cTn>
                              </p:par>
                              <p:par>
                                <p:cTn id="21" presetID="47"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1000"/>
                                        <p:tgtEl>
                                          <p:spTgt spid="9"/>
                                        </p:tgtEl>
                                      </p:cBhvr>
                                    </p:animEffect>
                                    <p:anim calcmode="lin" valueType="num">
                                      <p:cBhvr>
                                        <p:cTn id="24" dur="1000" fill="hold"/>
                                        <p:tgtEl>
                                          <p:spTgt spid="9"/>
                                        </p:tgtEl>
                                        <p:attrNameLst>
                                          <p:attrName>ppt_x</p:attrName>
                                        </p:attrNameLst>
                                      </p:cBhvr>
                                      <p:tavLst>
                                        <p:tav tm="0">
                                          <p:val>
                                            <p:strVal val="#ppt_x"/>
                                          </p:val>
                                        </p:tav>
                                        <p:tav tm="100000">
                                          <p:val>
                                            <p:strVal val="#ppt_x"/>
                                          </p:val>
                                        </p:tav>
                                      </p:tavLst>
                                    </p:anim>
                                    <p:anim calcmode="lin" valueType="num">
                                      <p:cBhvr>
                                        <p:cTn id="25"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95486"/>
            <a:ext cx="611560" cy="369332"/>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3"/>
          <p:cNvSpPr txBox="1"/>
          <p:nvPr/>
        </p:nvSpPr>
        <p:spPr>
          <a:xfrm>
            <a:off x="683568" y="195486"/>
            <a:ext cx="3816424" cy="646331"/>
          </a:xfrm>
          <a:prstGeom prst="rect">
            <a:avLst/>
          </a:prstGeom>
          <a:noFill/>
        </p:spPr>
        <p:txBody>
          <a:bodyPr wrap="square" rtlCol="0">
            <a:spAutoFit/>
          </a:bodyPr>
          <a:lstStyle/>
          <a:p>
            <a:r>
              <a:rPr lang="zh-CN" altLang="en-US" dirty="0">
                <a:solidFill>
                  <a:srgbClr val="054487"/>
                </a:solidFill>
                <a:latin typeface="微软雅黑" pitchFamily="34" charset="-122"/>
                <a:ea typeface="微软雅黑" pitchFamily="34" charset="-122"/>
              </a:rPr>
              <a:t>输入你的标题 </a:t>
            </a:r>
            <a:r>
              <a:rPr lang="en-US" altLang="zh-CN" dirty="0">
                <a:solidFill>
                  <a:srgbClr val="054487"/>
                </a:solidFill>
                <a:latin typeface="微软雅黑" pitchFamily="34" charset="-122"/>
                <a:ea typeface="微软雅黑" pitchFamily="34" charset="-122"/>
              </a:rPr>
              <a:t>/Add your title</a:t>
            </a:r>
            <a:endParaRPr lang="zh-CN" altLang="en-US" dirty="0">
              <a:solidFill>
                <a:srgbClr val="054487"/>
              </a:solidFill>
              <a:latin typeface="微软雅黑" pitchFamily="34" charset="-122"/>
              <a:ea typeface="微软雅黑" pitchFamily="34" charset="-122"/>
            </a:endParaRPr>
          </a:p>
          <a:p>
            <a:endParaRPr lang="zh-CN" altLang="en-US" dirty="0">
              <a:solidFill>
                <a:srgbClr val="F46970"/>
              </a:solidFill>
              <a:latin typeface="微软雅黑" pitchFamily="34" charset="-122"/>
              <a:ea typeface="微软雅黑" pitchFamily="34" charset="-122"/>
            </a:endParaRPr>
          </a:p>
        </p:txBody>
      </p:sp>
      <p:sp>
        <p:nvSpPr>
          <p:cNvPr id="5" name="矩形 4"/>
          <p:cNvSpPr/>
          <p:nvPr/>
        </p:nvSpPr>
        <p:spPr>
          <a:xfrm>
            <a:off x="2828433" y="1234158"/>
            <a:ext cx="1249307" cy="1073725"/>
          </a:xfrm>
          <a:prstGeom prst="rect">
            <a:avLst/>
          </a:prstGeom>
          <a:solidFill>
            <a:srgbClr val="054487"/>
          </a:solidFill>
          <a:ln w="25400" cap="flat" cmpd="sng" algn="ctr">
            <a:noFill/>
            <a:prstDash val="solid"/>
          </a:ln>
          <a:effectLst>
            <a:outerShdw blurRad="50800" dist="38100" algn="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prstClr val="white"/>
                </a:solidFill>
                <a:effectLst/>
                <a:uLnTx/>
                <a:uFillTx/>
              </a:rPr>
              <a:t>添加</a:t>
            </a:r>
            <a:endParaRPr kumimoji="0" lang="en-US" altLang="zh-CN" sz="1600" b="1" i="0" u="none" strike="noStrike" kern="0" cap="none" spc="0" normalizeH="0" baseline="0" noProof="0" dirty="0">
              <a:ln>
                <a:noFill/>
              </a:ln>
              <a:solidFill>
                <a:prstClr val="white"/>
              </a:solidFill>
              <a:effectLst/>
              <a:uLnTx/>
              <a:uFillTx/>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prstClr val="white"/>
                </a:solidFill>
                <a:effectLst/>
                <a:uLnTx/>
                <a:uFillTx/>
              </a:rPr>
              <a:t>标题</a:t>
            </a:r>
            <a:endParaRPr kumimoji="0" lang="en-US" altLang="zh-CN" sz="1600" b="1" i="0" u="none" strike="noStrike" kern="0" cap="none" spc="0" normalizeH="0" baseline="0" noProof="0" dirty="0">
              <a:ln>
                <a:noFill/>
              </a:ln>
              <a:solidFill>
                <a:prstClr val="white"/>
              </a:solidFill>
              <a:effectLst/>
              <a:uLnTx/>
              <a:uFillTx/>
            </a:endParaRPr>
          </a:p>
        </p:txBody>
      </p:sp>
      <p:grpSp>
        <p:nvGrpSpPr>
          <p:cNvPr id="6" name="组合 5"/>
          <p:cNvGrpSpPr/>
          <p:nvPr/>
        </p:nvGrpSpPr>
        <p:grpSpPr>
          <a:xfrm>
            <a:off x="3839220" y="1036339"/>
            <a:ext cx="3663696" cy="1409397"/>
            <a:chOff x="3152068" y="876176"/>
            <a:chExt cx="4012220" cy="1543472"/>
          </a:xfrm>
          <a:solidFill>
            <a:srgbClr val="C00000"/>
          </a:solidFill>
          <a:effectLst>
            <a:outerShdw blurRad="50800" dist="38100" algn="l" rotWithShape="0">
              <a:prstClr val="black">
                <a:alpha val="40000"/>
              </a:prstClr>
            </a:outerShdw>
          </a:effectLst>
        </p:grpSpPr>
        <p:sp>
          <p:nvSpPr>
            <p:cNvPr id="7" name="右箭头 6"/>
            <p:cNvSpPr/>
            <p:nvPr/>
          </p:nvSpPr>
          <p:spPr>
            <a:xfrm>
              <a:off x="3419872" y="876176"/>
              <a:ext cx="3744416" cy="1543472"/>
            </a:xfrm>
            <a:prstGeom prst="rightArrow">
              <a:avLst>
                <a:gd name="adj1" fmla="val 53364"/>
                <a:gd name="adj2" fmla="val 85381"/>
              </a:avLst>
            </a:prstGeom>
            <a:solidFill>
              <a:schemeClr val="bg1">
                <a:lumMod val="65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050" b="0" i="0" u="none" strike="noStrike" kern="0" cap="none" spc="0" normalizeH="0" baseline="0" noProof="0" dirty="0">
                  <a:ln>
                    <a:noFill/>
                  </a:ln>
                  <a:solidFill>
                    <a:prstClr val="white"/>
                  </a:solidFill>
                  <a:effectLst/>
                  <a:uLnTx/>
                  <a:uFillTx/>
                </a:rPr>
                <a:t>单击此处添加文本</a:t>
              </a:r>
              <a:endParaRPr kumimoji="0" lang="en-US" altLang="zh-CN" sz="1050" b="0" i="0" u="none" strike="noStrike" kern="0" cap="none" spc="0" normalizeH="0" baseline="0" noProof="0" dirty="0">
                <a:ln>
                  <a:noFill/>
                </a:ln>
                <a:solidFill>
                  <a:prstClr val="white"/>
                </a:solidFill>
                <a:effectLst/>
                <a:uLnTx/>
                <a:uFillTx/>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050" b="0" i="0" u="none" strike="noStrike" kern="0" cap="none" spc="0" normalizeH="0" baseline="0" noProof="0" dirty="0">
                  <a:ln>
                    <a:noFill/>
                  </a:ln>
                  <a:solidFill>
                    <a:prstClr val="white"/>
                  </a:solidFill>
                  <a:effectLst/>
                  <a:uLnTx/>
                  <a:uFillTx/>
                </a:rPr>
                <a:t>单击此处添加文本</a:t>
              </a:r>
              <a:endParaRPr kumimoji="0" lang="en-US" altLang="zh-CN" sz="1050" b="0" i="0" u="none" strike="noStrike" kern="0" cap="none" spc="0" normalizeH="0" baseline="0" noProof="0" dirty="0">
                <a:ln>
                  <a:noFill/>
                </a:ln>
                <a:solidFill>
                  <a:prstClr val="white"/>
                </a:solidFill>
                <a:effectLst/>
                <a:uLnTx/>
                <a:uFillTx/>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050" b="0" i="0" u="none" strike="noStrike" kern="0" cap="none" spc="0" normalizeH="0" baseline="0" noProof="0" dirty="0">
                  <a:ln>
                    <a:noFill/>
                  </a:ln>
                  <a:solidFill>
                    <a:prstClr val="white"/>
                  </a:solidFill>
                  <a:effectLst/>
                  <a:uLnTx/>
                  <a:uFillTx/>
                </a:rPr>
                <a:t>单击此处添加文本</a:t>
              </a:r>
              <a:endParaRPr kumimoji="0" lang="en-US" altLang="zh-CN" sz="1050" b="0" i="0" u="none" strike="noStrike" kern="0" cap="none" spc="0" normalizeH="0" baseline="0" noProof="0" dirty="0">
                <a:ln>
                  <a:noFill/>
                </a:ln>
                <a:solidFill>
                  <a:prstClr val="white"/>
                </a:solidFill>
                <a:effectLst/>
                <a:uLnTx/>
                <a:uFillTx/>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050" b="0" i="0" u="none" strike="noStrike" kern="0" cap="none" spc="0" normalizeH="0" baseline="0" noProof="0" dirty="0">
                  <a:ln>
                    <a:noFill/>
                  </a:ln>
                  <a:solidFill>
                    <a:prstClr val="white"/>
                  </a:solidFill>
                  <a:effectLst/>
                  <a:uLnTx/>
                  <a:uFillTx/>
                </a:rPr>
                <a:t>单击此处添加文本</a:t>
              </a:r>
            </a:p>
          </p:txBody>
        </p:sp>
        <p:sp>
          <p:nvSpPr>
            <p:cNvPr id="8" name="等腰三角形 7"/>
            <p:cNvSpPr/>
            <p:nvPr/>
          </p:nvSpPr>
          <p:spPr>
            <a:xfrm rot="16200000">
              <a:off x="3090959" y="1513624"/>
              <a:ext cx="390793" cy="268575"/>
            </a:xfrm>
            <a:prstGeom prst="triangle">
              <a:avLst/>
            </a:prstGeom>
            <a:solidFill>
              <a:schemeClr val="bg1">
                <a:lumMod val="65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prstClr val="white"/>
                </a:solidFill>
                <a:effectLst/>
                <a:uLnTx/>
                <a:uFillTx/>
              </a:endParaRPr>
            </a:p>
          </p:txBody>
        </p:sp>
      </p:grpSp>
      <p:sp>
        <p:nvSpPr>
          <p:cNvPr id="9" name="矩形 8"/>
          <p:cNvSpPr/>
          <p:nvPr/>
        </p:nvSpPr>
        <p:spPr>
          <a:xfrm flipH="1">
            <a:off x="4543925" y="2314278"/>
            <a:ext cx="1249307" cy="1073725"/>
          </a:xfrm>
          <a:prstGeom prst="rect">
            <a:avLst/>
          </a:prstGeom>
          <a:solidFill>
            <a:srgbClr val="054487"/>
          </a:solidFill>
          <a:ln w="25400" cap="flat" cmpd="sng" algn="ctr">
            <a:noFill/>
            <a:prstDash val="solid"/>
          </a:ln>
          <a:effectLst>
            <a:outerShdw blurRad="50800" dist="38100" dir="10800000" algn="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prstClr val="white"/>
                </a:solidFill>
                <a:effectLst/>
                <a:uLnTx/>
                <a:uFillTx/>
              </a:rPr>
              <a:t>添加</a:t>
            </a:r>
            <a:endParaRPr kumimoji="0" lang="en-US" altLang="zh-CN" sz="1600" b="1" i="0" u="none" strike="noStrike" kern="0" cap="none" spc="0" normalizeH="0" baseline="0" noProof="0" dirty="0">
              <a:ln>
                <a:noFill/>
              </a:ln>
              <a:solidFill>
                <a:prstClr val="white"/>
              </a:solidFill>
              <a:effectLst/>
              <a:uLnTx/>
              <a:uFillTx/>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prstClr val="white"/>
                </a:solidFill>
                <a:effectLst/>
                <a:uLnTx/>
                <a:uFillTx/>
              </a:rPr>
              <a:t>标题</a:t>
            </a:r>
            <a:endParaRPr kumimoji="0" lang="en-US" altLang="zh-CN" sz="1600" b="1" i="0" u="none" strike="noStrike" kern="0" cap="none" spc="0" normalizeH="0" baseline="0" noProof="0" dirty="0">
              <a:ln>
                <a:noFill/>
              </a:ln>
              <a:solidFill>
                <a:prstClr val="white"/>
              </a:solidFill>
              <a:effectLst/>
              <a:uLnTx/>
              <a:uFillTx/>
            </a:endParaRPr>
          </a:p>
        </p:txBody>
      </p:sp>
      <p:grpSp>
        <p:nvGrpSpPr>
          <p:cNvPr id="10" name="组合 9"/>
          <p:cNvGrpSpPr/>
          <p:nvPr/>
        </p:nvGrpSpPr>
        <p:grpSpPr>
          <a:xfrm flipH="1">
            <a:off x="1115616" y="2116459"/>
            <a:ext cx="3663696" cy="1409397"/>
            <a:chOff x="3152068" y="876176"/>
            <a:chExt cx="4012220" cy="1543472"/>
          </a:xfrm>
          <a:solidFill>
            <a:srgbClr val="C00000"/>
          </a:solidFill>
          <a:effectLst>
            <a:outerShdw blurRad="50800" dist="38100" dir="10800000" algn="r" rotWithShape="0">
              <a:prstClr val="black">
                <a:alpha val="40000"/>
              </a:prstClr>
            </a:outerShdw>
          </a:effectLst>
        </p:grpSpPr>
        <p:sp>
          <p:nvSpPr>
            <p:cNvPr id="11" name="右箭头 10"/>
            <p:cNvSpPr/>
            <p:nvPr/>
          </p:nvSpPr>
          <p:spPr>
            <a:xfrm>
              <a:off x="3419872" y="876176"/>
              <a:ext cx="3744416" cy="1543472"/>
            </a:xfrm>
            <a:prstGeom prst="rightArrow">
              <a:avLst>
                <a:gd name="adj1" fmla="val 58301"/>
                <a:gd name="adj2" fmla="val 86204"/>
              </a:avLst>
            </a:prstGeom>
            <a:solidFill>
              <a:schemeClr val="bg1">
                <a:lumMod val="65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050" b="0" i="0" u="none" strike="noStrike" kern="0" cap="none" spc="0" normalizeH="0" baseline="0" noProof="0" dirty="0">
                  <a:ln>
                    <a:noFill/>
                  </a:ln>
                  <a:solidFill>
                    <a:prstClr val="white"/>
                  </a:solidFill>
                  <a:effectLst/>
                  <a:uLnTx/>
                  <a:uFillTx/>
                </a:rPr>
                <a:t>单击此处添加文本</a:t>
              </a:r>
              <a:endParaRPr kumimoji="0" lang="en-US" altLang="zh-CN" sz="1050" b="0" i="0" u="none" strike="noStrike" kern="0" cap="none" spc="0" normalizeH="0" baseline="0" noProof="0" dirty="0">
                <a:ln>
                  <a:noFill/>
                </a:ln>
                <a:solidFill>
                  <a:prstClr val="white"/>
                </a:solidFill>
                <a:effectLst/>
                <a:uLnTx/>
                <a:uFillTx/>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050" b="0" i="0" u="none" strike="noStrike" kern="0" cap="none" spc="0" normalizeH="0" baseline="0" noProof="0" dirty="0">
                  <a:ln>
                    <a:noFill/>
                  </a:ln>
                  <a:solidFill>
                    <a:prstClr val="white"/>
                  </a:solidFill>
                  <a:effectLst/>
                  <a:uLnTx/>
                  <a:uFillTx/>
                </a:rPr>
                <a:t>单击此处添加文本</a:t>
              </a:r>
              <a:endParaRPr kumimoji="0" lang="en-US" altLang="zh-CN" sz="1050" b="0" i="0" u="none" strike="noStrike" kern="0" cap="none" spc="0" normalizeH="0" baseline="0" noProof="0" dirty="0">
                <a:ln>
                  <a:noFill/>
                </a:ln>
                <a:solidFill>
                  <a:prstClr val="white"/>
                </a:solidFill>
                <a:effectLst/>
                <a:uLnTx/>
                <a:uFillTx/>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050" b="0" i="0" u="none" strike="noStrike" kern="0" cap="none" spc="0" normalizeH="0" baseline="0" noProof="0" dirty="0">
                  <a:ln>
                    <a:noFill/>
                  </a:ln>
                  <a:solidFill>
                    <a:prstClr val="white"/>
                  </a:solidFill>
                  <a:effectLst/>
                  <a:uLnTx/>
                  <a:uFillTx/>
                </a:rPr>
                <a:t>单击此处添加文本</a:t>
              </a:r>
              <a:endParaRPr kumimoji="0" lang="en-US" altLang="zh-CN" sz="1050" b="0" i="0" u="none" strike="noStrike" kern="0" cap="none" spc="0" normalizeH="0" baseline="0" noProof="0" dirty="0">
                <a:ln>
                  <a:noFill/>
                </a:ln>
                <a:solidFill>
                  <a:prstClr val="white"/>
                </a:solidFill>
                <a:effectLst/>
                <a:uLnTx/>
                <a:uFillTx/>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050" b="0" i="0" u="none" strike="noStrike" kern="0" cap="none" spc="0" normalizeH="0" baseline="0" noProof="0" dirty="0">
                  <a:ln>
                    <a:noFill/>
                  </a:ln>
                  <a:solidFill>
                    <a:prstClr val="white"/>
                  </a:solidFill>
                  <a:effectLst/>
                  <a:uLnTx/>
                  <a:uFillTx/>
                </a:rPr>
                <a:t>单击此处添加文本</a:t>
              </a:r>
            </a:p>
          </p:txBody>
        </p:sp>
        <p:sp>
          <p:nvSpPr>
            <p:cNvPr id="12" name="等腰三角形 11"/>
            <p:cNvSpPr/>
            <p:nvPr/>
          </p:nvSpPr>
          <p:spPr>
            <a:xfrm rot="16200000">
              <a:off x="3090959" y="1513624"/>
              <a:ext cx="390793" cy="268575"/>
            </a:xfrm>
            <a:prstGeom prst="triangle">
              <a:avLst/>
            </a:prstGeom>
            <a:solidFill>
              <a:schemeClr val="bg1">
                <a:lumMod val="65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prstClr val="white"/>
                </a:solidFill>
                <a:effectLst/>
                <a:uLnTx/>
                <a:uFillTx/>
              </a:endParaRPr>
            </a:p>
          </p:txBody>
        </p:sp>
      </p:grpSp>
      <p:sp>
        <p:nvSpPr>
          <p:cNvPr id="13" name="矩形 12"/>
          <p:cNvSpPr/>
          <p:nvPr/>
        </p:nvSpPr>
        <p:spPr>
          <a:xfrm>
            <a:off x="2828433" y="3449820"/>
            <a:ext cx="1249307" cy="1073725"/>
          </a:xfrm>
          <a:prstGeom prst="rect">
            <a:avLst/>
          </a:prstGeom>
          <a:solidFill>
            <a:srgbClr val="054487"/>
          </a:solidFill>
          <a:ln w="25400" cap="flat" cmpd="sng" algn="ctr">
            <a:noFill/>
            <a:prstDash val="solid"/>
          </a:ln>
          <a:effectLst>
            <a:outerShdw blurRad="50800" dist="38100" algn="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prstClr val="white"/>
                </a:solidFill>
                <a:effectLst/>
                <a:uLnTx/>
                <a:uFillTx/>
              </a:rPr>
              <a:t>添加</a:t>
            </a:r>
            <a:endParaRPr kumimoji="0" lang="en-US" altLang="zh-CN" sz="1600" b="1" i="0" u="none" strike="noStrike" kern="0" cap="none" spc="0" normalizeH="0" baseline="0" noProof="0" dirty="0">
              <a:ln>
                <a:noFill/>
              </a:ln>
              <a:solidFill>
                <a:prstClr val="white"/>
              </a:solidFill>
              <a:effectLst/>
              <a:uLnTx/>
              <a:uFillTx/>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prstClr val="white"/>
                </a:solidFill>
                <a:effectLst/>
                <a:uLnTx/>
                <a:uFillTx/>
              </a:rPr>
              <a:t>标题</a:t>
            </a:r>
            <a:endParaRPr kumimoji="0" lang="en-US" altLang="zh-CN" sz="1600" b="1" i="0" u="none" strike="noStrike" kern="0" cap="none" spc="0" normalizeH="0" baseline="0" noProof="0" dirty="0">
              <a:ln>
                <a:noFill/>
              </a:ln>
              <a:solidFill>
                <a:prstClr val="white"/>
              </a:solidFill>
              <a:effectLst/>
              <a:uLnTx/>
              <a:uFillTx/>
            </a:endParaRPr>
          </a:p>
        </p:txBody>
      </p:sp>
      <p:grpSp>
        <p:nvGrpSpPr>
          <p:cNvPr id="14" name="组合 13"/>
          <p:cNvGrpSpPr/>
          <p:nvPr/>
        </p:nvGrpSpPr>
        <p:grpSpPr>
          <a:xfrm>
            <a:off x="3835232" y="3250585"/>
            <a:ext cx="3663696" cy="1409397"/>
            <a:chOff x="3152068" y="876176"/>
            <a:chExt cx="4012220" cy="1543472"/>
          </a:xfrm>
          <a:solidFill>
            <a:srgbClr val="C00000"/>
          </a:solidFill>
          <a:effectLst>
            <a:outerShdw blurRad="50800" dist="38100" algn="l" rotWithShape="0">
              <a:prstClr val="black">
                <a:alpha val="40000"/>
              </a:prstClr>
            </a:outerShdw>
          </a:effectLst>
        </p:grpSpPr>
        <p:sp>
          <p:nvSpPr>
            <p:cNvPr id="15" name="右箭头 14"/>
            <p:cNvSpPr/>
            <p:nvPr/>
          </p:nvSpPr>
          <p:spPr>
            <a:xfrm>
              <a:off x="3419872" y="876176"/>
              <a:ext cx="3744416" cy="1543472"/>
            </a:xfrm>
            <a:prstGeom prst="rightArrow">
              <a:avLst>
                <a:gd name="adj1" fmla="val 53364"/>
                <a:gd name="adj2" fmla="val 84558"/>
              </a:avLst>
            </a:prstGeom>
            <a:solidFill>
              <a:schemeClr val="bg1">
                <a:lumMod val="65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050" b="0" i="0" u="none" strike="noStrike" kern="0" cap="none" spc="0" normalizeH="0" baseline="0" noProof="0" dirty="0">
                  <a:ln>
                    <a:noFill/>
                  </a:ln>
                  <a:solidFill>
                    <a:prstClr val="white"/>
                  </a:solidFill>
                  <a:effectLst/>
                  <a:uLnTx/>
                  <a:uFillTx/>
                </a:rPr>
                <a:t>单击此处添加文本</a:t>
              </a:r>
              <a:endParaRPr kumimoji="0" lang="en-US" altLang="zh-CN" sz="1050" b="0" i="0" u="none" strike="noStrike" kern="0" cap="none" spc="0" normalizeH="0" baseline="0" noProof="0" dirty="0">
                <a:ln>
                  <a:noFill/>
                </a:ln>
                <a:solidFill>
                  <a:prstClr val="white"/>
                </a:solidFill>
                <a:effectLst/>
                <a:uLnTx/>
                <a:uFillTx/>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050" b="0" i="0" u="none" strike="noStrike" kern="0" cap="none" spc="0" normalizeH="0" baseline="0" noProof="0" dirty="0">
                  <a:ln>
                    <a:noFill/>
                  </a:ln>
                  <a:solidFill>
                    <a:prstClr val="white"/>
                  </a:solidFill>
                  <a:effectLst/>
                  <a:uLnTx/>
                  <a:uFillTx/>
                </a:rPr>
                <a:t>单击此处添加文本</a:t>
              </a:r>
              <a:endParaRPr kumimoji="0" lang="en-US" altLang="zh-CN" sz="1050" b="0" i="0" u="none" strike="noStrike" kern="0" cap="none" spc="0" normalizeH="0" baseline="0" noProof="0" dirty="0">
                <a:ln>
                  <a:noFill/>
                </a:ln>
                <a:solidFill>
                  <a:prstClr val="white"/>
                </a:solidFill>
                <a:effectLst/>
                <a:uLnTx/>
                <a:uFillTx/>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050" b="0" i="0" u="none" strike="noStrike" kern="0" cap="none" spc="0" normalizeH="0" baseline="0" noProof="0" dirty="0">
                  <a:ln>
                    <a:noFill/>
                  </a:ln>
                  <a:solidFill>
                    <a:prstClr val="white"/>
                  </a:solidFill>
                  <a:effectLst/>
                  <a:uLnTx/>
                  <a:uFillTx/>
                </a:rPr>
                <a:t>单击此处添加文本</a:t>
              </a:r>
              <a:endParaRPr kumimoji="0" lang="en-US" altLang="zh-CN" sz="1050" b="0" i="0" u="none" strike="noStrike" kern="0" cap="none" spc="0" normalizeH="0" baseline="0" noProof="0" dirty="0">
                <a:ln>
                  <a:noFill/>
                </a:ln>
                <a:solidFill>
                  <a:prstClr val="white"/>
                </a:solidFill>
                <a:effectLst/>
                <a:uLnTx/>
                <a:uFillTx/>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050" b="0" i="0" u="none" strike="noStrike" kern="0" cap="none" spc="0" normalizeH="0" baseline="0" noProof="0" dirty="0">
                  <a:ln>
                    <a:noFill/>
                  </a:ln>
                  <a:solidFill>
                    <a:prstClr val="white"/>
                  </a:solidFill>
                  <a:effectLst/>
                  <a:uLnTx/>
                  <a:uFillTx/>
                </a:rPr>
                <a:t>单击此处添加文本</a:t>
              </a:r>
            </a:p>
          </p:txBody>
        </p:sp>
        <p:sp>
          <p:nvSpPr>
            <p:cNvPr id="16" name="等腰三角形 15"/>
            <p:cNvSpPr/>
            <p:nvPr/>
          </p:nvSpPr>
          <p:spPr>
            <a:xfrm rot="16200000">
              <a:off x="3090959" y="1513624"/>
              <a:ext cx="390793" cy="268575"/>
            </a:xfrm>
            <a:prstGeom prst="triangle">
              <a:avLst/>
            </a:prstGeom>
            <a:solidFill>
              <a:schemeClr val="bg1">
                <a:lumMod val="65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prstClr val="white"/>
                </a:solidFill>
                <a:effectLst/>
                <a:uLnTx/>
                <a:uFillTx/>
              </a:endParaRPr>
            </a:p>
          </p:txBody>
        </p:sp>
      </p:grpSp>
    </p:spTree>
    <p:extLst>
      <p:ext uri="{BB962C8B-B14F-4D97-AF65-F5344CB8AC3E}">
        <p14:creationId xmlns:p14="http://schemas.microsoft.com/office/powerpoint/2010/main" val="1631127162"/>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1+#ppt_w/2"/>
                                          </p:val>
                                        </p:tav>
                                        <p:tav tm="100000">
                                          <p:val>
                                            <p:strVal val="#ppt_x"/>
                                          </p:val>
                                        </p:tav>
                                      </p:tavLst>
                                    </p:anim>
                                    <p:anim calcmode="lin" valueType="num">
                                      <p:cBhvr additive="base">
                                        <p:cTn id="12" dur="500" fill="hold"/>
                                        <p:tgtEl>
                                          <p:spTgt spid="9"/>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0-#ppt_w/2"/>
                                          </p:val>
                                        </p:tav>
                                        <p:tav tm="100000">
                                          <p:val>
                                            <p:strVal val="#ppt_x"/>
                                          </p:val>
                                        </p:tav>
                                      </p:tavLst>
                                    </p:anim>
                                    <p:anim calcmode="lin" valueType="num">
                                      <p:cBhvr additive="base">
                                        <p:cTn id="16" dur="500" fill="hold"/>
                                        <p:tgtEl>
                                          <p:spTgt spid="13"/>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left)">
                                      <p:cBhvr>
                                        <p:cTn id="20" dur="500"/>
                                        <p:tgtEl>
                                          <p:spTgt spid="6"/>
                                        </p:tgtEl>
                                      </p:cBhvr>
                                    </p:animEffect>
                                  </p:childTnLst>
                                </p:cTn>
                              </p:par>
                              <p:par>
                                <p:cTn id="21" presetID="22" presetClass="entr" presetSubtype="2"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right)">
                                      <p:cBhvr>
                                        <p:cTn id="23" dur="500"/>
                                        <p:tgtEl>
                                          <p:spTgt spid="10"/>
                                        </p:tgtEl>
                                      </p:cBhvr>
                                    </p:animEffect>
                                  </p:childTnLst>
                                </p:cTn>
                              </p:par>
                              <p:par>
                                <p:cTn id="24" presetID="22" presetClass="entr" presetSubtype="8" fill="hold"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wipe(left)">
                                      <p:cBhvr>
                                        <p:cTn id="2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95486"/>
            <a:ext cx="611560" cy="369332"/>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3"/>
          <p:cNvSpPr txBox="1"/>
          <p:nvPr/>
        </p:nvSpPr>
        <p:spPr>
          <a:xfrm>
            <a:off x="683568" y="195486"/>
            <a:ext cx="3816424" cy="646331"/>
          </a:xfrm>
          <a:prstGeom prst="rect">
            <a:avLst/>
          </a:prstGeom>
          <a:noFill/>
        </p:spPr>
        <p:txBody>
          <a:bodyPr wrap="square" rtlCol="0">
            <a:spAutoFit/>
          </a:bodyPr>
          <a:lstStyle/>
          <a:p>
            <a:r>
              <a:rPr lang="zh-CN" altLang="en-US" dirty="0">
                <a:solidFill>
                  <a:srgbClr val="054487"/>
                </a:solidFill>
                <a:latin typeface="微软雅黑" pitchFamily="34" charset="-122"/>
                <a:ea typeface="微软雅黑" pitchFamily="34" charset="-122"/>
              </a:rPr>
              <a:t>输入你的标题 </a:t>
            </a:r>
            <a:r>
              <a:rPr lang="en-US" altLang="zh-CN" dirty="0">
                <a:solidFill>
                  <a:srgbClr val="054487"/>
                </a:solidFill>
                <a:latin typeface="微软雅黑" pitchFamily="34" charset="-122"/>
                <a:ea typeface="微软雅黑" pitchFamily="34" charset="-122"/>
              </a:rPr>
              <a:t>/Add your title</a:t>
            </a:r>
            <a:endParaRPr lang="zh-CN" altLang="en-US" dirty="0">
              <a:solidFill>
                <a:srgbClr val="054487"/>
              </a:solidFill>
              <a:latin typeface="微软雅黑" pitchFamily="34" charset="-122"/>
              <a:ea typeface="微软雅黑" pitchFamily="34" charset="-122"/>
            </a:endParaRPr>
          </a:p>
          <a:p>
            <a:endParaRPr lang="zh-CN" altLang="en-US" dirty="0">
              <a:solidFill>
                <a:srgbClr val="F46970"/>
              </a:solidFill>
              <a:latin typeface="微软雅黑" pitchFamily="34" charset="-122"/>
              <a:ea typeface="微软雅黑" pitchFamily="34" charset="-122"/>
            </a:endParaRPr>
          </a:p>
        </p:txBody>
      </p:sp>
      <p:sp>
        <p:nvSpPr>
          <p:cNvPr id="5" name="椭圆 4"/>
          <p:cNvSpPr/>
          <p:nvPr/>
        </p:nvSpPr>
        <p:spPr>
          <a:xfrm>
            <a:off x="584569" y="2514041"/>
            <a:ext cx="569872" cy="569872"/>
          </a:xfrm>
          <a:prstGeom prst="ellipse">
            <a:avLst/>
          </a:prstGeom>
          <a:gradFill>
            <a:gsLst>
              <a:gs pos="15000">
                <a:srgbClr val="00B0F0"/>
              </a:gs>
              <a:gs pos="31000">
                <a:srgbClr val="0070C0"/>
              </a:gs>
              <a:gs pos="63000">
                <a:srgbClr val="FFFB6C">
                  <a:alpha val="0"/>
                </a:srgbClr>
              </a:gs>
            </a:gsLst>
            <a:path path="shape">
              <a:fillToRect l="50000" t="50000" r="50000" b="50000"/>
            </a:path>
          </a:gradFill>
          <a:ln w="25400" cap="flat" cmpd="sng" algn="ctr">
            <a:noFill/>
            <a:prstDash val="solid"/>
          </a:ln>
          <a:effectLst>
            <a:glow rad="127000">
              <a:srgbClr val="5D552C">
                <a:alpha val="4000"/>
              </a:srgbClr>
            </a:glow>
            <a:softEdge rad="0"/>
          </a:effectLst>
        </p:spPr>
        <p:txBody>
          <a:bodyPr lIns="68580" tIns="34290" rIns="68580" bIns="34290" rtlCol="0" anchor="ctr"/>
          <a:lstStyle/>
          <a:p>
            <a:pPr algn="ctr">
              <a:defRPr/>
            </a:pPr>
            <a:endParaRPr lang="zh-CN" altLang="en-US" kern="0" dirty="0">
              <a:solidFill>
                <a:prstClr val="black">
                  <a:lumMod val="85000"/>
                  <a:lumOff val="15000"/>
                </a:prstClr>
              </a:solidFill>
              <a:ea typeface="微软雅黑" pitchFamily="34" charset="-122"/>
            </a:endParaRPr>
          </a:p>
        </p:txBody>
      </p:sp>
      <p:sp>
        <p:nvSpPr>
          <p:cNvPr id="6" name="椭圆 5"/>
          <p:cNvSpPr/>
          <p:nvPr/>
        </p:nvSpPr>
        <p:spPr>
          <a:xfrm>
            <a:off x="1632203" y="1604396"/>
            <a:ext cx="569872" cy="569872"/>
          </a:xfrm>
          <a:prstGeom prst="ellipse">
            <a:avLst/>
          </a:prstGeom>
          <a:gradFill>
            <a:gsLst>
              <a:gs pos="15000">
                <a:srgbClr val="00B0F0"/>
              </a:gs>
              <a:gs pos="31000">
                <a:srgbClr val="0070C0"/>
              </a:gs>
              <a:gs pos="63000">
                <a:srgbClr val="FFFB6C">
                  <a:alpha val="0"/>
                </a:srgbClr>
              </a:gs>
            </a:gsLst>
            <a:path path="shape">
              <a:fillToRect l="50000" t="50000" r="50000" b="50000"/>
            </a:path>
          </a:gradFill>
          <a:ln w="25400" cap="flat" cmpd="sng" algn="ctr">
            <a:noFill/>
            <a:prstDash val="solid"/>
          </a:ln>
          <a:effectLst>
            <a:glow rad="127000">
              <a:srgbClr val="5D552C">
                <a:alpha val="4000"/>
              </a:srgbClr>
            </a:glow>
            <a:softEdge rad="0"/>
          </a:effectLst>
        </p:spPr>
        <p:txBody>
          <a:bodyPr lIns="68580" tIns="34290" rIns="68580" bIns="34290" rtlCol="0" anchor="ctr"/>
          <a:lstStyle/>
          <a:p>
            <a:pPr algn="ctr">
              <a:defRPr/>
            </a:pPr>
            <a:endParaRPr lang="zh-CN" altLang="en-US" kern="0" dirty="0">
              <a:solidFill>
                <a:prstClr val="black">
                  <a:lumMod val="85000"/>
                  <a:lumOff val="15000"/>
                </a:prstClr>
              </a:solidFill>
              <a:ea typeface="微软雅黑" pitchFamily="34" charset="-122"/>
            </a:endParaRPr>
          </a:p>
        </p:txBody>
      </p:sp>
      <p:sp>
        <p:nvSpPr>
          <p:cNvPr id="7" name="椭圆 6"/>
          <p:cNvSpPr/>
          <p:nvPr/>
        </p:nvSpPr>
        <p:spPr>
          <a:xfrm>
            <a:off x="3091860" y="2807431"/>
            <a:ext cx="569872" cy="569872"/>
          </a:xfrm>
          <a:prstGeom prst="ellipse">
            <a:avLst/>
          </a:prstGeom>
          <a:gradFill>
            <a:gsLst>
              <a:gs pos="15000">
                <a:srgbClr val="00B0F0"/>
              </a:gs>
              <a:gs pos="31000">
                <a:srgbClr val="0070C0"/>
              </a:gs>
              <a:gs pos="63000">
                <a:srgbClr val="FFFB6C">
                  <a:alpha val="0"/>
                </a:srgbClr>
              </a:gs>
            </a:gsLst>
            <a:path path="shape">
              <a:fillToRect l="50000" t="50000" r="50000" b="50000"/>
            </a:path>
          </a:gradFill>
          <a:ln w="25400" cap="flat" cmpd="sng" algn="ctr">
            <a:noFill/>
            <a:prstDash val="solid"/>
          </a:ln>
          <a:effectLst>
            <a:glow rad="127000">
              <a:srgbClr val="5D552C">
                <a:alpha val="4000"/>
              </a:srgbClr>
            </a:glow>
            <a:softEdge rad="0"/>
          </a:effectLst>
        </p:spPr>
        <p:txBody>
          <a:bodyPr lIns="68580" tIns="34290" rIns="68580" bIns="34290" rtlCol="0" anchor="ctr"/>
          <a:lstStyle/>
          <a:p>
            <a:pPr algn="ctr">
              <a:defRPr/>
            </a:pPr>
            <a:endParaRPr lang="zh-CN" altLang="en-US" kern="0" dirty="0">
              <a:solidFill>
                <a:prstClr val="black">
                  <a:lumMod val="85000"/>
                  <a:lumOff val="15000"/>
                </a:prstClr>
              </a:solidFill>
              <a:ea typeface="微软雅黑" pitchFamily="34" charset="-122"/>
            </a:endParaRPr>
          </a:p>
        </p:txBody>
      </p:sp>
      <p:sp>
        <p:nvSpPr>
          <p:cNvPr id="8" name="椭圆 7"/>
          <p:cNvSpPr/>
          <p:nvPr/>
        </p:nvSpPr>
        <p:spPr>
          <a:xfrm>
            <a:off x="4931275" y="1620371"/>
            <a:ext cx="569872" cy="569872"/>
          </a:xfrm>
          <a:prstGeom prst="ellipse">
            <a:avLst/>
          </a:prstGeom>
          <a:gradFill>
            <a:gsLst>
              <a:gs pos="15000">
                <a:srgbClr val="00B0F0"/>
              </a:gs>
              <a:gs pos="31000">
                <a:srgbClr val="0070C0"/>
              </a:gs>
              <a:gs pos="63000">
                <a:srgbClr val="FFFB6C">
                  <a:alpha val="0"/>
                </a:srgbClr>
              </a:gs>
            </a:gsLst>
            <a:path path="shape">
              <a:fillToRect l="50000" t="50000" r="50000" b="50000"/>
            </a:path>
          </a:gradFill>
          <a:ln w="25400" cap="flat" cmpd="sng" algn="ctr">
            <a:noFill/>
            <a:prstDash val="solid"/>
          </a:ln>
          <a:effectLst>
            <a:glow rad="127000">
              <a:srgbClr val="5D552C">
                <a:alpha val="4000"/>
              </a:srgbClr>
            </a:glow>
            <a:softEdge rad="0"/>
          </a:effectLst>
        </p:spPr>
        <p:txBody>
          <a:bodyPr lIns="68580" tIns="34290" rIns="68580" bIns="34290" rtlCol="0" anchor="ctr"/>
          <a:lstStyle/>
          <a:p>
            <a:pPr algn="ctr">
              <a:defRPr/>
            </a:pPr>
            <a:endParaRPr lang="zh-CN" altLang="en-US" kern="0" dirty="0">
              <a:solidFill>
                <a:prstClr val="black">
                  <a:lumMod val="85000"/>
                  <a:lumOff val="15000"/>
                </a:prstClr>
              </a:solidFill>
              <a:ea typeface="微软雅黑" pitchFamily="34" charset="-122"/>
            </a:endParaRPr>
          </a:p>
        </p:txBody>
      </p:sp>
      <p:sp>
        <p:nvSpPr>
          <p:cNvPr id="9" name="椭圆 8"/>
          <p:cNvSpPr/>
          <p:nvPr/>
        </p:nvSpPr>
        <p:spPr>
          <a:xfrm>
            <a:off x="6028522" y="2796518"/>
            <a:ext cx="569872" cy="569872"/>
          </a:xfrm>
          <a:prstGeom prst="ellipse">
            <a:avLst/>
          </a:prstGeom>
          <a:gradFill>
            <a:gsLst>
              <a:gs pos="15000">
                <a:srgbClr val="00B0F0"/>
              </a:gs>
              <a:gs pos="31000">
                <a:srgbClr val="0070C0"/>
              </a:gs>
              <a:gs pos="63000">
                <a:srgbClr val="FFFB6C">
                  <a:alpha val="0"/>
                </a:srgbClr>
              </a:gs>
            </a:gsLst>
            <a:path path="shape">
              <a:fillToRect l="50000" t="50000" r="50000" b="50000"/>
            </a:path>
          </a:gradFill>
          <a:ln w="25400" cap="flat" cmpd="sng" algn="ctr">
            <a:noFill/>
            <a:prstDash val="solid"/>
          </a:ln>
          <a:effectLst>
            <a:glow rad="127000">
              <a:srgbClr val="5D552C">
                <a:alpha val="4000"/>
              </a:srgbClr>
            </a:glow>
            <a:softEdge rad="0"/>
          </a:effectLst>
        </p:spPr>
        <p:txBody>
          <a:bodyPr lIns="68580" tIns="34290" rIns="68580" bIns="34290" rtlCol="0" anchor="ctr"/>
          <a:lstStyle/>
          <a:p>
            <a:pPr algn="ctr">
              <a:defRPr/>
            </a:pPr>
            <a:endParaRPr lang="zh-CN" altLang="en-US" kern="0" dirty="0">
              <a:solidFill>
                <a:prstClr val="black">
                  <a:lumMod val="85000"/>
                  <a:lumOff val="15000"/>
                </a:prstClr>
              </a:solidFill>
              <a:ea typeface="微软雅黑" pitchFamily="34" charset="-122"/>
            </a:endParaRPr>
          </a:p>
        </p:txBody>
      </p:sp>
      <p:sp>
        <p:nvSpPr>
          <p:cNvPr id="10" name="椭圆 9"/>
          <p:cNvSpPr/>
          <p:nvPr/>
        </p:nvSpPr>
        <p:spPr>
          <a:xfrm>
            <a:off x="8106584" y="2511582"/>
            <a:ext cx="569872" cy="569872"/>
          </a:xfrm>
          <a:prstGeom prst="ellipse">
            <a:avLst/>
          </a:prstGeom>
          <a:gradFill>
            <a:gsLst>
              <a:gs pos="15000">
                <a:srgbClr val="00B0F0"/>
              </a:gs>
              <a:gs pos="31000">
                <a:srgbClr val="0070C0"/>
              </a:gs>
              <a:gs pos="63000">
                <a:srgbClr val="FFFB6C">
                  <a:alpha val="0"/>
                </a:srgbClr>
              </a:gs>
            </a:gsLst>
            <a:path path="shape">
              <a:fillToRect l="50000" t="50000" r="50000" b="50000"/>
            </a:path>
          </a:gradFill>
          <a:ln w="25400" cap="flat" cmpd="sng" algn="ctr">
            <a:noFill/>
            <a:prstDash val="solid"/>
          </a:ln>
          <a:effectLst>
            <a:glow rad="127000">
              <a:srgbClr val="5D552C">
                <a:alpha val="4000"/>
              </a:srgbClr>
            </a:glow>
            <a:softEdge rad="0"/>
          </a:effectLst>
        </p:spPr>
        <p:txBody>
          <a:bodyPr lIns="68580" tIns="34290" rIns="68580" bIns="34290" rtlCol="0" anchor="ctr"/>
          <a:lstStyle/>
          <a:p>
            <a:pPr algn="ctr">
              <a:defRPr/>
            </a:pPr>
            <a:endParaRPr lang="zh-CN" altLang="en-US" kern="0" dirty="0">
              <a:solidFill>
                <a:prstClr val="black">
                  <a:lumMod val="85000"/>
                  <a:lumOff val="15000"/>
                </a:prstClr>
              </a:solidFill>
              <a:ea typeface="微软雅黑" pitchFamily="34" charset="-122"/>
            </a:endParaRPr>
          </a:p>
        </p:txBody>
      </p:sp>
      <p:grpSp>
        <p:nvGrpSpPr>
          <p:cNvPr id="11" name="组合 10"/>
          <p:cNvGrpSpPr/>
          <p:nvPr/>
        </p:nvGrpSpPr>
        <p:grpSpPr>
          <a:xfrm>
            <a:off x="738356" y="2679368"/>
            <a:ext cx="247879" cy="247879"/>
            <a:chOff x="1092336" y="3738693"/>
            <a:chExt cx="330505" cy="330505"/>
          </a:xfrm>
        </p:grpSpPr>
        <p:sp>
          <p:nvSpPr>
            <p:cNvPr id="12" name="椭圆 11"/>
            <p:cNvSpPr/>
            <p:nvPr/>
          </p:nvSpPr>
          <p:spPr>
            <a:xfrm>
              <a:off x="1092336" y="3738693"/>
              <a:ext cx="330505" cy="330505"/>
            </a:xfrm>
            <a:prstGeom prst="ellipse">
              <a:avLst/>
            </a:prstGeom>
            <a:solidFill>
              <a:srgbClr val="FFFEBC"/>
            </a:solidFill>
            <a:ln w="25400" cap="flat" cmpd="sng" algn="ctr">
              <a:noFill/>
              <a:prstDash val="solid"/>
            </a:ln>
            <a:effectLst>
              <a:outerShdw blurRad="50800" dist="38100" dir="2700000" algn="tl" rotWithShape="0">
                <a:prstClr val="black">
                  <a:alpha val="40000"/>
                </a:prstClr>
              </a:outerShdw>
            </a:effectLst>
          </p:spPr>
          <p:txBody>
            <a:bodyPr rtlCol="0" anchor="ctr"/>
            <a:lstStyle/>
            <a:p>
              <a:pPr algn="ctr">
                <a:defRPr/>
              </a:pPr>
              <a:endParaRPr lang="zh-CN" altLang="en-US" kern="0" dirty="0">
                <a:solidFill>
                  <a:prstClr val="black">
                    <a:lumMod val="85000"/>
                    <a:lumOff val="15000"/>
                  </a:prstClr>
                </a:solidFill>
                <a:ea typeface="微软雅黑" pitchFamily="34" charset="-122"/>
              </a:endParaRPr>
            </a:p>
          </p:txBody>
        </p:sp>
        <p:sp>
          <p:nvSpPr>
            <p:cNvPr id="13" name="椭圆 12"/>
            <p:cNvSpPr/>
            <p:nvPr/>
          </p:nvSpPr>
          <p:spPr>
            <a:xfrm>
              <a:off x="1175393" y="3821750"/>
              <a:ext cx="164391" cy="164391"/>
            </a:xfrm>
            <a:prstGeom prst="ellipse">
              <a:avLst/>
            </a:prstGeom>
            <a:solidFill>
              <a:srgbClr val="00B0F0"/>
            </a:solidFill>
            <a:ln w="38100" cap="flat" cmpd="sng" algn="ctr">
              <a:solidFill>
                <a:srgbClr val="0070C0"/>
              </a:solidFill>
              <a:prstDash val="solid"/>
            </a:ln>
            <a:effectLst/>
          </p:spPr>
          <p:txBody>
            <a:bodyPr rtlCol="0" anchor="ctr"/>
            <a:lstStyle/>
            <a:p>
              <a:pPr algn="ctr">
                <a:defRPr/>
              </a:pPr>
              <a:endParaRPr lang="zh-CN" altLang="en-US" kern="0" dirty="0">
                <a:solidFill>
                  <a:prstClr val="black">
                    <a:lumMod val="85000"/>
                    <a:lumOff val="15000"/>
                  </a:prstClr>
                </a:solidFill>
                <a:ea typeface="微软雅黑" pitchFamily="34" charset="-122"/>
              </a:endParaRPr>
            </a:p>
          </p:txBody>
        </p:sp>
      </p:grpSp>
      <p:sp>
        <p:nvSpPr>
          <p:cNvPr id="14" name="任意多边形 13"/>
          <p:cNvSpPr/>
          <p:nvPr/>
        </p:nvSpPr>
        <p:spPr>
          <a:xfrm>
            <a:off x="996790" y="2814491"/>
            <a:ext cx="606490" cy="0"/>
          </a:xfrm>
          <a:custGeom>
            <a:avLst/>
            <a:gdLst>
              <a:gd name="connsiteX0" fmla="*/ 808653 w 808653"/>
              <a:gd name="connsiteY0" fmla="*/ 0 h 0"/>
              <a:gd name="connsiteX1" fmla="*/ 0 w 808653"/>
              <a:gd name="connsiteY1" fmla="*/ 0 h 0"/>
            </a:gdLst>
            <a:ahLst/>
            <a:cxnLst>
              <a:cxn ang="0">
                <a:pos x="connsiteX0" y="connsiteY0"/>
              </a:cxn>
              <a:cxn ang="0">
                <a:pos x="connsiteX1" y="connsiteY1"/>
              </a:cxn>
            </a:cxnLst>
            <a:rect l="l" t="t" r="r" b="b"/>
            <a:pathLst>
              <a:path w="808653">
                <a:moveTo>
                  <a:pt x="808653" y="0"/>
                </a:moveTo>
                <a:lnTo>
                  <a:pt x="0" y="0"/>
                </a:lnTo>
              </a:path>
            </a:pathLst>
          </a:custGeom>
          <a:noFill/>
          <a:ln w="28575" cap="flat" cmpd="sng" algn="ctr">
            <a:solidFill>
              <a:srgbClr val="054487"/>
            </a:solidFill>
            <a:prstDash val="solid"/>
          </a:ln>
          <a:effectLst/>
        </p:spPr>
        <p:txBody>
          <a:bodyPr lIns="68580" tIns="34290" rIns="68580" bIns="34290" rtlCol="0" anchor="ctr"/>
          <a:lstStyle/>
          <a:p>
            <a:pPr algn="ctr">
              <a:defRPr/>
            </a:pPr>
            <a:endParaRPr lang="zh-CN" altLang="en-US" kern="0" dirty="0">
              <a:solidFill>
                <a:prstClr val="black">
                  <a:lumMod val="85000"/>
                  <a:lumOff val="15000"/>
                </a:prstClr>
              </a:solidFill>
              <a:ea typeface="微软雅黑" pitchFamily="34" charset="-122"/>
            </a:endParaRPr>
          </a:p>
        </p:txBody>
      </p:sp>
      <p:sp>
        <p:nvSpPr>
          <p:cNvPr id="15" name="任意多边形 14"/>
          <p:cNvSpPr/>
          <p:nvPr/>
        </p:nvSpPr>
        <p:spPr>
          <a:xfrm>
            <a:off x="1911190" y="2800495"/>
            <a:ext cx="825760" cy="0"/>
          </a:xfrm>
          <a:custGeom>
            <a:avLst/>
            <a:gdLst>
              <a:gd name="connsiteX0" fmla="*/ 0 w 1101013"/>
              <a:gd name="connsiteY0" fmla="*/ 0 h 0"/>
              <a:gd name="connsiteX1" fmla="*/ 1101013 w 1101013"/>
              <a:gd name="connsiteY1" fmla="*/ 0 h 0"/>
            </a:gdLst>
            <a:ahLst/>
            <a:cxnLst>
              <a:cxn ang="0">
                <a:pos x="connsiteX0" y="connsiteY0"/>
              </a:cxn>
              <a:cxn ang="0">
                <a:pos x="connsiteX1" y="connsiteY1"/>
              </a:cxn>
            </a:cxnLst>
            <a:rect l="l" t="t" r="r" b="b"/>
            <a:pathLst>
              <a:path w="1101013">
                <a:moveTo>
                  <a:pt x="0" y="0"/>
                </a:moveTo>
                <a:lnTo>
                  <a:pt x="1101013" y="0"/>
                </a:lnTo>
              </a:path>
            </a:pathLst>
          </a:custGeom>
          <a:noFill/>
          <a:ln w="28575" cap="flat" cmpd="sng" algn="ctr">
            <a:solidFill>
              <a:srgbClr val="054487"/>
            </a:solidFill>
            <a:prstDash val="solid"/>
          </a:ln>
          <a:effectLst/>
        </p:spPr>
        <p:txBody>
          <a:bodyPr lIns="68580" tIns="34290" rIns="68580" bIns="34290" rtlCol="0" anchor="ctr"/>
          <a:lstStyle/>
          <a:p>
            <a:pPr algn="ctr">
              <a:defRPr/>
            </a:pPr>
            <a:endParaRPr lang="zh-CN" altLang="en-US" kern="0" dirty="0">
              <a:solidFill>
                <a:prstClr val="black">
                  <a:lumMod val="85000"/>
                  <a:lumOff val="15000"/>
                </a:prstClr>
              </a:solidFill>
              <a:ea typeface="微软雅黑" pitchFamily="34" charset="-122"/>
            </a:endParaRPr>
          </a:p>
        </p:txBody>
      </p:sp>
      <p:sp>
        <p:nvSpPr>
          <p:cNvPr id="16" name="任意多边形 15"/>
          <p:cNvSpPr/>
          <p:nvPr/>
        </p:nvSpPr>
        <p:spPr>
          <a:xfrm>
            <a:off x="3105509" y="2791164"/>
            <a:ext cx="1562878" cy="0"/>
          </a:xfrm>
          <a:custGeom>
            <a:avLst/>
            <a:gdLst>
              <a:gd name="connsiteX0" fmla="*/ 0 w 2083837"/>
              <a:gd name="connsiteY0" fmla="*/ 0 h 0"/>
              <a:gd name="connsiteX1" fmla="*/ 2083837 w 2083837"/>
              <a:gd name="connsiteY1" fmla="*/ 0 h 0"/>
            </a:gdLst>
            <a:ahLst/>
            <a:cxnLst>
              <a:cxn ang="0">
                <a:pos x="connsiteX0" y="connsiteY0"/>
              </a:cxn>
              <a:cxn ang="0">
                <a:pos x="connsiteX1" y="connsiteY1"/>
              </a:cxn>
            </a:cxnLst>
            <a:rect l="l" t="t" r="r" b="b"/>
            <a:pathLst>
              <a:path w="2083837">
                <a:moveTo>
                  <a:pt x="0" y="0"/>
                </a:moveTo>
                <a:lnTo>
                  <a:pt x="2083837" y="0"/>
                </a:lnTo>
              </a:path>
            </a:pathLst>
          </a:custGeom>
          <a:noFill/>
          <a:ln w="28575" cap="flat" cmpd="sng" algn="ctr">
            <a:solidFill>
              <a:srgbClr val="054487"/>
            </a:solidFill>
            <a:prstDash val="solid"/>
          </a:ln>
          <a:effectLst/>
        </p:spPr>
        <p:txBody>
          <a:bodyPr lIns="68580" tIns="34290" rIns="68580" bIns="34290" rtlCol="0" anchor="ctr"/>
          <a:lstStyle/>
          <a:p>
            <a:pPr algn="ctr">
              <a:defRPr/>
            </a:pPr>
            <a:endParaRPr lang="zh-CN" altLang="en-US" kern="0" dirty="0">
              <a:solidFill>
                <a:prstClr val="black">
                  <a:lumMod val="85000"/>
                  <a:lumOff val="15000"/>
                </a:prstClr>
              </a:solidFill>
              <a:ea typeface="微软雅黑" pitchFamily="34" charset="-122"/>
            </a:endParaRPr>
          </a:p>
        </p:txBody>
      </p:sp>
      <p:sp>
        <p:nvSpPr>
          <p:cNvPr id="17" name="任意多边形 16"/>
          <p:cNvSpPr/>
          <p:nvPr/>
        </p:nvSpPr>
        <p:spPr>
          <a:xfrm>
            <a:off x="5162908" y="2772503"/>
            <a:ext cx="895739" cy="0"/>
          </a:xfrm>
          <a:custGeom>
            <a:avLst/>
            <a:gdLst>
              <a:gd name="connsiteX0" fmla="*/ 0 w 1194318"/>
              <a:gd name="connsiteY0" fmla="*/ 0 h 0"/>
              <a:gd name="connsiteX1" fmla="*/ 1194318 w 1194318"/>
              <a:gd name="connsiteY1" fmla="*/ 0 h 0"/>
            </a:gdLst>
            <a:ahLst/>
            <a:cxnLst>
              <a:cxn ang="0">
                <a:pos x="connsiteX0" y="connsiteY0"/>
              </a:cxn>
              <a:cxn ang="0">
                <a:pos x="connsiteX1" y="connsiteY1"/>
              </a:cxn>
            </a:cxnLst>
            <a:rect l="l" t="t" r="r" b="b"/>
            <a:pathLst>
              <a:path w="1194318">
                <a:moveTo>
                  <a:pt x="0" y="0"/>
                </a:moveTo>
                <a:lnTo>
                  <a:pt x="1194318" y="0"/>
                </a:lnTo>
              </a:path>
            </a:pathLst>
          </a:custGeom>
          <a:noFill/>
          <a:ln w="28575" cap="flat" cmpd="sng" algn="ctr">
            <a:solidFill>
              <a:srgbClr val="054487"/>
            </a:solidFill>
            <a:prstDash val="solid"/>
          </a:ln>
          <a:effectLst/>
        </p:spPr>
        <p:txBody>
          <a:bodyPr lIns="68580" tIns="34290" rIns="68580" bIns="34290" rtlCol="0" anchor="ctr"/>
          <a:lstStyle/>
          <a:p>
            <a:pPr algn="ctr">
              <a:defRPr/>
            </a:pPr>
            <a:endParaRPr lang="zh-CN" altLang="en-US" kern="0" dirty="0">
              <a:solidFill>
                <a:prstClr val="black">
                  <a:lumMod val="85000"/>
                  <a:lumOff val="15000"/>
                </a:prstClr>
              </a:solidFill>
              <a:ea typeface="微软雅黑" pitchFamily="34" charset="-122"/>
            </a:endParaRPr>
          </a:p>
        </p:txBody>
      </p:sp>
      <p:sp>
        <p:nvSpPr>
          <p:cNvPr id="18" name="任意多边形 17"/>
          <p:cNvSpPr/>
          <p:nvPr/>
        </p:nvSpPr>
        <p:spPr>
          <a:xfrm>
            <a:off x="6319904" y="2781833"/>
            <a:ext cx="1947677" cy="34289"/>
          </a:xfrm>
          <a:custGeom>
            <a:avLst/>
            <a:gdLst>
              <a:gd name="connsiteX0" fmla="*/ 0 w 2475722"/>
              <a:gd name="connsiteY0" fmla="*/ 0 h 0"/>
              <a:gd name="connsiteX1" fmla="*/ 2475722 w 2475722"/>
              <a:gd name="connsiteY1" fmla="*/ 0 h 0"/>
            </a:gdLst>
            <a:ahLst/>
            <a:cxnLst>
              <a:cxn ang="0">
                <a:pos x="connsiteX0" y="connsiteY0"/>
              </a:cxn>
              <a:cxn ang="0">
                <a:pos x="connsiteX1" y="connsiteY1"/>
              </a:cxn>
            </a:cxnLst>
            <a:rect l="l" t="t" r="r" b="b"/>
            <a:pathLst>
              <a:path w="2475722">
                <a:moveTo>
                  <a:pt x="0" y="0"/>
                </a:moveTo>
                <a:lnTo>
                  <a:pt x="2475722" y="0"/>
                </a:lnTo>
              </a:path>
            </a:pathLst>
          </a:custGeom>
          <a:noFill/>
          <a:ln w="28575" cap="flat" cmpd="sng" algn="ctr">
            <a:solidFill>
              <a:srgbClr val="054487"/>
            </a:solidFill>
            <a:prstDash val="solid"/>
          </a:ln>
          <a:effectLst/>
        </p:spPr>
        <p:txBody>
          <a:bodyPr lIns="68580" tIns="34290" rIns="68580" bIns="34290" rtlCol="0" anchor="ctr"/>
          <a:lstStyle/>
          <a:p>
            <a:pPr algn="ctr">
              <a:defRPr/>
            </a:pPr>
            <a:endParaRPr lang="zh-CN" altLang="en-US" kern="0" dirty="0">
              <a:solidFill>
                <a:prstClr val="black">
                  <a:lumMod val="85000"/>
                  <a:lumOff val="15000"/>
                </a:prstClr>
              </a:solidFill>
              <a:ea typeface="微软雅黑" pitchFamily="34" charset="-122"/>
            </a:endParaRPr>
          </a:p>
        </p:txBody>
      </p:sp>
      <p:grpSp>
        <p:nvGrpSpPr>
          <p:cNvPr id="19" name="组合 18"/>
          <p:cNvGrpSpPr/>
          <p:nvPr/>
        </p:nvGrpSpPr>
        <p:grpSpPr>
          <a:xfrm>
            <a:off x="8267582" y="2657302"/>
            <a:ext cx="247879" cy="247879"/>
            <a:chOff x="1092336" y="3738693"/>
            <a:chExt cx="330505" cy="330505"/>
          </a:xfrm>
        </p:grpSpPr>
        <p:sp>
          <p:nvSpPr>
            <p:cNvPr id="20" name="椭圆 19"/>
            <p:cNvSpPr/>
            <p:nvPr/>
          </p:nvSpPr>
          <p:spPr>
            <a:xfrm>
              <a:off x="1092336" y="3738693"/>
              <a:ext cx="330505" cy="330505"/>
            </a:xfrm>
            <a:prstGeom prst="ellipse">
              <a:avLst/>
            </a:prstGeom>
            <a:solidFill>
              <a:srgbClr val="00B0F0"/>
            </a:solidFill>
            <a:ln w="25400" cap="flat" cmpd="sng" algn="ctr">
              <a:noFill/>
              <a:prstDash val="solid"/>
            </a:ln>
            <a:effectLst>
              <a:outerShdw blurRad="50800" dist="38100" dir="2700000" algn="tl" rotWithShape="0">
                <a:prstClr val="black">
                  <a:alpha val="40000"/>
                </a:prstClr>
              </a:outerShdw>
            </a:effectLst>
          </p:spPr>
          <p:txBody>
            <a:bodyPr rtlCol="0" anchor="ctr"/>
            <a:lstStyle/>
            <a:p>
              <a:pPr algn="ctr">
                <a:defRPr/>
              </a:pPr>
              <a:endParaRPr lang="zh-CN" altLang="en-US" kern="0" dirty="0">
                <a:solidFill>
                  <a:prstClr val="black">
                    <a:lumMod val="85000"/>
                    <a:lumOff val="15000"/>
                  </a:prstClr>
                </a:solidFill>
                <a:ea typeface="微软雅黑" pitchFamily="34" charset="-122"/>
              </a:endParaRPr>
            </a:p>
          </p:txBody>
        </p:sp>
        <p:sp>
          <p:nvSpPr>
            <p:cNvPr id="21" name="椭圆 20"/>
            <p:cNvSpPr/>
            <p:nvPr/>
          </p:nvSpPr>
          <p:spPr>
            <a:xfrm>
              <a:off x="1175393" y="3821750"/>
              <a:ext cx="164391" cy="164391"/>
            </a:xfrm>
            <a:prstGeom prst="ellipse">
              <a:avLst/>
            </a:prstGeom>
            <a:solidFill>
              <a:srgbClr val="00B0F0"/>
            </a:solidFill>
            <a:ln w="38100" cap="flat" cmpd="sng" algn="ctr">
              <a:solidFill>
                <a:srgbClr val="0070C0"/>
              </a:solidFill>
              <a:prstDash val="solid"/>
            </a:ln>
            <a:effectLst/>
          </p:spPr>
          <p:txBody>
            <a:bodyPr rtlCol="0" anchor="ctr"/>
            <a:lstStyle/>
            <a:p>
              <a:pPr algn="ctr">
                <a:defRPr/>
              </a:pPr>
              <a:endParaRPr lang="zh-CN" altLang="en-US" kern="0" dirty="0">
                <a:solidFill>
                  <a:prstClr val="black">
                    <a:lumMod val="85000"/>
                    <a:lumOff val="15000"/>
                  </a:prstClr>
                </a:solidFill>
                <a:ea typeface="微软雅黑" pitchFamily="34" charset="-122"/>
              </a:endParaRPr>
            </a:p>
          </p:txBody>
        </p:sp>
      </p:grpSp>
      <p:grpSp>
        <p:nvGrpSpPr>
          <p:cNvPr id="22" name="组合 21"/>
          <p:cNvGrpSpPr/>
          <p:nvPr/>
        </p:nvGrpSpPr>
        <p:grpSpPr>
          <a:xfrm>
            <a:off x="1404957" y="1521854"/>
            <a:ext cx="504503" cy="2556148"/>
            <a:chOff x="1798257" y="2195341"/>
            <a:chExt cx="672670" cy="3408197"/>
          </a:xfrm>
        </p:grpSpPr>
        <p:sp>
          <p:nvSpPr>
            <p:cNvPr id="23" name="任意多边形 22"/>
            <p:cNvSpPr/>
            <p:nvPr/>
          </p:nvSpPr>
          <p:spPr>
            <a:xfrm>
              <a:off x="1798257" y="2195341"/>
              <a:ext cx="672670" cy="1719046"/>
            </a:xfrm>
            <a:custGeom>
              <a:avLst/>
              <a:gdLst>
                <a:gd name="connsiteX0" fmla="*/ 249787 w 602165"/>
                <a:gd name="connsiteY0" fmla="*/ 1538868 h 1538868"/>
                <a:gd name="connsiteX1" fmla="*/ 249787 w 602165"/>
                <a:gd name="connsiteY1" fmla="*/ 490653 h 1538868"/>
                <a:gd name="connsiteX2" fmla="*/ 0 w 602165"/>
                <a:gd name="connsiteY2" fmla="*/ 490653 h 1538868"/>
                <a:gd name="connsiteX3" fmla="*/ 258708 w 602165"/>
                <a:gd name="connsiteY3" fmla="*/ 0 h 1538868"/>
                <a:gd name="connsiteX4" fmla="*/ 602165 w 602165"/>
                <a:gd name="connsiteY4" fmla="*/ 0 h 1538868"/>
                <a:gd name="connsiteX5" fmla="*/ 602165 w 602165"/>
                <a:gd name="connsiteY5" fmla="*/ 1534407 h 1538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2165" h="1538868">
                  <a:moveTo>
                    <a:pt x="249787" y="1538868"/>
                  </a:moveTo>
                  <a:lnTo>
                    <a:pt x="249787" y="490653"/>
                  </a:lnTo>
                  <a:lnTo>
                    <a:pt x="0" y="490653"/>
                  </a:lnTo>
                  <a:lnTo>
                    <a:pt x="258708" y="0"/>
                  </a:lnTo>
                  <a:lnTo>
                    <a:pt x="602165" y="0"/>
                  </a:lnTo>
                  <a:lnTo>
                    <a:pt x="602165" y="1534407"/>
                  </a:lnTo>
                </a:path>
              </a:pathLst>
            </a:custGeom>
            <a:noFill/>
            <a:ln w="28575" cap="flat" cmpd="sng" algn="ctr">
              <a:solidFill>
                <a:srgbClr val="054487"/>
              </a:solidFill>
              <a:prstDash val="solid"/>
            </a:ln>
            <a:effectLst/>
          </p:spPr>
          <p:txBody>
            <a:bodyPr rtlCol="0" anchor="ctr"/>
            <a:lstStyle/>
            <a:p>
              <a:pPr algn="ctr">
                <a:defRPr/>
              </a:pPr>
              <a:endParaRPr lang="zh-CN" altLang="en-US" kern="0" dirty="0">
                <a:solidFill>
                  <a:prstClr val="black">
                    <a:lumMod val="85000"/>
                    <a:lumOff val="15000"/>
                  </a:prstClr>
                </a:solidFill>
                <a:ea typeface="微软雅黑" pitchFamily="34" charset="-122"/>
              </a:endParaRPr>
            </a:p>
          </p:txBody>
        </p:sp>
        <p:sp>
          <p:nvSpPr>
            <p:cNvPr id="24" name="矩形 23"/>
            <p:cNvSpPr/>
            <p:nvPr/>
          </p:nvSpPr>
          <p:spPr>
            <a:xfrm>
              <a:off x="2076760" y="3918858"/>
              <a:ext cx="391954" cy="1684680"/>
            </a:xfrm>
            <a:prstGeom prst="rect">
              <a:avLst/>
            </a:prstGeom>
            <a:solidFill>
              <a:srgbClr val="00B0F0">
                <a:alpha val="0"/>
              </a:srgbClr>
            </a:solidFill>
            <a:ln w="25400" cap="flat" cmpd="sng" algn="ctr">
              <a:noFill/>
              <a:prstDash val="solid"/>
            </a:ln>
            <a:effectLst/>
          </p:spPr>
          <p:txBody>
            <a:bodyPr rtlCol="0" anchor="ctr"/>
            <a:lstStyle/>
            <a:p>
              <a:pPr algn="ctr">
                <a:defRPr/>
              </a:pPr>
              <a:endParaRPr lang="zh-CN" altLang="en-US" kern="0" dirty="0">
                <a:solidFill>
                  <a:prstClr val="black">
                    <a:lumMod val="85000"/>
                    <a:lumOff val="15000"/>
                  </a:prstClr>
                </a:solidFill>
                <a:ea typeface="微软雅黑" pitchFamily="34" charset="-122"/>
              </a:endParaRPr>
            </a:p>
          </p:txBody>
        </p:sp>
      </p:grpSp>
      <p:grpSp>
        <p:nvGrpSpPr>
          <p:cNvPr id="25" name="组合 24"/>
          <p:cNvGrpSpPr/>
          <p:nvPr/>
        </p:nvGrpSpPr>
        <p:grpSpPr>
          <a:xfrm>
            <a:off x="2452120" y="1521854"/>
            <a:ext cx="926526" cy="2556147"/>
            <a:chOff x="3194475" y="2195341"/>
            <a:chExt cx="1235368" cy="3408196"/>
          </a:xfrm>
        </p:grpSpPr>
        <p:sp>
          <p:nvSpPr>
            <p:cNvPr id="26" name="任意多边形 25"/>
            <p:cNvSpPr/>
            <p:nvPr/>
          </p:nvSpPr>
          <p:spPr>
            <a:xfrm>
              <a:off x="3194475" y="3884491"/>
              <a:ext cx="1235368" cy="1719046"/>
            </a:xfrm>
            <a:custGeom>
              <a:avLst/>
              <a:gdLst>
                <a:gd name="connsiteX0" fmla="*/ 338997 w 1079438"/>
                <a:gd name="connsiteY0" fmla="*/ 0 h 1538868"/>
                <a:gd name="connsiteX1" fmla="*/ 31223 w 1079438"/>
                <a:gd name="connsiteY1" fmla="*/ 575403 h 1538868"/>
                <a:gd name="connsiteX2" fmla="*/ 383601 w 1079438"/>
                <a:gd name="connsiteY2" fmla="*/ 575403 h 1538868"/>
                <a:gd name="connsiteX3" fmla="*/ 593244 w 1079438"/>
                <a:gd name="connsiteY3" fmla="*/ 303313 h 1538868"/>
                <a:gd name="connsiteX4" fmla="*/ 620007 w 1079438"/>
                <a:gd name="connsiteY4" fmla="*/ 735981 h 1538868"/>
                <a:gd name="connsiteX5" fmla="*/ 0 w 1079438"/>
                <a:gd name="connsiteY5" fmla="*/ 1538868 h 1538868"/>
                <a:gd name="connsiteX6" fmla="*/ 1079438 w 1079438"/>
                <a:gd name="connsiteY6" fmla="*/ 1538868 h 1538868"/>
                <a:gd name="connsiteX7" fmla="*/ 1079438 w 1079438"/>
                <a:gd name="connsiteY7" fmla="*/ 1248937 h 1538868"/>
                <a:gd name="connsiteX8" fmla="*/ 642310 w 1079438"/>
                <a:gd name="connsiteY8" fmla="*/ 1248937 h 1538868"/>
                <a:gd name="connsiteX9" fmla="*/ 1057135 w 1079438"/>
                <a:gd name="connsiteY9" fmla="*/ 285471 h 1538868"/>
                <a:gd name="connsiteX10" fmla="*/ 771664 w 1079438"/>
                <a:gd name="connsiteY10" fmla="*/ 13381 h 1538868"/>
                <a:gd name="connsiteX0" fmla="*/ 338997 w 1079438"/>
                <a:gd name="connsiteY0" fmla="*/ 0 h 1538868"/>
                <a:gd name="connsiteX1" fmla="*/ 31223 w 1079438"/>
                <a:gd name="connsiteY1" fmla="*/ 575403 h 1538868"/>
                <a:gd name="connsiteX2" fmla="*/ 383601 w 1079438"/>
                <a:gd name="connsiteY2" fmla="*/ 575403 h 1538868"/>
                <a:gd name="connsiteX3" fmla="*/ 593244 w 1079438"/>
                <a:gd name="connsiteY3" fmla="*/ 303313 h 1538868"/>
                <a:gd name="connsiteX4" fmla="*/ 620007 w 1079438"/>
                <a:gd name="connsiteY4" fmla="*/ 735981 h 1538868"/>
                <a:gd name="connsiteX5" fmla="*/ 0 w 1079438"/>
                <a:gd name="connsiteY5" fmla="*/ 1538868 h 1538868"/>
                <a:gd name="connsiteX6" fmla="*/ 1079438 w 1079438"/>
                <a:gd name="connsiteY6" fmla="*/ 1538868 h 1538868"/>
                <a:gd name="connsiteX7" fmla="*/ 1079438 w 1079438"/>
                <a:gd name="connsiteY7" fmla="*/ 1248937 h 1538868"/>
                <a:gd name="connsiteX8" fmla="*/ 642310 w 1079438"/>
                <a:gd name="connsiteY8" fmla="*/ 1248937 h 1538868"/>
                <a:gd name="connsiteX9" fmla="*/ 1057135 w 1079438"/>
                <a:gd name="connsiteY9" fmla="*/ 285471 h 1538868"/>
                <a:gd name="connsiteX10" fmla="*/ 771664 w 1079438"/>
                <a:gd name="connsiteY10" fmla="*/ 13381 h 1538868"/>
                <a:gd name="connsiteX0" fmla="*/ 338997 w 1079438"/>
                <a:gd name="connsiteY0" fmla="*/ 0 h 1538868"/>
                <a:gd name="connsiteX1" fmla="*/ 31223 w 1079438"/>
                <a:gd name="connsiteY1" fmla="*/ 575403 h 1538868"/>
                <a:gd name="connsiteX2" fmla="*/ 383601 w 1079438"/>
                <a:gd name="connsiteY2" fmla="*/ 575403 h 1538868"/>
                <a:gd name="connsiteX3" fmla="*/ 593244 w 1079438"/>
                <a:gd name="connsiteY3" fmla="*/ 303313 h 1538868"/>
                <a:gd name="connsiteX4" fmla="*/ 620007 w 1079438"/>
                <a:gd name="connsiteY4" fmla="*/ 735981 h 1538868"/>
                <a:gd name="connsiteX5" fmla="*/ 0 w 1079438"/>
                <a:gd name="connsiteY5" fmla="*/ 1538868 h 1538868"/>
                <a:gd name="connsiteX6" fmla="*/ 1079438 w 1079438"/>
                <a:gd name="connsiteY6" fmla="*/ 1538868 h 1538868"/>
                <a:gd name="connsiteX7" fmla="*/ 1079438 w 1079438"/>
                <a:gd name="connsiteY7" fmla="*/ 1248937 h 1538868"/>
                <a:gd name="connsiteX8" fmla="*/ 642310 w 1079438"/>
                <a:gd name="connsiteY8" fmla="*/ 1248937 h 1538868"/>
                <a:gd name="connsiteX9" fmla="*/ 1057135 w 1079438"/>
                <a:gd name="connsiteY9" fmla="*/ 285471 h 1538868"/>
                <a:gd name="connsiteX10" fmla="*/ 771664 w 1079438"/>
                <a:gd name="connsiteY10" fmla="*/ 13381 h 1538868"/>
                <a:gd name="connsiteX0" fmla="*/ 338997 w 1079438"/>
                <a:gd name="connsiteY0" fmla="*/ 0 h 1538868"/>
                <a:gd name="connsiteX1" fmla="*/ 31223 w 1079438"/>
                <a:gd name="connsiteY1" fmla="*/ 575403 h 1538868"/>
                <a:gd name="connsiteX2" fmla="*/ 383601 w 1079438"/>
                <a:gd name="connsiteY2" fmla="*/ 575403 h 1538868"/>
                <a:gd name="connsiteX3" fmla="*/ 593244 w 1079438"/>
                <a:gd name="connsiteY3" fmla="*/ 303313 h 1538868"/>
                <a:gd name="connsiteX4" fmla="*/ 620007 w 1079438"/>
                <a:gd name="connsiteY4" fmla="*/ 735981 h 1538868"/>
                <a:gd name="connsiteX5" fmla="*/ 0 w 1079438"/>
                <a:gd name="connsiteY5" fmla="*/ 1538868 h 1538868"/>
                <a:gd name="connsiteX6" fmla="*/ 1079438 w 1079438"/>
                <a:gd name="connsiteY6" fmla="*/ 1538868 h 1538868"/>
                <a:gd name="connsiteX7" fmla="*/ 1079438 w 1079438"/>
                <a:gd name="connsiteY7" fmla="*/ 1248937 h 1538868"/>
                <a:gd name="connsiteX8" fmla="*/ 642310 w 1079438"/>
                <a:gd name="connsiteY8" fmla="*/ 1248937 h 1538868"/>
                <a:gd name="connsiteX9" fmla="*/ 1057135 w 1079438"/>
                <a:gd name="connsiteY9" fmla="*/ 285471 h 1538868"/>
                <a:gd name="connsiteX10" fmla="*/ 771664 w 1079438"/>
                <a:gd name="connsiteY10" fmla="*/ 13381 h 1538868"/>
                <a:gd name="connsiteX0" fmla="*/ 338997 w 1079438"/>
                <a:gd name="connsiteY0" fmla="*/ 0 h 1538868"/>
                <a:gd name="connsiteX1" fmla="*/ 31223 w 1079438"/>
                <a:gd name="connsiteY1" fmla="*/ 575403 h 1538868"/>
                <a:gd name="connsiteX2" fmla="*/ 383601 w 1079438"/>
                <a:gd name="connsiteY2" fmla="*/ 575403 h 1538868"/>
                <a:gd name="connsiteX3" fmla="*/ 593244 w 1079438"/>
                <a:gd name="connsiteY3" fmla="*/ 303313 h 1538868"/>
                <a:gd name="connsiteX4" fmla="*/ 620007 w 1079438"/>
                <a:gd name="connsiteY4" fmla="*/ 735981 h 1538868"/>
                <a:gd name="connsiteX5" fmla="*/ 0 w 1079438"/>
                <a:gd name="connsiteY5" fmla="*/ 1538868 h 1538868"/>
                <a:gd name="connsiteX6" fmla="*/ 1079438 w 1079438"/>
                <a:gd name="connsiteY6" fmla="*/ 1538868 h 1538868"/>
                <a:gd name="connsiteX7" fmla="*/ 1079438 w 1079438"/>
                <a:gd name="connsiteY7" fmla="*/ 1248937 h 1538868"/>
                <a:gd name="connsiteX8" fmla="*/ 642310 w 1079438"/>
                <a:gd name="connsiteY8" fmla="*/ 1248937 h 1538868"/>
                <a:gd name="connsiteX9" fmla="*/ 1057135 w 1079438"/>
                <a:gd name="connsiteY9" fmla="*/ 285471 h 1538868"/>
                <a:gd name="connsiteX10" fmla="*/ 771664 w 1079438"/>
                <a:gd name="connsiteY10" fmla="*/ 13381 h 1538868"/>
                <a:gd name="connsiteX0" fmla="*/ 338997 w 1079438"/>
                <a:gd name="connsiteY0" fmla="*/ 0 h 1538868"/>
                <a:gd name="connsiteX1" fmla="*/ 31223 w 1079438"/>
                <a:gd name="connsiteY1" fmla="*/ 575403 h 1538868"/>
                <a:gd name="connsiteX2" fmla="*/ 383601 w 1079438"/>
                <a:gd name="connsiteY2" fmla="*/ 575403 h 1538868"/>
                <a:gd name="connsiteX3" fmla="*/ 593244 w 1079438"/>
                <a:gd name="connsiteY3" fmla="*/ 303313 h 1538868"/>
                <a:gd name="connsiteX4" fmla="*/ 620007 w 1079438"/>
                <a:gd name="connsiteY4" fmla="*/ 735981 h 1538868"/>
                <a:gd name="connsiteX5" fmla="*/ 0 w 1079438"/>
                <a:gd name="connsiteY5" fmla="*/ 1538868 h 1538868"/>
                <a:gd name="connsiteX6" fmla="*/ 1079438 w 1079438"/>
                <a:gd name="connsiteY6" fmla="*/ 1538868 h 1538868"/>
                <a:gd name="connsiteX7" fmla="*/ 1079438 w 1079438"/>
                <a:gd name="connsiteY7" fmla="*/ 1248937 h 1538868"/>
                <a:gd name="connsiteX8" fmla="*/ 642310 w 1079438"/>
                <a:gd name="connsiteY8" fmla="*/ 1248937 h 1538868"/>
                <a:gd name="connsiteX9" fmla="*/ 1057135 w 1079438"/>
                <a:gd name="connsiteY9" fmla="*/ 285471 h 1538868"/>
                <a:gd name="connsiteX10" fmla="*/ 771664 w 1079438"/>
                <a:gd name="connsiteY10" fmla="*/ 13381 h 1538868"/>
                <a:gd name="connsiteX0" fmla="*/ 338997 w 1079438"/>
                <a:gd name="connsiteY0" fmla="*/ 0 h 1538868"/>
                <a:gd name="connsiteX1" fmla="*/ 31223 w 1079438"/>
                <a:gd name="connsiteY1" fmla="*/ 575403 h 1538868"/>
                <a:gd name="connsiteX2" fmla="*/ 383601 w 1079438"/>
                <a:gd name="connsiteY2" fmla="*/ 575403 h 1538868"/>
                <a:gd name="connsiteX3" fmla="*/ 593244 w 1079438"/>
                <a:gd name="connsiteY3" fmla="*/ 303313 h 1538868"/>
                <a:gd name="connsiteX4" fmla="*/ 620007 w 1079438"/>
                <a:gd name="connsiteY4" fmla="*/ 735981 h 1538868"/>
                <a:gd name="connsiteX5" fmla="*/ 0 w 1079438"/>
                <a:gd name="connsiteY5" fmla="*/ 1538868 h 1538868"/>
                <a:gd name="connsiteX6" fmla="*/ 1079438 w 1079438"/>
                <a:gd name="connsiteY6" fmla="*/ 1538868 h 1538868"/>
                <a:gd name="connsiteX7" fmla="*/ 1079438 w 1079438"/>
                <a:gd name="connsiteY7" fmla="*/ 1248937 h 1538868"/>
                <a:gd name="connsiteX8" fmla="*/ 642310 w 1079438"/>
                <a:gd name="connsiteY8" fmla="*/ 1248937 h 1538868"/>
                <a:gd name="connsiteX9" fmla="*/ 1057135 w 1079438"/>
                <a:gd name="connsiteY9" fmla="*/ 285471 h 1538868"/>
                <a:gd name="connsiteX10" fmla="*/ 771664 w 1079438"/>
                <a:gd name="connsiteY10" fmla="*/ 13381 h 1538868"/>
                <a:gd name="connsiteX0" fmla="*/ 338997 w 1079438"/>
                <a:gd name="connsiteY0" fmla="*/ 0 h 1538868"/>
                <a:gd name="connsiteX1" fmla="*/ 31223 w 1079438"/>
                <a:gd name="connsiteY1" fmla="*/ 575403 h 1538868"/>
                <a:gd name="connsiteX2" fmla="*/ 383601 w 1079438"/>
                <a:gd name="connsiteY2" fmla="*/ 575403 h 1538868"/>
                <a:gd name="connsiteX3" fmla="*/ 593244 w 1079438"/>
                <a:gd name="connsiteY3" fmla="*/ 303313 h 1538868"/>
                <a:gd name="connsiteX4" fmla="*/ 620007 w 1079438"/>
                <a:gd name="connsiteY4" fmla="*/ 735981 h 1538868"/>
                <a:gd name="connsiteX5" fmla="*/ 0 w 1079438"/>
                <a:gd name="connsiteY5" fmla="*/ 1538868 h 1538868"/>
                <a:gd name="connsiteX6" fmla="*/ 1079438 w 1079438"/>
                <a:gd name="connsiteY6" fmla="*/ 1538868 h 1538868"/>
                <a:gd name="connsiteX7" fmla="*/ 1079438 w 1079438"/>
                <a:gd name="connsiteY7" fmla="*/ 1248937 h 1538868"/>
                <a:gd name="connsiteX8" fmla="*/ 642310 w 1079438"/>
                <a:gd name="connsiteY8" fmla="*/ 1248937 h 1538868"/>
                <a:gd name="connsiteX9" fmla="*/ 1057135 w 1079438"/>
                <a:gd name="connsiteY9" fmla="*/ 285471 h 1538868"/>
                <a:gd name="connsiteX10" fmla="*/ 771664 w 1079438"/>
                <a:gd name="connsiteY10" fmla="*/ 13381 h 1538868"/>
                <a:gd name="connsiteX0" fmla="*/ 338997 w 1097081"/>
                <a:gd name="connsiteY0" fmla="*/ 0 h 1538868"/>
                <a:gd name="connsiteX1" fmla="*/ 31223 w 1097081"/>
                <a:gd name="connsiteY1" fmla="*/ 575403 h 1538868"/>
                <a:gd name="connsiteX2" fmla="*/ 383601 w 1097081"/>
                <a:gd name="connsiteY2" fmla="*/ 575403 h 1538868"/>
                <a:gd name="connsiteX3" fmla="*/ 593244 w 1097081"/>
                <a:gd name="connsiteY3" fmla="*/ 303313 h 1538868"/>
                <a:gd name="connsiteX4" fmla="*/ 620007 w 1097081"/>
                <a:gd name="connsiteY4" fmla="*/ 735981 h 1538868"/>
                <a:gd name="connsiteX5" fmla="*/ 0 w 1097081"/>
                <a:gd name="connsiteY5" fmla="*/ 1538868 h 1538868"/>
                <a:gd name="connsiteX6" fmla="*/ 1079438 w 1097081"/>
                <a:gd name="connsiteY6" fmla="*/ 1538868 h 1538868"/>
                <a:gd name="connsiteX7" fmla="*/ 1079438 w 1097081"/>
                <a:gd name="connsiteY7" fmla="*/ 1248937 h 1538868"/>
                <a:gd name="connsiteX8" fmla="*/ 642310 w 1097081"/>
                <a:gd name="connsiteY8" fmla="*/ 1248937 h 1538868"/>
                <a:gd name="connsiteX9" fmla="*/ 1057135 w 1097081"/>
                <a:gd name="connsiteY9" fmla="*/ 285471 h 1538868"/>
                <a:gd name="connsiteX10" fmla="*/ 771664 w 1097081"/>
                <a:gd name="connsiteY10" fmla="*/ 13381 h 1538868"/>
                <a:gd name="connsiteX0" fmla="*/ 338997 w 1097081"/>
                <a:gd name="connsiteY0" fmla="*/ 0 h 1538868"/>
                <a:gd name="connsiteX1" fmla="*/ 31223 w 1097081"/>
                <a:gd name="connsiteY1" fmla="*/ 575403 h 1538868"/>
                <a:gd name="connsiteX2" fmla="*/ 383601 w 1097081"/>
                <a:gd name="connsiteY2" fmla="*/ 575403 h 1538868"/>
                <a:gd name="connsiteX3" fmla="*/ 593244 w 1097081"/>
                <a:gd name="connsiteY3" fmla="*/ 303313 h 1538868"/>
                <a:gd name="connsiteX4" fmla="*/ 620007 w 1097081"/>
                <a:gd name="connsiteY4" fmla="*/ 735981 h 1538868"/>
                <a:gd name="connsiteX5" fmla="*/ 0 w 1097081"/>
                <a:gd name="connsiteY5" fmla="*/ 1538868 h 1538868"/>
                <a:gd name="connsiteX6" fmla="*/ 1079438 w 1097081"/>
                <a:gd name="connsiteY6" fmla="*/ 1538868 h 1538868"/>
                <a:gd name="connsiteX7" fmla="*/ 1079438 w 1097081"/>
                <a:gd name="connsiteY7" fmla="*/ 1248937 h 1538868"/>
                <a:gd name="connsiteX8" fmla="*/ 642310 w 1097081"/>
                <a:gd name="connsiteY8" fmla="*/ 1248937 h 1538868"/>
                <a:gd name="connsiteX9" fmla="*/ 1057135 w 1097081"/>
                <a:gd name="connsiteY9" fmla="*/ 285471 h 1538868"/>
                <a:gd name="connsiteX10" fmla="*/ 771664 w 1097081"/>
                <a:gd name="connsiteY10" fmla="*/ 13381 h 1538868"/>
                <a:gd name="connsiteX0" fmla="*/ 338997 w 1113552"/>
                <a:gd name="connsiteY0" fmla="*/ 0 h 1538868"/>
                <a:gd name="connsiteX1" fmla="*/ 31223 w 1113552"/>
                <a:gd name="connsiteY1" fmla="*/ 575403 h 1538868"/>
                <a:gd name="connsiteX2" fmla="*/ 383601 w 1113552"/>
                <a:gd name="connsiteY2" fmla="*/ 575403 h 1538868"/>
                <a:gd name="connsiteX3" fmla="*/ 593244 w 1113552"/>
                <a:gd name="connsiteY3" fmla="*/ 303313 h 1538868"/>
                <a:gd name="connsiteX4" fmla="*/ 620007 w 1113552"/>
                <a:gd name="connsiteY4" fmla="*/ 735981 h 1538868"/>
                <a:gd name="connsiteX5" fmla="*/ 0 w 1113552"/>
                <a:gd name="connsiteY5" fmla="*/ 1538868 h 1538868"/>
                <a:gd name="connsiteX6" fmla="*/ 1079438 w 1113552"/>
                <a:gd name="connsiteY6" fmla="*/ 1538868 h 1538868"/>
                <a:gd name="connsiteX7" fmla="*/ 1079438 w 1113552"/>
                <a:gd name="connsiteY7" fmla="*/ 1248937 h 1538868"/>
                <a:gd name="connsiteX8" fmla="*/ 642310 w 1113552"/>
                <a:gd name="connsiteY8" fmla="*/ 1248937 h 1538868"/>
                <a:gd name="connsiteX9" fmla="*/ 1074977 w 1113552"/>
                <a:gd name="connsiteY9" fmla="*/ 263168 h 1538868"/>
                <a:gd name="connsiteX10" fmla="*/ 771664 w 1113552"/>
                <a:gd name="connsiteY10" fmla="*/ 13381 h 1538868"/>
                <a:gd name="connsiteX0" fmla="*/ 338997 w 1092061"/>
                <a:gd name="connsiteY0" fmla="*/ 0 h 1538868"/>
                <a:gd name="connsiteX1" fmla="*/ 31223 w 1092061"/>
                <a:gd name="connsiteY1" fmla="*/ 575403 h 1538868"/>
                <a:gd name="connsiteX2" fmla="*/ 383601 w 1092061"/>
                <a:gd name="connsiteY2" fmla="*/ 575403 h 1538868"/>
                <a:gd name="connsiteX3" fmla="*/ 593244 w 1092061"/>
                <a:gd name="connsiteY3" fmla="*/ 303313 h 1538868"/>
                <a:gd name="connsiteX4" fmla="*/ 620007 w 1092061"/>
                <a:gd name="connsiteY4" fmla="*/ 735981 h 1538868"/>
                <a:gd name="connsiteX5" fmla="*/ 0 w 1092061"/>
                <a:gd name="connsiteY5" fmla="*/ 1538868 h 1538868"/>
                <a:gd name="connsiteX6" fmla="*/ 1079438 w 1092061"/>
                <a:gd name="connsiteY6" fmla="*/ 1538868 h 1538868"/>
                <a:gd name="connsiteX7" fmla="*/ 1079438 w 1092061"/>
                <a:gd name="connsiteY7" fmla="*/ 1248937 h 1538868"/>
                <a:gd name="connsiteX8" fmla="*/ 642310 w 1092061"/>
                <a:gd name="connsiteY8" fmla="*/ 1248937 h 1538868"/>
                <a:gd name="connsiteX9" fmla="*/ 1074977 w 1092061"/>
                <a:gd name="connsiteY9" fmla="*/ 263168 h 1538868"/>
                <a:gd name="connsiteX10" fmla="*/ 771664 w 1092061"/>
                <a:gd name="connsiteY10" fmla="*/ 13381 h 1538868"/>
                <a:gd name="connsiteX0" fmla="*/ 338997 w 1092061"/>
                <a:gd name="connsiteY0" fmla="*/ 0 h 1538868"/>
                <a:gd name="connsiteX1" fmla="*/ 31223 w 1092061"/>
                <a:gd name="connsiteY1" fmla="*/ 575403 h 1538868"/>
                <a:gd name="connsiteX2" fmla="*/ 383601 w 1092061"/>
                <a:gd name="connsiteY2" fmla="*/ 575403 h 1538868"/>
                <a:gd name="connsiteX3" fmla="*/ 593244 w 1092061"/>
                <a:gd name="connsiteY3" fmla="*/ 303313 h 1538868"/>
                <a:gd name="connsiteX4" fmla="*/ 620007 w 1092061"/>
                <a:gd name="connsiteY4" fmla="*/ 735981 h 1538868"/>
                <a:gd name="connsiteX5" fmla="*/ 0 w 1092061"/>
                <a:gd name="connsiteY5" fmla="*/ 1538868 h 1538868"/>
                <a:gd name="connsiteX6" fmla="*/ 1079438 w 1092061"/>
                <a:gd name="connsiteY6" fmla="*/ 1538868 h 1538868"/>
                <a:gd name="connsiteX7" fmla="*/ 1079438 w 1092061"/>
                <a:gd name="connsiteY7" fmla="*/ 1248937 h 1538868"/>
                <a:gd name="connsiteX8" fmla="*/ 642310 w 1092061"/>
                <a:gd name="connsiteY8" fmla="*/ 1248937 h 1538868"/>
                <a:gd name="connsiteX9" fmla="*/ 1074977 w 1092061"/>
                <a:gd name="connsiteY9" fmla="*/ 263168 h 1538868"/>
                <a:gd name="connsiteX10" fmla="*/ 771664 w 1092061"/>
                <a:gd name="connsiteY10" fmla="*/ 13381 h 1538868"/>
                <a:gd name="connsiteX0" fmla="*/ 338997 w 1079438"/>
                <a:gd name="connsiteY0" fmla="*/ 0 h 1538868"/>
                <a:gd name="connsiteX1" fmla="*/ 31223 w 1079438"/>
                <a:gd name="connsiteY1" fmla="*/ 575403 h 1538868"/>
                <a:gd name="connsiteX2" fmla="*/ 383601 w 1079438"/>
                <a:gd name="connsiteY2" fmla="*/ 575403 h 1538868"/>
                <a:gd name="connsiteX3" fmla="*/ 593244 w 1079438"/>
                <a:gd name="connsiteY3" fmla="*/ 303313 h 1538868"/>
                <a:gd name="connsiteX4" fmla="*/ 620007 w 1079438"/>
                <a:gd name="connsiteY4" fmla="*/ 735981 h 1538868"/>
                <a:gd name="connsiteX5" fmla="*/ 0 w 1079438"/>
                <a:gd name="connsiteY5" fmla="*/ 1538868 h 1538868"/>
                <a:gd name="connsiteX6" fmla="*/ 1079438 w 1079438"/>
                <a:gd name="connsiteY6" fmla="*/ 1538868 h 1538868"/>
                <a:gd name="connsiteX7" fmla="*/ 1079438 w 1079438"/>
                <a:gd name="connsiteY7" fmla="*/ 1248937 h 1538868"/>
                <a:gd name="connsiteX8" fmla="*/ 642310 w 1079438"/>
                <a:gd name="connsiteY8" fmla="*/ 1248937 h 1538868"/>
                <a:gd name="connsiteX9" fmla="*/ 1074977 w 1079438"/>
                <a:gd name="connsiteY9" fmla="*/ 263168 h 1538868"/>
                <a:gd name="connsiteX10" fmla="*/ 771664 w 1079438"/>
                <a:gd name="connsiteY10" fmla="*/ 13381 h 1538868"/>
                <a:gd name="connsiteX0" fmla="*/ 338997 w 1104706"/>
                <a:gd name="connsiteY0" fmla="*/ 0 h 1538868"/>
                <a:gd name="connsiteX1" fmla="*/ 31223 w 1104706"/>
                <a:gd name="connsiteY1" fmla="*/ 575403 h 1538868"/>
                <a:gd name="connsiteX2" fmla="*/ 383601 w 1104706"/>
                <a:gd name="connsiteY2" fmla="*/ 575403 h 1538868"/>
                <a:gd name="connsiteX3" fmla="*/ 593244 w 1104706"/>
                <a:gd name="connsiteY3" fmla="*/ 303313 h 1538868"/>
                <a:gd name="connsiteX4" fmla="*/ 620007 w 1104706"/>
                <a:gd name="connsiteY4" fmla="*/ 735981 h 1538868"/>
                <a:gd name="connsiteX5" fmla="*/ 0 w 1104706"/>
                <a:gd name="connsiteY5" fmla="*/ 1538868 h 1538868"/>
                <a:gd name="connsiteX6" fmla="*/ 1079438 w 1104706"/>
                <a:gd name="connsiteY6" fmla="*/ 1538868 h 1538868"/>
                <a:gd name="connsiteX7" fmla="*/ 1079438 w 1104706"/>
                <a:gd name="connsiteY7" fmla="*/ 1248937 h 1538868"/>
                <a:gd name="connsiteX8" fmla="*/ 642310 w 1104706"/>
                <a:gd name="connsiteY8" fmla="*/ 1248937 h 1538868"/>
                <a:gd name="connsiteX9" fmla="*/ 1101740 w 1104706"/>
                <a:gd name="connsiteY9" fmla="*/ 307773 h 1538868"/>
                <a:gd name="connsiteX10" fmla="*/ 771664 w 1104706"/>
                <a:gd name="connsiteY10" fmla="*/ 13381 h 1538868"/>
                <a:gd name="connsiteX0" fmla="*/ 338997 w 1105885"/>
                <a:gd name="connsiteY0" fmla="*/ 0 h 1538868"/>
                <a:gd name="connsiteX1" fmla="*/ 31223 w 1105885"/>
                <a:gd name="connsiteY1" fmla="*/ 575403 h 1538868"/>
                <a:gd name="connsiteX2" fmla="*/ 383601 w 1105885"/>
                <a:gd name="connsiteY2" fmla="*/ 575403 h 1538868"/>
                <a:gd name="connsiteX3" fmla="*/ 593244 w 1105885"/>
                <a:gd name="connsiteY3" fmla="*/ 303313 h 1538868"/>
                <a:gd name="connsiteX4" fmla="*/ 620007 w 1105885"/>
                <a:gd name="connsiteY4" fmla="*/ 735981 h 1538868"/>
                <a:gd name="connsiteX5" fmla="*/ 0 w 1105885"/>
                <a:gd name="connsiteY5" fmla="*/ 1538868 h 1538868"/>
                <a:gd name="connsiteX6" fmla="*/ 1079438 w 1105885"/>
                <a:gd name="connsiteY6" fmla="*/ 1538868 h 1538868"/>
                <a:gd name="connsiteX7" fmla="*/ 1079438 w 1105885"/>
                <a:gd name="connsiteY7" fmla="*/ 1248937 h 1538868"/>
                <a:gd name="connsiteX8" fmla="*/ 642310 w 1105885"/>
                <a:gd name="connsiteY8" fmla="*/ 1248937 h 1538868"/>
                <a:gd name="connsiteX9" fmla="*/ 1101740 w 1105885"/>
                <a:gd name="connsiteY9" fmla="*/ 307773 h 1538868"/>
                <a:gd name="connsiteX10" fmla="*/ 771664 w 1105885"/>
                <a:gd name="connsiteY10" fmla="*/ 13381 h 1538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05885" h="1538868">
                  <a:moveTo>
                    <a:pt x="338997" y="0"/>
                  </a:moveTo>
                  <a:cubicBezTo>
                    <a:pt x="57987" y="196261"/>
                    <a:pt x="17841" y="405904"/>
                    <a:pt x="31223" y="575403"/>
                  </a:cubicBezTo>
                  <a:lnTo>
                    <a:pt x="383601" y="575403"/>
                  </a:lnTo>
                  <a:cubicBezTo>
                    <a:pt x="399956" y="350892"/>
                    <a:pt x="469837" y="278037"/>
                    <a:pt x="593244" y="303313"/>
                  </a:cubicBezTo>
                  <a:cubicBezTo>
                    <a:pt x="776124" y="380629"/>
                    <a:pt x="744901" y="551614"/>
                    <a:pt x="620007" y="735981"/>
                  </a:cubicBezTo>
                  <a:lnTo>
                    <a:pt x="0" y="1538868"/>
                  </a:lnTo>
                  <a:lnTo>
                    <a:pt x="1079438" y="1538868"/>
                  </a:lnTo>
                  <a:lnTo>
                    <a:pt x="1079438" y="1248937"/>
                  </a:lnTo>
                  <a:lnTo>
                    <a:pt x="642310" y="1248937"/>
                  </a:lnTo>
                  <a:cubicBezTo>
                    <a:pt x="797684" y="1048958"/>
                    <a:pt x="1147832" y="474299"/>
                    <a:pt x="1101740" y="307773"/>
                  </a:cubicBezTo>
                  <a:cubicBezTo>
                    <a:pt x="1055648" y="141247"/>
                    <a:pt x="880203" y="55012"/>
                    <a:pt x="771664" y="13381"/>
                  </a:cubicBezTo>
                </a:path>
              </a:pathLst>
            </a:custGeom>
            <a:noFill/>
            <a:ln w="28575" cap="flat" cmpd="sng" algn="ctr">
              <a:solidFill>
                <a:srgbClr val="054487"/>
              </a:solidFill>
              <a:prstDash val="solid"/>
            </a:ln>
            <a:effectLst/>
          </p:spPr>
          <p:txBody>
            <a:bodyPr rtlCol="0" anchor="ctr"/>
            <a:lstStyle/>
            <a:p>
              <a:pPr algn="ctr">
                <a:defRPr/>
              </a:pPr>
              <a:endParaRPr lang="zh-CN" altLang="en-US" kern="0" dirty="0">
                <a:solidFill>
                  <a:prstClr val="black">
                    <a:lumMod val="85000"/>
                    <a:lumOff val="15000"/>
                  </a:prstClr>
                </a:solidFill>
                <a:ea typeface="微软雅黑" pitchFamily="34" charset="-122"/>
              </a:endParaRPr>
            </a:p>
          </p:txBody>
        </p:sp>
        <p:sp>
          <p:nvSpPr>
            <p:cNvPr id="27" name="矩形 26"/>
            <p:cNvSpPr/>
            <p:nvPr/>
          </p:nvSpPr>
          <p:spPr>
            <a:xfrm>
              <a:off x="3631772" y="2195341"/>
              <a:ext cx="391954" cy="1667531"/>
            </a:xfrm>
            <a:prstGeom prst="rect">
              <a:avLst/>
            </a:prstGeom>
            <a:solidFill>
              <a:srgbClr val="5B9BD5">
                <a:alpha val="0"/>
              </a:srgbClr>
            </a:solidFill>
            <a:ln w="25400" cap="flat" cmpd="sng" algn="ctr">
              <a:noFill/>
              <a:prstDash val="solid"/>
            </a:ln>
            <a:effectLst/>
          </p:spPr>
          <p:txBody>
            <a:bodyPr rtlCol="0" anchor="ctr"/>
            <a:lstStyle/>
            <a:p>
              <a:pPr algn="ctr">
                <a:defRPr/>
              </a:pPr>
              <a:endParaRPr lang="zh-CN" altLang="en-US" kern="0" dirty="0">
                <a:solidFill>
                  <a:prstClr val="black">
                    <a:lumMod val="85000"/>
                    <a:lumOff val="15000"/>
                  </a:prstClr>
                </a:solidFill>
                <a:ea typeface="微软雅黑" pitchFamily="34" charset="-122"/>
              </a:endParaRPr>
            </a:p>
          </p:txBody>
        </p:sp>
      </p:grpSp>
      <p:grpSp>
        <p:nvGrpSpPr>
          <p:cNvPr id="28" name="组合 27"/>
          <p:cNvGrpSpPr/>
          <p:nvPr/>
        </p:nvGrpSpPr>
        <p:grpSpPr>
          <a:xfrm>
            <a:off x="4379931" y="1491630"/>
            <a:ext cx="943661" cy="2552016"/>
            <a:chOff x="5764889" y="2155042"/>
            <a:chExt cx="1258214" cy="3402688"/>
          </a:xfrm>
        </p:grpSpPr>
        <p:sp>
          <p:nvSpPr>
            <p:cNvPr id="29" name="任意多边形 28"/>
            <p:cNvSpPr/>
            <p:nvPr/>
          </p:nvSpPr>
          <p:spPr>
            <a:xfrm>
              <a:off x="5764889" y="2155042"/>
              <a:ext cx="1258214" cy="1725014"/>
            </a:xfrm>
            <a:custGeom>
              <a:avLst/>
              <a:gdLst>
                <a:gd name="connsiteX0" fmla="*/ 356839 w 923321"/>
                <a:gd name="connsiteY0" fmla="*/ 1543329 h 1543329"/>
                <a:gd name="connsiteX1" fmla="*/ 356839 w 923321"/>
                <a:gd name="connsiteY1" fmla="*/ 1543329 h 1543329"/>
                <a:gd name="connsiteX2" fmla="*/ 307774 w 923321"/>
                <a:gd name="connsiteY2" fmla="*/ 1525487 h 1543329"/>
                <a:gd name="connsiteX3" fmla="*/ 289932 w 923321"/>
                <a:gd name="connsiteY3" fmla="*/ 1521026 h 1543329"/>
                <a:gd name="connsiteX4" fmla="*/ 272090 w 923321"/>
                <a:gd name="connsiteY4" fmla="*/ 1507645 h 1543329"/>
                <a:gd name="connsiteX5" fmla="*/ 0 w 923321"/>
                <a:gd name="connsiteY5" fmla="*/ 1097280 h 1543329"/>
                <a:gd name="connsiteX6" fmla="*/ 361300 w 923321"/>
                <a:gd name="connsiteY6" fmla="*/ 1101740 h 1543329"/>
                <a:gd name="connsiteX7" fmla="*/ 691376 w 923321"/>
                <a:gd name="connsiteY7" fmla="*/ 1213252 h 1543329"/>
                <a:gd name="connsiteX8" fmla="*/ 432667 w 923321"/>
                <a:gd name="connsiteY8" fmla="*/ 959005 h 1543329"/>
                <a:gd name="connsiteX9" fmla="*/ 432667 w 923321"/>
                <a:gd name="connsiteY9" fmla="*/ 624468 h 1543329"/>
                <a:gd name="connsiteX10" fmla="*/ 637850 w 923321"/>
                <a:gd name="connsiteY10" fmla="*/ 338997 h 1543329"/>
                <a:gd name="connsiteX11" fmla="*/ 379142 w 923321"/>
                <a:gd name="connsiteY11" fmla="*/ 526337 h 1543329"/>
                <a:gd name="connsiteX12" fmla="*/ 13382 w 923321"/>
                <a:gd name="connsiteY12" fmla="*/ 539719 h 1543329"/>
                <a:gd name="connsiteX13" fmla="*/ 553101 w 923321"/>
                <a:gd name="connsiteY13" fmla="*/ 0 h 1543329"/>
                <a:gd name="connsiteX14" fmla="*/ 923321 w 923321"/>
                <a:gd name="connsiteY14" fmla="*/ 776125 h 1543329"/>
                <a:gd name="connsiteX15" fmla="*/ 918861 w 923321"/>
                <a:gd name="connsiteY15" fmla="*/ 1538868 h 1543329"/>
                <a:gd name="connsiteX0" fmla="*/ 356839 w 923321"/>
                <a:gd name="connsiteY0" fmla="*/ 1543329 h 1543329"/>
                <a:gd name="connsiteX1" fmla="*/ 356839 w 923321"/>
                <a:gd name="connsiteY1" fmla="*/ 1543329 h 1543329"/>
                <a:gd name="connsiteX2" fmla="*/ 307774 w 923321"/>
                <a:gd name="connsiteY2" fmla="*/ 1525487 h 1543329"/>
                <a:gd name="connsiteX3" fmla="*/ 272090 w 923321"/>
                <a:gd name="connsiteY3" fmla="*/ 1507645 h 1543329"/>
                <a:gd name="connsiteX4" fmla="*/ 0 w 923321"/>
                <a:gd name="connsiteY4" fmla="*/ 1097280 h 1543329"/>
                <a:gd name="connsiteX5" fmla="*/ 361300 w 923321"/>
                <a:gd name="connsiteY5" fmla="*/ 1101740 h 1543329"/>
                <a:gd name="connsiteX6" fmla="*/ 691376 w 923321"/>
                <a:gd name="connsiteY6" fmla="*/ 1213252 h 1543329"/>
                <a:gd name="connsiteX7" fmla="*/ 432667 w 923321"/>
                <a:gd name="connsiteY7" fmla="*/ 959005 h 1543329"/>
                <a:gd name="connsiteX8" fmla="*/ 432667 w 923321"/>
                <a:gd name="connsiteY8" fmla="*/ 624468 h 1543329"/>
                <a:gd name="connsiteX9" fmla="*/ 637850 w 923321"/>
                <a:gd name="connsiteY9" fmla="*/ 338997 h 1543329"/>
                <a:gd name="connsiteX10" fmla="*/ 379142 w 923321"/>
                <a:gd name="connsiteY10" fmla="*/ 526337 h 1543329"/>
                <a:gd name="connsiteX11" fmla="*/ 13382 w 923321"/>
                <a:gd name="connsiteY11" fmla="*/ 539719 h 1543329"/>
                <a:gd name="connsiteX12" fmla="*/ 553101 w 923321"/>
                <a:gd name="connsiteY12" fmla="*/ 0 h 1543329"/>
                <a:gd name="connsiteX13" fmla="*/ 923321 w 923321"/>
                <a:gd name="connsiteY13" fmla="*/ 776125 h 1543329"/>
                <a:gd name="connsiteX14" fmla="*/ 918861 w 923321"/>
                <a:gd name="connsiteY14" fmla="*/ 1538868 h 1543329"/>
                <a:gd name="connsiteX0" fmla="*/ 357065 w 923547"/>
                <a:gd name="connsiteY0" fmla="*/ 1543329 h 1562238"/>
                <a:gd name="connsiteX1" fmla="*/ 357065 w 923547"/>
                <a:gd name="connsiteY1" fmla="*/ 1543329 h 1562238"/>
                <a:gd name="connsiteX2" fmla="*/ 308000 w 923547"/>
                <a:gd name="connsiteY2" fmla="*/ 1525487 h 1562238"/>
                <a:gd name="connsiteX3" fmla="*/ 226 w 923547"/>
                <a:gd name="connsiteY3" fmla="*/ 1097280 h 1562238"/>
                <a:gd name="connsiteX4" fmla="*/ 361526 w 923547"/>
                <a:gd name="connsiteY4" fmla="*/ 1101740 h 1562238"/>
                <a:gd name="connsiteX5" fmla="*/ 691602 w 923547"/>
                <a:gd name="connsiteY5" fmla="*/ 1213252 h 1562238"/>
                <a:gd name="connsiteX6" fmla="*/ 432893 w 923547"/>
                <a:gd name="connsiteY6" fmla="*/ 959005 h 1562238"/>
                <a:gd name="connsiteX7" fmla="*/ 432893 w 923547"/>
                <a:gd name="connsiteY7" fmla="*/ 624468 h 1562238"/>
                <a:gd name="connsiteX8" fmla="*/ 638076 w 923547"/>
                <a:gd name="connsiteY8" fmla="*/ 338997 h 1562238"/>
                <a:gd name="connsiteX9" fmla="*/ 379368 w 923547"/>
                <a:gd name="connsiteY9" fmla="*/ 526337 h 1562238"/>
                <a:gd name="connsiteX10" fmla="*/ 13608 w 923547"/>
                <a:gd name="connsiteY10" fmla="*/ 539719 h 1562238"/>
                <a:gd name="connsiteX11" fmla="*/ 553327 w 923547"/>
                <a:gd name="connsiteY11" fmla="*/ 0 h 1562238"/>
                <a:gd name="connsiteX12" fmla="*/ 923547 w 923547"/>
                <a:gd name="connsiteY12" fmla="*/ 776125 h 1562238"/>
                <a:gd name="connsiteX13" fmla="*/ 919087 w 923547"/>
                <a:gd name="connsiteY13" fmla="*/ 1538868 h 1562238"/>
                <a:gd name="connsiteX0" fmla="*/ 356841 w 923323"/>
                <a:gd name="connsiteY0" fmla="*/ 1543329 h 1543329"/>
                <a:gd name="connsiteX1" fmla="*/ 356841 w 923323"/>
                <a:gd name="connsiteY1" fmla="*/ 1543329 h 1543329"/>
                <a:gd name="connsiteX2" fmla="*/ 2 w 923323"/>
                <a:gd name="connsiteY2" fmla="*/ 1097280 h 1543329"/>
                <a:gd name="connsiteX3" fmla="*/ 361302 w 923323"/>
                <a:gd name="connsiteY3" fmla="*/ 1101740 h 1543329"/>
                <a:gd name="connsiteX4" fmla="*/ 691378 w 923323"/>
                <a:gd name="connsiteY4" fmla="*/ 1213252 h 1543329"/>
                <a:gd name="connsiteX5" fmla="*/ 432669 w 923323"/>
                <a:gd name="connsiteY5" fmla="*/ 959005 h 1543329"/>
                <a:gd name="connsiteX6" fmla="*/ 432669 w 923323"/>
                <a:gd name="connsiteY6" fmla="*/ 624468 h 1543329"/>
                <a:gd name="connsiteX7" fmla="*/ 637852 w 923323"/>
                <a:gd name="connsiteY7" fmla="*/ 338997 h 1543329"/>
                <a:gd name="connsiteX8" fmla="*/ 379144 w 923323"/>
                <a:gd name="connsiteY8" fmla="*/ 526337 h 1543329"/>
                <a:gd name="connsiteX9" fmla="*/ 13384 w 923323"/>
                <a:gd name="connsiteY9" fmla="*/ 539719 h 1543329"/>
                <a:gd name="connsiteX10" fmla="*/ 553103 w 923323"/>
                <a:gd name="connsiteY10" fmla="*/ 0 h 1543329"/>
                <a:gd name="connsiteX11" fmla="*/ 923323 w 923323"/>
                <a:gd name="connsiteY11" fmla="*/ 776125 h 1543329"/>
                <a:gd name="connsiteX12" fmla="*/ 918863 w 923323"/>
                <a:gd name="connsiteY12" fmla="*/ 1538868 h 1543329"/>
                <a:gd name="connsiteX0" fmla="*/ 356839 w 923321"/>
                <a:gd name="connsiteY0" fmla="*/ 1543329 h 1543329"/>
                <a:gd name="connsiteX1" fmla="*/ 0 w 923321"/>
                <a:gd name="connsiteY1" fmla="*/ 1097280 h 1543329"/>
                <a:gd name="connsiteX2" fmla="*/ 361300 w 923321"/>
                <a:gd name="connsiteY2" fmla="*/ 1101740 h 1543329"/>
                <a:gd name="connsiteX3" fmla="*/ 691376 w 923321"/>
                <a:gd name="connsiteY3" fmla="*/ 1213252 h 1543329"/>
                <a:gd name="connsiteX4" fmla="*/ 432667 w 923321"/>
                <a:gd name="connsiteY4" fmla="*/ 959005 h 1543329"/>
                <a:gd name="connsiteX5" fmla="*/ 432667 w 923321"/>
                <a:gd name="connsiteY5" fmla="*/ 624468 h 1543329"/>
                <a:gd name="connsiteX6" fmla="*/ 637850 w 923321"/>
                <a:gd name="connsiteY6" fmla="*/ 338997 h 1543329"/>
                <a:gd name="connsiteX7" fmla="*/ 379142 w 923321"/>
                <a:gd name="connsiteY7" fmla="*/ 526337 h 1543329"/>
                <a:gd name="connsiteX8" fmla="*/ 13382 w 923321"/>
                <a:gd name="connsiteY8" fmla="*/ 539719 h 1543329"/>
                <a:gd name="connsiteX9" fmla="*/ 553101 w 923321"/>
                <a:gd name="connsiteY9" fmla="*/ 0 h 1543329"/>
                <a:gd name="connsiteX10" fmla="*/ 923321 w 923321"/>
                <a:gd name="connsiteY10" fmla="*/ 776125 h 1543329"/>
                <a:gd name="connsiteX11" fmla="*/ 918861 w 923321"/>
                <a:gd name="connsiteY11" fmla="*/ 1538868 h 1543329"/>
                <a:gd name="connsiteX0" fmla="*/ 356839 w 923321"/>
                <a:gd name="connsiteY0" fmla="*/ 1543329 h 1543329"/>
                <a:gd name="connsiteX1" fmla="*/ 0 w 923321"/>
                <a:gd name="connsiteY1" fmla="*/ 1097280 h 1543329"/>
                <a:gd name="connsiteX2" fmla="*/ 361300 w 923321"/>
                <a:gd name="connsiteY2" fmla="*/ 1101740 h 1543329"/>
                <a:gd name="connsiteX3" fmla="*/ 691376 w 923321"/>
                <a:gd name="connsiteY3" fmla="*/ 1213252 h 1543329"/>
                <a:gd name="connsiteX4" fmla="*/ 432667 w 923321"/>
                <a:gd name="connsiteY4" fmla="*/ 959005 h 1543329"/>
                <a:gd name="connsiteX5" fmla="*/ 432667 w 923321"/>
                <a:gd name="connsiteY5" fmla="*/ 624468 h 1543329"/>
                <a:gd name="connsiteX6" fmla="*/ 637850 w 923321"/>
                <a:gd name="connsiteY6" fmla="*/ 338997 h 1543329"/>
                <a:gd name="connsiteX7" fmla="*/ 379142 w 923321"/>
                <a:gd name="connsiteY7" fmla="*/ 526337 h 1543329"/>
                <a:gd name="connsiteX8" fmla="*/ 13382 w 923321"/>
                <a:gd name="connsiteY8" fmla="*/ 539719 h 1543329"/>
                <a:gd name="connsiteX9" fmla="*/ 553101 w 923321"/>
                <a:gd name="connsiteY9" fmla="*/ 0 h 1543329"/>
                <a:gd name="connsiteX10" fmla="*/ 923321 w 923321"/>
                <a:gd name="connsiteY10" fmla="*/ 776125 h 1543329"/>
                <a:gd name="connsiteX11" fmla="*/ 918861 w 923321"/>
                <a:gd name="connsiteY11" fmla="*/ 1538868 h 1543329"/>
                <a:gd name="connsiteX0" fmla="*/ 356839 w 923321"/>
                <a:gd name="connsiteY0" fmla="*/ 1543329 h 1543329"/>
                <a:gd name="connsiteX1" fmla="*/ 0 w 923321"/>
                <a:gd name="connsiteY1" fmla="*/ 1097280 h 1543329"/>
                <a:gd name="connsiteX2" fmla="*/ 361300 w 923321"/>
                <a:gd name="connsiteY2" fmla="*/ 1101740 h 1543329"/>
                <a:gd name="connsiteX3" fmla="*/ 691376 w 923321"/>
                <a:gd name="connsiteY3" fmla="*/ 1213252 h 1543329"/>
                <a:gd name="connsiteX4" fmla="*/ 432667 w 923321"/>
                <a:gd name="connsiteY4" fmla="*/ 959005 h 1543329"/>
                <a:gd name="connsiteX5" fmla="*/ 432667 w 923321"/>
                <a:gd name="connsiteY5" fmla="*/ 624468 h 1543329"/>
                <a:gd name="connsiteX6" fmla="*/ 637850 w 923321"/>
                <a:gd name="connsiteY6" fmla="*/ 338997 h 1543329"/>
                <a:gd name="connsiteX7" fmla="*/ 379142 w 923321"/>
                <a:gd name="connsiteY7" fmla="*/ 526337 h 1543329"/>
                <a:gd name="connsiteX8" fmla="*/ 13382 w 923321"/>
                <a:gd name="connsiteY8" fmla="*/ 539719 h 1543329"/>
                <a:gd name="connsiteX9" fmla="*/ 553101 w 923321"/>
                <a:gd name="connsiteY9" fmla="*/ 0 h 1543329"/>
                <a:gd name="connsiteX10" fmla="*/ 923321 w 923321"/>
                <a:gd name="connsiteY10" fmla="*/ 776125 h 1543329"/>
                <a:gd name="connsiteX11" fmla="*/ 918861 w 923321"/>
                <a:gd name="connsiteY11" fmla="*/ 1538868 h 1543329"/>
                <a:gd name="connsiteX0" fmla="*/ 356839 w 923321"/>
                <a:gd name="connsiteY0" fmla="*/ 1543329 h 1543818"/>
                <a:gd name="connsiteX1" fmla="*/ 0 w 923321"/>
                <a:gd name="connsiteY1" fmla="*/ 1097280 h 1543818"/>
                <a:gd name="connsiteX2" fmla="*/ 361300 w 923321"/>
                <a:gd name="connsiteY2" fmla="*/ 1101740 h 1543818"/>
                <a:gd name="connsiteX3" fmla="*/ 691376 w 923321"/>
                <a:gd name="connsiteY3" fmla="*/ 1213252 h 1543818"/>
                <a:gd name="connsiteX4" fmla="*/ 432667 w 923321"/>
                <a:gd name="connsiteY4" fmla="*/ 959005 h 1543818"/>
                <a:gd name="connsiteX5" fmla="*/ 432667 w 923321"/>
                <a:gd name="connsiteY5" fmla="*/ 624468 h 1543818"/>
                <a:gd name="connsiteX6" fmla="*/ 637850 w 923321"/>
                <a:gd name="connsiteY6" fmla="*/ 338997 h 1543818"/>
                <a:gd name="connsiteX7" fmla="*/ 379142 w 923321"/>
                <a:gd name="connsiteY7" fmla="*/ 526337 h 1543818"/>
                <a:gd name="connsiteX8" fmla="*/ 13382 w 923321"/>
                <a:gd name="connsiteY8" fmla="*/ 539719 h 1543818"/>
                <a:gd name="connsiteX9" fmla="*/ 553101 w 923321"/>
                <a:gd name="connsiteY9" fmla="*/ 0 h 1543818"/>
                <a:gd name="connsiteX10" fmla="*/ 923321 w 923321"/>
                <a:gd name="connsiteY10" fmla="*/ 776125 h 1543818"/>
                <a:gd name="connsiteX11" fmla="*/ 918861 w 923321"/>
                <a:gd name="connsiteY11" fmla="*/ 1538868 h 1543818"/>
                <a:gd name="connsiteX0" fmla="*/ 356839 w 923321"/>
                <a:gd name="connsiteY0" fmla="*/ 1543329 h 1543818"/>
                <a:gd name="connsiteX1" fmla="*/ 0 w 923321"/>
                <a:gd name="connsiteY1" fmla="*/ 1097280 h 1543818"/>
                <a:gd name="connsiteX2" fmla="*/ 361300 w 923321"/>
                <a:gd name="connsiteY2" fmla="*/ 1101740 h 1543818"/>
                <a:gd name="connsiteX3" fmla="*/ 691376 w 923321"/>
                <a:gd name="connsiteY3" fmla="*/ 1213252 h 1543818"/>
                <a:gd name="connsiteX4" fmla="*/ 432667 w 923321"/>
                <a:gd name="connsiteY4" fmla="*/ 959005 h 1543818"/>
                <a:gd name="connsiteX5" fmla="*/ 432667 w 923321"/>
                <a:gd name="connsiteY5" fmla="*/ 624468 h 1543818"/>
                <a:gd name="connsiteX6" fmla="*/ 637850 w 923321"/>
                <a:gd name="connsiteY6" fmla="*/ 338997 h 1543818"/>
                <a:gd name="connsiteX7" fmla="*/ 379142 w 923321"/>
                <a:gd name="connsiteY7" fmla="*/ 526337 h 1543818"/>
                <a:gd name="connsiteX8" fmla="*/ 13382 w 923321"/>
                <a:gd name="connsiteY8" fmla="*/ 539719 h 1543818"/>
                <a:gd name="connsiteX9" fmla="*/ 553101 w 923321"/>
                <a:gd name="connsiteY9" fmla="*/ 0 h 1543818"/>
                <a:gd name="connsiteX10" fmla="*/ 923321 w 923321"/>
                <a:gd name="connsiteY10" fmla="*/ 776125 h 1543818"/>
                <a:gd name="connsiteX11" fmla="*/ 918861 w 923321"/>
                <a:gd name="connsiteY11" fmla="*/ 1538868 h 1543818"/>
                <a:gd name="connsiteX0" fmla="*/ 356839 w 923321"/>
                <a:gd name="connsiteY0" fmla="*/ 1543329 h 1543818"/>
                <a:gd name="connsiteX1" fmla="*/ 0 w 923321"/>
                <a:gd name="connsiteY1" fmla="*/ 1097280 h 1543818"/>
                <a:gd name="connsiteX2" fmla="*/ 361300 w 923321"/>
                <a:gd name="connsiteY2" fmla="*/ 1101740 h 1543818"/>
                <a:gd name="connsiteX3" fmla="*/ 691376 w 923321"/>
                <a:gd name="connsiteY3" fmla="*/ 1213252 h 1543818"/>
                <a:gd name="connsiteX4" fmla="*/ 432667 w 923321"/>
                <a:gd name="connsiteY4" fmla="*/ 959005 h 1543818"/>
                <a:gd name="connsiteX5" fmla="*/ 432667 w 923321"/>
                <a:gd name="connsiteY5" fmla="*/ 624468 h 1543818"/>
                <a:gd name="connsiteX6" fmla="*/ 637850 w 923321"/>
                <a:gd name="connsiteY6" fmla="*/ 338997 h 1543818"/>
                <a:gd name="connsiteX7" fmla="*/ 379142 w 923321"/>
                <a:gd name="connsiteY7" fmla="*/ 526337 h 1543818"/>
                <a:gd name="connsiteX8" fmla="*/ 13382 w 923321"/>
                <a:gd name="connsiteY8" fmla="*/ 539719 h 1543818"/>
                <a:gd name="connsiteX9" fmla="*/ 553101 w 923321"/>
                <a:gd name="connsiteY9" fmla="*/ 0 h 1543818"/>
                <a:gd name="connsiteX10" fmla="*/ 923321 w 923321"/>
                <a:gd name="connsiteY10" fmla="*/ 776125 h 1543818"/>
                <a:gd name="connsiteX11" fmla="*/ 918861 w 923321"/>
                <a:gd name="connsiteY11" fmla="*/ 1538868 h 1543818"/>
                <a:gd name="connsiteX0" fmla="*/ 356839 w 923321"/>
                <a:gd name="connsiteY0" fmla="*/ 1543329 h 1543818"/>
                <a:gd name="connsiteX1" fmla="*/ 0 w 923321"/>
                <a:gd name="connsiteY1" fmla="*/ 1097280 h 1543818"/>
                <a:gd name="connsiteX2" fmla="*/ 361300 w 923321"/>
                <a:gd name="connsiteY2" fmla="*/ 1101740 h 1543818"/>
                <a:gd name="connsiteX3" fmla="*/ 691376 w 923321"/>
                <a:gd name="connsiteY3" fmla="*/ 1213252 h 1543818"/>
                <a:gd name="connsiteX4" fmla="*/ 432667 w 923321"/>
                <a:gd name="connsiteY4" fmla="*/ 959005 h 1543818"/>
                <a:gd name="connsiteX5" fmla="*/ 432667 w 923321"/>
                <a:gd name="connsiteY5" fmla="*/ 624468 h 1543818"/>
                <a:gd name="connsiteX6" fmla="*/ 637850 w 923321"/>
                <a:gd name="connsiteY6" fmla="*/ 338997 h 1543818"/>
                <a:gd name="connsiteX7" fmla="*/ 379142 w 923321"/>
                <a:gd name="connsiteY7" fmla="*/ 526337 h 1543818"/>
                <a:gd name="connsiteX8" fmla="*/ 13382 w 923321"/>
                <a:gd name="connsiteY8" fmla="*/ 539719 h 1543818"/>
                <a:gd name="connsiteX9" fmla="*/ 553101 w 923321"/>
                <a:gd name="connsiteY9" fmla="*/ 0 h 1543818"/>
                <a:gd name="connsiteX10" fmla="*/ 923321 w 923321"/>
                <a:gd name="connsiteY10" fmla="*/ 776125 h 1543818"/>
                <a:gd name="connsiteX11" fmla="*/ 918861 w 923321"/>
                <a:gd name="connsiteY11" fmla="*/ 1538868 h 1543818"/>
                <a:gd name="connsiteX0" fmla="*/ 356839 w 923321"/>
                <a:gd name="connsiteY0" fmla="*/ 1543329 h 1543818"/>
                <a:gd name="connsiteX1" fmla="*/ 0 w 923321"/>
                <a:gd name="connsiteY1" fmla="*/ 1097280 h 1543818"/>
                <a:gd name="connsiteX2" fmla="*/ 361300 w 923321"/>
                <a:gd name="connsiteY2" fmla="*/ 1101740 h 1543818"/>
                <a:gd name="connsiteX3" fmla="*/ 691376 w 923321"/>
                <a:gd name="connsiteY3" fmla="*/ 1213252 h 1543818"/>
                <a:gd name="connsiteX4" fmla="*/ 432667 w 923321"/>
                <a:gd name="connsiteY4" fmla="*/ 959005 h 1543818"/>
                <a:gd name="connsiteX5" fmla="*/ 432667 w 923321"/>
                <a:gd name="connsiteY5" fmla="*/ 624468 h 1543818"/>
                <a:gd name="connsiteX6" fmla="*/ 637850 w 923321"/>
                <a:gd name="connsiteY6" fmla="*/ 338997 h 1543818"/>
                <a:gd name="connsiteX7" fmla="*/ 379142 w 923321"/>
                <a:gd name="connsiteY7" fmla="*/ 526337 h 1543818"/>
                <a:gd name="connsiteX8" fmla="*/ 13382 w 923321"/>
                <a:gd name="connsiteY8" fmla="*/ 539719 h 1543818"/>
                <a:gd name="connsiteX9" fmla="*/ 553101 w 923321"/>
                <a:gd name="connsiteY9" fmla="*/ 0 h 1543818"/>
                <a:gd name="connsiteX10" fmla="*/ 923321 w 923321"/>
                <a:gd name="connsiteY10" fmla="*/ 776125 h 1543818"/>
                <a:gd name="connsiteX11" fmla="*/ 918861 w 923321"/>
                <a:gd name="connsiteY11" fmla="*/ 1538868 h 1543818"/>
                <a:gd name="connsiteX0" fmla="*/ 356839 w 923321"/>
                <a:gd name="connsiteY0" fmla="*/ 1543329 h 1543818"/>
                <a:gd name="connsiteX1" fmla="*/ 0 w 923321"/>
                <a:gd name="connsiteY1" fmla="*/ 1097280 h 1543818"/>
                <a:gd name="connsiteX2" fmla="*/ 361300 w 923321"/>
                <a:gd name="connsiteY2" fmla="*/ 1101740 h 1543818"/>
                <a:gd name="connsiteX3" fmla="*/ 691376 w 923321"/>
                <a:gd name="connsiteY3" fmla="*/ 1213252 h 1543818"/>
                <a:gd name="connsiteX4" fmla="*/ 432667 w 923321"/>
                <a:gd name="connsiteY4" fmla="*/ 959005 h 1543818"/>
                <a:gd name="connsiteX5" fmla="*/ 432667 w 923321"/>
                <a:gd name="connsiteY5" fmla="*/ 624468 h 1543818"/>
                <a:gd name="connsiteX6" fmla="*/ 637850 w 923321"/>
                <a:gd name="connsiteY6" fmla="*/ 338997 h 1543818"/>
                <a:gd name="connsiteX7" fmla="*/ 379142 w 923321"/>
                <a:gd name="connsiteY7" fmla="*/ 526337 h 1543818"/>
                <a:gd name="connsiteX8" fmla="*/ 13382 w 923321"/>
                <a:gd name="connsiteY8" fmla="*/ 539719 h 1543818"/>
                <a:gd name="connsiteX9" fmla="*/ 553101 w 923321"/>
                <a:gd name="connsiteY9" fmla="*/ 0 h 1543818"/>
                <a:gd name="connsiteX10" fmla="*/ 923321 w 923321"/>
                <a:gd name="connsiteY10" fmla="*/ 776125 h 1543818"/>
                <a:gd name="connsiteX11" fmla="*/ 918861 w 923321"/>
                <a:gd name="connsiteY11" fmla="*/ 1538868 h 1543818"/>
                <a:gd name="connsiteX0" fmla="*/ 356839 w 923321"/>
                <a:gd name="connsiteY0" fmla="*/ 1543329 h 1543818"/>
                <a:gd name="connsiteX1" fmla="*/ 0 w 923321"/>
                <a:gd name="connsiteY1" fmla="*/ 1097280 h 1543818"/>
                <a:gd name="connsiteX2" fmla="*/ 361300 w 923321"/>
                <a:gd name="connsiteY2" fmla="*/ 1101740 h 1543818"/>
                <a:gd name="connsiteX3" fmla="*/ 691376 w 923321"/>
                <a:gd name="connsiteY3" fmla="*/ 1213252 h 1543818"/>
                <a:gd name="connsiteX4" fmla="*/ 432667 w 923321"/>
                <a:gd name="connsiteY4" fmla="*/ 959005 h 1543818"/>
                <a:gd name="connsiteX5" fmla="*/ 432667 w 923321"/>
                <a:gd name="connsiteY5" fmla="*/ 624468 h 1543818"/>
                <a:gd name="connsiteX6" fmla="*/ 637850 w 923321"/>
                <a:gd name="connsiteY6" fmla="*/ 338997 h 1543818"/>
                <a:gd name="connsiteX7" fmla="*/ 379142 w 923321"/>
                <a:gd name="connsiteY7" fmla="*/ 526337 h 1543818"/>
                <a:gd name="connsiteX8" fmla="*/ 13382 w 923321"/>
                <a:gd name="connsiteY8" fmla="*/ 539719 h 1543818"/>
                <a:gd name="connsiteX9" fmla="*/ 553101 w 923321"/>
                <a:gd name="connsiteY9" fmla="*/ 0 h 1543818"/>
                <a:gd name="connsiteX10" fmla="*/ 923321 w 923321"/>
                <a:gd name="connsiteY10" fmla="*/ 776125 h 1543818"/>
                <a:gd name="connsiteX11" fmla="*/ 918861 w 923321"/>
                <a:gd name="connsiteY11" fmla="*/ 1538868 h 1543818"/>
                <a:gd name="connsiteX0" fmla="*/ 356839 w 923321"/>
                <a:gd name="connsiteY0" fmla="*/ 1543329 h 1543818"/>
                <a:gd name="connsiteX1" fmla="*/ 0 w 923321"/>
                <a:gd name="connsiteY1" fmla="*/ 1097280 h 1543818"/>
                <a:gd name="connsiteX2" fmla="*/ 361300 w 923321"/>
                <a:gd name="connsiteY2" fmla="*/ 1101740 h 1543818"/>
                <a:gd name="connsiteX3" fmla="*/ 713678 w 923321"/>
                <a:gd name="connsiteY3" fmla="*/ 1186490 h 1543818"/>
                <a:gd name="connsiteX4" fmla="*/ 432667 w 923321"/>
                <a:gd name="connsiteY4" fmla="*/ 959005 h 1543818"/>
                <a:gd name="connsiteX5" fmla="*/ 432667 w 923321"/>
                <a:gd name="connsiteY5" fmla="*/ 624468 h 1543818"/>
                <a:gd name="connsiteX6" fmla="*/ 637850 w 923321"/>
                <a:gd name="connsiteY6" fmla="*/ 338997 h 1543818"/>
                <a:gd name="connsiteX7" fmla="*/ 379142 w 923321"/>
                <a:gd name="connsiteY7" fmla="*/ 526337 h 1543818"/>
                <a:gd name="connsiteX8" fmla="*/ 13382 w 923321"/>
                <a:gd name="connsiteY8" fmla="*/ 539719 h 1543818"/>
                <a:gd name="connsiteX9" fmla="*/ 553101 w 923321"/>
                <a:gd name="connsiteY9" fmla="*/ 0 h 1543818"/>
                <a:gd name="connsiteX10" fmla="*/ 923321 w 923321"/>
                <a:gd name="connsiteY10" fmla="*/ 776125 h 1543818"/>
                <a:gd name="connsiteX11" fmla="*/ 918861 w 923321"/>
                <a:gd name="connsiteY11" fmla="*/ 1538868 h 1543818"/>
                <a:gd name="connsiteX0" fmla="*/ 356839 w 923321"/>
                <a:gd name="connsiteY0" fmla="*/ 1543329 h 1543818"/>
                <a:gd name="connsiteX1" fmla="*/ 0 w 923321"/>
                <a:gd name="connsiteY1" fmla="*/ 1097280 h 1543818"/>
                <a:gd name="connsiteX2" fmla="*/ 361300 w 923321"/>
                <a:gd name="connsiteY2" fmla="*/ 1101740 h 1543818"/>
                <a:gd name="connsiteX3" fmla="*/ 713678 w 923321"/>
                <a:gd name="connsiteY3" fmla="*/ 1186490 h 1543818"/>
                <a:gd name="connsiteX4" fmla="*/ 432667 w 923321"/>
                <a:gd name="connsiteY4" fmla="*/ 959005 h 1543818"/>
                <a:gd name="connsiteX5" fmla="*/ 432667 w 923321"/>
                <a:gd name="connsiteY5" fmla="*/ 624468 h 1543818"/>
                <a:gd name="connsiteX6" fmla="*/ 637850 w 923321"/>
                <a:gd name="connsiteY6" fmla="*/ 338997 h 1543818"/>
                <a:gd name="connsiteX7" fmla="*/ 379142 w 923321"/>
                <a:gd name="connsiteY7" fmla="*/ 526337 h 1543818"/>
                <a:gd name="connsiteX8" fmla="*/ 13382 w 923321"/>
                <a:gd name="connsiteY8" fmla="*/ 539719 h 1543818"/>
                <a:gd name="connsiteX9" fmla="*/ 553101 w 923321"/>
                <a:gd name="connsiteY9" fmla="*/ 0 h 1543818"/>
                <a:gd name="connsiteX10" fmla="*/ 923321 w 923321"/>
                <a:gd name="connsiteY10" fmla="*/ 776125 h 1543818"/>
                <a:gd name="connsiteX11" fmla="*/ 918861 w 923321"/>
                <a:gd name="connsiteY11" fmla="*/ 1538868 h 1543818"/>
                <a:gd name="connsiteX0" fmla="*/ 356839 w 923321"/>
                <a:gd name="connsiteY0" fmla="*/ 1543329 h 1543818"/>
                <a:gd name="connsiteX1" fmla="*/ 0 w 923321"/>
                <a:gd name="connsiteY1" fmla="*/ 1097280 h 1543818"/>
                <a:gd name="connsiteX2" fmla="*/ 361300 w 923321"/>
                <a:gd name="connsiteY2" fmla="*/ 1101740 h 1543818"/>
                <a:gd name="connsiteX3" fmla="*/ 713678 w 923321"/>
                <a:gd name="connsiteY3" fmla="*/ 1186490 h 1543818"/>
                <a:gd name="connsiteX4" fmla="*/ 432667 w 923321"/>
                <a:gd name="connsiteY4" fmla="*/ 959005 h 1543818"/>
                <a:gd name="connsiteX5" fmla="*/ 432667 w 923321"/>
                <a:gd name="connsiteY5" fmla="*/ 624468 h 1543818"/>
                <a:gd name="connsiteX6" fmla="*/ 637850 w 923321"/>
                <a:gd name="connsiteY6" fmla="*/ 338997 h 1543818"/>
                <a:gd name="connsiteX7" fmla="*/ 379142 w 923321"/>
                <a:gd name="connsiteY7" fmla="*/ 526337 h 1543818"/>
                <a:gd name="connsiteX8" fmla="*/ 13382 w 923321"/>
                <a:gd name="connsiteY8" fmla="*/ 539719 h 1543818"/>
                <a:gd name="connsiteX9" fmla="*/ 553101 w 923321"/>
                <a:gd name="connsiteY9" fmla="*/ 0 h 1543818"/>
                <a:gd name="connsiteX10" fmla="*/ 923321 w 923321"/>
                <a:gd name="connsiteY10" fmla="*/ 776125 h 1543818"/>
                <a:gd name="connsiteX11" fmla="*/ 918861 w 923321"/>
                <a:gd name="connsiteY11" fmla="*/ 1538868 h 1543818"/>
                <a:gd name="connsiteX0" fmla="*/ 356839 w 923321"/>
                <a:gd name="connsiteY0" fmla="*/ 1543329 h 1543818"/>
                <a:gd name="connsiteX1" fmla="*/ 0 w 923321"/>
                <a:gd name="connsiteY1" fmla="*/ 1097280 h 1543818"/>
                <a:gd name="connsiteX2" fmla="*/ 361300 w 923321"/>
                <a:gd name="connsiteY2" fmla="*/ 1101740 h 1543818"/>
                <a:gd name="connsiteX3" fmla="*/ 713678 w 923321"/>
                <a:gd name="connsiteY3" fmla="*/ 1186490 h 1543818"/>
                <a:gd name="connsiteX4" fmla="*/ 432667 w 923321"/>
                <a:gd name="connsiteY4" fmla="*/ 959005 h 1543818"/>
                <a:gd name="connsiteX5" fmla="*/ 432667 w 923321"/>
                <a:gd name="connsiteY5" fmla="*/ 624468 h 1543818"/>
                <a:gd name="connsiteX6" fmla="*/ 637850 w 923321"/>
                <a:gd name="connsiteY6" fmla="*/ 338997 h 1543818"/>
                <a:gd name="connsiteX7" fmla="*/ 379142 w 923321"/>
                <a:gd name="connsiteY7" fmla="*/ 526337 h 1543818"/>
                <a:gd name="connsiteX8" fmla="*/ 13382 w 923321"/>
                <a:gd name="connsiteY8" fmla="*/ 539719 h 1543818"/>
                <a:gd name="connsiteX9" fmla="*/ 553101 w 923321"/>
                <a:gd name="connsiteY9" fmla="*/ 0 h 1543818"/>
                <a:gd name="connsiteX10" fmla="*/ 923321 w 923321"/>
                <a:gd name="connsiteY10" fmla="*/ 776125 h 1543818"/>
                <a:gd name="connsiteX11" fmla="*/ 918861 w 923321"/>
                <a:gd name="connsiteY11" fmla="*/ 1538868 h 1543818"/>
                <a:gd name="connsiteX0" fmla="*/ 356839 w 923321"/>
                <a:gd name="connsiteY0" fmla="*/ 1543329 h 1543818"/>
                <a:gd name="connsiteX1" fmla="*/ 0 w 923321"/>
                <a:gd name="connsiteY1" fmla="*/ 1097280 h 1543818"/>
                <a:gd name="connsiteX2" fmla="*/ 361300 w 923321"/>
                <a:gd name="connsiteY2" fmla="*/ 1101740 h 1543818"/>
                <a:gd name="connsiteX3" fmla="*/ 713678 w 923321"/>
                <a:gd name="connsiteY3" fmla="*/ 1186490 h 1543818"/>
                <a:gd name="connsiteX4" fmla="*/ 432667 w 923321"/>
                <a:gd name="connsiteY4" fmla="*/ 959005 h 1543818"/>
                <a:gd name="connsiteX5" fmla="*/ 432667 w 923321"/>
                <a:gd name="connsiteY5" fmla="*/ 624468 h 1543818"/>
                <a:gd name="connsiteX6" fmla="*/ 637850 w 923321"/>
                <a:gd name="connsiteY6" fmla="*/ 338997 h 1543818"/>
                <a:gd name="connsiteX7" fmla="*/ 379142 w 923321"/>
                <a:gd name="connsiteY7" fmla="*/ 526337 h 1543818"/>
                <a:gd name="connsiteX8" fmla="*/ 13382 w 923321"/>
                <a:gd name="connsiteY8" fmla="*/ 539719 h 1543818"/>
                <a:gd name="connsiteX9" fmla="*/ 553101 w 923321"/>
                <a:gd name="connsiteY9" fmla="*/ 0 h 1543818"/>
                <a:gd name="connsiteX10" fmla="*/ 923321 w 923321"/>
                <a:gd name="connsiteY10" fmla="*/ 776125 h 1543818"/>
                <a:gd name="connsiteX11" fmla="*/ 918861 w 923321"/>
                <a:gd name="connsiteY11" fmla="*/ 1538868 h 1543818"/>
                <a:gd name="connsiteX0" fmla="*/ 356839 w 923321"/>
                <a:gd name="connsiteY0" fmla="*/ 1543329 h 1543818"/>
                <a:gd name="connsiteX1" fmla="*/ 0 w 923321"/>
                <a:gd name="connsiteY1" fmla="*/ 1097280 h 1543818"/>
                <a:gd name="connsiteX2" fmla="*/ 361300 w 923321"/>
                <a:gd name="connsiteY2" fmla="*/ 1101740 h 1543818"/>
                <a:gd name="connsiteX3" fmla="*/ 713678 w 923321"/>
                <a:gd name="connsiteY3" fmla="*/ 1186490 h 1543818"/>
                <a:gd name="connsiteX4" fmla="*/ 432667 w 923321"/>
                <a:gd name="connsiteY4" fmla="*/ 959005 h 1543818"/>
                <a:gd name="connsiteX5" fmla="*/ 432667 w 923321"/>
                <a:gd name="connsiteY5" fmla="*/ 624468 h 1543818"/>
                <a:gd name="connsiteX6" fmla="*/ 637850 w 923321"/>
                <a:gd name="connsiteY6" fmla="*/ 338997 h 1543818"/>
                <a:gd name="connsiteX7" fmla="*/ 379142 w 923321"/>
                <a:gd name="connsiteY7" fmla="*/ 526337 h 1543818"/>
                <a:gd name="connsiteX8" fmla="*/ 13382 w 923321"/>
                <a:gd name="connsiteY8" fmla="*/ 539719 h 1543818"/>
                <a:gd name="connsiteX9" fmla="*/ 553101 w 923321"/>
                <a:gd name="connsiteY9" fmla="*/ 0 h 1543818"/>
                <a:gd name="connsiteX10" fmla="*/ 923321 w 923321"/>
                <a:gd name="connsiteY10" fmla="*/ 776125 h 1543818"/>
                <a:gd name="connsiteX11" fmla="*/ 918861 w 923321"/>
                <a:gd name="connsiteY11" fmla="*/ 1538868 h 1543818"/>
                <a:gd name="connsiteX0" fmla="*/ 356839 w 923321"/>
                <a:gd name="connsiteY0" fmla="*/ 1543721 h 1544210"/>
                <a:gd name="connsiteX1" fmla="*/ 0 w 923321"/>
                <a:gd name="connsiteY1" fmla="*/ 1097672 h 1544210"/>
                <a:gd name="connsiteX2" fmla="*/ 361300 w 923321"/>
                <a:gd name="connsiteY2" fmla="*/ 1102132 h 1544210"/>
                <a:gd name="connsiteX3" fmla="*/ 713678 w 923321"/>
                <a:gd name="connsiteY3" fmla="*/ 1186882 h 1544210"/>
                <a:gd name="connsiteX4" fmla="*/ 432667 w 923321"/>
                <a:gd name="connsiteY4" fmla="*/ 959397 h 1544210"/>
                <a:gd name="connsiteX5" fmla="*/ 432667 w 923321"/>
                <a:gd name="connsiteY5" fmla="*/ 624860 h 1544210"/>
                <a:gd name="connsiteX6" fmla="*/ 637850 w 923321"/>
                <a:gd name="connsiteY6" fmla="*/ 339389 h 1544210"/>
                <a:gd name="connsiteX7" fmla="*/ 379142 w 923321"/>
                <a:gd name="connsiteY7" fmla="*/ 526729 h 1544210"/>
                <a:gd name="connsiteX8" fmla="*/ 13382 w 923321"/>
                <a:gd name="connsiteY8" fmla="*/ 540111 h 1544210"/>
                <a:gd name="connsiteX9" fmla="*/ 553101 w 923321"/>
                <a:gd name="connsiteY9" fmla="*/ 392 h 1544210"/>
                <a:gd name="connsiteX10" fmla="*/ 923321 w 923321"/>
                <a:gd name="connsiteY10" fmla="*/ 776517 h 1544210"/>
                <a:gd name="connsiteX11" fmla="*/ 918861 w 923321"/>
                <a:gd name="connsiteY11" fmla="*/ 1539260 h 1544210"/>
                <a:gd name="connsiteX0" fmla="*/ 356839 w 923321"/>
                <a:gd name="connsiteY0" fmla="*/ 1543721 h 1544210"/>
                <a:gd name="connsiteX1" fmla="*/ 0 w 923321"/>
                <a:gd name="connsiteY1" fmla="*/ 1097672 h 1544210"/>
                <a:gd name="connsiteX2" fmla="*/ 361300 w 923321"/>
                <a:gd name="connsiteY2" fmla="*/ 1102132 h 1544210"/>
                <a:gd name="connsiteX3" fmla="*/ 713678 w 923321"/>
                <a:gd name="connsiteY3" fmla="*/ 1186882 h 1544210"/>
                <a:gd name="connsiteX4" fmla="*/ 432667 w 923321"/>
                <a:gd name="connsiteY4" fmla="*/ 959397 h 1544210"/>
                <a:gd name="connsiteX5" fmla="*/ 432667 w 923321"/>
                <a:gd name="connsiteY5" fmla="*/ 624860 h 1544210"/>
                <a:gd name="connsiteX6" fmla="*/ 637850 w 923321"/>
                <a:gd name="connsiteY6" fmla="*/ 339389 h 1544210"/>
                <a:gd name="connsiteX7" fmla="*/ 379142 w 923321"/>
                <a:gd name="connsiteY7" fmla="*/ 526729 h 1544210"/>
                <a:gd name="connsiteX8" fmla="*/ 13382 w 923321"/>
                <a:gd name="connsiteY8" fmla="*/ 540111 h 1544210"/>
                <a:gd name="connsiteX9" fmla="*/ 553101 w 923321"/>
                <a:gd name="connsiteY9" fmla="*/ 392 h 1544210"/>
                <a:gd name="connsiteX10" fmla="*/ 923321 w 923321"/>
                <a:gd name="connsiteY10" fmla="*/ 776517 h 1544210"/>
                <a:gd name="connsiteX11" fmla="*/ 918861 w 923321"/>
                <a:gd name="connsiteY11" fmla="*/ 1539260 h 1544210"/>
                <a:gd name="connsiteX0" fmla="*/ 356839 w 1061660"/>
                <a:gd name="connsiteY0" fmla="*/ 1543721 h 1544210"/>
                <a:gd name="connsiteX1" fmla="*/ 0 w 1061660"/>
                <a:gd name="connsiteY1" fmla="*/ 1097672 h 1544210"/>
                <a:gd name="connsiteX2" fmla="*/ 361300 w 1061660"/>
                <a:gd name="connsiteY2" fmla="*/ 1102132 h 1544210"/>
                <a:gd name="connsiteX3" fmla="*/ 713678 w 1061660"/>
                <a:gd name="connsiteY3" fmla="*/ 1186882 h 1544210"/>
                <a:gd name="connsiteX4" fmla="*/ 432667 w 1061660"/>
                <a:gd name="connsiteY4" fmla="*/ 959397 h 1544210"/>
                <a:gd name="connsiteX5" fmla="*/ 432667 w 1061660"/>
                <a:gd name="connsiteY5" fmla="*/ 624860 h 1544210"/>
                <a:gd name="connsiteX6" fmla="*/ 637850 w 1061660"/>
                <a:gd name="connsiteY6" fmla="*/ 339389 h 1544210"/>
                <a:gd name="connsiteX7" fmla="*/ 379142 w 1061660"/>
                <a:gd name="connsiteY7" fmla="*/ 526729 h 1544210"/>
                <a:gd name="connsiteX8" fmla="*/ 13382 w 1061660"/>
                <a:gd name="connsiteY8" fmla="*/ 540111 h 1544210"/>
                <a:gd name="connsiteX9" fmla="*/ 553101 w 1061660"/>
                <a:gd name="connsiteY9" fmla="*/ 392 h 1544210"/>
                <a:gd name="connsiteX10" fmla="*/ 923321 w 1061660"/>
                <a:gd name="connsiteY10" fmla="*/ 776517 h 1544210"/>
                <a:gd name="connsiteX11" fmla="*/ 918861 w 1061660"/>
                <a:gd name="connsiteY11" fmla="*/ 1539260 h 1544210"/>
                <a:gd name="connsiteX0" fmla="*/ 356839 w 1116117"/>
                <a:gd name="connsiteY0" fmla="*/ 1543721 h 1544210"/>
                <a:gd name="connsiteX1" fmla="*/ 0 w 1116117"/>
                <a:gd name="connsiteY1" fmla="*/ 1097672 h 1544210"/>
                <a:gd name="connsiteX2" fmla="*/ 361300 w 1116117"/>
                <a:gd name="connsiteY2" fmla="*/ 1102132 h 1544210"/>
                <a:gd name="connsiteX3" fmla="*/ 713678 w 1116117"/>
                <a:gd name="connsiteY3" fmla="*/ 1186882 h 1544210"/>
                <a:gd name="connsiteX4" fmla="*/ 432667 w 1116117"/>
                <a:gd name="connsiteY4" fmla="*/ 959397 h 1544210"/>
                <a:gd name="connsiteX5" fmla="*/ 432667 w 1116117"/>
                <a:gd name="connsiteY5" fmla="*/ 624860 h 1544210"/>
                <a:gd name="connsiteX6" fmla="*/ 637850 w 1116117"/>
                <a:gd name="connsiteY6" fmla="*/ 339389 h 1544210"/>
                <a:gd name="connsiteX7" fmla="*/ 379142 w 1116117"/>
                <a:gd name="connsiteY7" fmla="*/ 526729 h 1544210"/>
                <a:gd name="connsiteX8" fmla="*/ 13382 w 1116117"/>
                <a:gd name="connsiteY8" fmla="*/ 540111 h 1544210"/>
                <a:gd name="connsiteX9" fmla="*/ 553101 w 1116117"/>
                <a:gd name="connsiteY9" fmla="*/ 392 h 1544210"/>
                <a:gd name="connsiteX10" fmla="*/ 923321 w 1116117"/>
                <a:gd name="connsiteY10" fmla="*/ 776517 h 1544210"/>
                <a:gd name="connsiteX11" fmla="*/ 918861 w 1116117"/>
                <a:gd name="connsiteY11" fmla="*/ 1539260 h 1544210"/>
                <a:gd name="connsiteX0" fmla="*/ 356839 w 1126337"/>
                <a:gd name="connsiteY0" fmla="*/ 1543721 h 1544210"/>
                <a:gd name="connsiteX1" fmla="*/ 0 w 1126337"/>
                <a:gd name="connsiteY1" fmla="*/ 1097672 h 1544210"/>
                <a:gd name="connsiteX2" fmla="*/ 361300 w 1126337"/>
                <a:gd name="connsiteY2" fmla="*/ 1102132 h 1544210"/>
                <a:gd name="connsiteX3" fmla="*/ 713678 w 1126337"/>
                <a:gd name="connsiteY3" fmla="*/ 1186882 h 1544210"/>
                <a:gd name="connsiteX4" fmla="*/ 432667 w 1126337"/>
                <a:gd name="connsiteY4" fmla="*/ 959397 h 1544210"/>
                <a:gd name="connsiteX5" fmla="*/ 432667 w 1126337"/>
                <a:gd name="connsiteY5" fmla="*/ 624860 h 1544210"/>
                <a:gd name="connsiteX6" fmla="*/ 637850 w 1126337"/>
                <a:gd name="connsiteY6" fmla="*/ 339389 h 1544210"/>
                <a:gd name="connsiteX7" fmla="*/ 379142 w 1126337"/>
                <a:gd name="connsiteY7" fmla="*/ 526729 h 1544210"/>
                <a:gd name="connsiteX8" fmla="*/ 13382 w 1126337"/>
                <a:gd name="connsiteY8" fmla="*/ 540111 h 1544210"/>
                <a:gd name="connsiteX9" fmla="*/ 553101 w 1126337"/>
                <a:gd name="connsiteY9" fmla="*/ 392 h 1544210"/>
                <a:gd name="connsiteX10" fmla="*/ 923321 w 1126337"/>
                <a:gd name="connsiteY10" fmla="*/ 776517 h 1544210"/>
                <a:gd name="connsiteX11" fmla="*/ 918861 w 1126337"/>
                <a:gd name="connsiteY11" fmla="*/ 1539260 h 1544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26337" h="1544210">
                  <a:moveTo>
                    <a:pt x="356839" y="1543721"/>
                  </a:moveTo>
                  <a:cubicBezTo>
                    <a:pt x="162065" y="1555616"/>
                    <a:pt x="25276" y="1348946"/>
                    <a:pt x="0" y="1097672"/>
                  </a:cubicBezTo>
                  <a:lnTo>
                    <a:pt x="361300" y="1102132"/>
                  </a:lnTo>
                  <a:cubicBezTo>
                    <a:pt x="463147" y="1406932"/>
                    <a:pt x="706163" y="1307783"/>
                    <a:pt x="713678" y="1186882"/>
                  </a:cubicBezTo>
                  <a:cubicBezTo>
                    <a:pt x="721193" y="1065981"/>
                    <a:pt x="706244" y="932634"/>
                    <a:pt x="432667" y="959397"/>
                  </a:cubicBezTo>
                  <a:lnTo>
                    <a:pt x="432667" y="624860"/>
                  </a:lnTo>
                  <a:cubicBezTo>
                    <a:pt x="840058" y="627834"/>
                    <a:pt x="658666" y="340876"/>
                    <a:pt x="637850" y="339389"/>
                  </a:cubicBezTo>
                  <a:cubicBezTo>
                    <a:pt x="449023" y="250180"/>
                    <a:pt x="402931" y="397375"/>
                    <a:pt x="379142" y="526729"/>
                  </a:cubicBezTo>
                  <a:lnTo>
                    <a:pt x="13382" y="540111"/>
                  </a:lnTo>
                  <a:cubicBezTo>
                    <a:pt x="14869" y="88115"/>
                    <a:pt x="382116" y="-7043"/>
                    <a:pt x="553101" y="392"/>
                  </a:cubicBezTo>
                  <a:cubicBezTo>
                    <a:pt x="1140398" y="53918"/>
                    <a:pt x="1152293" y="598098"/>
                    <a:pt x="923321" y="776517"/>
                  </a:cubicBezTo>
                  <a:cubicBezTo>
                    <a:pt x="1358962" y="1177961"/>
                    <a:pt x="964953" y="1521418"/>
                    <a:pt x="918861" y="1539260"/>
                  </a:cubicBezTo>
                </a:path>
              </a:pathLst>
            </a:custGeom>
            <a:noFill/>
            <a:ln w="28575" cap="flat" cmpd="sng" algn="ctr">
              <a:solidFill>
                <a:srgbClr val="054487"/>
              </a:solidFill>
              <a:prstDash val="solid"/>
            </a:ln>
            <a:effectLst/>
          </p:spPr>
          <p:txBody>
            <a:bodyPr rtlCol="0" anchor="ctr"/>
            <a:lstStyle/>
            <a:p>
              <a:pPr algn="ctr">
                <a:defRPr/>
              </a:pPr>
              <a:endParaRPr lang="zh-CN" altLang="en-US" kern="0" dirty="0">
                <a:solidFill>
                  <a:prstClr val="black">
                    <a:lumMod val="85000"/>
                    <a:lumOff val="15000"/>
                  </a:prstClr>
                </a:solidFill>
                <a:ea typeface="微软雅黑" pitchFamily="34" charset="-122"/>
              </a:endParaRPr>
            </a:p>
          </p:txBody>
        </p:sp>
        <p:sp>
          <p:nvSpPr>
            <p:cNvPr id="30" name="矩形 29"/>
            <p:cNvSpPr/>
            <p:nvPr/>
          </p:nvSpPr>
          <p:spPr>
            <a:xfrm>
              <a:off x="6299363" y="3873050"/>
              <a:ext cx="391954" cy="1684680"/>
            </a:xfrm>
            <a:prstGeom prst="rect">
              <a:avLst/>
            </a:prstGeom>
            <a:solidFill>
              <a:srgbClr val="5B9BD5">
                <a:alpha val="0"/>
              </a:srgbClr>
            </a:solidFill>
            <a:ln w="25400" cap="flat" cmpd="sng" algn="ctr">
              <a:noFill/>
              <a:prstDash val="solid"/>
            </a:ln>
            <a:effectLst/>
          </p:spPr>
          <p:txBody>
            <a:bodyPr rtlCol="0" anchor="ctr"/>
            <a:lstStyle/>
            <a:p>
              <a:pPr algn="ctr">
                <a:defRPr/>
              </a:pPr>
              <a:endParaRPr lang="zh-CN" altLang="en-US" kern="0" dirty="0">
                <a:solidFill>
                  <a:prstClr val="black">
                    <a:lumMod val="85000"/>
                    <a:lumOff val="15000"/>
                  </a:prstClr>
                </a:solidFill>
                <a:ea typeface="微软雅黑" pitchFamily="34" charset="-122"/>
              </a:endParaRPr>
            </a:p>
          </p:txBody>
        </p:sp>
      </p:grpSp>
      <p:grpSp>
        <p:nvGrpSpPr>
          <p:cNvPr id="31" name="组合 30"/>
          <p:cNvGrpSpPr/>
          <p:nvPr/>
        </p:nvGrpSpPr>
        <p:grpSpPr>
          <a:xfrm>
            <a:off x="5471939" y="1534742"/>
            <a:ext cx="847937" cy="2558207"/>
            <a:chOff x="7220899" y="2212525"/>
            <a:chExt cx="1130583" cy="3410943"/>
          </a:xfrm>
        </p:grpSpPr>
        <p:sp>
          <p:nvSpPr>
            <p:cNvPr id="32" name="任意多边形 31"/>
            <p:cNvSpPr/>
            <p:nvPr/>
          </p:nvSpPr>
          <p:spPr>
            <a:xfrm>
              <a:off x="7220899" y="3874525"/>
              <a:ext cx="1126100" cy="1748943"/>
            </a:xfrm>
            <a:custGeom>
              <a:avLst/>
              <a:gdLst>
                <a:gd name="connsiteX0" fmla="*/ 691375 w 1008070"/>
                <a:gd name="connsiteY0" fmla="*/ 4461 h 1565631"/>
                <a:gd name="connsiteX1" fmla="*/ 0 w 1008070"/>
                <a:gd name="connsiteY1" fmla="*/ 887637 h 1565631"/>
                <a:gd name="connsiteX2" fmla="*/ 0 w 1008070"/>
                <a:gd name="connsiteY2" fmla="*/ 1190950 h 1565631"/>
                <a:gd name="connsiteX3" fmla="*/ 682455 w 1008070"/>
                <a:gd name="connsiteY3" fmla="*/ 1190950 h 1565631"/>
                <a:gd name="connsiteX4" fmla="*/ 682455 w 1008070"/>
                <a:gd name="connsiteY4" fmla="*/ 1565631 h 1565631"/>
                <a:gd name="connsiteX5" fmla="*/ 1008070 w 1008070"/>
                <a:gd name="connsiteY5" fmla="*/ 1565631 h 1565631"/>
                <a:gd name="connsiteX6" fmla="*/ 1008070 w 1008070"/>
                <a:gd name="connsiteY6" fmla="*/ 0 h 1565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8070" h="1565631">
                  <a:moveTo>
                    <a:pt x="691375" y="4461"/>
                  </a:moveTo>
                  <a:lnTo>
                    <a:pt x="0" y="887637"/>
                  </a:lnTo>
                  <a:lnTo>
                    <a:pt x="0" y="1190950"/>
                  </a:lnTo>
                  <a:lnTo>
                    <a:pt x="682455" y="1190950"/>
                  </a:lnTo>
                  <a:lnTo>
                    <a:pt x="682455" y="1565631"/>
                  </a:lnTo>
                  <a:lnTo>
                    <a:pt x="1008070" y="1565631"/>
                  </a:lnTo>
                  <a:lnTo>
                    <a:pt x="1008070" y="0"/>
                  </a:lnTo>
                </a:path>
              </a:pathLst>
            </a:custGeom>
            <a:noFill/>
            <a:ln w="28575" cap="flat" cmpd="sng" algn="ctr">
              <a:solidFill>
                <a:srgbClr val="054487"/>
              </a:solidFill>
              <a:prstDash val="solid"/>
            </a:ln>
            <a:effectLst/>
          </p:spPr>
          <p:txBody>
            <a:bodyPr rtlCol="0" anchor="ctr"/>
            <a:lstStyle/>
            <a:p>
              <a:pPr algn="ctr">
                <a:defRPr/>
              </a:pPr>
              <a:endParaRPr lang="zh-CN" altLang="en-US" kern="0" dirty="0">
                <a:solidFill>
                  <a:prstClr val="black">
                    <a:lumMod val="85000"/>
                    <a:lumOff val="15000"/>
                  </a:prstClr>
                </a:solidFill>
                <a:ea typeface="微软雅黑" pitchFamily="34" charset="-122"/>
              </a:endParaRPr>
            </a:p>
          </p:txBody>
        </p:sp>
        <p:sp>
          <p:nvSpPr>
            <p:cNvPr id="33" name="任意多边形 32"/>
            <p:cNvSpPr/>
            <p:nvPr/>
          </p:nvSpPr>
          <p:spPr>
            <a:xfrm>
              <a:off x="7614535" y="4422627"/>
              <a:ext cx="403603" cy="493291"/>
            </a:xfrm>
            <a:custGeom>
              <a:avLst/>
              <a:gdLst>
                <a:gd name="connsiteX0" fmla="*/ 356839 w 361300"/>
                <a:gd name="connsiteY0" fmla="*/ 0 h 441588"/>
                <a:gd name="connsiteX1" fmla="*/ 0 w 361300"/>
                <a:gd name="connsiteY1" fmla="*/ 441588 h 441588"/>
                <a:gd name="connsiteX2" fmla="*/ 361300 w 361300"/>
                <a:gd name="connsiteY2" fmla="*/ 441588 h 441588"/>
                <a:gd name="connsiteX3" fmla="*/ 356839 w 361300"/>
                <a:gd name="connsiteY3" fmla="*/ 0 h 441588"/>
              </a:gdLst>
              <a:ahLst/>
              <a:cxnLst>
                <a:cxn ang="0">
                  <a:pos x="connsiteX0" y="connsiteY0"/>
                </a:cxn>
                <a:cxn ang="0">
                  <a:pos x="connsiteX1" y="connsiteY1"/>
                </a:cxn>
                <a:cxn ang="0">
                  <a:pos x="connsiteX2" y="connsiteY2"/>
                </a:cxn>
                <a:cxn ang="0">
                  <a:pos x="connsiteX3" y="connsiteY3"/>
                </a:cxn>
              </a:cxnLst>
              <a:rect l="l" t="t" r="r" b="b"/>
              <a:pathLst>
                <a:path w="361300" h="441588">
                  <a:moveTo>
                    <a:pt x="356839" y="0"/>
                  </a:moveTo>
                  <a:lnTo>
                    <a:pt x="0" y="441588"/>
                  </a:lnTo>
                  <a:lnTo>
                    <a:pt x="361300" y="441588"/>
                  </a:lnTo>
                  <a:lnTo>
                    <a:pt x="356839" y="0"/>
                  </a:lnTo>
                  <a:close/>
                </a:path>
              </a:pathLst>
            </a:custGeom>
            <a:noFill/>
            <a:ln w="28575" cap="flat" cmpd="sng" algn="ctr">
              <a:solidFill>
                <a:srgbClr val="054487"/>
              </a:solidFill>
              <a:prstDash val="solid"/>
            </a:ln>
            <a:effectLst/>
          </p:spPr>
          <p:txBody>
            <a:bodyPr rtlCol="0" anchor="ctr"/>
            <a:lstStyle/>
            <a:p>
              <a:pPr algn="ctr">
                <a:defRPr/>
              </a:pPr>
              <a:endParaRPr lang="zh-CN" altLang="en-US" kern="0" dirty="0">
                <a:solidFill>
                  <a:prstClr val="black">
                    <a:lumMod val="85000"/>
                    <a:lumOff val="15000"/>
                  </a:prstClr>
                </a:solidFill>
                <a:ea typeface="微软雅黑" pitchFamily="34" charset="-122"/>
              </a:endParaRPr>
            </a:p>
          </p:txBody>
        </p:sp>
        <p:sp>
          <p:nvSpPr>
            <p:cNvPr id="34" name="矩形 33"/>
            <p:cNvSpPr/>
            <p:nvPr/>
          </p:nvSpPr>
          <p:spPr>
            <a:xfrm>
              <a:off x="7959528" y="2212525"/>
              <a:ext cx="391954" cy="1667531"/>
            </a:xfrm>
            <a:prstGeom prst="rect">
              <a:avLst/>
            </a:prstGeom>
            <a:solidFill>
              <a:srgbClr val="0070C0">
                <a:alpha val="0"/>
              </a:srgbClr>
            </a:solidFill>
            <a:ln w="25400" cap="flat" cmpd="sng" algn="ctr">
              <a:noFill/>
              <a:prstDash val="solid"/>
            </a:ln>
            <a:effectLst/>
          </p:spPr>
          <p:txBody>
            <a:bodyPr rtlCol="0" anchor="ctr"/>
            <a:lstStyle/>
            <a:p>
              <a:pPr algn="ctr">
                <a:defRPr/>
              </a:pPr>
              <a:endParaRPr lang="zh-CN" altLang="en-US" kern="0" dirty="0">
                <a:solidFill>
                  <a:prstClr val="black">
                    <a:lumMod val="85000"/>
                    <a:lumOff val="15000"/>
                  </a:prstClr>
                </a:solidFill>
                <a:ea typeface="微软雅黑" pitchFamily="34" charset="-122"/>
              </a:endParaRPr>
            </a:p>
          </p:txBody>
        </p:sp>
      </p:grpSp>
      <p:sp>
        <p:nvSpPr>
          <p:cNvPr id="35" name="文本框 137"/>
          <p:cNvSpPr txBox="1"/>
          <p:nvPr/>
        </p:nvSpPr>
        <p:spPr>
          <a:xfrm>
            <a:off x="2249363" y="1627412"/>
            <a:ext cx="1855036" cy="992579"/>
          </a:xfrm>
          <a:prstGeom prst="rect">
            <a:avLst/>
          </a:prstGeom>
          <a:noFill/>
        </p:spPr>
        <p:txBody>
          <a:bodyPr wrap="square" lIns="68580" tIns="34290" rIns="68580" bIns="34290" rtlCol="0">
            <a:spAutoFit/>
          </a:bodyPr>
          <a:lstStyle/>
          <a:p>
            <a:pPr algn="ctr">
              <a:lnSpc>
                <a:spcPts val="2625"/>
              </a:lnSpc>
            </a:pPr>
            <a:r>
              <a:rPr lang="zh-CN" altLang="en-US" dirty="0">
                <a:solidFill>
                  <a:prstClr val="black">
                    <a:lumMod val="85000"/>
                    <a:lumOff val="15000"/>
                  </a:prstClr>
                </a:solidFill>
                <a:latin typeface="方正正大黑简体" pitchFamily="2" charset="-122"/>
                <a:ea typeface="方正正大黑简体" pitchFamily="2" charset="-122"/>
              </a:rPr>
              <a:t>点击输入小标题</a:t>
            </a:r>
            <a:endParaRPr lang="en-US" altLang="zh-CN" dirty="0">
              <a:solidFill>
                <a:prstClr val="black">
                  <a:lumMod val="85000"/>
                  <a:lumOff val="15000"/>
                </a:prstClr>
              </a:solidFill>
              <a:latin typeface="方正正大黑简体" pitchFamily="2" charset="-122"/>
              <a:ea typeface="方正正大黑简体" pitchFamily="2" charset="-122"/>
            </a:endParaRPr>
          </a:p>
          <a:p>
            <a:pPr algn="ctr">
              <a:lnSpc>
                <a:spcPts val="2250"/>
              </a:lnSpc>
            </a:pPr>
            <a:r>
              <a:rPr lang="zh-CN" altLang="en-US" sz="1500" dirty="0">
                <a:solidFill>
                  <a:prstClr val="black">
                    <a:lumMod val="85000"/>
                    <a:lumOff val="15000"/>
                  </a:prstClr>
                </a:solidFill>
                <a:latin typeface="微软雅黑" panose="020B0503020204020204" pitchFamily="34" charset="-122"/>
                <a:ea typeface="微软雅黑" panose="020B0503020204020204" pitchFamily="34" charset="-122"/>
              </a:rPr>
              <a:t>点击此处添加文本</a:t>
            </a:r>
            <a:endParaRPr lang="en-US" altLang="zh-CN" sz="1500" dirty="0">
              <a:solidFill>
                <a:prstClr val="black">
                  <a:lumMod val="85000"/>
                  <a:lumOff val="15000"/>
                </a:prstClr>
              </a:solidFill>
              <a:latin typeface="微软雅黑" panose="020B0503020204020204" pitchFamily="34" charset="-122"/>
              <a:ea typeface="微软雅黑" panose="020B0503020204020204" pitchFamily="34" charset="-122"/>
            </a:endParaRPr>
          </a:p>
          <a:p>
            <a:pPr algn="ctr">
              <a:lnSpc>
                <a:spcPts val="2250"/>
              </a:lnSpc>
            </a:pPr>
            <a:r>
              <a:rPr lang="zh-CN" altLang="en-US" sz="1500" dirty="0">
                <a:solidFill>
                  <a:prstClr val="black">
                    <a:lumMod val="85000"/>
                    <a:lumOff val="15000"/>
                  </a:prstClr>
                </a:solidFill>
                <a:latin typeface="微软雅黑" panose="020B0503020204020204" pitchFamily="34" charset="-122"/>
                <a:ea typeface="微软雅黑" panose="020B0503020204020204" pitchFamily="34" charset="-122"/>
              </a:rPr>
              <a:t>点击此处添加文本</a:t>
            </a:r>
            <a:endParaRPr lang="en-US" altLang="zh-CN" sz="1500" dirty="0">
              <a:solidFill>
                <a:prstClr val="black">
                  <a:lumMod val="85000"/>
                  <a:lumOff val="15000"/>
                </a:prstClr>
              </a:solidFill>
              <a:latin typeface="微软雅黑" panose="020B0503020204020204" pitchFamily="34" charset="-122"/>
              <a:ea typeface="微软雅黑" panose="020B0503020204020204" pitchFamily="34" charset="-122"/>
            </a:endParaRPr>
          </a:p>
        </p:txBody>
      </p:sp>
      <p:sp>
        <p:nvSpPr>
          <p:cNvPr id="36" name="文本框 138"/>
          <p:cNvSpPr txBox="1"/>
          <p:nvPr/>
        </p:nvSpPr>
        <p:spPr>
          <a:xfrm>
            <a:off x="3509980" y="3023144"/>
            <a:ext cx="1855036" cy="992579"/>
          </a:xfrm>
          <a:prstGeom prst="rect">
            <a:avLst/>
          </a:prstGeom>
          <a:noFill/>
        </p:spPr>
        <p:txBody>
          <a:bodyPr wrap="square" lIns="68580" tIns="34290" rIns="68580" bIns="34290" rtlCol="0">
            <a:spAutoFit/>
          </a:bodyPr>
          <a:lstStyle/>
          <a:p>
            <a:pPr algn="ctr">
              <a:lnSpc>
                <a:spcPts val="2625"/>
              </a:lnSpc>
            </a:pPr>
            <a:r>
              <a:rPr lang="zh-CN" altLang="en-US" dirty="0">
                <a:solidFill>
                  <a:prstClr val="black">
                    <a:lumMod val="85000"/>
                    <a:lumOff val="15000"/>
                  </a:prstClr>
                </a:solidFill>
                <a:latin typeface="方正正大黑简体" pitchFamily="2" charset="-122"/>
                <a:ea typeface="方正正大黑简体" pitchFamily="2" charset="-122"/>
              </a:rPr>
              <a:t>点击输入小标题</a:t>
            </a:r>
            <a:endParaRPr lang="en-US" altLang="zh-CN" dirty="0">
              <a:solidFill>
                <a:prstClr val="black">
                  <a:lumMod val="85000"/>
                  <a:lumOff val="15000"/>
                </a:prstClr>
              </a:solidFill>
              <a:latin typeface="方正正大黑简体" pitchFamily="2" charset="-122"/>
              <a:ea typeface="方正正大黑简体" pitchFamily="2" charset="-122"/>
            </a:endParaRPr>
          </a:p>
          <a:p>
            <a:pPr algn="ctr">
              <a:lnSpc>
                <a:spcPts val="2250"/>
              </a:lnSpc>
            </a:pPr>
            <a:r>
              <a:rPr lang="zh-CN" altLang="en-US" sz="1500" dirty="0">
                <a:solidFill>
                  <a:prstClr val="black">
                    <a:lumMod val="85000"/>
                    <a:lumOff val="15000"/>
                  </a:prstClr>
                </a:solidFill>
                <a:latin typeface="微软雅黑" panose="020B0503020204020204" pitchFamily="34" charset="-122"/>
                <a:ea typeface="微软雅黑" panose="020B0503020204020204" pitchFamily="34" charset="-122"/>
              </a:rPr>
              <a:t>点击此处添加文本</a:t>
            </a:r>
            <a:endParaRPr lang="en-US" altLang="zh-CN" sz="1500" dirty="0">
              <a:solidFill>
                <a:prstClr val="black">
                  <a:lumMod val="85000"/>
                  <a:lumOff val="15000"/>
                </a:prstClr>
              </a:solidFill>
              <a:latin typeface="微软雅黑" panose="020B0503020204020204" pitchFamily="34" charset="-122"/>
              <a:ea typeface="微软雅黑" panose="020B0503020204020204" pitchFamily="34" charset="-122"/>
            </a:endParaRPr>
          </a:p>
          <a:p>
            <a:pPr algn="ctr">
              <a:lnSpc>
                <a:spcPts val="2250"/>
              </a:lnSpc>
            </a:pPr>
            <a:r>
              <a:rPr lang="zh-CN" altLang="en-US" sz="1500" dirty="0">
                <a:solidFill>
                  <a:prstClr val="black">
                    <a:lumMod val="85000"/>
                    <a:lumOff val="15000"/>
                  </a:prstClr>
                </a:solidFill>
                <a:latin typeface="微软雅黑" panose="020B0503020204020204" pitchFamily="34" charset="-122"/>
                <a:ea typeface="微软雅黑" panose="020B0503020204020204" pitchFamily="34" charset="-122"/>
              </a:rPr>
              <a:t>点击此处添加文本</a:t>
            </a:r>
            <a:endParaRPr lang="en-US" altLang="zh-CN" sz="1500" dirty="0">
              <a:solidFill>
                <a:prstClr val="black">
                  <a:lumMod val="85000"/>
                  <a:lumOff val="15000"/>
                </a:prstClr>
              </a:solidFill>
              <a:latin typeface="微软雅黑" panose="020B0503020204020204" pitchFamily="34" charset="-122"/>
              <a:ea typeface="微软雅黑" panose="020B0503020204020204" pitchFamily="34" charset="-122"/>
            </a:endParaRPr>
          </a:p>
        </p:txBody>
      </p:sp>
      <p:sp>
        <p:nvSpPr>
          <p:cNvPr id="37" name="文本框 140"/>
          <p:cNvSpPr txBox="1"/>
          <p:nvPr/>
        </p:nvSpPr>
        <p:spPr>
          <a:xfrm>
            <a:off x="5433466" y="1627412"/>
            <a:ext cx="1855036" cy="992579"/>
          </a:xfrm>
          <a:prstGeom prst="rect">
            <a:avLst/>
          </a:prstGeom>
          <a:noFill/>
        </p:spPr>
        <p:txBody>
          <a:bodyPr wrap="square" lIns="68580" tIns="34290" rIns="68580" bIns="34290" rtlCol="0">
            <a:spAutoFit/>
          </a:bodyPr>
          <a:lstStyle/>
          <a:p>
            <a:pPr algn="ctr">
              <a:lnSpc>
                <a:spcPts val="2625"/>
              </a:lnSpc>
            </a:pPr>
            <a:r>
              <a:rPr lang="zh-CN" altLang="en-US" dirty="0">
                <a:solidFill>
                  <a:prstClr val="black">
                    <a:lumMod val="85000"/>
                    <a:lumOff val="15000"/>
                  </a:prstClr>
                </a:solidFill>
                <a:latin typeface="方正正大黑简体" pitchFamily="2" charset="-122"/>
                <a:ea typeface="方正正大黑简体" pitchFamily="2" charset="-122"/>
              </a:rPr>
              <a:t>点击输入小标题</a:t>
            </a:r>
            <a:endParaRPr lang="en-US" altLang="zh-CN" dirty="0">
              <a:solidFill>
                <a:prstClr val="black">
                  <a:lumMod val="85000"/>
                  <a:lumOff val="15000"/>
                </a:prstClr>
              </a:solidFill>
              <a:latin typeface="方正正大黑简体" pitchFamily="2" charset="-122"/>
              <a:ea typeface="方正正大黑简体" pitchFamily="2" charset="-122"/>
            </a:endParaRPr>
          </a:p>
          <a:p>
            <a:pPr algn="ctr">
              <a:lnSpc>
                <a:spcPts val="2250"/>
              </a:lnSpc>
            </a:pPr>
            <a:r>
              <a:rPr lang="zh-CN" altLang="en-US" sz="1500" dirty="0">
                <a:solidFill>
                  <a:prstClr val="black">
                    <a:lumMod val="85000"/>
                    <a:lumOff val="15000"/>
                  </a:prstClr>
                </a:solidFill>
                <a:latin typeface="微软雅黑" panose="020B0503020204020204" pitchFamily="34" charset="-122"/>
                <a:ea typeface="微软雅黑" panose="020B0503020204020204" pitchFamily="34" charset="-122"/>
              </a:rPr>
              <a:t>点击此处添加文本</a:t>
            </a:r>
            <a:endParaRPr lang="en-US" altLang="zh-CN" sz="1500" dirty="0">
              <a:solidFill>
                <a:prstClr val="black">
                  <a:lumMod val="85000"/>
                  <a:lumOff val="15000"/>
                </a:prstClr>
              </a:solidFill>
              <a:latin typeface="微软雅黑" panose="020B0503020204020204" pitchFamily="34" charset="-122"/>
              <a:ea typeface="微软雅黑" panose="020B0503020204020204" pitchFamily="34" charset="-122"/>
            </a:endParaRPr>
          </a:p>
          <a:p>
            <a:pPr algn="ctr">
              <a:lnSpc>
                <a:spcPts val="2250"/>
              </a:lnSpc>
            </a:pPr>
            <a:r>
              <a:rPr lang="zh-CN" altLang="en-US" sz="1500" dirty="0">
                <a:solidFill>
                  <a:prstClr val="black">
                    <a:lumMod val="85000"/>
                    <a:lumOff val="15000"/>
                  </a:prstClr>
                </a:solidFill>
                <a:latin typeface="微软雅黑" panose="020B0503020204020204" pitchFamily="34" charset="-122"/>
                <a:ea typeface="微软雅黑" panose="020B0503020204020204" pitchFamily="34" charset="-122"/>
              </a:rPr>
              <a:t>点击此处添加文本</a:t>
            </a:r>
            <a:endParaRPr lang="en-US" altLang="zh-CN" sz="1500" dirty="0">
              <a:solidFill>
                <a:prstClr val="black">
                  <a:lumMod val="85000"/>
                  <a:lumOff val="15000"/>
                </a:prstClr>
              </a:solidFill>
              <a:latin typeface="微软雅黑" panose="020B0503020204020204" pitchFamily="34" charset="-122"/>
              <a:ea typeface="微软雅黑" panose="020B0503020204020204" pitchFamily="34" charset="-122"/>
            </a:endParaRPr>
          </a:p>
        </p:txBody>
      </p:sp>
      <p:sp>
        <p:nvSpPr>
          <p:cNvPr id="38" name="文本框 141"/>
          <p:cNvSpPr txBox="1"/>
          <p:nvPr/>
        </p:nvSpPr>
        <p:spPr>
          <a:xfrm>
            <a:off x="6458705" y="3023144"/>
            <a:ext cx="1855036" cy="992579"/>
          </a:xfrm>
          <a:prstGeom prst="rect">
            <a:avLst/>
          </a:prstGeom>
          <a:noFill/>
        </p:spPr>
        <p:txBody>
          <a:bodyPr wrap="square" lIns="68580" tIns="34290" rIns="68580" bIns="34290" rtlCol="0">
            <a:spAutoFit/>
          </a:bodyPr>
          <a:lstStyle/>
          <a:p>
            <a:pPr algn="ctr">
              <a:lnSpc>
                <a:spcPts val="2625"/>
              </a:lnSpc>
            </a:pPr>
            <a:r>
              <a:rPr lang="zh-CN" altLang="en-US" dirty="0">
                <a:solidFill>
                  <a:prstClr val="black">
                    <a:lumMod val="85000"/>
                    <a:lumOff val="15000"/>
                  </a:prstClr>
                </a:solidFill>
                <a:latin typeface="方正正大黑简体" pitchFamily="2" charset="-122"/>
                <a:ea typeface="方正正大黑简体" pitchFamily="2" charset="-122"/>
              </a:rPr>
              <a:t>点击输入小标题</a:t>
            </a:r>
            <a:endParaRPr lang="en-US" altLang="zh-CN" dirty="0">
              <a:solidFill>
                <a:prstClr val="black">
                  <a:lumMod val="85000"/>
                  <a:lumOff val="15000"/>
                </a:prstClr>
              </a:solidFill>
              <a:latin typeface="方正正大黑简体" pitchFamily="2" charset="-122"/>
              <a:ea typeface="方正正大黑简体" pitchFamily="2" charset="-122"/>
            </a:endParaRPr>
          </a:p>
          <a:p>
            <a:pPr algn="ctr">
              <a:lnSpc>
                <a:spcPts val="2250"/>
              </a:lnSpc>
            </a:pPr>
            <a:r>
              <a:rPr lang="zh-CN" altLang="en-US" sz="1500" dirty="0">
                <a:solidFill>
                  <a:prstClr val="black">
                    <a:lumMod val="85000"/>
                    <a:lumOff val="15000"/>
                  </a:prstClr>
                </a:solidFill>
                <a:latin typeface="微软雅黑" panose="020B0503020204020204" pitchFamily="34" charset="-122"/>
                <a:ea typeface="微软雅黑" panose="020B0503020204020204" pitchFamily="34" charset="-122"/>
              </a:rPr>
              <a:t>点击此处添加文本</a:t>
            </a:r>
            <a:endParaRPr lang="en-US" altLang="zh-CN" sz="1500" dirty="0">
              <a:solidFill>
                <a:prstClr val="black">
                  <a:lumMod val="85000"/>
                  <a:lumOff val="15000"/>
                </a:prstClr>
              </a:solidFill>
              <a:latin typeface="微软雅黑" panose="020B0503020204020204" pitchFamily="34" charset="-122"/>
              <a:ea typeface="微软雅黑" panose="020B0503020204020204" pitchFamily="34" charset="-122"/>
            </a:endParaRPr>
          </a:p>
          <a:p>
            <a:pPr algn="ctr">
              <a:lnSpc>
                <a:spcPts val="2250"/>
              </a:lnSpc>
            </a:pPr>
            <a:r>
              <a:rPr lang="zh-CN" altLang="en-US" sz="1500" dirty="0">
                <a:solidFill>
                  <a:prstClr val="black">
                    <a:lumMod val="85000"/>
                    <a:lumOff val="15000"/>
                  </a:prstClr>
                </a:solidFill>
                <a:latin typeface="微软雅黑" panose="020B0503020204020204" pitchFamily="34" charset="-122"/>
                <a:ea typeface="微软雅黑" panose="020B0503020204020204" pitchFamily="34" charset="-122"/>
              </a:rPr>
              <a:t>点击此处添加文本</a:t>
            </a:r>
            <a:endParaRPr lang="en-US" altLang="zh-CN" sz="1500" dirty="0">
              <a:solidFill>
                <a:prstClr val="black">
                  <a:lumMod val="85000"/>
                  <a:lumOff val="15000"/>
                </a:prstClr>
              </a:solidFill>
              <a:latin typeface="微软雅黑" panose="020B0503020204020204" pitchFamily="34" charset="-122"/>
              <a:ea typeface="微软雅黑" panose="020B0503020204020204" pitchFamily="34" charset="-122"/>
            </a:endParaRPr>
          </a:p>
        </p:txBody>
      </p:sp>
      <p:grpSp>
        <p:nvGrpSpPr>
          <p:cNvPr id="39" name="组合 38"/>
          <p:cNvGrpSpPr/>
          <p:nvPr/>
        </p:nvGrpSpPr>
        <p:grpSpPr>
          <a:xfrm>
            <a:off x="1785520" y="1781912"/>
            <a:ext cx="247879" cy="247879"/>
            <a:chOff x="1092336" y="3738693"/>
            <a:chExt cx="330505" cy="330505"/>
          </a:xfrm>
        </p:grpSpPr>
        <p:sp>
          <p:nvSpPr>
            <p:cNvPr id="40" name="椭圆 39"/>
            <p:cNvSpPr/>
            <p:nvPr/>
          </p:nvSpPr>
          <p:spPr>
            <a:xfrm>
              <a:off x="1092336" y="3738693"/>
              <a:ext cx="330505" cy="330505"/>
            </a:xfrm>
            <a:prstGeom prst="ellipse">
              <a:avLst/>
            </a:prstGeom>
            <a:solidFill>
              <a:srgbClr val="FFFEBC"/>
            </a:solidFill>
            <a:ln w="25400" cap="flat" cmpd="sng" algn="ctr">
              <a:noFill/>
              <a:prstDash val="solid"/>
            </a:ln>
            <a:effectLst>
              <a:outerShdw blurRad="50800" dist="38100" dir="2700000" algn="tl" rotWithShape="0">
                <a:prstClr val="black">
                  <a:alpha val="40000"/>
                </a:prstClr>
              </a:outerShdw>
            </a:effectLst>
          </p:spPr>
          <p:txBody>
            <a:bodyPr rtlCol="0" anchor="ctr"/>
            <a:lstStyle/>
            <a:p>
              <a:pPr algn="ctr">
                <a:defRPr/>
              </a:pPr>
              <a:endParaRPr lang="zh-CN" altLang="en-US" kern="0" dirty="0">
                <a:solidFill>
                  <a:prstClr val="black">
                    <a:lumMod val="85000"/>
                    <a:lumOff val="15000"/>
                  </a:prstClr>
                </a:solidFill>
                <a:ea typeface="微软雅黑" pitchFamily="34" charset="-122"/>
              </a:endParaRPr>
            </a:p>
          </p:txBody>
        </p:sp>
        <p:sp>
          <p:nvSpPr>
            <p:cNvPr id="41" name="椭圆 40"/>
            <p:cNvSpPr/>
            <p:nvPr/>
          </p:nvSpPr>
          <p:spPr>
            <a:xfrm>
              <a:off x="1175393" y="3821750"/>
              <a:ext cx="164391" cy="164391"/>
            </a:xfrm>
            <a:prstGeom prst="ellipse">
              <a:avLst/>
            </a:prstGeom>
            <a:solidFill>
              <a:srgbClr val="00B0F0"/>
            </a:solidFill>
            <a:ln w="38100" cap="flat" cmpd="sng" algn="ctr">
              <a:solidFill>
                <a:srgbClr val="0070C0"/>
              </a:solidFill>
              <a:prstDash val="solid"/>
            </a:ln>
            <a:effectLst/>
          </p:spPr>
          <p:txBody>
            <a:bodyPr rtlCol="0" anchor="ctr"/>
            <a:lstStyle/>
            <a:p>
              <a:pPr algn="ctr">
                <a:defRPr/>
              </a:pPr>
              <a:endParaRPr lang="zh-CN" altLang="en-US" kern="0" dirty="0">
                <a:solidFill>
                  <a:prstClr val="black">
                    <a:lumMod val="85000"/>
                    <a:lumOff val="15000"/>
                  </a:prstClr>
                </a:solidFill>
                <a:ea typeface="微软雅黑" pitchFamily="34" charset="-122"/>
              </a:endParaRPr>
            </a:p>
          </p:txBody>
        </p:sp>
      </p:grpSp>
      <p:grpSp>
        <p:nvGrpSpPr>
          <p:cNvPr id="42" name="组合 41"/>
          <p:cNvGrpSpPr/>
          <p:nvPr/>
        </p:nvGrpSpPr>
        <p:grpSpPr>
          <a:xfrm>
            <a:off x="5092272" y="1781912"/>
            <a:ext cx="247879" cy="247879"/>
            <a:chOff x="1092336" y="3738693"/>
            <a:chExt cx="330505" cy="330505"/>
          </a:xfrm>
        </p:grpSpPr>
        <p:sp>
          <p:nvSpPr>
            <p:cNvPr id="43" name="椭圆 42"/>
            <p:cNvSpPr/>
            <p:nvPr/>
          </p:nvSpPr>
          <p:spPr>
            <a:xfrm>
              <a:off x="1092336" y="3738693"/>
              <a:ext cx="330505" cy="330505"/>
            </a:xfrm>
            <a:prstGeom prst="ellipse">
              <a:avLst/>
            </a:prstGeom>
            <a:solidFill>
              <a:srgbClr val="FFFEBC"/>
            </a:solidFill>
            <a:ln w="25400" cap="flat" cmpd="sng" algn="ctr">
              <a:noFill/>
              <a:prstDash val="solid"/>
            </a:ln>
            <a:effectLst>
              <a:outerShdw blurRad="50800" dist="38100" dir="2700000" algn="tl" rotWithShape="0">
                <a:prstClr val="black">
                  <a:alpha val="40000"/>
                </a:prstClr>
              </a:outerShdw>
            </a:effectLst>
          </p:spPr>
          <p:txBody>
            <a:bodyPr rtlCol="0" anchor="ctr"/>
            <a:lstStyle/>
            <a:p>
              <a:pPr algn="ctr">
                <a:defRPr/>
              </a:pPr>
              <a:endParaRPr lang="zh-CN" altLang="en-US" kern="0" dirty="0">
                <a:solidFill>
                  <a:prstClr val="black">
                    <a:lumMod val="85000"/>
                    <a:lumOff val="15000"/>
                  </a:prstClr>
                </a:solidFill>
                <a:ea typeface="微软雅黑" pitchFamily="34" charset="-122"/>
              </a:endParaRPr>
            </a:p>
          </p:txBody>
        </p:sp>
        <p:sp>
          <p:nvSpPr>
            <p:cNvPr id="44" name="椭圆 43"/>
            <p:cNvSpPr/>
            <p:nvPr/>
          </p:nvSpPr>
          <p:spPr>
            <a:xfrm>
              <a:off x="1175393" y="3821750"/>
              <a:ext cx="164391" cy="164391"/>
            </a:xfrm>
            <a:prstGeom prst="ellipse">
              <a:avLst/>
            </a:prstGeom>
            <a:solidFill>
              <a:srgbClr val="00B0F0"/>
            </a:solidFill>
            <a:ln w="38100" cap="flat" cmpd="sng" algn="ctr">
              <a:solidFill>
                <a:srgbClr val="0070C0"/>
              </a:solidFill>
              <a:prstDash val="solid"/>
            </a:ln>
            <a:effectLst/>
          </p:spPr>
          <p:txBody>
            <a:bodyPr rtlCol="0" anchor="ctr"/>
            <a:lstStyle/>
            <a:p>
              <a:pPr algn="ctr">
                <a:defRPr/>
              </a:pPr>
              <a:endParaRPr lang="zh-CN" altLang="en-US" kern="0" dirty="0">
                <a:solidFill>
                  <a:prstClr val="black">
                    <a:lumMod val="85000"/>
                    <a:lumOff val="15000"/>
                  </a:prstClr>
                </a:solidFill>
                <a:ea typeface="微软雅黑" pitchFamily="34" charset="-122"/>
              </a:endParaRPr>
            </a:p>
          </p:txBody>
        </p:sp>
      </p:grpSp>
      <p:grpSp>
        <p:nvGrpSpPr>
          <p:cNvPr id="45" name="组合 44"/>
          <p:cNvGrpSpPr/>
          <p:nvPr/>
        </p:nvGrpSpPr>
        <p:grpSpPr>
          <a:xfrm>
            <a:off x="6191957" y="2969509"/>
            <a:ext cx="247879" cy="247879"/>
            <a:chOff x="1092336" y="3738693"/>
            <a:chExt cx="330505" cy="330505"/>
          </a:xfrm>
        </p:grpSpPr>
        <p:sp>
          <p:nvSpPr>
            <p:cNvPr id="46" name="椭圆 45"/>
            <p:cNvSpPr/>
            <p:nvPr/>
          </p:nvSpPr>
          <p:spPr>
            <a:xfrm>
              <a:off x="1092336" y="3738693"/>
              <a:ext cx="330505" cy="330505"/>
            </a:xfrm>
            <a:prstGeom prst="ellipse">
              <a:avLst/>
            </a:prstGeom>
            <a:solidFill>
              <a:srgbClr val="FFFEBC"/>
            </a:solidFill>
            <a:ln w="25400" cap="flat" cmpd="sng" algn="ctr">
              <a:noFill/>
              <a:prstDash val="solid"/>
            </a:ln>
            <a:effectLst>
              <a:outerShdw blurRad="50800" dist="38100" dir="2700000" algn="tl" rotWithShape="0">
                <a:prstClr val="black">
                  <a:alpha val="40000"/>
                </a:prstClr>
              </a:outerShdw>
            </a:effectLst>
          </p:spPr>
          <p:txBody>
            <a:bodyPr rtlCol="0" anchor="ctr"/>
            <a:lstStyle/>
            <a:p>
              <a:pPr algn="ctr">
                <a:defRPr/>
              </a:pPr>
              <a:endParaRPr lang="zh-CN" altLang="en-US" kern="0" dirty="0">
                <a:solidFill>
                  <a:prstClr val="black">
                    <a:lumMod val="85000"/>
                    <a:lumOff val="15000"/>
                  </a:prstClr>
                </a:solidFill>
                <a:ea typeface="微软雅黑" pitchFamily="34" charset="-122"/>
              </a:endParaRPr>
            </a:p>
          </p:txBody>
        </p:sp>
        <p:sp>
          <p:nvSpPr>
            <p:cNvPr id="47" name="椭圆 46"/>
            <p:cNvSpPr/>
            <p:nvPr/>
          </p:nvSpPr>
          <p:spPr>
            <a:xfrm>
              <a:off x="1175393" y="3821750"/>
              <a:ext cx="164391" cy="164391"/>
            </a:xfrm>
            <a:prstGeom prst="ellipse">
              <a:avLst/>
            </a:prstGeom>
            <a:solidFill>
              <a:srgbClr val="00B0F0"/>
            </a:solidFill>
            <a:ln w="38100" cap="flat" cmpd="sng" algn="ctr">
              <a:solidFill>
                <a:srgbClr val="0070C0"/>
              </a:solidFill>
              <a:prstDash val="solid"/>
            </a:ln>
            <a:effectLst/>
          </p:spPr>
          <p:txBody>
            <a:bodyPr rtlCol="0" anchor="ctr"/>
            <a:lstStyle/>
            <a:p>
              <a:pPr algn="ctr">
                <a:defRPr/>
              </a:pPr>
              <a:endParaRPr lang="zh-CN" altLang="en-US" kern="0" dirty="0">
                <a:solidFill>
                  <a:prstClr val="black">
                    <a:lumMod val="85000"/>
                    <a:lumOff val="15000"/>
                  </a:prstClr>
                </a:solidFill>
                <a:ea typeface="微软雅黑" pitchFamily="34" charset="-122"/>
              </a:endParaRPr>
            </a:p>
          </p:txBody>
        </p:sp>
      </p:grpSp>
      <p:grpSp>
        <p:nvGrpSpPr>
          <p:cNvPr id="48" name="组合 47"/>
          <p:cNvGrpSpPr/>
          <p:nvPr/>
        </p:nvGrpSpPr>
        <p:grpSpPr>
          <a:xfrm>
            <a:off x="3252857" y="2969509"/>
            <a:ext cx="247879" cy="247879"/>
            <a:chOff x="1092336" y="3738693"/>
            <a:chExt cx="330505" cy="330505"/>
          </a:xfrm>
        </p:grpSpPr>
        <p:sp>
          <p:nvSpPr>
            <p:cNvPr id="49" name="椭圆 48"/>
            <p:cNvSpPr/>
            <p:nvPr/>
          </p:nvSpPr>
          <p:spPr>
            <a:xfrm>
              <a:off x="1092336" y="3738693"/>
              <a:ext cx="330505" cy="330505"/>
            </a:xfrm>
            <a:prstGeom prst="ellipse">
              <a:avLst/>
            </a:prstGeom>
            <a:solidFill>
              <a:srgbClr val="FFFEBC"/>
            </a:solidFill>
            <a:ln w="25400" cap="flat" cmpd="sng" algn="ctr">
              <a:noFill/>
              <a:prstDash val="solid"/>
            </a:ln>
            <a:effectLst>
              <a:outerShdw blurRad="50800" dist="38100" dir="2700000" algn="tl" rotWithShape="0">
                <a:prstClr val="black">
                  <a:alpha val="40000"/>
                </a:prstClr>
              </a:outerShdw>
            </a:effectLst>
          </p:spPr>
          <p:txBody>
            <a:bodyPr rtlCol="0" anchor="ctr"/>
            <a:lstStyle/>
            <a:p>
              <a:pPr algn="ctr">
                <a:defRPr/>
              </a:pPr>
              <a:endParaRPr lang="zh-CN" altLang="en-US" kern="0" dirty="0">
                <a:solidFill>
                  <a:prstClr val="black">
                    <a:lumMod val="85000"/>
                    <a:lumOff val="15000"/>
                  </a:prstClr>
                </a:solidFill>
                <a:ea typeface="微软雅黑" pitchFamily="34" charset="-122"/>
              </a:endParaRPr>
            </a:p>
          </p:txBody>
        </p:sp>
        <p:sp>
          <p:nvSpPr>
            <p:cNvPr id="50" name="椭圆 49"/>
            <p:cNvSpPr/>
            <p:nvPr/>
          </p:nvSpPr>
          <p:spPr>
            <a:xfrm>
              <a:off x="1175393" y="3821750"/>
              <a:ext cx="164391" cy="164391"/>
            </a:xfrm>
            <a:prstGeom prst="ellipse">
              <a:avLst/>
            </a:prstGeom>
            <a:solidFill>
              <a:srgbClr val="00B0F0"/>
            </a:solidFill>
            <a:ln w="38100" cap="flat" cmpd="sng" algn="ctr">
              <a:solidFill>
                <a:srgbClr val="0070C0"/>
              </a:solidFill>
              <a:prstDash val="solid"/>
            </a:ln>
            <a:effectLst/>
          </p:spPr>
          <p:txBody>
            <a:bodyPr rtlCol="0" anchor="ctr"/>
            <a:lstStyle/>
            <a:p>
              <a:pPr algn="ctr">
                <a:defRPr/>
              </a:pPr>
              <a:endParaRPr lang="zh-CN" altLang="en-US" kern="0" dirty="0">
                <a:solidFill>
                  <a:prstClr val="black">
                    <a:lumMod val="85000"/>
                    <a:lumOff val="15000"/>
                  </a:prstClr>
                </a:solidFill>
                <a:ea typeface="微软雅黑" pitchFamily="34" charset="-122"/>
              </a:endParaRPr>
            </a:p>
          </p:txBody>
        </p:sp>
      </p:grpSp>
    </p:spTree>
    <p:extLst>
      <p:ext uri="{BB962C8B-B14F-4D97-AF65-F5344CB8AC3E}">
        <p14:creationId xmlns:p14="http://schemas.microsoft.com/office/powerpoint/2010/main" val="360176054"/>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32" fill="hold" grpId="0" nodeType="withEffect">
                                  <p:stCondLst>
                                    <p:cond delay="500"/>
                                  </p:stCondLst>
                                  <p:childTnLst>
                                    <p:set>
                                      <p:cBhvr>
                                        <p:cTn id="6" dur="1" fill="hold">
                                          <p:stCondLst>
                                            <p:cond delay="0"/>
                                          </p:stCondLst>
                                        </p:cTn>
                                        <p:tgtEl>
                                          <p:spTgt spid="5"/>
                                        </p:tgtEl>
                                        <p:attrNameLst>
                                          <p:attrName>style.visibility</p:attrName>
                                        </p:attrNameLst>
                                      </p:cBhvr>
                                      <p:to>
                                        <p:strVal val="visible"/>
                                      </p:to>
                                    </p:set>
                                    <p:animEffect transition="in" filter="circle(out)">
                                      <p:cBhvr>
                                        <p:cTn id="7" dur="100"/>
                                        <p:tgtEl>
                                          <p:spTgt spid="5"/>
                                        </p:tgtEl>
                                      </p:cBhvr>
                                    </p:animEffect>
                                  </p:childTnLst>
                                </p:cTn>
                              </p:par>
                              <p:par>
                                <p:cTn id="8" presetID="42" presetClass="path" presetSubtype="0" decel="50000" fill="hold" grpId="3" nodeType="withEffect">
                                  <p:stCondLst>
                                    <p:cond delay="500"/>
                                  </p:stCondLst>
                                  <p:childTnLst>
                                    <p:animMotion origin="layout" path="M -0.03594 -0.46346 L 4.72222E-6 0.00031 " pathEditMode="relative" rAng="0" ptsTypes="AA">
                                      <p:cBhvr>
                                        <p:cTn id="9" dur="500" fill="hold"/>
                                        <p:tgtEl>
                                          <p:spTgt spid="5"/>
                                        </p:tgtEl>
                                        <p:attrNameLst>
                                          <p:attrName>ppt_x</p:attrName>
                                          <p:attrName>ppt_y</p:attrName>
                                        </p:attrNameLst>
                                      </p:cBhvr>
                                      <p:rCtr x="1788" y="23188"/>
                                    </p:animMotion>
                                  </p:childTnLst>
                                </p:cTn>
                              </p:par>
                              <p:par>
                                <p:cTn id="10" presetID="53" presetClass="entr" presetSubtype="16" fill="hold" grpId="4" nodeType="withEffect">
                                  <p:stCondLst>
                                    <p:cond delay="50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par>
                                <p:cTn id="15" presetID="6" presetClass="emph" presetSubtype="0" fill="hold" grpId="2" nodeType="withEffect">
                                  <p:stCondLst>
                                    <p:cond delay="1000"/>
                                  </p:stCondLst>
                                  <p:childTnLst>
                                    <p:animScale>
                                      <p:cBhvr>
                                        <p:cTn id="16" dur="500" fill="hold"/>
                                        <p:tgtEl>
                                          <p:spTgt spid="5"/>
                                        </p:tgtEl>
                                      </p:cBhvr>
                                      <p:by x="1000000" y="1000000"/>
                                    </p:animScale>
                                  </p:childTnLst>
                                </p:cTn>
                              </p:par>
                              <p:par>
                                <p:cTn id="17" presetID="10" presetClass="exit" presetSubtype="0" fill="hold" grpId="1" nodeType="withEffect">
                                  <p:stCondLst>
                                    <p:cond delay="1000"/>
                                  </p:stCondLst>
                                  <p:childTnLst>
                                    <p:animEffect transition="out" filter="fade">
                                      <p:cBhvr>
                                        <p:cTn id="18" dur="500"/>
                                        <p:tgtEl>
                                          <p:spTgt spid="5"/>
                                        </p:tgtEl>
                                      </p:cBhvr>
                                    </p:animEffect>
                                    <p:set>
                                      <p:cBhvr>
                                        <p:cTn id="19" dur="1" fill="hold">
                                          <p:stCondLst>
                                            <p:cond delay="499"/>
                                          </p:stCondLst>
                                        </p:cTn>
                                        <p:tgtEl>
                                          <p:spTgt spid="5"/>
                                        </p:tgtEl>
                                        <p:attrNameLst>
                                          <p:attrName>style.visibility</p:attrName>
                                        </p:attrNameLst>
                                      </p:cBhvr>
                                      <p:to>
                                        <p:strVal val="hidden"/>
                                      </p:to>
                                    </p:set>
                                  </p:childTnLst>
                                </p:cTn>
                              </p:par>
                              <p:par>
                                <p:cTn id="20" presetID="10" presetClass="entr" presetSubtype="0" fill="hold" nodeType="withEffect">
                                  <p:stCondLst>
                                    <p:cond delay="100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6" presetClass="entr" presetSubtype="32" fill="hold" grpId="0" nodeType="withEffect">
                                  <p:stCondLst>
                                    <p:cond delay="1000"/>
                                  </p:stCondLst>
                                  <p:childTnLst>
                                    <p:set>
                                      <p:cBhvr>
                                        <p:cTn id="24" dur="1" fill="hold">
                                          <p:stCondLst>
                                            <p:cond delay="0"/>
                                          </p:stCondLst>
                                        </p:cTn>
                                        <p:tgtEl>
                                          <p:spTgt spid="6"/>
                                        </p:tgtEl>
                                        <p:attrNameLst>
                                          <p:attrName>style.visibility</p:attrName>
                                        </p:attrNameLst>
                                      </p:cBhvr>
                                      <p:to>
                                        <p:strVal val="visible"/>
                                      </p:to>
                                    </p:set>
                                    <p:animEffect transition="in" filter="circle(out)">
                                      <p:cBhvr>
                                        <p:cTn id="25" dur="100"/>
                                        <p:tgtEl>
                                          <p:spTgt spid="6"/>
                                        </p:tgtEl>
                                      </p:cBhvr>
                                    </p:animEffect>
                                  </p:childTnLst>
                                </p:cTn>
                              </p:par>
                              <p:par>
                                <p:cTn id="26" presetID="42" presetClass="path" presetSubtype="0" decel="50000" fill="hold" grpId="3" nodeType="withEffect">
                                  <p:stCondLst>
                                    <p:cond delay="1000"/>
                                  </p:stCondLst>
                                  <p:childTnLst>
                                    <p:animMotion origin="layout" path="M -0.11458 0.17685 L 4.375E-6 4.81481E-6 " pathEditMode="relative" rAng="0" ptsTypes="AA">
                                      <p:cBhvr>
                                        <p:cTn id="27" dur="500" fill="hold"/>
                                        <p:tgtEl>
                                          <p:spTgt spid="6"/>
                                        </p:tgtEl>
                                        <p:attrNameLst>
                                          <p:attrName>ppt_x</p:attrName>
                                          <p:attrName>ppt_y</p:attrName>
                                        </p:attrNameLst>
                                      </p:cBhvr>
                                      <p:rCtr x="5846" y="-8866"/>
                                    </p:animMotion>
                                  </p:childTnLst>
                                </p:cTn>
                              </p:par>
                              <p:par>
                                <p:cTn id="28" presetID="53" presetClass="entr" presetSubtype="16" fill="hold" grpId="4" nodeType="withEffect">
                                  <p:stCondLst>
                                    <p:cond delay="1000"/>
                                  </p:stCondLst>
                                  <p:childTnLst>
                                    <p:set>
                                      <p:cBhvr>
                                        <p:cTn id="29" dur="1" fill="hold">
                                          <p:stCondLst>
                                            <p:cond delay="0"/>
                                          </p:stCondLst>
                                        </p:cTn>
                                        <p:tgtEl>
                                          <p:spTgt spid="6"/>
                                        </p:tgtEl>
                                        <p:attrNameLst>
                                          <p:attrName>style.visibility</p:attrName>
                                        </p:attrNameLst>
                                      </p:cBhvr>
                                      <p:to>
                                        <p:strVal val="visible"/>
                                      </p:to>
                                    </p:set>
                                    <p:anim calcmode="lin" valueType="num">
                                      <p:cBhvr>
                                        <p:cTn id="30" dur="500" fill="hold"/>
                                        <p:tgtEl>
                                          <p:spTgt spid="6"/>
                                        </p:tgtEl>
                                        <p:attrNameLst>
                                          <p:attrName>ppt_w</p:attrName>
                                        </p:attrNameLst>
                                      </p:cBhvr>
                                      <p:tavLst>
                                        <p:tav tm="0">
                                          <p:val>
                                            <p:fltVal val="0"/>
                                          </p:val>
                                        </p:tav>
                                        <p:tav tm="100000">
                                          <p:val>
                                            <p:strVal val="#ppt_w"/>
                                          </p:val>
                                        </p:tav>
                                      </p:tavLst>
                                    </p:anim>
                                    <p:anim calcmode="lin" valueType="num">
                                      <p:cBhvr>
                                        <p:cTn id="31" dur="500" fill="hold"/>
                                        <p:tgtEl>
                                          <p:spTgt spid="6"/>
                                        </p:tgtEl>
                                        <p:attrNameLst>
                                          <p:attrName>ppt_h</p:attrName>
                                        </p:attrNameLst>
                                      </p:cBhvr>
                                      <p:tavLst>
                                        <p:tav tm="0">
                                          <p:val>
                                            <p:fltVal val="0"/>
                                          </p:val>
                                        </p:tav>
                                        <p:tav tm="100000">
                                          <p:val>
                                            <p:strVal val="#ppt_h"/>
                                          </p:val>
                                        </p:tav>
                                      </p:tavLst>
                                    </p:anim>
                                    <p:animEffect transition="in" filter="fade">
                                      <p:cBhvr>
                                        <p:cTn id="32" dur="500"/>
                                        <p:tgtEl>
                                          <p:spTgt spid="6"/>
                                        </p:tgtEl>
                                      </p:cBhvr>
                                    </p:animEffect>
                                  </p:childTnLst>
                                </p:cTn>
                              </p:par>
                              <p:par>
                                <p:cTn id="33" presetID="6" presetClass="emph" presetSubtype="0" fill="hold" grpId="2" nodeType="withEffect">
                                  <p:stCondLst>
                                    <p:cond delay="1500"/>
                                  </p:stCondLst>
                                  <p:childTnLst>
                                    <p:animScale>
                                      <p:cBhvr>
                                        <p:cTn id="34" dur="500" fill="hold"/>
                                        <p:tgtEl>
                                          <p:spTgt spid="6"/>
                                        </p:tgtEl>
                                      </p:cBhvr>
                                      <p:by x="1000000" y="1000000"/>
                                    </p:animScale>
                                  </p:childTnLst>
                                </p:cTn>
                              </p:par>
                              <p:par>
                                <p:cTn id="35" presetID="10" presetClass="exit" presetSubtype="0" fill="hold" grpId="1" nodeType="withEffect">
                                  <p:stCondLst>
                                    <p:cond delay="1500"/>
                                  </p:stCondLst>
                                  <p:childTnLst>
                                    <p:animEffect transition="out" filter="fade">
                                      <p:cBhvr>
                                        <p:cTn id="36" dur="500"/>
                                        <p:tgtEl>
                                          <p:spTgt spid="6"/>
                                        </p:tgtEl>
                                      </p:cBhvr>
                                    </p:animEffect>
                                    <p:set>
                                      <p:cBhvr>
                                        <p:cTn id="37" dur="1" fill="hold">
                                          <p:stCondLst>
                                            <p:cond delay="499"/>
                                          </p:stCondLst>
                                        </p:cTn>
                                        <p:tgtEl>
                                          <p:spTgt spid="6"/>
                                        </p:tgtEl>
                                        <p:attrNameLst>
                                          <p:attrName>style.visibility</p:attrName>
                                        </p:attrNameLst>
                                      </p:cBhvr>
                                      <p:to>
                                        <p:strVal val="hidden"/>
                                      </p:to>
                                    </p:set>
                                  </p:childTnLst>
                                </p:cTn>
                              </p:par>
                              <p:par>
                                <p:cTn id="38" presetID="10" presetClass="entr" presetSubtype="0" fill="hold" nodeType="withEffect">
                                  <p:stCondLst>
                                    <p:cond delay="1500"/>
                                  </p:stCondLst>
                                  <p:childTnLst>
                                    <p:set>
                                      <p:cBhvr>
                                        <p:cTn id="39" dur="1" fill="hold">
                                          <p:stCondLst>
                                            <p:cond delay="0"/>
                                          </p:stCondLst>
                                        </p:cTn>
                                        <p:tgtEl>
                                          <p:spTgt spid="39"/>
                                        </p:tgtEl>
                                        <p:attrNameLst>
                                          <p:attrName>style.visibility</p:attrName>
                                        </p:attrNameLst>
                                      </p:cBhvr>
                                      <p:to>
                                        <p:strVal val="visible"/>
                                      </p:to>
                                    </p:set>
                                    <p:animEffect transition="in" filter="fade">
                                      <p:cBhvr>
                                        <p:cTn id="40" dur="500"/>
                                        <p:tgtEl>
                                          <p:spTgt spid="39"/>
                                        </p:tgtEl>
                                      </p:cBhvr>
                                    </p:animEffect>
                                  </p:childTnLst>
                                </p:cTn>
                              </p:par>
                              <p:par>
                                <p:cTn id="41" presetID="6" presetClass="entr" presetSubtype="32" fill="hold" grpId="0" nodeType="withEffect">
                                  <p:stCondLst>
                                    <p:cond delay="1500"/>
                                  </p:stCondLst>
                                  <p:childTnLst>
                                    <p:set>
                                      <p:cBhvr>
                                        <p:cTn id="42" dur="1" fill="hold">
                                          <p:stCondLst>
                                            <p:cond delay="0"/>
                                          </p:stCondLst>
                                        </p:cTn>
                                        <p:tgtEl>
                                          <p:spTgt spid="7"/>
                                        </p:tgtEl>
                                        <p:attrNameLst>
                                          <p:attrName>style.visibility</p:attrName>
                                        </p:attrNameLst>
                                      </p:cBhvr>
                                      <p:to>
                                        <p:strVal val="visible"/>
                                      </p:to>
                                    </p:set>
                                    <p:animEffect transition="in" filter="circle(out)">
                                      <p:cBhvr>
                                        <p:cTn id="43" dur="100"/>
                                        <p:tgtEl>
                                          <p:spTgt spid="7"/>
                                        </p:tgtEl>
                                      </p:cBhvr>
                                    </p:animEffect>
                                  </p:childTnLst>
                                </p:cTn>
                              </p:par>
                              <p:par>
                                <p:cTn id="44" presetID="42" presetClass="path" presetSubtype="0" decel="50000" fill="hold" grpId="3" nodeType="withEffect">
                                  <p:stCondLst>
                                    <p:cond delay="1500"/>
                                  </p:stCondLst>
                                  <p:childTnLst>
                                    <p:animMotion origin="layout" path="M -0.15963 -0.23403 L -1.04167E-6 -2.96296E-6 " pathEditMode="relative" rAng="0" ptsTypes="AA">
                                      <p:cBhvr>
                                        <p:cTn id="45" dur="500" fill="hold"/>
                                        <p:tgtEl>
                                          <p:spTgt spid="7"/>
                                        </p:tgtEl>
                                        <p:attrNameLst>
                                          <p:attrName>ppt_x</p:attrName>
                                          <p:attrName>ppt_y</p:attrName>
                                        </p:attrNameLst>
                                      </p:cBhvr>
                                      <p:rCtr x="7891" y="11505"/>
                                    </p:animMotion>
                                  </p:childTnLst>
                                </p:cTn>
                              </p:par>
                              <p:par>
                                <p:cTn id="46" presetID="53" presetClass="entr" presetSubtype="16" fill="hold" grpId="4" nodeType="withEffect">
                                  <p:stCondLst>
                                    <p:cond delay="1500"/>
                                  </p:stCondLst>
                                  <p:childTnLst>
                                    <p:set>
                                      <p:cBhvr>
                                        <p:cTn id="47" dur="1" fill="hold">
                                          <p:stCondLst>
                                            <p:cond delay="0"/>
                                          </p:stCondLst>
                                        </p:cTn>
                                        <p:tgtEl>
                                          <p:spTgt spid="7"/>
                                        </p:tgtEl>
                                        <p:attrNameLst>
                                          <p:attrName>style.visibility</p:attrName>
                                        </p:attrNameLst>
                                      </p:cBhvr>
                                      <p:to>
                                        <p:strVal val="visible"/>
                                      </p:to>
                                    </p:set>
                                    <p:anim calcmode="lin" valueType="num">
                                      <p:cBhvr>
                                        <p:cTn id="48" dur="500" fill="hold"/>
                                        <p:tgtEl>
                                          <p:spTgt spid="7"/>
                                        </p:tgtEl>
                                        <p:attrNameLst>
                                          <p:attrName>ppt_w</p:attrName>
                                        </p:attrNameLst>
                                      </p:cBhvr>
                                      <p:tavLst>
                                        <p:tav tm="0">
                                          <p:val>
                                            <p:fltVal val="0"/>
                                          </p:val>
                                        </p:tav>
                                        <p:tav tm="100000">
                                          <p:val>
                                            <p:strVal val="#ppt_w"/>
                                          </p:val>
                                        </p:tav>
                                      </p:tavLst>
                                    </p:anim>
                                    <p:anim calcmode="lin" valueType="num">
                                      <p:cBhvr>
                                        <p:cTn id="49" dur="500" fill="hold"/>
                                        <p:tgtEl>
                                          <p:spTgt spid="7"/>
                                        </p:tgtEl>
                                        <p:attrNameLst>
                                          <p:attrName>ppt_h</p:attrName>
                                        </p:attrNameLst>
                                      </p:cBhvr>
                                      <p:tavLst>
                                        <p:tav tm="0">
                                          <p:val>
                                            <p:fltVal val="0"/>
                                          </p:val>
                                        </p:tav>
                                        <p:tav tm="100000">
                                          <p:val>
                                            <p:strVal val="#ppt_h"/>
                                          </p:val>
                                        </p:tav>
                                      </p:tavLst>
                                    </p:anim>
                                    <p:animEffect transition="in" filter="fade">
                                      <p:cBhvr>
                                        <p:cTn id="50" dur="500"/>
                                        <p:tgtEl>
                                          <p:spTgt spid="7"/>
                                        </p:tgtEl>
                                      </p:cBhvr>
                                    </p:animEffect>
                                  </p:childTnLst>
                                </p:cTn>
                              </p:par>
                              <p:par>
                                <p:cTn id="51" presetID="6" presetClass="emph" presetSubtype="0" fill="hold" grpId="2" nodeType="withEffect">
                                  <p:stCondLst>
                                    <p:cond delay="2000"/>
                                  </p:stCondLst>
                                  <p:childTnLst>
                                    <p:animScale>
                                      <p:cBhvr>
                                        <p:cTn id="52" dur="500" fill="hold"/>
                                        <p:tgtEl>
                                          <p:spTgt spid="7"/>
                                        </p:tgtEl>
                                      </p:cBhvr>
                                      <p:by x="1000000" y="1000000"/>
                                    </p:animScale>
                                  </p:childTnLst>
                                </p:cTn>
                              </p:par>
                              <p:par>
                                <p:cTn id="53" presetID="10" presetClass="exit" presetSubtype="0" fill="hold" grpId="1" nodeType="withEffect">
                                  <p:stCondLst>
                                    <p:cond delay="2000"/>
                                  </p:stCondLst>
                                  <p:childTnLst>
                                    <p:animEffect transition="out" filter="fade">
                                      <p:cBhvr>
                                        <p:cTn id="54" dur="500"/>
                                        <p:tgtEl>
                                          <p:spTgt spid="7"/>
                                        </p:tgtEl>
                                      </p:cBhvr>
                                    </p:animEffect>
                                    <p:set>
                                      <p:cBhvr>
                                        <p:cTn id="55" dur="1" fill="hold">
                                          <p:stCondLst>
                                            <p:cond delay="499"/>
                                          </p:stCondLst>
                                        </p:cTn>
                                        <p:tgtEl>
                                          <p:spTgt spid="7"/>
                                        </p:tgtEl>
                                        <p:attrNameLst>
                                          <p:attrName>style.visibility</p:attrName>
                                        </p:attrNameLst>
                                      </p:cBhvr>
                                      <p:to>
                                        <p:strVal val="hidden"/>
                                      </p:to>
                                    </p:set>
                                  </p:childTnLst>
                                </p:cTn>
                              </p:par>
                              <p:par>
                                <p:cTn id="56" presetID="10" presetClass="entr" presetSubtype="0" fill="hold" nodeType="withEffect">
                                  <p:stCondLst>
                                    <p:cond delay="2000"/>
                                  </p:stCondLst>
                                  <p:childTnLst>
                                    <p:set>
                                      <p:cBhvr>
                                        <p:cTn id="57" dur="1" fill="hold">
                                          <p:stCondLst>
                                            <p:cond delay="0"/>
                                          </p:stCondLst>
                                        </p:cTn>
                                        <p:tgtEl>
                                          <p:spTgt spid="48"/>
                                        </p:tgtEl>
                                        <p:attrNameLst>
                                          <p:attrName>style.visibility</p:attrName>
                                        </p:attrNameLst>
                                      </p:cBhvr>
                                      <p:to>
                                        <p:strVal val="visible"/>
                                      </p:to>
                                    </p:set>
                                    <p:animEffect transition="in" filter="fade">
                                      <p:cBhvr>
                                        <p:cTn id="58" dur="500"/>
                                        <p:tgtEl>
                                          <p:spTgt spid="48"/>
                                        </p:tgtEl>
                                      </p:cBhvr>
                                    </p:animEffect>
                                  </p:childTnLst>
                                </p:cTn>
                              </p:par>
                              <p:par>
                                <p:cTn id="59" presetID="6" presetClass="entr" presetSubtype="32" fill="hold" grpId="0" nodeType="withEffect">
                                  <p:stCondLst>
                                    <p:cond delay="2000"/>
                                  </p:stCondLst>
                                  <p:childTnLst>
                                    <p:set>
                                      <p:cBhvr>
                                        <p:cTn id="60" dur="1" fill="hold">
                                          <p:stCondLst>
                                            <p:cond delay="0"/>
                                          </p:stCondLst>
                                        </p:cTn>
                                        <p:tgtEl>
                                          <p:spTgt spid="8"/>
                                        </p:tgtEl>
                                        <p:attrNameLst>
                                          <p:attrName>style.visibility</p:attrName>
                                        </p:attrNameLst>
                                      </p:cBhvr>
                                      <p:to>
                                        <p:strVal val="visible"/>
                                      </p:to>
                                    </p:set>
                                    <p:animEffect transition="in" filter="circle(out)">
                                      <p:cBhvr>
                                        <p:cTn id="61" dur="100"/>
                                        <p:tgtEl>
                                          <p:spTgt spid="8"/>
                                        </p:tgtEl>
                                      </p:cBhvr>
                                    </p:animEffect>
                                  </p:childTnLst>
                                </p:cTn>
                              </p:par>
                              <p:par>
                                <p:cTn id="62" presetID="42" presetClass="path" presetSubtype="0" decel="50000" fill="hold" grpId="3" nodeType="withEffect">
                                  <p:stCondLst>
                                    <p:cond delay="2000"/>
                                  </p:stCondLst>
                                  <p:childTnLst>
                                    <p:animMotion origin="layout" path="M -0.20104 0.23078 L -2.70833E-6 4.07407E-6 " pathEditMode="relative" rAng="0" ptsTypes="AA">
                                      <p:cBhvr>
                                        <p:cTn id="63" dur="500" fill="hold"/>
                                        <p:tgtEl>
                                          <p:spTgt spid="8"/>
                                        </p:tgtEl>
                                        <p:attrNameLst>
                                          <p:attrName>ppt_x</p:attrName>
                                          <p:attrName>ppt_y</p:attrName>
                                        </p:attrNameLst>
                                      </p:cBhvr>
                                      <p:rCtr x="9844" y="-11389"/>
                                    </p:animMotion>
                                  </p:childTnLst>
                                </p:cTn>
                              </p:par>
                              <p:par>
                                <p:cTn id="64" presetID="53" presetClass="entr" presetSubtype="16" fill="hold" grpId="4" nodeType="withEffect">
                                  <p:stCondLst>
                                    <p:cond delay="2000"/>
                                  </p:stCondLst>
                                  <p:childTnLst>
                                    <p:set>
                                      <p:cBhvr>
                                        <p:cTn id="65" dur="1" fill="hold">
                                          <p:stCondLst>
                                            <p:cond delay="0"/>
                                          </p:stCondLst>
                                        </p:cTn>
                                        <p:tgtEl>
                                          <p:spTgt spid="8"/>
                                        </p:tgtEl>
                                        <p:attrNameLst>
                                          <p:attrName>style.visibility</p:attrName>
                                        </p:attrNameLst>
                                      </p:cBhvr>
                                      <p:to>
                                        <p:strVal val="visible"/>
                                      </p:to>
                                    </p:set>
                                    <p:anim calcmode="lin" valueType="num">
                                      <p:cBhvr>
                                        <p:cTn id="66" dur="500" fill="hold"/>
                                        <p:tgtEl>
                                          <p:spTgt spid="8"/>
                                        </p:tgtEl>
                                        <p:attrNameLst>
                                          <p:attrName>ppt_w</p:attrName>
                                        </p:attrNameLst>
                                      </p:cBhvr>
                                      <p:tavLst>
                                        <p:tav tm="0">
                                          <p:val>
                                            <p:fltVal val="0"/>
                                          </p:val>
                                        </p:tav>
                                        <p:tav tm="100000">
                                          <p:val>
                                            <p:strVal val="#ppt_w"/>
                                          </p:val>
                                        </p:tav>
                                      </p:tavLst>
                                    </p:anim>
                                    <p:anim calcmode="lin" valueType="num">
                                      <p:cBhvr>
                                        <p:cTn id="67" dur="500" fill="hold"/>
                                        <p:tgtEl>
                                          <p:spTgt spid="8"/>
                                        </p:tgtEl>
                                        <p:attrNameLst>
                                          <p:attrName>ppt_h</p:attrName>
                                        </p:attrNameLst>
                                      </p:cBhvr>
                                      <p:tavLst>
                                        <p:tav tm="0">
                                          <p:val>
                                            <p:fltVal val="0"/>
                                          </p:val>
                                        </p:tav>
                                        <p:tav tm="100000">
                                          <p:val>
                                            <p:strVal val="#ppt_h"/>
                                          </p:val>
                                        </p:tav>
                                      </p:tavLst>
                                    </p:anim>
                                    <p:animEffect transition="in" filter="fade">
                                      <p:cBhvr>
                                        <p:cTn id="68" dur="500"/>
                                        <p:tgtEl>
                                          <p:spTgt spid="8"/>
                                        </p:tgtEl>
                                      </p:cBhvr>
                                    </p:animEffect>
                                  </p:childTnLst>
                                </p:cTn>
                              </p:par>
                              <p:par>
                                <p:cTn id="69" presetID="6" presetClass="emph" presetSubtype="0" fill="hold" grpId="2" nodeType="withEffect">
                                  <p:stCondLst>
                                    <p:cond delay="2500"/>
                                  </p:stCondLst>
                                  <p:childTnLst>
                                    <p:animScale>
                                      <p:cBhvr>
                                        <p:cTn id="70" dur="500" fill="hold"/>
                                        <p:tgtEl>
                                          <p:spTgt spid="8"/>
                                        </p:tgtEl>
                                      </p:cBhvr>
                                      <p:by x="1000000" y="1000000"/>
                                    </p:animScale>
                                  </p:childTnLst>
                                </p:cTn>
                              </p:par>
                              <p:par>
                                <p:cTn id="71" presetID="10" presetClass="exit" presetSubtype="0" fill="hold" grpId="1" nodeType="withEffect">
                                  <p:stCondLst>
                                    <p:cond delay="2500"/>
                                  </p:stCondLst>
                                  <p:childTnLst>
                                    <p:animEffect transition="out" filter="fade">
                                      <p:cBhvr>
                                        <p:cTn id="72" dur="500"/>
                                        <p:tgtEl>
                                          <p:spTgt spid="8"/>
                                        </p:tgtEl>
                                      </p:cBhvr>
                                    </p:animEffect>
                                    <p:set>
                                      <p:cBhvr>
                                        <p:cTn id="73" dur="1" fill="hold">
                                          <p:stCondLst>
                                            <p:cond delay="499"/>
                                          </p:stCondLst>
                                        </p:cTn>
                                        <p:tgtEl>
                                          <p:spTgt spid="8"/>
                                        </p:tgtEl>
                                        <p:attrNameLst>
                                          <p:attrName>style.visibility</p:attrName>
                                        </p:attrNameLst>
                                      </p:cBhvr>
                                      <p:to>
                                        <p:strVal val="hidden"/>
                                      </p:to>
                                    </p:set>
                                  </p:childTnLst>
                                </p:cTn>
                              </p:par>
                              <p:par>
                                <p:cTn id="74" presetID="10" presetClass="entr" presetSubtype="0" fill="hold" nodeType="withEffect">
                                  <p:stCondLst>
                                    <p:cond delay="2500"/>
                                  </p:stCondLst>
                                  <p:childTnLst>
                                    <p:set>
                                      <p:cBhvr>
                                        <p:cTn id="75" dur="1" fill="hold">
                                          <p:stCondLst>
                                            <p:cond delay="0"/>
                                          </p:stCondLst>
                                        </p:cTn>
                                        <p:tgtEl>
                                          <p:spTgt spid="42"/>
                                        </p:tgtEl>
                                        <p:attrNameLst>
                                          <p:attrName>style.visibility</p:attrName>
                                        </p:attrNameLst>
                                      </p:cBhvr>
                                      <p:to>
                                        <p:strVal val="visible"/>
                                      </p:to>
                                    </p:set>
                                    <p:animEffect transition="in" filter="fade">
                                      <p:cBhvr>
                                        <p:cTn id="76" dur="500"/>
                                        <p:tgtEl>
                                          <p:spTgt spid="42"/>
                                        </p:tgtEl>
                                      </p:cBhvr>
                                    </p:animEffect>
                                  </p:childTnLst>
                                </p:cTn>
                              </p:par>
                              <p:par>
                                <p:cTn id="77" presetID="6" presetClass="entr" presetSubtype="32" fill="hold" grpId="0" nodeType="withEffect">
                                  <p:stCondLst>
                                    <p:cond delay="2500"/>
                                  </p:stCondLst>
                                  <p:childTnLst>
                                    <p:set>
                                      <p:cBhvr>
                                        <p:cTn id="78" dur="1" fill="hold">
                                          <p:stCondLst>
                                            <p:cond delay="0"/>
                                          </p:stCondLst>
                                        </p:cTn>
                                        <p:tgtEl>
                                          <p:spTgt spid="9"/>
                                        </p:tgtEl>
                                        <p:attrNameLst>
                                          <p:attrName>style.visibility</p:attrName>
                                        </p:attrNameLst>
                                      </p:cBhvr>
                                      <p:to>
                                        <p:strVal val="visible"/>
                                      </p:to>
                                    </p:set>
                                    <p:animEffect transition="in" filter="circle(out)">
                                      <p:cBhvr>
                                        <p:cTn id="79" dur="100"/>
                                        <p:tgtEl>
                                          <p:spTgt spid="9"/>
                                        </p:tgtEl>
                                      </p:cBhvr>
                                    </p:animEffect>
                                  </p:childTnLst>
                                </p:cTn>
                              </p:par>
                              <p:par>
                                <p:cTn id="80" presetID="42" presetClass="path" presetSubtype="0" decel="50000" fill="hold" grpId="3" nodeType="withEffect">
                                  <p:stCondLst>
                                    <p:cond delay="2500"/>
                                  </p:stCondLst>
                                  <p:childTnLst>
                                    <p:animMotion origin="layout" path="M -0.12005 -0.22848 L -4.79167E-6 1.85185E-6 " pathEditMode="relative" rAng="0" ptsTypes="AA">
                                      <p:cBhvr>
                                        <p:cTn id="81" dur="500" fill="hold"/>
                                        <p:tgtEl>
                                          <p:spTgt spid="9"/>
                                        </p:tgtEl>
                                        <p:attrNameLst>
                                          <p:attrName>ppt_x</p:attrName>
                                          <p:attrName>ppt_y</p:attrName>
                                        </p:attrNameLst>
                                      </p:cBhvr>
                                      <p:rCtr x="5820" y="10810"/>
                                    </p:animMotion>
                                  </p:childTnLst>
                                </p:cTn>
                              </p:par>
                              <p:par>
                                <p:cTn id="82" presetID="53" presetClass="entr" presetSubtype="16" fill="hold" grpId="4" nodeType="withEffect">
                                  <p:stCondLst>
                                    <p:cond delay="2500"/>
                                  </p:stCondLst>
                                  <p:childTnLst>
                                    <p:set>
                                      <p:cBhvr>
                                        <p:cTn id="83" dur="1" fill="hold">
                                          <p:stCondLst>
                                            <p:cond delay="0"/>
                                          </p:stCondLst>
                                        </p:cTn>
                                        <p:tgtEl>
                                          <p:spTgt spid="9"/>
                                        </p:tgtEl>
                                        <p:attrNameLst>
                                          <p:attrName>style.visibility</p:attrName>
                                        </p:attrNameLst>
                                      </p:cBhvr>
                                      <p:to>
                                        <p:strVal val="visible"/>
                                      </p:to>
                                    </p:set>
                                    <p:anim calcmode="lin" valueType="num">
                                      <p:cBhvr>
                                        <p:cTn id="84" dur="500" fill="hold"/>
                                        <p:tgtEl>
                                          <p:spTgt spid="9"/>
                                        </p:tgtEl>
                                        <p:attrNameLst>
                                          <p:attrName>ppt_w</p:attrName>
                                        </p:attrNameLst>
                                      </p:cBhvr>
                                      <p:tavLst>
                                        <p:tav tm="0">
                                          <p:val>
                                            <p:fltVal val="0"/>
                                          </p:val>
                                        </p:tav>
                                        <p:tav tm="100000">
                                          <p:val>
                                            <p:strVal val="#ppt_w"/>
                                          </p:val>
                                        </p:tav>
                                      </p:tavLst>
                                    </p:anim>
                                    <p:anim calcmode="lin" valueType="num">
                                      <p:cBhvr>
                                        <p:cTn id="85" dur="500" fill="hold"/>
                                        <p:tgtEl>
                                          <p:spTgt spid="9"/>
                                        </p:tgtEl>
                                        <p:attrNameLst>
                                          <p:attrName>ppt_h</p:attrName>
                                        </p:attrNameLst>
                                      </p:cBhvr>
                                      <p:tavLst>
                                        <p:tav tm="0">
                                          <p:val>
                                            <p:fltVal val="0"/>
                                          </p:val>
                                        </p:tav>
                                        <p:tav tm="100000">
                                          <p:val>
                                            <p:strVal val="#ppt_h"/>
                                          </p:val>
                                        </p:tav>
                                      </p:tavLst>
                                    </p:anim>
                                    <p:animEffect transition="in" filter="fade">
                                      <p:cBhvr>
                                        <p:cTn id="86" dur="500"/>
                                        <p:tgtEl>
                                          <p:spTgt spid="9"/>
                                        </p:tgtEl>
                                      </p:cBhvr>
                                    </p:animEffect>
                                  </p:childTnLst>
                                </p:cTn>
                              </p:par>
                              <p:par>
                                <p:cTn id="87" presetID="6" presetClass="emph" presetSubtype="0" fill="hold" grpId="2" nodeType="withEffect">
                                  <p:stCondLst>
                                    <p:cond delay="3000"/>
                                  </p:stCondLst>
                                  <p:childTnLst>
                                    <p:animScale>
                                      <p:cBhvr>
                                        <p:cTn id="88" dur="500" fill="hold"/>
                                        <p:tgtEl>
                                          <p:spTgt spid="9"/>
                                        </p:tgtEl>
                                      </p:cBhvr>
                                      <p:by x="1000000" y="1000000"/>
                                    </p:animScale>
                                  </p:childTnLst>
                                </p:cTn>
                              </p:par>
                              <p:par>
                                <p:cTn id="89" presetID="10" presetClass="exit" presetSubtype="0" fill="hold" grpId="1" nodeType="withEffect">
                                  <p:stCondLst>
                                    <p:cond delay="3000"/>
                                  </p:stCondLst>
                                  <p:childTnLst>
                                    <p:animEffect transition="out" filter="fade">
                                      <p:cBhvr>
                                        <p:cTn id="90" dur="500"/>
                                        <p:tgtEl>
                                          <p:spTgt spid="9"/>
                                        </p:tgtEl>
                                      </p:cBhvr>
                                    </p:animEffect>
                                    <p:set>
                                      <p:cBhvr>
                                        <p:cTn id="91" dur="1" fill="hold">
                                          <p:stCondLst>
                                            <p:cond delay="499"/>
                                          </p:stCondLst>
                                        </p:cTn>
                                        <p:tgtEl>
                                          <p:spTgt spid="9"/>
                                        </p:tgtEl>
                                        <p:attrNameLst>
                                          <p:attrName>style.visibility</p:attrName>
                                        </p:attrNameLst>
                                      </p:cBhvr>
                                      <p:to>
                                        <p:strVal val="hidden"/>
                                      </p:to>
                                    </p:set>
                                  </p:childTnLst>
                                </p:cTn>
                              </p:par>
                              <p:par>
                                <p:cTn id="92" presetID="10" presetClass="entr" presetSubtype="0" fill="hold" nodeType="withEffect">
                                  <p:stCondLst>
                                    <p:cond delay="3000"/>
                                  </p:stCondLst>
                                  <p:childTnLst>
                                    <p:set>
                                      <p:cBhvr>
                                        <p:cTn id="93" dur="1" fill="hold">
                                          <p:stCondLst>
                                            <p:cond delay="0"/>
                                          </p:stCondLst>
                                        </p:cTn>
                                        <p:tgtEl>
                                          <p:spTgt spid="45"/>
                                        </p:tgtEl>
                                        <p:attrNameLst>
                                          <p:attrName>style.visibility</p:attrName>
                                        </p:attrNameLst>
                                      </p:cBhvr>
                                      <p:to>
                                        <p:strVal val="visible"/>
                                      </p:to>
                                    </p:set>
                                    <p:animEffect transition="in" filter="fade">
                                      <p:cBhvr>
                                        <p:cTn id="94" dur="500"/>
                                        <p:tgtEl>
                                          <p:spTgt spid="45"/>
                                        </p:tgtEl>
                                      </p:cBhvr>
                                    </p:animEffect>
                                  </p:childTnLst>
                                </p:cTn>
                              </p:par>
                              <p:par>
                                <p:cTn id="95" presetID="6" presetClass="entr" presetSubtype="32" fill="hold" grpId="0" nodeType="withEffect">
                                  <p:stCondLst>
                                    <p:cond delay="3000"/>
                                  </p:stCondLst>
                                  <p:childTnLst>
                                    <p:set>
                                      <p:cBhvr>
                                        <p:cTn id="96" dur="1" fill="hold">
                                          <p:stCondLst>
                                            <p:cond delay="0"/>
                                          </p:stCondLst>
                                        </p:cTn>
                                        <p:tgtEl>
                                          <p:spTgt spid="10"/>
                                        </p:tgtEl>
                                        <p:attrNameLst>
                                          <p:attrName>style.visibility</p:attrName>
                                        </p:attrNameLst>
                                      </p:cBhvr>
                                      <p:to>
                                        <p:strVal val="visible"/>
                                      </p:to>
                                    </p:set>
                                    <p:animEffect transition="in" filter="circle(out)">
                                      <p:cBhvr>
                                        <p:cTn id="97" dur="100"/>
                                        <p:tgtEl>
                                          <p:spTgt spid="10"/>
                                        </p:tgtEl>
                                      </p:cBhvr>
                                    </p:animEffect>
                                  </p:childTnLst>
                                </p:cTn>
                              </p:par>
                              <p:par>
                                <p:cTn id="98" presetID="42" presetClass="path" presetSubtype="0" decel="50000" fill="hold" grpId="3" nodeType="withEffect">
                                  <p:stCondLst>
                                    <p:cond delay="3000"/>
                                  </p:stCondLst>
                                  <p:childTnLst>
                                    <p:animMotion origin="layout" path="M -0.22721 0.05532 L 1.66667E-6 -4.07407E-6 " pathEditMode="relative" rAng="0" ptsTypes="AA">
                                      <p:cBhvr>
                                        <p:cTn id="99" dur="500" fill="hold"/>
                                        <p:tgtEl>
                                          <p:spTgt spid="10"/>
                                        </p:tgtEl>
                                        <p:attrNameLst>
                                          <p:attrName>ppt_x</p:attrName>
                                          <p:attrName>ppt_y</p:attrName>
                                        </p:attrNameLst>
                                      </p:cBhvr>
                                      <p:rCtr x="11003" y="-2731"/>
                                    </p:animMotion>
                                  </p:childTnLst>
                                </p:cTn>
                              </p:par>
                              <p:par>
                                <p:cTn id="100" presetID="53" presetClass="entr" presetSubtype="16" fill="hold" grpId="4" nodeType="withEffect">
                                  <p:stCondLst>
                                    <p:cond delay="3000"/>
                                  </p:stCondLst>
                                  <p:childTnLst>
                                    <p:set>
                                      <p:cBhvr>
                                        <p:cTn id="101" dur="1" fill="hold">
                                          <p:stCondLst>
                                            <p:cond delay="0"/>
                                          </p:stCondLst>
                                        </p:cTn>
                                        <p:tgtEl>
                                          <p:spTgt spid="10"/>
                                        </p:tgtEl>
                                        <p:attrNameLst>
                                          <p:attrName>style.visibility</p:attrName>
                                        </p:attrNameLst>
                                      </p:cBhvr>
                                      <p:to>
                                        <p:strVal val="visible"/>
                                      </p:to>
                                    </p:set>
                                    <p:anim calcmode="lin" valueType="num">
                                      <p:cBhvr>
                                        <p:cTn id="102" dur="500" fill="hold"/>
                                        <p:tgtEl>
                                          <p:spTgt spid="10"/>
                                        </p:tgtEl>
                                        <p:attrNameLst>
                                          <p:attrName>ppt_w</p:attrName>
                                        </p:attrNameLst>
                                      </p:cBhvr>
                                      <p:tavLst>
                                        <p:tav tm="0">
                                          <p:val>
                                            <p:fltVal val="0"/>
                                          </p:val>
                                        </p:tav>
                                        <p:tav tm="100000">
                                          <p:val>
                                            <p:strVal val="#ppt_w"/>
                                          </p:val>
                                        </p:tav>
                                      </p:tavLst>
                                    </p:anim>
                                    <p:anim calcmode="lin" valueType="num">
                                      <p:cBhvr>
                                        <p:cTn id="103" dur="500" fill="hold"/>
                                        <p:tgtEl>
                                          <p:spTgt spid="10"/>
                                        </p:tgtEl>
                                        <p:attrNameLst>
                                          <p:attrName>ppt_h</p:attrName>
                                        </p:attrNameLst>
                                      </p:cBhvr>
                                      <p:tavLst>
                                        <p:tav tm="0">
                                          <p:val>
                                            <p:fltVal val="0"/>
                                          </p:val>
                                        </p:tav>
                                        <p:tav tm="100000">
                                          <p:val>
                                            <p:strVal val="#ppt_h"/>
                                          </p:val>
                                        </p:tav>
                                      </p:tavLst>
                                    </p:anim>
                                    <p:animEffect transition="in" filter="fade">
                                      <p:cBhvr>
                                        <p:cTn id="104" dur="500"/>
                                        <p:tgtEl>
                                          <p:spTgt spid="10"/>
                                        </p:tgtEl>
                                      </p:cBhvr>
                                    </p:animEffect>
                                  </p:childTnLst>
                                </p:cTn>
                              </p:par>
                              <p:par>
                                <p:cTn id="105" presetID="6" presetClass="emph" presetSubtype="0" fill="hold" grpId="2" nodeType="withEffect">
                                  <p:stCondLst>
                                    <p:cond delay="3500"/>
                                  </p:stCondLst>
                                  <p:childTnLst>
                                    <p:animScale>
                                      <p:cBhvr>
                                        <p:cTn id="106" dur="500" fill="hold"/>
                                        <p:tgtEl>
                                          <p:spTgt spid="10"/>
                                        </p:tgtEl>
                                      </p:cBhvr>
                                      <p:by x="1000000" y="1000000"/>
                                    </p:animScale>
                                  </p:childTnLst>
                                </p:cTn>
                              </p:par>
                              <p:par>
                                <p:cTn id="107" presetID="10" presetClass="exit" presetSubtype="0" fill="hold" grpId="1" nodeType="withEffect">
                                  <p:stCondLst>
                                    <p:cond delay="3500"/>
                                  </p:stCondLst>
                                  <p:childTnLst>
                                    <p:animEffect transition="out" filter="fade">
                                      <p:cBhvr>
                                        <p:cTn id="108" dur="500"/>
                                        <p:tgtEl>
                                          <p:spTgt spid="10"/>
                                        </p:tgtEl>
                                      </p:cBhvr>
                                    </p:animEffect>
                                    <p:set>
                                      <p:cBhvr>
                                        <p:cTn id="109" dur="1" fill="hold">
                                          <p:stCondLst>
                                            <p:cond delay="499"/>
                                          </p:stCondLst>
                                        </p:cTn>
                                        <p:tgtEl>
                                          <p:spTgt spid="10"/>
                                        </p:tgtEl>
                                        <p:attrNameLst>
                                          <p:attrName>style.visibility</p:attrName>
                                        </p:attrNameLst>
                                      </p:cBhvr>
                                      <p:to>
                                        <p:strVal val="hidden"/>
                                      </p:to>
                                    </p:set>
                                  </p:childTnLst>
                                </p:cTn>
                              </p:par>
                              <p:par>
                                <p:cTn id="110" presetID="10" presetClass="entr" presetSubtype="0" fill="hold" nodeType="withEffect">
                                  <p:stCondLst>
                                    <p:cond delay="3500"/>
                                  </p:stCondLst>
                                  <p:childTnLst>
                                    <p:set>
                                      <p:cBhvr>
                                        <p:cTn id="111" dur="1" fill="hold">
                                          <p:stCondLst>
                                            <p:cond delay="0"/>
                                          </p:stCondLst>
                                        </p:cTn>
                                        <p:tgtEl>
                                          <p:spTgt spid="19"/>
                                        </p:tgtEl>
                                        <p:attrNameLst>
                                          <p:attrName>style.visibility</p:attrName>
                                        </p:attrNameLst>
                                      </p:cBhvr>
                                      <p:to>
                                        <p:strVal val="visible"/>
                                      </p:to>
                                    </p:set>
                                    <p:animEffect transition="in" filter="fade">
                                      <p:cBhvr>
                                        <p:cTn id="112" dur="500"/>
                                        <p:tgtEl>
                                          <p:spTgt spid="19"/>
                                        </p:tgtEl>
                                      </p:cBhvr>
                                    </p:animEffect>
                                  </p:childTnLst>
                                </p:cTn>
                              </p:par>
                              <p:par>
                                <p:cTn id="113" presetID="22" presetClass="entr" presetSubtype="8" fill="hold" grpId="0" nodeType="withEffect">
                                  <p:stCondLst>
                                    <p:cond delay="1500"/>
                                  </p:stCondLst>
                                  <p:childTnLst>
                                    <p:set>
                                      <p:cBhvr>
                                        <p:cTn id="114" dur="1" fill="hold">
                                          <p:stCondLst>
                                            <p:cond delay="0"/>
                                          </p:stCondLst>
                                        </p:cTn>
                                        <p:tgtEl>
                                          <p:spTgt spid="14"/>
                                        </p:tgtEl>
                                        <p:attrNameLst>
                                          <p:attrName>style.visibility</p:attrName>
                                        </p:attrNameLst>
                                      </p:cBhvr>
                                      <p:to>
                                        <p:strVal val="visible"/>
                                      </p:to>
                                    </p:set>
                                    <p:animEffect transition="in" filter="wipe(left)">
                                      <p:cBhvr>
                                        <p:cTn id="115" dur="500"/>
                                        <p:tgtEl>
                                          <p:spTgt spid="14"/>
                                        </p:tgtEl>
                                      </p:cBhvr>
                                    </p:animEffect>
                                  </p:childTnLst>
                                </p:cTn>
                              </p:par>
                              <p:par>
                                <p:cTn id="116" presetID="49" presetClass="entr" presetSubtype="0" decel="100000" fill="hold" nodeType="withEffect">
                                  <p:stCondLst>
                                    <p:cond delay="1500"/>
                                  </p:stCondLst>
                                  <p:childTnLst>
                                    <p:set>
                                      <p:cBhvr>
                                        <p:cTn id="117" dur="1" fill="hold">
                                          <p:stCondLst>
                                            <p:cond delay="0"/>
                                          </p:stCondLst>
                                        </p:cTn>
                                        <p:tgtEl>
                                          <p:spTgt spid="22"/>
                                        </p:tgtEl>
                                        <p:attrNameLst>
                                          <p:attrName>style.visibility</p:attrName>
                                        </p:attrNameLst>
                                      </p:cBhvr>
                                      <p:to>
                                        <p:strVal val="visible"/>
                                      </p:to>
                                    </p:set>
                                    <p:anim calcmode="lin" valueType="num">
                                      <p:cBhvr>
                                        <p:cTn id="118" dur="500" fill="hold"/>
                                        <p:tgtEl>
                                          <p:spTgt spid="22"/>
                                        </p:tgtEl>
                                        <p:attrNameLst>
                                          <p:attrName>ppt_w</p:attrName>
                                        </p:attrNameLst>
                                      </p:cBhvr>
                                      <p:tavLst>
                                        <p:tav tm="0">
                                          <p:val>
                                            <p:fltVal val="0"/>
                                          </p:val>
                                        </p:tav>
                                        <p:tav tm="100000">
                                          <p:val>
                                            <p:strVal val="#ppt_w"/>
                                          </p:val>
                                        </p:tav>
                                      </p:tavLst>
                                    </p:anim>
                                    <p:anim calcmode="lin" valueType="num">
                                      <p:cBhvr>
                                        <p:cTn id="119" dur="500" fill="hold"/>
                                        <p:tgtEl>
                                          <p:spTgt spid="22"/>
                                        </p:tgtEl>
                                        <p:attrNameLst>
                                          <p:attrName>ppt_h</p:attrName>
                                        </p:attrNameLst>
                                      </p:cBhvr>
                                      <p:tavLst>
                                        <p:tav tm="0">
                                          <p:val>
                                            <p:fltVal val="0"/>
                                          </p:val>
                                        </p:tav>
                                        <p:tav tm="100000">
                                          <p:val>
                                            <p:strVal val="#ppt_h"/>
                                          </p:val>
                                        </p:tav>
                                      </p:tavLst>
                                    </p:anim>
                                    <p:anim calcmode="lin" valueType="num">
                                      <p:cBhvr>
                                        <p:cTn id="120" dur="500" fill="hold"/>
                                        <p:tgtEl>
                                          <p:spTgt spid="22"/>
                                        </p:tgtEl>
                                        <p:attrNameLst>
                                          <p:attrName>style.rotation</p:attrName>
                                        </p:attrNameLst>
                                      </p:cBhvr>
                                      <p:tavLst>
                                        <p:tav tm="0">
                                          <p:val>
                                            <p:fltVal val="360"/>
                                          </p:val>
                                        </p:tav>
                                        <p:tav tm="100000">
                                          <p:val>
                                            <p:fltVal val="0"/>
                                          </p:val>
                                        </p:tav>
                                      </p:tavLst>
                                    </p:anim>
                                    <p:animEffect transition="in" filter="fade">
                                      <p:cBhvr>
                                        <p:cTn id="121" dur="500"/>
                                        <p:tgtEl>
                                          <p:spTgt spid="22"/>
                                        </p:tgtEl>
                                      </p:cBhvr>
                                    </p:animEffect>
                                  </p:childTnLst>
                                </p:cTn>
                              </p:par>
                              <p:par>
                                <p:cTn id="122" presetID="22" presetClass="entr" presetSubtype="8" fill="hold" grpId="0" nodeType="withEffect">
                                  <p:stCondLst>
                                    <p:cond delay="2000"/>
                                  </p:stCondLst>
                                  <p:childTnLst>
                                    <p:set>
                                      <p:cBhvr>
                                        <p:cTn id="123" dur="1" fill="hold">
                                          <p:stCondLst>
                                            <p:cond delay="0"/>
                                          </p:stCondLst>
                                        </p:cTn>
                                        <p:tgtEl>
                                          <p:spTgt spid="15"/>
                                        </p:tgtEl>
                                        <p:attrNameLst>
                                          <p:attrName>style.visibility</p:attrName>
                                        </p:attrNameLst>
                                      </p:cBhvr>
                                      <p:to>
                                        <p:strVal val="visible"/>
                                      </p:to>
                                    </p:set>
                                    <p:animEffect transition="in" filter="wipe(left)">
                                      <p:cBhvr>
                                        <p:cTn id="124" dur="500"/>
                                        <p:tgtEl>
                                          <p:spTgt spid="15"/>
                                        </p:tgtEl>
                                      </p:cBhvr>
                                    </p:animEffect>
                                  </p:childTnLst>
                                </p:cTn>
                              </p:par>
                              <p:par>
                                <p:cTn id="125" presetID="49" presetClass="entr" presetSubtype="0" decel="100000" fill="hold" nodeType="withEffect">
                                  <p:stCondLst>
                                    <p:cond delay="2000"/>
                                  </p:stCondLst>
                                  <p:childTnLst>
                                    <p:set>
                                      <p:cBhvr>
                                        <p:cTn id="126" dur="1" fill="hold">
                                          <p:stCondLst>
                                            <p:cond delay="0"/>
                                          </p:stCondLst>
                                        </p:cTn>
                                        <p:tgtEl>
                                          <p:spTgt spid="25"/>
                                        </p:tgtEl>
                                        <p:attrNameLst>
                                          <p:attrName>style.visibility</p:attrName>
                                        </p:attrNameLst>
                                      </p:cBhvr>
                                      <p:to>
                                        <p:strVal val="visible"/>
                                      </p:to>
                                    </p:set>
                                    <p:anim calcmode="lin" valueType="num">
                                      <p:cBhvr>
                                        <p:cTn id="127" dur="500" fill="hold"/>
                                        <p:tgtEl>
                                          <p:spTgt spid="25"/>
                                        </p:tgtEl>
                                        <p:attrNameLst>
                                          <p:attrName>ppt_w</p:attrName>
                                        </p:attrNameLst>
                                      </p:cBhvr>
                                      <p:tavLst>
                                        <p:tav tm="0">
                                          <p:val>
                                            <p:fltVal val="0"/>
                                          </p:val>
                                        </p:tav>
                                        <p:tav tm="100000">
                                          <p:val>
                                            <p:strVal val="#ppt_w"/>
                                          </p:val>
                                        </p:tav>
                                      </p:tavLst>
                                    </p:anim>
                                    <p:anim calcmode="lin" valueType="num">
                                      <p:cBhvr>
                                        <p:cTn id="128" dur="500" fill="hold"/>
                                        <p:tgtEl>
                                          <p:spTgt spid="25"/>
                                        </p:tgtEl>
                                        <p:attrNameLst>
                                          <p:attrName>ppt_h</p:attrName>
                                        </p:attrNameLst>
                                      </p:cBhvr>
                                      <p:tavLst>
                                        <p:tav tm="0">
                                          <p:val>
                                            <p:fltVal val="0"/>
                                          </p:val>
                                        </p:tav>
                                        <p:tav tm="100000">
                                          <p:val>
                                            <p:strVal val="#ppt_h"/>
                                          </p:val>
                                        </p:tav>
                                      </p:tavLst>
                                    </p:anim>
                                    <p:anim calcmode="lin" valueType="num">
                                      <p:cBhvr>
                                        <p:cTn id="129" dur="500" fill="hold"/>
                                        <p:tgtEl>
                                          <p:spTgt spid="25"/>
                                        </p:tgtEl>
                                        <p:attrNameLst>
                                          <p:attrName>style.rotation</p:attrName>
                                        </p:attrNameLst>
                                      </p:cBhvr>
                                      <p:tavLst>
                                        <p:tav tm="0">
                                          <p:val>
                                            <p:fltVal val="360"/>
                                          </p:val>
                                        </p:tav>
                                        <p:tav tm="100000">
                                          <p:val>
                                            <p:fltVal val="0"/>
                                          </p:val>
                                        </p:tav>
                                      </p:tavLst>
                                    </p:anim>
                                    <p:animEffect transition="in" filter="fade">
                                      <p:cBhvr>
                                        <p:cTn id="130" dur="500"/>
                                        <p:tgtEl>
                                          <p:spTgt spid="25"/>
                                        </p:tgtEl>
                                      </p:cBhvr>
                                    </p:animEffect>
                                  </p:childTnLst>
                                </p:cTn>
                              </p:par>
                              <p:par>
                                <p:cTn id="131" presetID="10" presetClass="entr" presetSubtype="0" fill="hold" grpId="0" nodeType="withEffect">
                                  <p:stCondLst>
                                    <p:cond delay="2000"/>
                                  </p:stCondLst>
                                  <p:childTnLst>
                                    <p:set>
                                      <p:cBhvr>
                                        <p:cTn id="132" dur="1" fill="hold">
                                          <p:stCondLst>
                                            <p:cond delay="0"/>
                                          </p:stCondLst>
                                        </p:cTn>
                                        <p:tgtEl>
                                          <p:spTgt spid="35"/>
                                        </p:tgtEl>
                                        <p:attrNameLst>
                                          <p:attrName>style.visibility</p:attrName>
                                        </p:attrNameLst>
                                      </p:cBhvr>
                                      <p:to>
                                        <p:strVal val="visible"/>
                                      </p:to>
                                    </p:set>
                                    <p:animEffect transition="in" filter="fade">
                                      <p:cBhvr>
                                        <p:cTn id="133" dur="500"/>
                                        <p:tgtEl>
                                          <p:spTgt spid="35"/>
                                        </p:tgtEl>
                                      </p:cBhvr>
                                    </p:animEffect>
                                  </p:childTnLst>
                                </p:cTn>
                              </p:par>
                              <p:par>
                                <p:cTn id="134" presetID="6" presetClass="emph" presetSubtype="0" autoRev="1" fill="hold" grpId="1" nodeType="withEffect">
                                  <p:stCondLst>
                                    <p:cond delay="2000"/>
                                  </p:stCondLst>
                                  <p:childTnLst>
                                    <p:animScale>
                                      <p:cBhvr>
                                        <p:cTn id="135" dur="250" fill="hold"/>
                                        <p:tgtEl>
                                          <p:spTgt spid="35"/>
                                        </p:tgtEl>
                                      </p:cBhvr>
                                      <p:by x="120000" y="120000"/>
                                    </p:animScale>
                                  </p:childTnLst>
                                </p:cTn>
                              </p:par>
                              <p:par>
                                <p:cTn id="136" presetID="22" presetClass="entr" presetSubtype="8" fill="hold" grpId="0" nodeType="withEffect">
                                  <p:stCondLst>
                                    <p:cond delay="2500"/>
                                  </p:stCondLst>
                                  <p:childTnLst>
                                    <p:set>
                                      <p:cBhvr>
                                        <p:cTn id="137" dur="1" fill="hold">
                                          <p:stCondLst>
                                            <p:cond delay="0"/>
                                          </p:stCondLst>
                                        </p:cTn>
                                        <p:tgtEl>
                                          <p:spTgt spid="16"/>
                                        </p:tgtEl>
                                        <p:attrNameLst>
                                          <p:attrName>style.visibility</p:attrName>
                                        </p:attrNameLst>
                                      </p:cBhvr>
                                      <p:to>
                                        <p:strVal val="visible"/>
                                      </p:to>
                                    </p:set>
                                    <p:animEffect transition="in" filter="wipe(left)">
                                      <p:cBhvr>
                                        <p:cTn id="138" dur="500"/>
                                        <p:tgtEl>
                                          <p:spTgt spid="16"/>
                                        </p:tgtEl>
                                      </p:cBhvr>
                                    </p:animEffect>
                                  </p:childTnLst>
                                </p:cTn>
                              </p:par>
                              <p:par>
                                <p:cTn id="139" presetID="49" presetClass="entr" presetSubtype="0" decel="100000" fill="hold" nodeType="withEffect">
                                  <p:stCondLst>
                                    <p:cond delay="2500"/>
                                  </p:stCondLst>
                                  <p:childTnLst>
                                    <p:set>
                                      <p:cBhvr>
                                        <p:cTn id="140" dur="1" fill="hold">
                                          <p:stCondLst>
                                            <p:cond delay="0"/>
                                          </p:stCondLst>
                                        </p:cTn>
                                        <p:tgtEl>
                                          <p:spTgt spid="28"/>
                                        </p:tgtEl>
                                        <p:attrNameLst>
                                          <p:attrName>style.visibility</p:attrName>
                                        </p:attrNameLst>
                                      </p:cBhvr>
                                      <p:to>
                                        <p:strVal val="visible"/>
                                      </p:to>
                                    </p:set>
                                    <p:anim calcmode="lin" valueType="num">
                                      <p:cBhvr>
                                        <p:cTn id="141" dur="500" fill="hold"/>
                                        <p:tgtEl>
                                          <p:spTgt spid="28"/>
                                        </p:tgtEl>
                                        <p:attrNameLst>
                                          <p:attrName>ppt_w</p:attrName>
                                        </p:attrNameLst>
                                      </p:cBhvr>
                                      <p:tavLst>
                                        <p:tav tm="0">
                                          <p:val>
                                            <p:fltVal val="0"/>
                                          </p:val>
                                        </p:tav>
                                        <p:tav tm="100000">
                                          <p:val>
                                            <p:strVal val="#ppt_w"/>
                                          </p:val>
                                        </p:tav>
                                      </p:tavLst>
                                    </p:anim>
                                    <p:anim calcmode="lin" valueType="num">
                                      <p:cBhvr>
                                        <p:cTn id="142" dur="500" fill="hold"/>
                                        <p:tgtEl>
                                          <p:spTgt spid="28"/>
                                        </p:tgtEl>
                                        <p:attrNameLst>
                                          <p:attrName>ppt_h</p:attrName>
                                        </p:attrNameLst>
                                      </p:cBhvr>
                                      <p:tavLst>
                                        <p:tav tm="0">
                                          <p:val>
                                            <p:fltVal val="0"/>
                                          </p:val>
                                        </p:tav>
                                        <p:tav tm="100000">
                                          <p:val>
                                            <p:strVal val="#ppt_h"/>
                                          </p:val>
                                        </p:tav>
                                      </p:tavLst>
                                    </p:anim>
                                    <p:anim calcmode="lin" valueType="num">
                                      <p:cBhvr>
                                        <p:cTn id="143" dur="500" fill="hold"/>
                                        <p:tgtEl>
                                          <p:spTgt spid="28"/>
                                        </p:tgtEl>
                                        <p:attrNameLst>
                                          <p:attrName>style.rotation</p:attrName>
                                        </p:attrNameLst>
                                      </p:cBhvr>
                                      <p:tavLst>
                                        <p:tav tm="0">
                                          <p:val>
                                            <p:fltVal val="360"/>
                                          </p:val>
                                        </p:tav>
                                        <p:tav tm="100000">
                                          <p:val>
                                            <p:fltVal val="0"/>
                                          </p:val>
                                        </p:tav>
                                      </p:tavLst>
                                    </p:anim>
                                    <p:animEffect transition="in" filter="fade">
                                      <p:cBhvr>
                                        <p:cTn id="144" dur="500"/>
                                        <p:tgtEl>
                                          <p:spTgt spid="28"/>
                                        </p:tgtEl>
                                      </p:cBhvr>
                                    </p:animEffect>
                                  </p:childTnLst>
                                </p:cTn>
                              </p:par>
                              <p:par>
                                <p:cTn id="145" presetID="10" presetClass="entr" presetSubtype="0" fill="hold" grpId="0" nodeType="withEffect">
                                  <p:stCondLst>
                                    <p:cond delay="2500"/>
                                  </p:stCondLst>
                                  <p:childTnLst>
                                    <p:set>
                                      <p:cBhvr>
                                        <p:cTn id="146" dur="1" fill="hold">
                                          <p:stCondLst>
                                            <p:cond delay="0"/>
                                          </p:stCondLst>
                                        </p:cTn>
                                        <p:tgtEl>
                                          <p:spTgt spid="36"/>
                                        </p:tgtEl>
                                        <p:attrNameLst>
                                          <p:attrName>style.visibility</p:attrName>
                                        </p:attrNameLst>
                                      </p:cBhvr>
                                      <p:to>
                                        <p:strVal val="visible"/>
                                      </p:to>
                                    </p:set>
                                    <p:animEffect transition="in" filter="fade">
                                      <p:cBhvr>
                                        <p:cTn id="147" dur="500"/>
                                        <p:tgtEl>
                                          <p:spTgt spid="36"/>
                                        </p:tgtEl>
                                      </p:cBhvr>
                                    </p:animEffect>
                                  </p:childTnLst>
                                </p:cTn>
                              </p:par>
                              <p:par>
                                <p:cTn id="148" presetID="6" presetClass="emph" presetSubtype="0" autoRev="1" fill="hold" grpId="1" nodeType="withEffect">
                                  <p:stCondLst>
                                    <p:cond delay="2500"/>
                                  </p:stCondLst>
                                  <p:childTnLst>
                                    <p:animScale>
                                      <p:cBhvr>
                                        <p:cTn id="149" dur="250" fill="hold"/>
                                        <p:tgtEl>
                                          <p:spTgt spid="36"/>
                                        </p:tgtEl>
                                      </p:cBhvr>
                                      <p:by x="120000" y="120000"/>
                                    </p:animScale>
                                  </p:childTnLst>
                                </p:cTn>
                              </p:par>
                              <p:par>
                                <p:cTn id="150" presetID="22" presetClass="entr" presetSubtype="8" fill="hold" grpId="0" nodeType="withEffect">
                                  <p:stCondLst>
                                    <p:cond delay="3000"/>
                                  </p:stCondLst>
                                  <p:childTnLst>
                                    <p:set>
                                      <p:cBhvr>
                                        <p:cTn id="151" dur="1" fill="hold">
                                          <p:stCondLst>
                                            <p:cond delay="0"/>
                                          </p:stCondLst>
                                        </p:cTn>
                                        <p:tgtEl>
                                          <p:spTgt spid="17"/>
                                        </p:tgtEl>
                                        <p:attrNameLst>
                                          <p:attrName>style.visibility</p:attrName>
                                        </p:attrNameLst>
                                      </p:cBhvr>
                                      <p:to>
                                        <p:strVal val="visible"/>
                                      </p:to>
                                    </p:set>
                                    <p:animEffect transition="in" filter="wipe(left)">
                                      <p:cBhvr>
                                        <p:cTn id="152" dur="500"/>
                                        <p:tgtEl>
                                          <p:spTgt spid="17"/>
                                        </p:tgtEl>
                                      </p:cBhvr>
                                    </p:animEffect>
                                  </p:childTnLst>
                                </p:cTn>
                              </p:par>
                              <p:par>
                                <p:cTn id="153" presetID="49" presetClass="entr" presetSubtype="0" decel="100000" fill="hold" nodeType="withEffect">
                                  <p:stCondLst>
                                    <p:cond delay="3000"/>
                                  </p:stCondLst>
                                  <p:childTnLst>
                                    <p:set>
                                      <p:cBhvr>
                                        <p:cTn id="154" dur="1" fill="hold">
                                          <p:stCondLst>
                                            <p:cond delay="0"/>
                                          </p:stCondLst>
                                        </p:cTn>
                                        <p:tgtEl>
                                          <p:spTgt spid="31"/>
                                        </p:tgtEl>
                                        <p:attrNameLst>
                                          <p:attrName>style.visibility</p:attrName>
                                        </p:attrNameLst>
                                      </p:cBhvr>
                                      <p:to>
                                        <p:strVal val="visible"/>
                                      </p:to>
                                    </p:set>
                                    <p:anim calcmode="lin" valueType="num">
                                      <p:cBhvr>
                                        <p:cTn id="155" dur="500" fill="hold"/>
                                        <p:tgtEl>
                                          <p:spTgt spid="31"/>
                                        </p:tgtEl>
                                        <p:attrNameLst>
                                          <p:attrName>ppt_w</p:attrName>
                                        </p:attrNameLst>
                                      </p:cBhvr>
                                      <p:tavLst>
                                        <p:tav tm="0">
                                          <p:val>
                                            <p:fltVal val="0"/>
                                          </p:val>
                                        </p:tav>
                                        <p:tav tm="100000">
                                          <p:val>
                                            <p:strVal val="#ppt_w"/>
                                          </p:val>
                                        </p:tav>
                                      </p:tavLst>
                                    </p:anim>
                                    <p:anim calcmode="lin" valueType="num">
                                      <p:cBhvr>
                                        <p:cTn id="156" dur="500" fill="hold"/>
                                        <p:tgtEl>
                                          <p:spTgt spid="31"/>
                                        </p:tgtEl>
                                        <p:attrNameLst>
                                          <p:attrName>ppt_h</p:attrName>
                                        </p:attrNameLst>
                                      </p:cBhvr>
                                      <p:tavLst>
                                        <p:tav tm="0">
                                          <p:val>
                                            <p:fltVal val="0"/>
                                          </p:val>
                                        </p:tav>
                                        <p:tav tm="100000">
                                          <p:val>
                                            <p:strVal val="#ppt_h"/>
                                          </p:val>
                                        </p:tav>
                                      </p:tavLst>
                                    </p:anim>
                                    <p:anim calcmode="lin" valueType="num">
                                      <p:cBhvr>
                                        <p:cTn id="157" dur="500" fill="hold"/>
                                        <p:tgtEl>
                                          <p:spTgt spid="31"/>
                                        </p:tgtEl>
                                        <p:attrNameLst>
                                          <p:attrName>style.rotation</p:attrName>
                                        </p:attrNameLst>
                                      </p:cBhvr>
                                      <p:tavLst>
                                        <p:tav tm="0">
                                          <p:val>
                                            <p:fltVal val="360"/>
                                          </p:val>
                                        </p:tav>
                                        <p:tav tm="100000">
                                          <p:val>
                                            <p:fltVal val="0"/>
                                          </p:val>
                                        </p:tav>
                                      </p:tavLst>
                                    </p:anim>
                                    <p:animEffect transition="in" filter="fade">
                                      <p:cBhvr>
                                        <p:cTn id="158" dur="500"/>
                                        <p:tgtEl>
                                          <p:spTgt spid="31"/>
                                        </p:tgtEl>
                                      </p:cBhvr>
                                    </p:animEffect>
                                  </p:childTnLst>
                                </p:cTn>
                              </p:par>
                              <p:par>
                                <p:cTn id="159" presetID="10" presetClass="entr" presetSubtype="0" fill="hold" grpId="0" nodeType="withEffect">
                                  <p:stCondLst>
                                    <p:cond delay="3000"/>
                                  </p:stCondLst>
                                  <p:childTnLst>
                                    <p:set>
                                      <p:cBhvr>
                                        <p:cTn id="160" dur="1" fill="hold">
                                          <p:stCondLst>
                                            <p:cond delay="0"/>
                                          </p:stCondLst>
                                        </p:cTn>
                                        <p:tgtEl>
                                          <p:spTgt spid="37"/>
                                        </p:tgtEl>
                                        <p:attrNameLst>
                                          <p:attrName>style.visibility</p:attrName>
                                        </p:attrNameLst>
                                      </p:cBhvr>
                                      <p:to>
                                        <p:strVal val="visible"/>
                                      </p:to>
                                    </p:set>
                                    <p:animEffect transition="in" filter="fade">
                                      <p:cBhvr>
                                        <p:cTn id="161" dur="500"/>
                                        <p:tgtEl>
                                          <p:spTgt spid="37"/>
                                        </p:tgtEl>
                                      </p:cBhvr>
                                    </p:animEffect>
                                  </p:childTnLst>
                                </p:cTn>
                              </p:par>
                              <p:par>
                                <p:cTn id="162" presetID="6" presetClass="emph" presetSubtype="0" autoRev="1" fill="hold" grpId="1" nodeType="withEffect">
                                  <p:stCondLst>
                                    <p:cond delay="3000"/>
                                  </p:stCondLst>
                                  <p:childTnLst>
                                    <p:animScale>
                                      <p:cBhvr>
                                        <p:cTn id="163" dur="250" fill="hold"/>
                                        <p:tgtEl>
                                          <p:spTgt spid="37"/>
                                        </p:tgtEl>
                                      </p:cBhvr>
                                      <p:by x="120000" y="120000"/>
                                    </p:animScale>
                                  </p:childTnLst>
                                </p:cTn>
                              </p:par>
                              <p:par>
                                <p:cTn id="164" presetID="22" presetClass="entr" presetSubtype="8" fill="hold" grpId="0" nodeType="withEffect">
                                  <p:stCondLst>
                                    <p:cond delay="3500"/>
                                  </p:stCondLst>
                                  <p:childTnLst>
                                    <p:set>
                                      <p:cBhvr>
                                        <p:cTn id="165" dur="1" fill="hold">
                                          <p:stCondLst>
                                            <p:cond delay="0"/>
                                          </p:stCondLst>
                                        </p:cTn>
                                        <p:tgtEl>
                                          <p:spTgt spid="18"/>
                                        </p:tgtEl>
                                        <p:attrNameLst>
                                          <p:attrName>style.visibility</p:attrName>
                                        </p:attrNameLst>
                                      </p:cBhvr>
                                      <p:to>
                                        <p:strVal val="visible"/>
                                      </p:to>
                                    </p:set>
                                    <p:animEffect transition="in" filter="wipe(left)">
                                      <p:cBhvr>
                                        <p:cTn id="166" dur="500"/>
                                        <p:tgtEl>
                                          <p:spTgt spid="18"/>
                                        </p:tgtEl>
                                      </p:cBhvr>
                                    </p:animEffect>
                                  </p:childTnLst>
                                </p:cTn>
                              </p:par>
                              <p:par>
                                <p:cTn id="167" presetID="10" presetClass="entr" presetSubtype="0" fill="hold" grpId="0" nodeType="withEffect">
                                  <p:stCondLst>
                                    <p:cond delay="3500"/>
                                  </p:stCondLst>
                                  <p:childTnLst>
                                    <p:set>
                                      <p:cBhvr>
                                        <p:cTn id="168" dur="1" fill="hold">
                                          <p:stCondLst>
                                            <p:cond delay="0"/>
                                          </p:stCondLst>
                                        </p:cTn>
                                        <p:tgtEl>
                                          <p:spTgt spid="38"/>
                                        </p:tgtEl>
                                        <p:attrNameLst>
                                          <p:attrName>style.visibility</p:attrName>
                                        </p:attrNameLst>
                                      </p:cBhvr>
                                      <p:to>
                                        <p:strVal val="visible"/>
                                      </p:to>
                                    </p:set>
                                    <p:animEffect transition="in" filter="fade">
                                      <p:cBhvr>
                                        <p:cTn id="169" dur="500"/>
                                        <p:tgtEl>
                                          <p:spTgt spid="38"/>
                                        </p:tgtEl>
                                      </p:cBhvr>
                                    </p:animEffect>
                                  </p:childTnLst>
                                </p:cTn>
                              </p:par>
                              <p:par>
                                <p:cTn id="170" presetID="6" presetClass="emph" presetSubtype="0" autoRev="1" fill="hold" grpId="1" nodeType="withEffect">
                                  <p:stCondLst>
                                    <p:cond delay="3500"/>
                                  </p:stCondLst>
                                  <p:childTnLst>
                                    <p:animScale>
                                      <p:cBhvr>
                                        <p:cTn id="171" dur="250" fill="hold"/>
                                        <p:tgtEl>
                                          <p:spTgt spid="38"/>
                                        </p:tgtEl>
                                      </p:cBhvr>
                                      <p:by x="120000" y="12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5" grpId="2" animBg="1"/>
      <p:bldP spid="5" grpId="3" animBg="1"/>
      <p:bldP spid="5" grpId="4" animBg="1"/>
      <p:bldP spid="6" grpId="0" animBg="1"/>
      <p:bldP spid="6" grpId="1" animBg="1"/>
      <p:bldP spid="6" grpId="2" animBg="1"/>
      <p:bldP spid="6" grpId="3" animBg="1"/>
      <p:bldP spid="6" grpId="4" animBg="1"/>
      <p:bldP spid="7" grpId="0" animBg="1"/>
      <p:bldP spid="7" grpId="1" animBg="1"/>
      <p:bldP spid="7" grpId="2" animBg="1"/>
      <p:bldP spid="7" grpId="3" animBg="1"/>
      <p:bldP spid="7" grpId="4" animBg="1"/>
      <p:bldP spid="8" grpId="0" animBg="1"/>
      <p:bldP spid="8" grpId="1" animBg="1"/>
      <p:bldP spid="8" grpId="2" animBg="1"/>
      <p:bldP spid="8" grpId="3" animBg="1"/>
      <p:bldP spid="8" grpId="4" animBg="1"/>
      <p:bldP spid="9" grpId="0" animBg="1"/>
      <p:bldP spid="9" grpId="1" animBg="1"/>
      <p:bldP spid="9" grpId="2" animBg="1"/>
      <p:bldP spid="9" grpId="3" animBg="1"/>
      <p:bldP spid="9" grpId="4" animBg="1"/>
      <p:bldP spid="10" grpId="0" animBg="1"/>
      <p:bldP spid="10" grpId="1" animBg="1"/>
      <p:bldP spid="10" grpId="2" animBg="1"/>
      <p:bldP spid="10" grpId="3" animBg="1"/>
      <p:bldP spid="10" grpId="4" animBg="1"/>
      <p:bldP spid="14" grpId="0" animBg="1"/>
      <p:bldP spid="15" grpId="0" animBg="1"/>
      <p:bldP spid="16" grpId="0" animBg="1"/>
      <p:bldP spid="17" grpId="0" animBg="1"/>
      <p:bldP spid="18" grpId="0" animBg="1"/>
      <p:bldP spid="35" grpId="0"/>
      <p:bldP spid="35" grpId="1"/>
      <p:bldP spid="36" grpId="0"/>
      <p:bldP spid="36" grpId="1"/>
      <p:bldP spid="37" grpId="0"/>
      <p:bldP spid="37" grpId="1"/>
      <p:bldP spid="38" grpId="0"/>
      <p:bldP spid="38"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95486"/>
            <a:ext cx="611560" cy="369332"/>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3"/>
          <p:cNvSpPr txBox="1"/>
          <p:nvPr/>
        </p:nvSpPr>
        <p:spPr>
          <a:xfrm>
            <a:off x="683568" y="195486"/>
            <a:ext cx="3816424" cy="646331"/>
          </a:xfrm>
          <a:prstGeom prst="rect">
            <a:avLst/>
          </a:prstGeom>
          <a:noFill/>
        </p:spPr>
        <p:txBody>
          <a:bodyPr wrap="square" rtlCol="0">
            <a:spAutoFit/>
          </a:bodyPr>
          <a:lstStyle/>
          <a:p>
            <a:r>
              <a:rPr lang="zh-CN" altLang="en-US" dirty="0">
                <a:solidFill>
                  <a:srgbClr val="054487"/>
                </a:solidFill>
                <a:latin typeface="微软雅黑" pitchFamily="34" charset="-122"/>
                <a:ea typeface="微软雅黑" pitchFamily="34" charset="-122"/>
              </a:rPr>
              <a:t>输入你的标题 </a:t>
            </a:r>
            <a:r>
              <a:rPr lang="en-US" altLang="zh-CN" dirty="0">
                <a:solidFill>
                  <a:srgbClr val="054487"/>
                </a:solidFill>
                <a:latin typeface="微软雅黑" pitchFamily="34" charset="-122"/>
                <a:ea typeface="微软雅黑" pitchFamily="34" charset="-122"/>
              </a:rPr>
              <a:t>/Add your title</a:t>
            </a:r>
            <a:endParaRPr lang="zh-CN" altLang="en-US" dirty="0">
              <a:solidFill>
                <a:srgbClr val="054487"/>
              </a:solidFill>
              <a:latin typeface="微软雅黑" pitchFamily="34" charset="-122"/>
              <a:ea typeface="微软雅黑" pitchFamily="34" charset="-122"/>
            </a:endParaRPr>
          </a:p>
          <a:p>
            <a:endParaRPr lang="zh-CN" altLang="en-US" dirty="0">
              <a:solidFill>
                <a:srgbClr val="F46970"/>
              </a:solidFill>
              <a:latin typeface="微软雅黑" pitchFamily="34" charset="-122"/>
              <a:ea typeface="微软雅黑" pitchFamily="34" charset="-122"/>
            </a:endParaRPr>
          </a:p>
        </p:txBody>
      </p:sp>
      <p:grpSp>
        <p:nvGrpSpPr>
          <p:cNvPr id="5" name="组合 4"/>
          <p:cNvGrpSpPr/>
          <p:nvPr/>
        </p:nvGrpSpPr>
        <p:grpSpPr>
          <a:xfrm>
            <a:off x="1193924" y="1420192"/>
            <a:ext cx="3178175" cy="1377950"/>
            <a:chOff x="990600" y="2455863"/>
            <a:chExt cx="3178175" cy="1377950"/>
          </a:xfrm>
        </p:grpSpPr>
        <p:pic>
          <p:nvPicPr>
            <p:cNvPr id="6" name="Picture 21" descr="阴影5"/>
            <p:cNvPicPr>
              <a:picLocks noChangeAspect="1" noChangeArrowheads="1"/>
            </p:cNvPicPr>
            <p:nvPr/>
          </p:nvPicPr>
          <p:blipFill>
            <a:blip r:embed="rId2"/>
            <a:srcRect/>
            <a:stretch>
              <a:fillRect/>
            </a:stretch>
          </p:blipFill>
          <p:spPr bwMode="auto">
            <a:xfrm>
              <a:off x="990600" y="3667125"/>
              <a:ext cx="3178175" cy="166688"/>
            </a:xfrm>
            <a:prstGeom prst="rect">
              <a:avLst/>
            </a:prstGeom>
            <a:noFill/>
            <a:ln w="9525">
              <a:noFill/>
              <a:miter lim="800000"/>
              <a:headEnd/>
              <a:tailEnd/>
            </a:ln>
          </p:spPr>
        </p:pic>
        <p:sp>
          <p:nvSpPr>
            <p:cNvPr id="7" name="AutoShape 22"/>
            <p:cNvSpPr>
              <a:spLocks noChangeArrowheads="1"/>
            </p:cNvSpPr>
            <p:nvPr/>
          </p:nvSpPr>
          <p:spPr bwMode="auto">
            <a:xfrm>
              <a:off x="1012825" y="2965450"/>
              <a:ext cx="3098800" cy="796925"/>
            </a:xfrm>
            <a:prstGeom prst="roundRect">
              <a:avLst>
                <a:gd name="adj" fmla="val 5630"/>
              </a:avLst>
            </a:prstGeom>
            <a:gradFill rotWithShape="1">
              <a:gsLst>
                <a:gs pos="0">
                  <a:srgbClr val="FFFFFF"/>
                </a:gs>
                <a:gs pos="100000">
                  <a:srgbClr val="D8D8D8"/>
                </a:gs>
              </a:gsLst>
              <a:lin ang="5400000" scaled="1"/>
            </a:gradFill>
            <a:ln w="6350" algn="ctr">
              <a:solidFill>
                <a:srgbClr val="C0C0C0"/>
              </a:solidFill>
              <a:round/>
              <a:headEnd/>
              <a:tailEnd/>
            </a:ln>
          </p:spPr>
          <p:txBody>
            <a:bodyPr wrap="none" anchor="ctr"/>
            <a:lstStyle/>
            <a:p>
              <a:pPr marL="0" marR="0" lvl="0" indent="0" algn="ctr" defTabSz="914400" eaLnBrk="1" fontAlgn="auto" latinLnBrk="0" hangingPunct="1">
                <a:lnSpc>
                  <a:spcPct val="100000"/>
                </a:lnSpc>
                <a:spcBef>
                  <a:spcPct val="20000"/>
                </a:spcBef>
                <a:spcAft>
                  <a:spcPts val="0"/>
                </a:spcAft>
                <a:buClr>
                  <a:srgbClr val="E1B40C"/>
                </a:buClr>
                <a:buSzTx/>
                <a:buFont typeface="微软雅黑" pitchFamily="34" charset="-122"/>
                <a:buNone/>
                <a:tabLst/>
                <a:defRPr/>
              </a:pPr>
              <a:r>
                <a:rPr kumimoji="0" lang="zh-CN" altLang="en-US" sz="1000" b="0" i="0" u="none" strike="noStrike" kern="0" cap="none" spc="0" normalizeH="0" baseline="0" noProof="0" dirty="0">
                  <a:ln>
                    <a:noFill/>
                  </a:ln>
                  <a:solidFill>
                    <a:srgbClr val="000000"/>
                  </a:solidFill>
                  <a:effectLst/>
                  <a:uLnTx/>
                  <a:uFillTx/>
                  <a:latin typeface="微软雅黑" pitchFamily="34" charset="-122"/>
                </a:rPr>
                <a:t>单击此处添加文字内容   单击此处添加文字内容</a:t>
              </a:r>
            </a:p>
            <a:p>
              <a:pPr marL="0" marR="0" lvl="0" indent="0" algn="ctr" defTabSz="914400" eaLnBrk="1" fontAlgn="auto" latinLnBrk="0" hangingPunct="1">
                <a:lnSpc>
                  <a:spcPct val="100000"/>
                </a:lnSpc>
                <a:spcBef>
                  <a:spcPct val="20000"/>
                </a:spcBef>
                <a:spcAft>
                  <a:spcPts val="0"/>
                </a:spcAft>
                <a:buClr>
                  <a:srgbClr val="E1B40C"/>
                </a:buClr>
                <a:buSzTx/>
                <a:buFont typeface="微软雅黑" pitchFamily="34" charset="-122"/>
                <a:buNone/>
                <a:tabLst/>
                <a:defRPr/>
              </a:pPr>
              <a:r>
                <a:rPr kumimoji="0" lang="zh-CN" altLang="en-US" sz="1000" b="0" i="0" u="none" strike="noStrike" kern="0" cap="none" spc="0" normalizeH="0" baseline="0" noProof="0" dirty="0">
                  <a:ln>
                    <a:noFill/>
                  </a:ln>
                  <a:solidFill>
                    <a:srgbClr val="000000"/>
                  </a:solidFill>
                  <a:effectLst/>
                  <a:uLnTx/>
                  <a:uFillTx/>
                  <a:latin typeface="微软雅黑" pitchFamily="34" charset="-122"/>
                </a:rPr>
                <a:t>单击此处添加文字内容   单击此处添加文字内容</a:t>
              </a:r>
              <a:endParaRPr kumimoji="0" lang="zh-CN" altLang="zh-CN" sz="1000" b="0" i="0" u="none" strike="noStrike" kern="0" cap="none" spc="0" normalizeH="0" baseline="0" noProof="0" dirty="0">
                <a:ln>
                  <a:noFill/>
                </a:ln>
                <a:solidFill>
                  <a:srgbClr val="000000"/>
                </a:solidFill>
                <a:effectLst/>
                <a:uLnTx/>
                <a:uFillTx/>
                <a:latin typeface="微软雅黑" pitchFamily="34" charset="-122"/>
              </a:endParaRPr>
            </a:p>
          </p:txBody>
        </p:sp>
        <p:sp>
          <p:nvSpPr>
            <p:cNvPr id="8" name="Oval 8"/>
            <p:cNvSpPr>
              <a:spLocks noChangeAspect="1" noChangeArrowheads="1"/>
            </p:cNvSpPr>
            <p:nvPr/>
          </p:nvSpPr>
          <p:spPr bwMode="gray">
            <a:xfrm>
              <a:off x="1128713" y="2906713"/>
              <a:ext cx="569912" cy="276225"/>
            </a:xfrm>
            <a:prstGeom prst="ellipse">
              <a:avLst/>
            </a:prstGeom>
            <a:gradFill rotWithShape="1">
              <a:gsLst>
                <a:gs pos="0">
                  <a:sysClr val="windowText" lastClr="000000">
                    <a:alpha val="60001"/>
                  </a:sysClr>
                </a:gs>
                <a:gs pos="100000">
                  <a:sysClr val="windowText" lastClr="000000">
                    <a:gamma/>
                    <a:tint val="0"/>
                    <a:invGamma/>
                    <a:alpha val="0"/>
                  </a:sysClr>
                </a:gs>
              </a:gsLst>
              <a:path path="shape">
                <a:fillToRect l="50000" t="50000" r="50000" b="50000"/>
              </a:path>
            </a:gradFill>
            <a:ln w="9525" algn="ctr">
              <a:noFill/>
              <a:round/>
              <a:headEnd/>
              <a:tailEnd/>
            </a:ln>
            <a:effectLst/>
          </p:spPr>
          <p:txBody>
            <a:bodyPr vert="eaVert"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zh-CN" sz="1400" b="0" i="0" u="none" strike="noStrike" kern="0" cap="none" spc="0" normalizeH="0" baseline="0" noProof="0">
                <a:ln>
                  <a:noFill/>
                </a:ln>
                <a:solidFill>
                  <a:prstClr val="black"/>
                </a:solidFill>
                <a:effectLst/>
                <a:uLnTx/>
                <a:uFillTx/>
                <a:ea typeface="PMingLiU" pitchFamily="18" charset="-120"/>
              </a:endParaRPr>
            </a:p>
          </p:txBody>
        </p:sp>
        <p:sp>
          <p:nvSpPr>
            <p:cNvPr id="9" name="Arc 9"/>
            <p:cNvSpPr>
              <a:spLocks/>
            </p:cNvSpPr>
            <p:nvPr/>
          </p:nvSpPr>
          <p:spPr bwMode="auto">
            <a:xfrm>
              <a:off x="1139825" y="2789238"/>
              <a:ext cx="550863" cy="303212"/>
            </a:xfrm>
            <a:custGeom>
              <a:avLst/>
              <a:gdLst>
                <a:gd name="T0" fmla="*/ 2147483647 w 43195"/>
                <a:gd name="T1" fmla="*/ 2147483647 h 23732"/>
                <a:gd name="T2" fmla="*/ 1004921478 w 43195"/>
                <a:gd name="T3" fmla="*/ 0 h 23732"/>
                <a:gd name="T4" fmla="*/ 2147483647 w 43195"/>
                <a:gd name="T5" fmla="*/ 2147483647 h 23732"/>
                <a:gd name="T6" fmla="*/ 0 60000 65536"/>
                <a:gd name="T7" fmla="*/ 0 60000 65536"/>
                <a:gd name="T8" fmla="*/ 0 60000 65536"/>
                <a:gd name="T9" fmla="*/ 0 w 43195"/>
                <a:gd name="T10" fmla="*/ 0 h 23732"/>
                <a:gd name="T11" fmla="*/ 43195 w 43195"/>
                <a:gd name="T12" fmla="*/ 23732 h 23732"/>
              </a:gdLst>
              <a:ahLst/>
              <a:cxnLst>
                <a:cxn ang="T6">
                  <a:pos x="T0" y="T1"/>
                </a:cxn>
                <a:cxn ang="T7">
                  <a:pos x="T2" y="T3"/>
                </a:cxn>
                <a:cxn ang="T8">
                  <a:pos x="T4" y="T5"/>
                </a:cxn>
              </a:cxnLst>
              <a:rect l="T9" t="T10" r="T11" b="T12"/>
              <a:pathLst>
                <a:path w="43195" h="23732" fill="none" extrusionOk="0">
                  <a:moveTo>
                    <a:pt x="43194" y="2602"/>
                  </a:moveTo>
                  <a:cubicBezTo>
                    <a:pt x="42938" y="14346"/>
                    <a:pt x="33345" y="23731"/>
                    <a:pt x="21600" y="23732"/>
                  </a:cubicBezTo>
                  <a:cubicBezTo>
                    <a:pt x="9670" y="23732"/>
                    <a:pt x="0" y="14061"/>
                    <a:pt x="0" y="2132"/>
                  </a:cubicBezTo>
                  <a:cubicBezTo>
                    <a:pt x="-1" y="1420"/>
                    <a:pt x="35" y="708"/>
                    <a:pt x="105" y="0"/>
                  </a:cubicBezTo>
                </a:path>
                <a:path w="43195" h="23732" stroke="0" extrusionOk="0">
                  <a:moveTo>
                    <a:pt x="43194" y="2602"/>
                  </a:moveTo>
                  <a:cubicBezTo>
                    <a:pt x="42938" y="14346"/>
                    <a:pt x="33345" y="23731"/>
                    <a:pt x="21600" y="23732"/>
                  </a:cubicBezTo>
                  <a:cubicBezTo>
                    <a:pt x="9670" y="23732"/>
                    <a:pt x="0" y="14061"/>
                    <a:pt x="0" y="2132"/>
                  </a:cubicBezTo>
                  <a:cubicBezTo>
                    <a:pt x="-1" y="1420"/>
                    <a:pt x="35" y="708"/>
                    <a:pt x="105" y="0"/>
                  </a:cubicBezTo>
                  <a:lnTo>
                    <a:pt x="21600" y="2132"/>
                  </a:lnTo>
                  <a:lnTo>
                    <a:pt x="43194" y="2602"/>
                  </a:lnTo>
                  <a:close/>
                </a:path>
              </a:pathLst>
            </a:custGeom>
            <a:solidFill>
              <a:srgbClr val="054487"/>
            </a:solidFill>
            <a:ln w="12700" algn="ctr">
              <a:noFill/>
              <a:round/>
              <a:headEnd/>
              <a:tailEnd/>
            </a:ln>
          </p:spPr>
          <p:txBody>
            <a:bodyPr wrap="none" lIns="87313" tIns="44450" rIns="87313" bIns="4445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10" name="Oval 10"/>
            <p:cNvSpPr>
              <a:spLocks noChangeAspect="1" noChangeArrowheads="1"/>
            </p:cNvSpPr>
            <p:nvPr/>
          </p:nvSpPr>
          <p:spPr bwMode="gray">
            <a:xfrm>
              <a:off x="1128713" y="2676525"/>
              <a:ext cx="569912" cy="277813"/>
            </a:xfrm>
            <a:prstGeom prst="ellipse">
              <a:avLst/>
            </a:prstGeom>
            <a:solidFill>
              <a:srgbClr val="054487"/>
            </a:solidFill>
            <a:ln w="9525" algn="ctr">
              <a:noFill/>
              <a:round/>
              <a:headEnd/>
              <a:tailEnd/>
            </a:ln>
          </p:spPr>
          <p:txBody>
            <a:bodyPr vert="eaVert"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zh-CN" sz="1400" b="0" i="0" u="none" strike="noStrike" kern="0" cap="none" spc="0" normalizeH="0" baseline="0" noProof="0">
                <a:ln>
                  <a:noFill/>
                </a:ln>
                <a:solidFill>
                  <a:prstClr val="black"/>
                </a:solidFill>
                <a:effectLst/>
                <a:uLnTx/>
                <a:uFillTx/>
                <a:ea typeface="PMingLiU" pitchFamily="18" charset="-120"/>
              </a:endParaRPr>
            </a:p>
          </p:txBody>
        </p:sp>
        <p:grpSp>
          <p:nvGrpSpPr>
            <p:cNvPr id="11" name="Group 11"/>
            <p:cNvGrpSpPr>
              <a:grpSpLocks/>
            </p:cNvGrpSpPr>
            <p:nvPr/>
          </p:nvGrpSpPr>
          <p:grpSpPr bwMode="auto">
            <a:xfrm>
              <a:off x="1352550" y="2455863"/>
              <a:ext cx="128588" cy="355600"/>
              <a:chOff x="3288" y="2455"/>
              <a:chExt cx="203" cy="567"/>
            </a:xfrm>
          </p:grpSpPr>
          <p:grpSp>
            <p:nvGrpSpPr>
              <p:cNvPr id="13" name="Group 12"/>
              <p:cNvGrpSpPr>
                <a:grpSpLocks/>
              </p:cNvGrpSpPr>
              <p:nvPr/>
            </p:nvGrpSpPr>
            <p:grpSpPr bwMode="auto">
              <a:xfrm>
                <a:off x="3335" y="2700"/>
                <a:ext cx="108" cy="322"/>
                <a:chOff x="3243" y="2500"/>
                <a:chExt cx="567" cy="1701"/>
              </a:xfrm>
            </p:grpSpPr>
            <p:sp>
              <p:nvSpPr>
                <p:cNvPr id="16" name="AutoShape 13"/>
                <p:cNvSpPr>
                  <a:spLocks noChangeArrowheads="1"/>
                </p:cNvSpPr>
                <p:nvPr/>
              </p:nvSpPr>
              <p:spPr bwMode="auto">
                <a:xfrm rot="5400000">
                  <a:off x="2517" y="3226"/>
                  <a:ext cx="1701" cy="250"/>
                </a:xfrm>
                <a:prstGeom prst="roundRect">
                  <a:avLst>
                    <a:gd name="adj" fmla="val 16667"/>
                  </a:avLst>
                </a:prstGeom>
                <a:solidFill>
                  <a:sysClr val="windowText" lastClr="000000"/>
                </a:solidFill>
                <a:ln w="9525">
                  <a:noFill/>
                  <a:round/>
                  <a:headEnd/>
                  <a:tailEnd/>
                </a:ln>
              </p:spPr>
              <p:txBody>
                <a:bodyPr wrap="none" anchor="ct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0" lang="zh-CN" altLang="zh-CN" sz="1400" b="0" i="0" u="none" strike="noStrike" kern="0" cap="none" spc="0" normalizeH="0" baseline="0" noProof="0">
                    <a:ln>
                      <a:noFill/>
                    </a:ln>
                    <a:solidFill>
                      <a:prstClr val="black"/>
                    </a:solidFill>
                    <a:effectLst/>
                    <a:uLnTx/>
                    <a:uFillTx/>
                    <a:latin typeface="Gulim" pitchFamily="34" charset="-127"/>
                    <a:ea typeface="Gulim" pitchFamily="34" charset="-127"/>
                  </a:endParaRPr>
                </a:p>
              </p:txBody>
            </p:sp>
            <p:sp>
              <p:nvSpPr>
                <p:cNvPr id="17" name="AutoShape 14"/>
                <p:cNvSpPr>
                  <a:spLocks noChangeArrowheads="1"/>
                </p:cNvSpPr>
                <p:nvPr/>
              </p:nvSpPr>
              <p:spPr bwMode="auto">
                <a:xfrm rot="5400000">
                  <a:off x="2834" y="3226"/>
                  <a:ext cx="1701" cy="250"/>
                </a:xfrm>
                <a:prstGeom prst="roundRect">
                  <a:avLst>
                    <a:gd name="adj" fmla="val 16667"/>
                  </a:avLst>
                </a:prstGeom>
                <a:solidFill>
                  <a:sysClr val="windowText" lastClr="000000"/>
                </a:solidFill>
                <a:ln w="9525">
                  <a:noFill/>
                  <a:round/>
                  <a:headEnd/>
                  <a:tailEnd/>
                </a:ln>
              </p:spPr>
              <p:txBody>
                <a:bodyPr wrap="none" anchor="ct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0" lang="zh-CN" altLang="zh-CN" sz="1400" b="0" i="0" u="none" strike="noStrike" kern="0" cap="none" spc="0" normalizeH="0" baseline="0" noProof="0">
                    <a:ln>
                      <a:noFill/>
                    </a:ln>
                    <a:solidFill>
                      <a:prstClr val="black"/>
                    </a:solidFill>
                    <a:effectLst/>
                    <a:uLnTx/>
                    <a:uFillTx/>
                    <a:latin typeface="Gulim" pitchFamily="34" charset="-127"/>
                    <a:ea typeface="Gulim" pitchFamily="34" charset="-127"/>
                  </a:endParaRPr>
                </a:p>
              </p:txBody>
            </p:sp>
          </p:grpSp>
          <p:sp>
            <p:nvSpPr>
              <p:cNvPr id="14" name="AutoShape 15"/>
              <p:cNvSpPr>
                <a:spLocks noChangeArrowheads="1"/>
              </p:cNvSpPr>
              <p:nvPr/>
            </p:nvSpPr>
            <p:spPr bwMode="auto">
              <a:xfrm rot="10800000">
                <a:off x="3288" y="2580"/>
                <a:ext cx="203" cy="206"/>
              </a:xfrm>
              <a:prstGeom prst="roundRect">
                <a:avLst>
                  <a:gd name="adj" fmla="val 16667"/>
                </a:avLst>
              </a:prstGeom>
              <a:solidFill>
                <a:sysClr val="windowText" lastClr="000000"/>
              </a:solidFill>
              <a:ln w="9525">
                <a:noFill/>
                <a:round/>
                <a:headEnd/>
                <a:tailEnd/>
              </a:ln>
            </p:spPr>
            <p:txBody>
              <a:bodyPr rot="10800000" wrap="none" anchor="ct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0" lang="zh-CN" altLang="zh-CN" sz="1400" b="0" i="0" u="none" strike="noStrike" kern="0" cap="none" spc="0" normalizeH="0" baseline="0" noProof="0">
                  <a:ln>
                    <a:noFill/>
                  </a:ln>
                  <a:solidFill>
                    <a:prstClr val="black"/>
                  </a:solidFill>
                  <a:effectLst/>
                  <a:uLnTx/>
                  <a:uFillTx/>
                  <a:latin typeface="Gulim" pitchFamily="34" charset="-127"/>
                  <a:ea typeface="Gulim" pitchFamily="34" charset="-127"/>
                </a:endParaRPr>
              </a:p>
            </p:txBody>
          </p:sp>
          <p:sp>
            <p:nvSpPr>
              <p:cNvPr id="15" name="AutoShape 16"/>
              <p:cNvSpPr>
                <a:spLocks noChangeArrowheads="1"/>
              </p:cNvSpPr>
              <p:nvPr/>
            </p:nvSpPr>
            <p:spPr bwMode="auto">
              <a:xfrm rot="8100000">
                <a:off x="3337" y="2455"/>
                <a:ext cx="105" cy="107"/>
              </a:xfrm>
              <a:prstGeom prst="roundRect">
                <a:avLst>
                  <a:gd name="adj" fmla="val 50000"/>
                </a:avLst>
              </a:prstGeom>
              <a:solidFill>
                <a:sysClr val="windowText" lastClr="000000"/>
              </a:solidFill>
              <a:ln w="9525">
                <a:noFill/>
                <a:round/>
                <a:headEnd/>
                <a:tailEnd/>
              </a:ln>
            </p:spPr>
            <p:txBody>
              <a:bodyPr rot="10800000" wrap="none" anchor="ct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0" lang="zh-CN" altLang="zh-CN" sz="1400" b="0" i="0" u="none" strike="noStrike" kern="0" cap="none" spc="0" normalizeH="0" baseline="0" noProof="0">
                  <a:ln>
                    <a:noFill/>
                  </a:ln>
                  <a:solidFill>
                    <a:prstClr val="black"/>
                  </a:solidFill>
                  <a:effectLst/>
                  <a:uLnTx/>
                  <a:uFillTx/>
                  <a:latin typeface="Gulim" pitchFamily="34" charset="-127"/>
                  <a:ea typeface="Gulim" pitchFamily="34" charset="-127"/>
                </a:endParaRPr>
              </a:p>
            </p:txBody>
          </p:sp>
        </p:grpSp>
        <p:sp>
          <p:nvSpPr>
            <p:cNvPr id="12" name="AutoShape 32"/>
            <p:cNvSpPr>
              <a:spLocks noChangeArrowheads="1"/>
            </p:cNvSpPr>
            <p:nvPr/>
          </p:nvSpPr>
          <p:spPr bwMode="auto">
            <a:xfrm>
              <a:off x="1858963" y="2755900"/>
              <a:ext cx="1987550" cy="300038"/>
            </a:xfrm>
            <a:prstGeom prst="roundRect">
              <a:avLst>
                <a:gd name="adj" fmla="val 5630"/>
              </a:avLst>
            </a:prstGeom>
            <a:solidFill>
              <a:srgbClr val="054487"/>
            </a:soli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algn="ctr" defTabSz="914400" eaLnBrk="1" fontAlgn="auto" latinLnBrk="0" hangingPunct="1">
                <a:lnSpc>
                  <a:spcPct val="120000"/>
                </a:lnSpc>
                <a:spcBef>
                  <a:spcPct val="20000"/>
                </a:spcBef>
                <a:spcAft>
                  <a:spcPts val="0"/>
                </a:spcAft>
                <a:buClr>
                  <a:srgbClr val="E1B40C"/>
                </a:buClr>
                <a:buSzTx/>
                <a:buFont typeface="微软雅黑" pitchFamily="34" charset="-122"/>
                <a:buNone/>
                <a:tabLst/>
                <a:defRPr/>
              </a:pPr>
              <a:r>
                <a:rPr kumimoji="0" lang="zh-CN" altLang="en-US" sz="1000" b="0" i="0" u="none" strike="noStrike" kern="0" cap="none" spc="0" normalizeH="0" baseline="0" noProof="0" dirty="0">
                  <a:ln>
                    <a:noFill/>
                  </a:ln>
                  <a:solidFill>
                    <a:prstClr val="white"/>
                  </a:solidFill>
                  <a:effectLst/>
                  <a:uLnTx/>
                  <a:uFillTx/>
                  <a:latin typeface="微软雅黑" pitchFamily="34" charset="-122"/>
                </a:rPr>
                <a:t>此处添加文字内容</a:t>
              </a:r>
              <a:endParaRPr kumimoji="0" lang="zh-CN" altLang="en-US" sz="1000" b="0" i="0" u="none" strike="noStrike" kern="0" cap="none" spc="0" normalizeH="0" baseline="0" noProof="0" dirty="0">
                <a:ln>
                  <a:noFill/>
                </a:ln>
                <a:solidFill>
                  <a:prstClr val="white"/>
                </a:solidFill>
                <a:effectLst>
                  <a:outerShdw blurRad="38100" dist="38100" dir="2700000" algn="tl">
                    <a:srgbClr val="000000"/>
                  </a:outerShdw>
                </a:effectLst>
                <a:uLnTx/>
                <a:uFillTx/>
                <a:latin typeface="微软雅黑" pitchFamily="34" charset="-122"/>
              </a:endParaRPr>
            </a:p>
          </p:txBody>
        </p:sp>
      </p:grpSp>
      <p:grpSp>
        <p:nvGrpSpPr>
          <p:cNvPr id="18" name="组合 17"/>
          <p:cNvGrpSpPr/>
          <p:nvPr/>
        </p:nvGrpSpPr>
        <p:grpSpPr>
          <a:xfrm>
            <a:off x="1193924" y="2860054"/>
            <a:ext cx="3178175" cy="1377950"/>
            <a:chOff x="990600" y="3895725"/>
            <a:chExt cx="3178175" cy="1377950"/>
          </a:xfrm>
        </p:grpSpPr>
        <p:pic>
          <p:nvPicPr>
            <p:cNvPr id="19" name="Picture 34" descr="阴影5"/>
            <p:cNvPicPr>
              <a:picLocks noChangeAspect="1" noChangeArrowheads="1"/>
            </p:cNvPicPr>
            <p:nvPr/>
          </p:nvPicPr>
          <p:blipFill>
            <a:blip r:embed="rId2"/>
            <a:srcRect/>
            <a:stretch>
              <a:fillRect/>
            </a:stretch>
          </p:blipFill>
          <p:spPr bwMode="auto">
            <a:xfrm>
              <a:off x="990600" y="5106988"/>
              <a:ext cx="3178175" cy="166687"/>
            </a:xfrm>
            <a:prstGeom prst="rect">
              <a:avLst/>
            </a:prstGeom>
            <a:noFill/>
            <a:ln w="9525">
              <a:noFill/>
              <a:miter lim="800000"/>
              <a:headEnd/>
              <a:tailEnd/>
            </a:ln>
          </p:spPr>
        </p:pic>
        <p:sp>
          <p:nvSpPr>
            <p:cNvPr id="20" name="AutoShape 35"/>
            <p:cNvSpPr>
              <a:spLocks noChangeArrowheads="1"/>
            </p:cNvSpPr>
            <p:nvPr/>
          </p:nvSpPr>
          <p:spPr bwMode="auto">
            <a:xfrm>
              <a:off x="1012825" y="4405313"/>
              <a:ext cx="3098800" cy="796925"/>
            </a:xfrm>
            <a:prstGeom prst="roundRect">
              <a:avLst>
                <a:gd name="adj" fmla="val 5630"/>
              </a:avLst>
            </a:prstGeom>
            <a:gradFill rotWithShape="1">
              <a:gsLst>
                <a:gs pos="0">
                  <a:srgbClr val="FFFFFF"/>
                </a:gs>
                <a:gs pos="100000">
                  <a:srgbClr val="D8D8D8"/>
                </a:gs>
              </a:gsLst>
              <a:lin ang="5400000" scaled="1"/>
            </a:gradFill>
            <a:ln w="6350" algn="ctr">
              <a:solidFill>
                <a:srgbClr val="C0C0C0"/>
              </a:solidFill>
              <a:round/>
              <a:headEnd/>
              <a:tailEnd/>
            </a:ln>
          </p:spPr>
          <p:txBody>
            <a:bodyPr wrap="none" anchor="ctr"/>
            <a:lstStyle/>
            <a:p>
              <a:pPr marL="0" marR="0" lvl="0" indent="0" algn="ctr" defTabSz="914400" eaLnBrk="1" fontAlgn="auto" latinLnBrk="0" hangingPunct="1">
                <a:lnSpc>
                  <a:spcPct val="100000"/>
                </a:lnSpc>
                <a:spcBef>
                  <a:spcPct val="20000"/>
                </a:spcBef>
                <a:spcAft>
                  <a:spcPts val="0"/>
                </a:spcAft>
                <a:buClr>
                  <a:srgbClr val="E1B40C"/>
                </a:buClr>
                <a:buSzTx/>
                <a:buFont typeface="微软雅黑" pitchFamily="34" charset="-122"/>
                <a:buNone/>
                <a:tabLst/>
                <a:defRPr/>
              </a:pPr>
              <a:r>
                <a:rPr kumimoji="0" lang="zh-CN" altLang="en-US" sz="1000" b="0" i="0" u="none" strike="noStrike" kern="0" cap="none" spc="0" normalizeH="0" baseline="0" noProof="0">
                  <a:ln>
                    <a:noFill/>
                  </a:ln>
                  <a:solidFill>
                    <a:srgbClr val="000000"/>
                  </a:solidFill>
                  <a:effectLst/>
                  <a:uLnTx/>
                  <a:uFillTx/>
                  <a:latin typeface="微软雅黑" pitchFamily="34" charset="-122"/>
                </a:rPr>
                <a:t>单击此处添加文字内容   单击此处添加文字内容</a:t>
              </a:r>
            </a:p>
            <a:p>
              <a:pPr marL="0" marR="0" lvl="0" indent="0" algn="ctr" defTabSz="914400" eaLnBrk="1" fontAlgn="auto" latinLnBrk="0" hangingPunct="1">
                <a:lnSpc>
                  <a:spcPct val="100000"/>
                </a:lnSpc>
                <a:spcBef>
                  <a:spcPct val="20000"/>
                </a:spcBef>
                <a:spcAft>
                  <a:spcPts val="0"/>
                </a:spcAft>
                <a:buClr>
                  <a:srgbClr val="E1B40C"/>
                </a:buClr>
                <a:buSzTx/>
                <a:buFont typeface="微软雅黑" pitchFamily="34" charset="-122"/>
                <a:buNone/>
                <a:tabLst/>
                <a:defRPr/>
              </a:pPr>
              <a:r>
                <a:rPr kumimoji="0" lang="zh-CN" altLang="en-US" sz="1000" b="0" i="0" u="none" strike="noStrike" kern="0" cap="none" spc="0" normalizeH="0" baseline="0" noProof="0">
                  <a:ln>
                    <a:noFill/>
                  </a:ln>
                  <a:solidFill>
                    <a:srgbClr val="000000"/>
                  </a:solidFill>
                  <a:effectLst/>
                  <a:uLnTx/>
                  <a:uFillTx/>
                  <a:latin typeface="微软雅黑" pitchFamily="34" charset="-122"/>
                </a:rPr>
                <a:t>单击此处添加文字内容   单击此处添加文字内容</a:t>
              </a:r>
              <a:endParaRPr kumimoji="0" lang="zh-CN" altLang="zh-CN" sz="1000" b="0" i="0" u="none" strike="noStrike" kern="0" cap="none" spc="0" normalizeH="0" baseline="0" noProof="0">
                <a:ln>
                  <a:noFill/>
                </a:ln>
                <a:solidFill>
                  <a:srgbClr val="000000"/>
                </a:solidFill>
                <a:effectLst/>
                <a:uLnTx/>
                <a:uFillTx/>
                <a:latin typeface="微软雅黑" pitchFamily="34" charset="-122"/>
              </a:endParaRPr>
            </a:p>
          </p:txBody>
        </p:sp>
        <p:sp>
          <p:nvSpPr>
            <p:cNvPr id="21" name="Oval 8"/>
            <p:cNvSpPr>
              <a:spLocks noChangeAspect="1" noChangeArrowheads="1"/>
            </p:cNvSpPr>
            <p:nvPr/>
          </p:nvSpPr>
          <p:spPr bwMode="gray">
            <a:xfrm>
              <a:off x="1128713" y="4346575"/>
              <a:ext cx="569912" cy="276225"/>
            </a:xfrm>
            <a:prstGeom prst="ellipse">
              <a:avLst/>
            </a:prstGeom>
            <a:gradFill rotWithShape="1">
              <a:gsLst>
                <a:gs pos="0">
                  <a:sysClr val="windowText" lastClr="000000">
                    <a:alpha val="60001"/>
                  </a:sysClr>
                </a:gs>
                <a:gs pos="100000">
                  <a:sysClr val="windowText" lastClr="000000">
                    <a:gamma/>
                    <a:tint val="0"/>
                    <a:invGamma/>
                    <a:alpha val="0"/>
                  </a:sysClr>
                </a:gs>
              </a:gsLst>
              <a:path path="shape">
                <a:fillToRect l="50000" t="50000" r="50000" b="50000"/>
              </a:path>
            </a:gradFill>
            <a:ln w="9525" algn="ctr">
              <a:noFill/>
              <a:round/>
              <a:headEnd/>
              <a:tailEnd/>
            </a:ln>
            <a:effectLst/>
          </p:spPr>
          <p:txBody>
            <a:bodyPr vert="eaVert"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zh-CN" sz="1400" b="0" i="0" u="none" strike="noStrike" kern="0" cap="none" spc="0" normalizeH="0" baseline="0" noProof="0">
                <a:ln>
                  <a:noFill/>
                </a:ln>
                <a:solidFill>
                  <a:prstClr val="black"/>
                </a:solidFill>
                <a:effectLst/>
                <a:uLnTx/>
                <a:uFillTx/>
                <a:ea typeface="PMingLiU" pitchFamily="18" charset="-120"/>
              </a:endParaRPr>
            </a:p>
          </p:txBody>
        </p:sp>
        <p:sp>
          <p:nvSpPr>
            <p:cNvPr id="22" name="Arc 9"/>
            <p:cNvSpPr>
              <a:spLocks/>
            </p:cNvSpPr>
            <p:nvPr/>
          </p:nvSpPr>
          <p:spPr bwMode="auto">
            <a:xfrm>
              <a:off x="1139825" y="4229100"/>
              <a:ext cx="550863" cy="303213"/>
            </a:xfrm>
            <a:custGeom>
              <a:avLst/>
              <a:gdLst>
                <a:gd name="T0" fmla="*/ 2147483647 w 43195"/>
                <a:gd name="T1" fmla="*/ 2147483647 h 23732"/>
                <a:gd name="T2" fmla="*/ 1004921478 w 43195"/>
                <a:gd name="T3" fmla="*/ 0 h 23732"/>
                <a:gd name="T4" fmla="*/ 2147483647 w 43195"/>
                <a:gd name="T5" fmla="*/ 2147483647 h 23732"/>
                <a:gd name="T6" fmla="*/ 0 60000 65536"/>
                <a:gd name="T7" fmla="*/ 0 60000 65536"/>
                <a:gd name="T8" fmla="*/ 0 60000 65536"/>
                <a:gd name="T9" fmla="*/ 0 w 43195"/>
                <a:gd name="T10" fmla="*/ 0 h 23732"/>
                <a:gd name="T11" fmla="*/ 43195 w 43195"/>
                <a:gd name="T12" fmla="*/ 23732 h 23732"/>
              </a:gdLst>
              <a:ahLst/>
              <a:cxnLst>
                <a:cxn ang="T6">
                  <a:pos x="T0" y="T1"/>
                </a:cxn>
                <a:cxn ang="T7">
                  <a:pos x="T2" y="T3"/>
                </a:cxn>
                <a:cxn ang="T8">
                  <a:pos x="T4" y="T5"/>
                </a:cxn>
              </a:cxnLst>
              <a:rect l="T9" t="T10" r="T11" b="T12"/>
              <a:pathLst>
                <a:path w="43195" h="23732" fill="none" extrusionOk="0">
                  <a:moveTo>
                    <a:pt x="43194" y="2602"/>
                  </a:moveTo>
                  <a:cubicBezTo>
                    <a:pt x="42938" y="14346"/>
                    <a:pt x="33345" y="23731"/>
                    <a:pt x="21600" y="23732"/>
                  </a:cubicBezTo>
                  <a:cubicBezTo>
                    <a:pt x="9670" y="23732"/>
                    <a:pt x="0" y="14061"/>
                    <a:pt x="0" y="2132"/>
                  </a:cubicBezTo>
                  <a:cubicBezTo>
                    <a:pt x="-1" y="1420"/>
                    <a:pt x="35" y="708"/>
                    <a:pt x="105" y="0"/>
                  </a:cubicBezTo>
                </a:path>
                <a:path w="43195" h="23732" stroke="0" extrusionOk="0">
                  <a:moveTo>
                    <a:pt x="43194" y="2602"/>
                  </a:moveTo>
                  <a:cubicBezTo>
                    <a:pt x="42938" y="14346"/>
                    <a:pt x="33345" y="23731"/>
                    <a:pt x="21600" y="23732"/>
                  </a:cubicBezTo>
                  <a:cubicBezTo>
                    <a:pt x="9670" y="23732"/>
                    <a:pt x="0" y="14061"/>
                    <a:pt x="0" y="2132"/>
                  </a:cubicBezTo>
                  <a:cubicBezTo>
                    <a:pt x="-1" y="1420"/>
                    <a:pt x="35" y="708"/>
                    <a:pt x="105" y="0"/>
                  </a:cubicBezTo>
                  <a:lnTo>
                    <a:pt x="21600" y="2132"/>
                  </a:lnTo>
                  <a:lnTo>
                    <a:pt x="43194" y="2602"/>
                  </a:lnTo>
                  <a:close/>
                </a:path>
              </a:pathLst>
            </a:custGeom>
            <a:solidFill>
              <a:srgbClr val="054487"/>
            </a:solidFill>
            <a:ln w="12700" algn="ctr">
              <a:noFill/>
              <a:round/>
              <a:headEnd/>
              <a:tailEnd/>
            </a:ln>
          </p:spPr>
          <p:txBody>
            <a:bodyPr wrap="none" lIns="87313" tIns="44450" rIns="87313" bIns="4445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23" name="Oval 10"/>
            <p:cNvSpPr>
              <a:spLocks noChangeAspect="1" noChangeArrowheads="1"/>
            </p:cNvSpPr>
            <p:nvPr/>
          </p:nvSpPr>
          <p:spPr bwMode="gray">
            <a:xfrm>
              <a:off x="1128713" y="4116388"/>
              <a:ext cx="569912" cy="277812"/>
            </a:xfrm>
            <a:prstGeom prst="ellipse">
              <a:avLst/>
            </a:prstGeom>
            <a:solidFill>
              <a:srgbClr val="054487"/>
            </a:solidFill>
            <a:ln w="9525" algn="ctr">
              <a:noFill/>
              <a:round/>
              <a:headEnd/>
              <a:tailEnd/>
            </a:ln>
          </p:spPr>
          <p:txBody>
            <a:bodyPr vert="eaVert"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zh-CN" sz="1400" b="0" i="0" u="none" strike="noStrike" kern="0" cap="none" spc="0" normalizeH="0" baseline="0" noProof="0">
                <a:ln>
                  <a:noFill/>
                </a:ln>
                <a:solidFill>
                  <a:prstClr val="black"/>
                </a:solidFill>
                <a:effectLst/>
                <a:uLnTx/>
                <a:uFillTx/>
                <a:ea typeface="PMingLiU" pitchFamily="18" charset="-120"/>
              </a:endParaRPr>
            </a:p>
          </p:txBody>
        </p:sp>
        <p:grpSp>
          <p:nvGrpSpPr>
            <p:cNvPr id="24" name="Group 11"/>
            <p:cNvGrpSpPr>
              <a:grpSpLocks/>
            </p:cNvGrpSpPr>
            <p:nvPr/>
          </p:nvGrpSpPr>
          <p:grpSpPr bwMode="auto">
            <a:xfrm>
              <a:off x="1352550" y="3895725"/>
              <a:ext cx="128588" cy="355600"/>
              <a:chOff x="3288" y="2455"/>
              <a:chExt cx="203" cy="567"/>
            </a:xfrm>
          </p:grpSpPr>
          <p:grpSp>
            <p:nvGrpSpPr>
              <p:cNvPr id="26" name="Group 12"/>
              <p:cNvGrpSpPr>
                <a:grpSpLocks/>
              </p:cNvGrpSpPr>
              <p:nvPr/>
            </p:nvGrpSpPr>
            <p:grpSpPr bwMode="auto">
              <a:xfrm>
                <a:off x="3335" y="2700"/>
                <a:ext cx="108" cy="322"/>
                <a:chOff x="3243" y="2500"/>
                <a:chExt cx="567" cy="1701"/>
              </a:xfrm>
            </p:grpSpPr>
            <p:sp>
              <p:nvSpPr>
                <p:cNvPr id="29" name="AutoShape 13"/>
                <p:cNvSpPr>
                  <a:spLocks noChangeArrowheads="1"/>
                </p:cNvSpPr>
                <p:nvPr/>
              </p:nvSpPr>
              <p:spPr bwMode="auto">
                <a:xfrm rot="5400000">
                  <a:off x="2517" y="3226"/>
                  <a:ext cx="1701" cy="250"/>
                </a:xfrm>
                <a:prstGeom prst="roundRect">
                  <a:avLst>
                    <a:gd name="adj" fmla="val 16667"/>
                  </a:avLst>
                </a:prstGeom>
                <a:solidFill>
                  <a:sysClr val="windowText" lastClr="000000"/>
                </a:solidFill>
                <a:ln w="9525">
                  <a:noFill/>
                  <a:round/>
                  <a:headEnd/>
                  <a:tailEnd/>
                </a:ln>
              </p:spPr>
              <p:txBody>
                <a:bodyPr wrap="none" anchor="ct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0" lang="zh-CN" altLang="zh-CN" sz="1400" b="0" i="0" u="none" strike="noStrike" kern="0" cap="none" spc="0" normalizeH="0" baseline="0" noProof="0">
                    <a:ln>
                      <a:noFill/>
                    </a:ln>
                    <a:solidFill>
                      <a:prstClr val="black"/>
                    </a:solidFill>
                    <a:effectLst/>
                    <a:uLnTx/>
                    <a:uFillTx/>
                    <a:latin typeface="Gulim" pitchFamily="34" charset="-127"/>
                    <a:ea typeface="Gulim" pitchFamily="34" charset="-127"/>
                  </a:endParaRPr>
                </a:p>
              </p:txBody>
            </p:sp>
            <p:sp>
              <p:nvSpPr>
                <p:cNvPr id="30" name="AutoShape 14"/>
                <p:cNvSpPr>
                  <a:spLocks noChangeArrowheads="1"/>
                </p:cNvSpPr>
                <p:nvPr/>
              </p:nvSpPr>
              <p:spPr bwMode="auto">
                <a:xfrm rot="5400000">
                  <a:off x="2834" y="3226"/>
                  <a:ext cx="1701" cy="250"/>
                </a:xfrm>
                <a:prstGeom prst="roundRect">
                  <a:avLst>
                    <a:gd name="adj" fmla="val 16667"/>
                  </a:avLst>
                </a:prstGeom>
                <a:solidFill>
                  <a:sysClr val="windowText" lastClr="000000"/>
                </a:solidFill>
                <a:ln w="9525">
                  <a:noFill/>
                  <a:round/>
                  <a:headEnd/>
                  <a:tailEnd/>
                </a:ln>
              </p:spPr>
              <p:txBody>
                <a:bodyPr wrap="none" anchor="ct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0" lang="zh-CN" altLang="zh-CN" sz="1400" b="0" i="0" u="none" strike="noStrike" kern="0" cap="none" spc="0" normalizeH="0" baseline="0" noProof="0">
                    <a:ln>
                      <a:noFill/>
                    </a:ln>
                    <a:solidFill>
                      <a:prstClr val="black"/>
                    </a:solidFill>
                    <a:effectLst/>
                    <a:uLnTx/>
                    <a:uFillTx/>
                    <a:latin typeface="Gulim" pitchFamily="34" charset="-127"/>
                    <a:ea typeface="Gulim" pitchFamily="34" charset="-127"/>
                  </a:endParaRPr>
                </a:p>
              </p:txBody>
            </p:sp>
          </p:grpSp>
          <p:sp>
            <p:nvSpPr>
              <p:cNvPr id="27" name="AutoShape 15"/>
              <p:cNvSpPr>
                <a:spLocks noChangeArrowheads="1"/>
              </p:cNvSpPr>
              <p:nvPr/>
            </p:nvSpPr>
            <p:spPr bwMode="auto">
              <a:xfrm rot="10800000">
                <a:off x="3288" y="2580"/>
                <a:ext cx="203" cy="206"/>
              </a:xfrm>
              <a:prstGeom prst="roundRect">
                <a:avLst>
                  <a:gd name="adj" fmla="val 16667"/>
                </a:avLst>
              </a:prstGeom>
              <a:solidFill>
                <a:sysClr val="windowText" lastClr="000000"/>
              </a:solidFill>
              <a:ln w="9525">
                <a:noFill/>
                <a:round/>
                <a:headEnd/>
                <a:tailEnd/>
              </a:ln>
            </p:spPr>
            <p:txBody>
              <a:bodyPr rot="10800000" wrap="none" anchor="ct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0" lang="zh-CN" altLang="zh-CN" sz="1400" b="0" i="0" u="none" strike="noStrike" kern="0" cap="none" spc="0" normalizeH="0" baseline="0" noProof="0">
                  <a:ln>
                    <a:noFill/>
                  </a:ln>
                  <a:solidFill>
                    <a:prstClr val="black"/>
                  </a:solidFill>
                  <a:effectLst/>
                  <a:uLnTx/>
                  <a:uFillTx/>
                  <a:latin typeface="Gulim" pitchFamily="34" charset="-127"/>
                  <a:ea typeface="Gulim" pitchFamily="34" charset="-127"/>
                </a:endParaRPr>
              </a:p>
            </p:txBody>
          </p:sp>
          <p:sp>
            <p:nvSpPr>
              <p:cNvPr id="28" name="AutoShape 16"/>
              <p:cNvSpPr>
                <a:spLocks noChangeArrowheads="1"/>
              </p:cNvSpPr>
              <p:nvPr/>
            </p:nvSpPr>
            <p:spPr bwMode="auto">
              <a:xfrm rot="8100000">
                <a:off x="3337" y="2455"/>
                <a:ext cx="105" cy="107"/>
              </a:xfrm>
              <a:prstGeom prst="roundRect">
                <a:avLst>
                  <a:gd name="adj" fmla="val 50000"/>
                </a:avLst>
              </a:prstGeom>
              <a:solidFill>
                <a:sysClr val="windowText" lastClr="000000"/>
              </a:solidFill>
              <a:ln w="9525">
                <a:noFill/>
                <a:round/>
                <a:headEnd/>
                <a:tailEnd/>
              </a:ln>
            </p:spPr>
            <p:txBody>
              <a:bodyPr rot="10800000" wrap="none" anchor="ct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0" lang="zh-CN" altLang="zh-CN" sz="1400" b="0" i="0" u="none" strike="noStrike" kern="0" cap="none" spc="0" normalizeH="0" baseline="0" noProof="0">
                  <a:ln>
                    <a:noFill/>
                  </a:ln>
                  <a:solidFill>
                    <a:prstClr val="black"/>
                  </a:solidFill>
                  <a:effectLst/>
                  <a:uLnTx/>
                  <a:uFillTx/>
                  <a:latin typeface="Gulim" pitchFamily="34" charset="-127"/>
                  <a:ea typeface="Gulim" pitchFamily="34" charset="-127"/>
                </a:endParaRPr>
              </a:p>
            </p:txBody>
          </p:sp>
        </p:grpSp>
        <p:sp>
          <p:nvSpPr>
            <p:cNvPr id="25" name="AutoShape 45"/>
            <p:cNvSpPr>
              <a:spLocks noChangeArrowheads="1"/>
            </p:cNvSpPr>
            <p:nvPr/>
          </p:nvSpPr>
          <p:spPr bwMode="auto">
            <a:xfrm>
              <a:off x="1858963" y="4195763"/>
              <a:ext cx="1987550" cy="300037"/>
            </a:xfrm>
            <a:prstGeom prst="roundRect">
              <a:avLst>
                <a:gd name="adj" fmla="val 5630"/>
              </a:avLst>
            </a:prstGeom>
            <a:solidFill>
              <a:srgbClr val="054487"/>
            </a:solidFill>
            <a:ln w="9525" cap="flat" cmpd="sng" algn="ctr">
              <a:noFill/>
              <a:prstDash val="solid"/>
              <a:headEnd/>
              <a:tailEnd/>
            </a:ln>
            <a:effectLst>
              <a:outerShdw blurRad="40000" dist="23000" dir="5400000" rotWithShape="0">
                <a:srgbClr val="000000">
                  <a:alpha val="35000"/>
                </a:srgbClr>
              </a:outerShdw>
            </a:effectLst>
          </p:spPr>
          <p:txBody>
            <a:bodyPr wrap="none" anchor="ctr"/>
            <a:lstStyle/>
            <a:p>
              <a:pPr marL="0" marR="0" lvl="0" indent="0" algn="ctr" defTabSz="914400" eaLnBrk="1" fontAlgn="auto" latinLnBrk="0" hangingPunct="1">
                <a:lnSpc>
                  <a:spcPct val="120000"/>
                </a:lnSpc>
                <a:spcBef>
                  <a:spcPct val="20000"/>
                </a:spcBef>
                <a:spcAft>
                  <a:spcPts val="0"/>
                </a:spcAft>
                <a:buClr>
                  <a:srgbClr val="E1B40C"/>
                </a:buClr>
                <a:buSzTx/>
                <a:buFont typeface="微软雅黑" pitchFamily="34" charset="-122"/>
                <a:buNone/>
                <a:tabLst/>
                <a:defRPr/>
              </a:pPr>
              <a:r>
                <a:rPr kumimoji="0" lang="zh-CN" altLang="en-US" sz="1000" b="0" i="0" u="none" strike="noStrike" kern="0" cap="none" spc="0" normalizeH="0" baseline="0" noProof="0">
                  <a:ln>
                    <a:noFill/>
                  </a:ln>
                  <a:solidFill>
                    <a:prstClr val="white"/>
                  </a:solidFill>
                  <a:effectLst/>
                  <a:uLnTx/>
                  <a:uFillTx/>
                  <a:latin typeface="微软雅黑" pitchFamily="34" charset="-122"/>
                </a:rPr>
                <a:t>此处添加文字内容</a:t>
              </a:r>
              <a:endParaRPr kumimoji="0" lang="zh-CN" altLang="en-US" sz="1000" b="0" i="0" u="none" strike="noStrike" kern="0" cap="none" spc="0" normalizeH="0" baseline="0" noProof="0">
                <a:ln>
                  <a:noFill/>
                </a:ln>
                <a:solidFill>
                  <a:prstClr val="white"/>
                </a:solidFill>
                <a:effectLst>
                  <a:outerShdw blurRad="38100" dist="38100" dir="2700000" algn="tl">
                    <a:srgbClr val="000000"/>
                  </a:outerShdw>
                </a:effectLst>
                <a:uLnTx/>
                <a:uFillTx/>
                <a:latin typeface="微软雅黑" pitchFamily="34" charset="-122"/>
              </a:endParaRPr>
            </a:p>
          </p:txBody>
        </p:sp>
      </p:grpSp>
      <p:grpSp>
        <p:nvGrpSpPr>
          <p:cNvPr id="31" name="组合 30"/>
          <p:cNvGrpSpPr/>
          <p:nvPr/>
        </p:nvGrpSpPr>
        <p:grpSpPr>
          <a:xfrm>
            <a:off x="4618583" y="1420192"/>
            <a:ext cx="3178175" cy="1377950"/>
            <a:chOff x="4953000" y="2455863"/>
            <a:chExt cx="3178175" cy="1377950"/>
          </a:xfrm>
        </p:grpSpPr>
        <p:pic>
          <p:nvPicPr>
            <p:cNvPr id="32" name="Picture 47" descr="阴影5"/>
            <p:cNvPicPr>
              <a:picLocks noChangeAspect="1" noChangeArrowheads="1"/>
            </p:cNvPicPr>
            <p:nvPr/>
          </p:nvPicPr>
          <p:blipFill>
            <a:blip r:embed="rId2"/>
            <a:srcRect/>
            <a:stretch>
              <a:fillRect/>
            </a:stretch>
          </p:blipFill>
          <p:spPr bwMode="auto">
            <a:xfrm>
              <a:off x="4953000" y="3667125"/>
              <a:ext cx="3178175" cy="166688"/>
            </a:xfrm>
            <a:prstGeom prst="rect">
              <a:avLst/>
            </a:prstGeom>
            <a:noFill/>
            <a:ln w="9525">
              <a:noFill/>
              <a:miter lim="800000"/>
              <a:headEnd/>
              <a:tailEnd/>
            </a:ln>
          </p:spPr>
        </p:pic>
        <p:sp>
          <p:nvSpPr>
            <p:cNvPr id="33" name="AutoShape 48"/>
            <p:cNvSpPr>
              <a:spLocks noChangeArrowheads="1"/>
            </p:cNvSpPr>
            <p:nvPr/>
          </p:nvSpPr>
          <p:spPr bwMode="auto">
            <a:xfrm>
              <a:off x="4975225" y="2965450"/>
              <a:ext cx="3098800" cy="796925"/>
            </a:xfrm>
            <a:prstGeom prst="roundRect">
              <a:avLst>
                <a:gd name="adj" fmla="val 5630"/>
              </a:avLst>
            </a:prstGeom>
            <a:gradFill rotWithShape="1">
              <a:gsLst>
                <a:gs pos="0">
                  <a:srgbClr val="FFFFFF"/>
                </a:gs>
                <a:gs pos="100000">
                  <a:srgbClr val="D8D8D8"/>
                </a:gs>
              </a:gsLst>
              <a:lin ang="5400000" scaled="1"/>
            </a:gradFill>
            <a:ln w="6350" algn="ctr">
              <a:solidFill>
                <a:srgbClr val="C0C0C0"/>
              </a:solidFill>
              <a:round/>
              <a:headEnd/>
              <a:tailEnd/>
            </a:ln>
          </p:spPr>
          <p:txBody>
            <a:bodyPr wrap="none" anchor="ctr"/>
            <a:lstStyle/>
            <a:p>
              <a:pPr marL="0" marR="0" lvl="0" indent="0" algn="ctr" defTabSz="914400" eaLnBrk="1" fontAlgn="auto" latinLnBrk="0" hangingPunct="1">
                <a:lnSpc>
                  <a:spcPct val="100000"/>
                </a:lnSpc>
                <a:spcBef>
                  <a:spcPct val="20000"/>
                </a:spcBef>
                <a:spcAft>
                  <a:spcPts val="0"/>
                </a:spcAft>
                <a:buClr>
                  <a:srgbClr val="E1B40C"/>
                </a:buClr>
                <a:buSzTx/>
                <a:buFont typeface="微软雅黑" pitchFamily="34" charset="-122"/>
                <a:buNone/>
                <a:tabLst/>
                <a:defRPr/>
              </a:pPr>
              <a:r>
                <a:rPr kumimoji="0" lang="zh-CN" altLang="en-US" sz="1000" b="0" i="0" u="none" strike="noStrike" kern="0" cap="none" spc="0" normalizeH="0" baseline="0" noProof="0" dirty="0">
                  <a:ln>
                    <a:noFill/>
                  </a:ln>
                  <a:solidFill>
                    <a:srgbClr val="000000"/>
                  </a:solidFill>
                  <a:effectLst/>
                  <a:uLnTx/>
                  <a:uFillTx/>
                  <a:latin typeface="微软雅黑" pitchFamily="34" charset="-122"/>
                </a:rPr>
                <a:t>单击此处添加文字内容   单击此处添加文字内容</a:t>
              </a:r>
            </a:p>
            <a:p>
              <a:pPr marL="0" marR="0" lvl="0" indent="0" algn="ctr" defTabSz="914400" eaLnBrk="1" fontAlgn="auto" latinLnBrk="0" hangingPunct="1">
                <a:lnSpc>
                  <a:spcPct val="100000"/>
                </a:lnSpc>
                <a:spcBef>
                  <a:spcPct val="20000"/>
                </a:spcBef>
                <a:spcAft>
                  <a:spcPts val="0"/>
                </a:spcAft>
                <a:buClr>
                  <a:srgbClr val="E1B40C"/>
                </a:buClr>
                <a:buSzTx/>
                <a:buFont typeface="微软雅黑" pitchFamily="34" charset="-122"/>
                <a:buNone/>
                <a:tabLst/>
                <a:defRPr/>
              </a:pPr>
              <a:r>
                <a:rPr kumimoji="0" lang="zh-CN" altLang="en-US" sz="1000" b="0" i="0" u="none" strike="noStrike" kern="0" cap="none" spc="0" normalizeH="0" baseline="0" noProof="0" dirty="0">
                  <a:ln>
                    <a:noFill/>
                  </a:ln>
                  <a:solidFill>
                    <a:srgbClr val="000000"/>
                  </a:solidFill>
                  <a:effectLst/>
                  <a:uLnTx/>
                  <a:uFillTx/>
                  <a:latin typeface="微软雅黑" pitchFamily="34" charset="-122"/>
                </a:rPr>
                <a:t>单击此处添加文字内容   单击此处添加文字内容</a:t>
              </a:r>
              <a:endParaRPr kumimoji="0" lang="zh-CN" altLang="zh-CN" sz="1000" b="0" i="0" u="none" strike="noStrike" kern="0" cap="none" spc="0" normalizeH="0" baseline="0" noProof="0" dirty="0">
                <a:ln>
                  <a:noFill/>
                </a:ln>
                <a:solidFill>
                  <a:srgbClr val="000000"/>
                </a:solidFill>
                <a:effectLst/>
                <a:uLnTx/>
                <a:uFillTx/>
                <a:latin typeface="微软雅黑" pitchFamily="34" charset="-122"/>
              </a:endParaRPr>
            </a:p>
          </p:txBody>
        </p:sp>
        <p:sp>
          <p:nvSpPr>
            <p:cNvPr id="34" name="Oval 8"/>
            <p:cNvSpPr>
              <a:spLocks noChangeAspect="1" noChangeArrowheads="1"/>
            </p:cNvSpPr>
            <p:nvPr/>
          </p:nvSpPr>
          <p:spPr bwMode="gray">
            <a:xfrm>
              <a:off x="5091113" y="2906713"/>
              <a:ext cx="569912" cy="276225"/>
            </a:xfrm>
            <a:prstGeom prst="ellipse">
              <a:avLst/>
            </a:prstGeom>
            <a:gradFill rotWithShape="1">
              <a:gsLst>
                <a:gs pos="0">
                  <a:sysClr val="windowText" lastClr="000000">
                    <a:alpha val="60001"/>
                  </a:sysClr>
                </a:gs>
                <a:gs pos="100000">
                  <a:sysClr val="windowText" lastClr="000000">
                    <a:gamma/>
                    <a:tint val="0"/>
                    <a:invGamma/>
                    <a:alpha val="0"/>
                  </a:sysClr>
                </a:gs>
              </a:gsLst>
              <a:path path="shape">
                <a:fillToRect l="50000" t="50000" r="50000" b="50000"/>
              </a:path>
            </a:gradFill>
            <a:ln w="9525" algn="ctr">
              <a:noFill/>
              <a:round/>
              <a:headEnd/>
              <a:tailEnd/>
            </a:ln>
            <a:effectLst/>
          </p:spPr>
          <p:txBody>
            <a:bodyPr vert="eaVert"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zh-CN" sz="1400" b="0" i="0" u="none" strike="noStrike" kern="0" cap="none" spc="0" normalizeH="0" baseline="0" noProof="0">
                <a:ln>
                  <a:noFill/>
                </a:ln>
                <a:solidFill>
                  <a:prstClr val="black"/>
                </a:solidFill>
                <a:effectLst/>
                <a:uLnTx/>
                <a:uFillTx/>
                <a:ea typeface="PMingLiU" pitchFamily="18" charset="-120"/>
              </a:endParaRPr>
            </a:p>
          </p:txBody>
        </p:sp>
        <p:sp>
          <p:nvSpPr>
            <p:cNvPr id="35" name="Arc 9"/>
            <p:cNvSpPr>
              <a:spLocks/>
            </p:cNvSpPr>
            <p:nvPr/>
          </p:nvSpPr>
          <p:spPr bwMode="auto">
            <a:xfrm>
              <a:off x="5102225" y="2789238"/>
              <a:ext cx="550863" cy="303212"/>
            </a:xfrm>
            <a:custGeom>
              <a:avLst/>
              <a:gdLst>
                <a:gd name="T0" fmla="*/ 2147483647 w 43195"/>
                <a:gd name="T1" fmla="*/ 2147483647 h 23732"/>
                <a:gd name="T2" fmla="*/ 1004921478 w 43195"/>
                <a:gd name="T3" fmla="*/ 0 h 23732"/>
                <a:gd name="T4" fmla="*/ 2147483647 w 43195"/>
                <a:gd name="T5" fmla="*/ 2147483647 h 23732"/>
                <a:gd name="T6" fmla="*/ 0 60000 65536"/>
                <a:gd name="T7" fmla="*/ 0 60000 65536"/>
                <a:gd name="T8" fmla="*/ 0 60000 65536"/>
                <a:gd name="T9" fmla="*/ 0 w 43195"/>
                <a:gd name="T10" fmla="*/ 0 h 23732"/>
                <a:gd name="T11" fmla="*/ 43195 w 43195"/>
                <a:gd name="T12" fmla="*/ 23732 h 23732"/>
              </a:gdLst>
              <a:ahLst/>
              <a:cxnLst>
                <a:cxn ang="T6">
                  <a:pos x="T0" y="T1"/>
                </a:cxn>
                <a:cxn ang="T7">
                  <a:pos x="T2" y="T3"/>
                </a:cxn>
                <a:cxn ang="T8">
                  <a:pos x="T4" y="T5"/>
                </a:cxn>
              </a:cxnLst>
              <a:rect l="T9" t="T10" r="T11" b="T12"/>
              <a:pathLst>
                <a:path w="43195" h="23732" fill="none" extrusionOk="0">
                  <a:moveTo>
                    <a:pt x="43194" y="2602"/>
                  </a:moveTo>
                  <a:cubicBezTo>
                    <a:pt x="42938" y="14346"/>
                    <a:pt x="33345" y="23731"/>
                    <a:pt x="21600" y="23732"/>
                  </a:cubicBezTo>
                  <a:cubicBezTo>
                    <a:pt x="9670" y="23732"/>
                    <a:pt x="0" y="14061"/>
                    <a:pt x="0" y="2132"/>
                  </a:cubicBezTo>
                  <a:cubicBezTo>
                    <a:pt x="-1" y="1420"/>
                    <a:pt x="35" y="708"/>
                    <a:pt x="105" y="0"/>
                  </a:cubicBezTo>
                </a:path>
                <a:path w="43195" h="23732" stroke="0" extrusionOk="0">
                  <a:moveTo>
                    <a:pt x="43194" y="2602"/>
                  </a:moveTo>
                  <a:cubicBezTo>
                    <a:pt x="42938" y="14346"/>
                    <a:pt x="33345" y="23731"/>
                    <a:pt x="21600" y="23732"/>
                  </a:cubicBezTo>
                  <a:cubicBezTo>
                    <a:pt x="9670" y="23732"/>
                    <a:pt x="0" y="14061"/>
                    <a:pt x="0" y="2132"/>
                  </a:cubicBezTo>
                  <a:cubicBezTo>
                    <a:pt x="-1" y="1420"/>
                    <a:pt x="35" y="708"/>
                    <a:pt x="105" y="0"/>
                  </a:cubicBezTo>
                  <a:lnTo>
                    <a:pt x="21600" y="2132"/>
                  </a:lnTo>
                  <a:lnTo>
                    <a:pt x="43194" y="2602"/>
                  </a:lnTo>
                  <a:close/>
                </a:path>
              </a:pathLst>
            </a:custGeom>
            <a:solidFill>
              <a:srgbClr val="054487"/>
            </a:solidFill>
            <a:ln w="12700" algn="ctr">
              <a:noFill/>
              <a:round/>
              <a:headEnd/>
              <a:tailEnd/>
            </a:ln>
          </p:spPr>
          <p:txBody>
            <a:bodyPr wrap="none" lIns="87313" tIns="44450" rIns="87313" bIns="4445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36" name="Oval 10"/>
            <p:cNvSpPr>
              <a:spLocks noChangeAspect="1" noChangeArrowheads="1"/>
            </p:cNvSpPr>
            <p:nvPr/>
          </p:nvSpPr>
          <p:spPr bwMode="gray">
            <a:xfrm>
              <a:off x="5091113" y="2676525"/>
              <a:ext cx="569912" cy="277813"/>
            </a:xfrm>
            <a:prstGeom prst="ellipse">
              <a:avLst/>
            </a:prstGeom>
            <a:solidFill>
              <a:srgbClr val="054487"/>
            </a:solidFill>
            <a:ln w="9525" algn="ctr">
              <a:noFill/>
              <a:round/>
              <a:headEnd/>
              <a:tailEnd/>
            </a:ln>
          </p:spPr>
          <p:txBody>
            <a:bodyPr vert="eaVert"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zh-CN" sz="1400" b="0" i="0" u="none" strike="noStrike" kern="0" cap="none" spc="0" normalizeH="0" baseline="0" noProof="0">
                <a:ln>
                  <a:noFill/>
                </a:ln>
                <a:solidFill>
                  <a:prstClr val="black"/>
                </a:solidFill>
                <a:effectLst/>
                <a:uLnTx/>
                <a:uFillTx/>
                <a:ea typeface="PMingLiU" pitchFamily="18" charset="-120"/>
              </a:endParaRPr>
            </a:p>
          </p:txBody>
        </p:sp>
        <p:grpSp>
          <p:nvGrpSpPr>
            <p:cNvPr id="37" name="Group 11"/>
            <p:cNvGrpSpPr>
              <a:grpSpLocks/>
            </p:cNvGrpSpPr>
            <p:nvPr/>
          </p:nvGrpSpPr>
          <p:grpSpPr bwMode="auto">
            <a:xfrm>
              <a:off x="5314950" y="2455863"/>
              <a:ext cx="128588" cy="355600"/>
              <a:chOff x="3288" y="2455"/>
              <a:chExt cx="203" cy="567"/>
            </a:xfrm>
          </p:grpSpPr>
          <p:grpSp>
            <p:nvGrpSpPr>
              <p:cNvPr id="39" name="Group 12"/>
              <p:cNvGrpSpPr>
                <a:grpSpLocks/>
              </p:cNvGrpSpPr>
              <p:nvPr/>
            </p:nvGrpSpPr>
            <p:grpSpPr bwMode="auto">
              <a:xfrm>
                <a:off x="3335" y="2700"/>
                <a:ext cx="108" cy="322"/>
                <a:chOff x="3243" y="2500"/>
                <a:chExt cx="567" cy="1701"/>
              </a:xfrm>
            </p:grpSpPr>
            <p:sp>
              <p:nvSpPr>
                <p:cNvPr id="42" name="AutoShape 13"/>
                <p:cNvSpPr>
                  <a:spLocks noChangeArrowheads="1"/>
                </p:cNvSpPr>
                <p:nvPr/>
              </p:nvSpPr>
              <p:spPr bwMode="auto">
                <a:xfrm rot="5400000">
                  <a:off x="2517" y="3226"/>
                  <a:ext cx="1701" cy="250"/>
                </a:xfrm>
                <a:prstGeom prst="roundRect">
                  <a:avLst>
                    <a:gd name="adj" fmla="val 16667"/>
                  </a:avLst>
                </a:prstGeom>
                <a:solidFill>
                  <a:sysClr val="windowText" lastClr="000000"/>
                </a:solidFill>
                <a:ln w="9525">
                  <a:noFill/>
                  <a:round/>
                  <a:headEnd/>
                  <a:tailEnd/>
                </a:ln>
              </p:spPr>
              <p:txBody>
                <a:bodyPr wrap="none" anchor="ct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0" lang="zh-CN" altLang="zh-CN" sz="1400" b="0" i="0" u="none" strike="noStrike" kern="0" cap="none" spc="0" normalizeH="0" baseline="0" noProof="0">
                    <a:ln>
                      <a:noFill/>
                    </a:ln>
                    <a:solidFill>
                      <a:prstClr val="black"/>
                    </a:solidFill>
                    <a:effectLst/>
                    <a:uLnTx/>
                    <a:uFillTx/>
                    <a:latin typeface="Gulim" pitchFamily="34" charset="-127"/>
                    <a:ea typeface="Gulim" pitchFamily="34" charset="-127"/>
                  </a:endParaRPr>
                </a:p>
              </p:txBody>
            </p:sp>
            <p:sp>
              <p:nvSpPr>
                <p:cNvPr id="43" name="AutoShape 14"/>
                <p:cNvSpPr>
                  <a:spLocks noChangeArrowheads="1"/>
                </p:cNvSpPr>
                <p:nvPr/>
              </p:nvSpPr>
              <p:spPr bwMode="auto">
                <a:xfrm rot="5400000">
                  <a:off x="2834" y="3226"/>
                  <a:ext cx="1701" cy="250"/>
                </a:xfrm>
                <a:prstGeom prst="roundRect">
                  <a:avLst>
                    <a:gd name="adj" fmla="val 16667"/>
                  </a:avLst>
                </a:prstGeom>
                <a:solidFill>
                  <a:sysClr val="windowText" lastClr="000000"/>
                </a:solidFill>
                <a:ln w="9525">
                  <a:noFill/>
                  <a:round/>
                  <a:headEnd/>
                  <a:tailEnd/>
                </a:ln>
              </p:spPr>
              <p:txBody>
                <a:bodyPr wrap="none" anchor="ct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0" lang="zh-CN" altLang="zh-CN" sz="1400" b="0" i="0" u="none" strike="noStrike" kern="0" cap="none" spc="0" normalizeH="0" baseline="0" noProof="0">
                    <a:ln>
                      <a:noFill/>
                    </a:ln>
                    <a:solidFill>
                      <a:prstClr val="black"/>
                    </a:solidFill>
                    <a:effectLst/>
                    <a:uLnTx/>
                    <a:uFillTx/>
                    <a:latin typeface="Gulim" pitchFamily="34" charset="-127"/>
                    <a:ea typeface="Gulim" pitchFamily="34" charset="-127"/>
                  </a:endParaRPr>
                </a:p>
              </p:txBody>
            </p:sp>
          </p:grpSp>
          <p:sp>
            <p:nvSpPr>
              <p:cNvPr id="40" name="AutoShape 15"/>
              <p:cNvSpPr>
                <a:spLocks noChangeArrowheads="1"/>
              </p:cNvSpPr>
              <p:nvPr/>
            </p:nvSpPr>
            <p:spPr bwMode="auto">
              <a:xfrm rot="10800000">
                <a:off x="3288" y="2580"/>
                <a:ext cx="203" cy="206"/>
              </a:xfrm>
              <a:prstGeom prst="roundRect">
                <a:avLst>
                  <a:gd name="adj" fmla="val 16667"/>
                </a:avLst>
              </a:prstGeom>
              <a:solidFill>
                <a:sysClr val="windowText" lastClr="000000"/>
              </a:solidFill>
              <a:ln w="9525">
                <a:noFill/>
                <a:round/>
                <a:headEnd/>
                <a:tailEnd/>
              </a:ln>
            </p:spPr>
            <p:txBody>
              <a:bodyPr rot="10800000" wrap="none" anchor="ct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0" lang="zh-CN" altLang="zh-CN" sz="1400" b="0" i="0" u="none" strike="noStrike" kern="0" cap="none" spc="0" normalizeH="0" baseline="0" noProof="0">
                  <a:ln>
                    <a:noFill/>
                  </a:ln>
                  <a:solidFill>
                    <a:prstClr val="black"/>
                  </a:solidFill>
                  <a:effectLst/>
                  <a:uLnTx/>
                  <a:uFillTx/>
                  <a:latin typeface="Gulim" pitchFamily="34" charset="-127"/>
                  <a:ea typeface="Gulim" pitchFamily="34" charset="-127"/>
                </a:endParaRPr>
              </a:p>
            </p:txBody>
          </p:sp>
          <p:sp>
            <p:nvSpPr>
              <p:cNvPr id="41" name="AutoShape 16"/>
              <p:cNvSpPr>
                <a:spLocks noChangeArrowheads="1"/>
              </p:cNvSpPr>
              <p:nvPr/>
            </p:nvSpPr>
            <p:spPr bwMode="auto">
              <a:xfrm rot="8100000">
                <a:off x="3337" y="2455"/>
                <a:ext cx="105" cy="107"/>
              </a:xfrm>
              <a:prstGeom prst="roundRect">
                <a:avLst>
                  <a:gd name="adj" fmla="val 50000"/>
                </a:avLst>
              </a:prstGeom>
              <a:solidFill>
                <a:sysClr val="windowText" lastClr="000000"/>
              </a:solidFill>
              <a:ln w="9525">
                <a:noFill/>
                <a:round/>
                <a:headEnd/>
                <a:tailEnd/>
              </a:ln>
            </p:spPr>
            <p:txBody>
              <a:bodyPr rot="10800000" wrap="none" anchor="ct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0" lang="zh-CN" altLang="zh-CN" sz="1400" b="0" i="0" u="none" strike="noStrike" kern="0" cap="none" spc="0" normalizeH="0" baseline="0" noProof="0">
                  <a:ln>
                    <a:noFill/>
                  </a:ln>
                  <a:solidFill>
                    <a:prstClr val="black"/>
                  </a:solidFill>
                  <a:effectLst/>
                  <a:uLnTx/>
                  <a:uFillTx/>
                  <a:latin typeface="Gulim" pitchFamily="34" charset="-127"/>
                  <a:ea typeface="Gulim" pitchFamily="34" charset="-127"/>
                </a:endParaRPr>
              </a:p>
            </p:txBody>
          </p:sp>
        </p:grpSp>
        <p:sp>
          <p:nvSpPr>
            <p:cNvPr id="38" name="AutoShape 58"/>
            <p:cNvSpPr>
              <a:spLocks noChangeArrowheads="1"/>
            </p:cNvSpPr>
            <p:nvPr/>
          </p:nvSpPr>
          <p:spPr bwMode="auto">
            <a:xfrm>
              <a:off x="5821363" y="2755900"/>
              <a:ext cx="1987550" cy="300038"/>
            </a:xfrm>
            <a:prstGeom prst="roundRect">
              <a:avLst>
                <a:gd name="adj" fmla="val 5630"/>
              </a:avLst>
            </a:prstGeom>
            <a:solidFill>
              <a:srgbClr val="054487"/>
            </a:soli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algn="ctr" defTabSz="914400" eaLnBrk="1" fontAlgn="auto" latinLnBrk="0" hangingPunct="1">
                <a:lnSpc>
                  <a:spcPct val="120000"/>
                </a:lnSpc>
                <a:spcBef>
                  <a:spcPct val="20000"/>
                </a:spcBef>
                <a:spcAft>
                  <a:spcPts val="0"/>
                </a:spcAft>
                <a:buClr>
                  <a:srgbClr val="E1B40C"/>
                </a:buClr>
                <a:buSzTx/>
                <a:buFont typeface="微软雅黑" pitchFamily="34" charset="-122"/>
                <a:buNone/>
                <a:tabLst/>
                <a:defRPr/>
              </a:pPr>
              <a:r>
                <a:rPr kumimoji="0" lang="zh-CN" altLang="en-US" sz="1000" b="0" i="0" u="none" strike="noStrike" kern="0" cap="none" spc="0" normalizeH="0" baseline="0" noProof="0">
                  <a:ln>
                    <a:noFill/>
                  </a:ln>
                  <a:solidFill>
                    <a:prstClr val="white"/>
                  </a:solidFill>
                  <a:effectLst/>
                  <a:uLnTx/>
                  <a:uFillTx/>
                  <a:latin typeface="微软雅黑" pitchFamily="34" charset="-122"/>
                </a:rPr>
                <a:t>此处添加文字内容</a:t>
              </a:r>
              <a:endParaRPr kumimoji="0" lang="zh-CN" altLang="en-US" sz="1000" b="0" i="0" u="none" strike="noStrike" kern="0" cap="none" spc="0" normalizeH="0" baseline="0" noProof="0">
                <a:ln>
                  <a:noFill/>
                </a:ln>
                <a:solidFill>
                  <a:prstClr val="white"/>
                </a:solidFill>
                <a:effectLst>
                  <a:outerShdw blurRad="38100" dist="38100" dir="2700000" algn="tl">
                    <a:srgbClr val="000000"/>
                  </a:outerShdw>
                </a:effectLst>
                <a:uLnTx/>
                <a:uFillTx/>
                <a:latin typeface="微软雅黑" pitchFamily="34" charset="-122"/>
              </a:endParaRPr>
            </a:p>
          </p:txBody>
        </p:sp>
      </p:grpSp>
      <p:grpSp>
        <p:nvGrpSpPr>
          <p:cNvPr id="44" name="组合 43"/>
          <p:cNvGrpSpPr/>
          <p:nvPr/>
        </p:nvGrpSpPr>
        <p:grpSpPr>
          <a:xfrm>
            <a:off x="4618583" y="2860054"/>
            <a:ext cx="3178175" cy="1377950"/>
            <a:chOff x="4953000" y="3895725"/>
            <a:chExt cx="3178175" cy="1377950"/>
          </a:xfrm>
        </p:grpSpPr>
        <p:pic>
          <p:nvPicPr>
            <p:cNvPr id="45" name="Picture 60" descr="阴影5"/>
            <p:cNvPicPr>
              <a:picLocks noChangeAspect="1" noChangeArrowheads="1"/>
            </p:cNvPicPr>
            <p:nvPr/>
          </p:nvPicPr>
          <p:blipFill>
            <a:blip r:embed="rId2"/>
            <a:srcRect/>
            <a:stretch>
              <a:fillRect/>
            </a:stretch>
          </p:blipFill>
          <p:spPr bwMode="auto">
            <a:xfrm>
              <a:off x="4953000" y="5106988"/>
              <a:ext cx="3178175" cy="166687"/>
            </a:xfrm>
            <a:prstGeom prst="rect">
              <a:avLst/>
            </a:prstGeom>
            <a:noFill/>
            <a:ln w="9525">
              <a:noFill/>
              <a:miter lim="800000"/>
              <a:headEnd/>
              <a:tailEnd/>
            </a:ln>
          </p:spPr>
        </p:pic>
        <p:sp>
          <p:nvSpPr>
            <p:cNvPr id="46" name="AutoShape 61"/>
            <p:cNvSpPr>
              <a:spLocks noChangeArrowheads="1"/>
            </p:cNvSpPr>
            <p:nvPr/>
          </p:nvSpPr>
          <p:spPr bwMode="auto">
            <a:xfrm>
              <a:off x="4975225" y="4405313"/>
              <a:ext cx="3098800" cy="796925"/>
            </a:xfrm>
            <a:prstGeom prst="roundRect">
              <a:avLst>
                <a:gd name="adj" fmla="val 5630"/>
              </a:avLst>
            </a:prstGeom>
            <a:gradFill rotWithShape="1">
              <a:gsLst>
                <a:gs pos="0">
                  <a:srgbClr val="FFFFFF"/>
                </a:gs>
                <a:gs pos="100000">
                  <a:srgbClr val="D8D8D8"/>
                </a:gs>
              </a:gsLst>
              <a:lin ang="5400000" scaled="1"/>
            </a:gradFill>
            <a:ln w="6350" algn="ctr">
              <a:solidFill>
                <a:srgbClr val="C0C0C0"/>
              </a:solidFill>
              <a:round/>
              <a:headEnd/>
              <a:tailEnd/>
            </a:ln>
          </p:spPr>
          <p:txBody>
            <a:bodyPr wrap="none" anchor="ctr"/>
            <a:lstStyle/>
            <a:p>
              <a:pPr marL="0" marR="0" lvl="0" indent="0" algn="ctr" defTabSz="914400" eaLnBrk="1" fontAlgn="auto" latinLnBrk="0" hangingPunct="1">
                <a:lnSpc>
                  <a:spcPct val="100000"/>
                </a:lnSpc>
                <a:spcBef>
                  <a:spcPct val="20000"/>
                </a:spcBef>
                <a:spcAft>
                  <a:spcPts val="0"/>
                </a:spcAft>
                <a:buClr>
                  <a:srgbClr val="E1B40C"/>
                </a:buClr>
                <a:buSzTx/>
                <a:buFont typeface="微软雅黑" pitchFamily="34" charset="-122"/>
                <a:buNone/>
                <a:tabLst/>
                <a:defRPr/>
              </a:pPr>
              <a:r>
                <a:rPr kumimoji="0" lang="zh-CN" altLang="en-US" sz="1000" b="0" i="0" u="none" strike="noStrike" kern="0" cap="none" spc="0" normalizeH="0" baseline="0" noProof="0">
                  <a:ln>
                    <a:noFill/>
                  </a:ln>
                  <a:solidFill>
                    <a:srgbClr val="000000"/>
                  </a:solidFill>
                  <a:effectLst/>
                  <a:uLnTx/>
                  <a:uFillTx/>
                  <a:latin typeface="微软雅黑" pitchFamily="34" charset="-122"/>
                </a:rPr>
                <a:t>单击此处添加文字内容   单击此处添加文字内容</a:t>
              </a:r>
            </a:p>
            <a:p>
              <a:pPr marL="0" marR="0" lvl="0" indent="0" algn="ctr" defTabSz="914400" eaLnBrk="1" fontAlgn="auto" latinLnBrk="0" hangingPunct="1">
                <a:lnSpc>
                  <a:spcPct val="100000"/>
                </a:lnSpc>
                <a:spcBef>
                  <a:spcPct val="20000"/>
                </a:spcBef>
                <a:spcAft>
                  <a:spcPts val="0"/>
                </a:spcAft>
                <a:buClr>
                  <a:srgbClr val="E1B40C"/>
                </a:buClr>
                <a:buSzTx/>
                <a:buFont typeface="微软雅黑" pitchFamily="34" charset="-122"/>
                <a:buNone/>
                <a:tabLst/>
                <a:defRPr/>
              </a:pPr>
              <a:r>
                <a:rPr kumimoji="0" lang="zh-CN" altLang="en-US" sz="1000" b="0" i="0" u="none" strike="noStrike" kern="0" cap="none" spc="0" normalizeH="0" baseline="0" noProof="0">
                  <a:ln>
                    <a:noFill/>
                  </a:ln>
                  <a:solidFill>
                    <a:srgbClr val="000000"/>
                  </a:solidFill>
                  <a:effectLst/>
                  <a:uLnTx/>
                  <a:uFillTx/>
                  <a:latin typeface="微软雅黑" pitchFamily="34" charset="-122"/>
                </a:rPr>
                <a:t>单击此处添加文字内容   单击此处添加文字内容</a:t>
              </a:r>
              <a:endParaRPr kumimoji="0" lang="zh-CN" altLang="zh-CN" sz="1000" b="0" i="0" u="none" strike="noStrike" kern="0" cap="none" spc="0" normalizeH="0" baseline="0" noProof="0">
                <a:ln>
                  <a:noFill/>
                </a:ln>
                <a:solidFill>
                  <a:srgbClr val="000000"/>
                </a:solidFill>
                <a:effectLst/>
                <a:uLnTx/>
                <a:uFillTx/>
                <a:latin typeface="微软雅黑" pitchFamily="34" charset="-122"/>
              </a:endParaRPr>
            </a:p>
          </p:txBody>
        </p:sp>
        <p:sp>
          <p:nvSpPr>
            <p:cNvPr id="47" name="Oval 8"/>
            <p:cNvSpPr>
              <a:spLocks noChangeAspect="1" noChangeArrowheads="1"/>
            </p:cNvSpPr>
            <p:nvPr/>
          </p:nvSpPr>
          <p:spPr bwMode="gray">
            <a:xfrm>
              <a:off x="5091113" y="4346575"/>
              <a:ext cx="569912" cy="276225"/>
            </a:xfrm>
            <a:prstGeom prst="ellipse">
              <a:avLst/>
            </a:prstGeom>
            <a:gradFill rotWithShape="1">
              <a:gsLst>
                <a:gs pos="0">
                  <a:sysClr val="windowText" lastClr="000000">
                    <a:alpha val="60001"/>
                  </a:sysClr>
                </a:gs>
                <a:gs pos="100000">
                  <a:sysClr val="windowText" lastClr="000000">
                    <a:gamma/>
                    <a:tint val="0"/>
                    <a:invGamma/>
                    <a:alpha val="0"/>
                  </a:sysClr>
                </a:gs>
              </a:gsLst>
              <a:path path="shape">
                <a:fillToRect l="50000" t="50000" r="50000" b="50000"/>
              </a:path>
            </a:gradFill>
            <a:ln w="9525" algn="ctr">
              <a:noFill/>
              <a:round/>
              <a:headEnd/>
              <a:tailEnd/>
            </a:ln>
            <a:effectLst/>
          </p:spPr>
          <p:txBody>
            <a:bodyPr vert="eaVert"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zh-CN" sz="1400" b="0" i="0" u="none" strike="noStrike" kern="0" cap="none" spc="0" normalizeH="0" baseline="0" noProof="0">
                <a:ln>
                  <a:noFill/>
                </a:ln>
                <a:solidFill>
                  <a:prstClr val="black"/>
                </a:solidFill>
                <a:effectLst/>
                <a:uLnTx/>
                <a:uFillTx/>
                <a:ea typeface="PMingLiU" pitchFamily="18" charset="-120"/>
              </a:endParaRPr>
            </a:p>
          </p:txBody>
        </p:sp>
        <p:sp>
          <p:nvSpPr>
            <p:cNvPr id="48" name="Arc 9"/>
            <p:cNvSpPr>
              <a:spLocks/>
            </p:cNvSpPr>
            <p:nvPr/>
          </p:nvSpPr>
          <p:spPr bwMode="auto">
            <a:xfrm>
              <a:off x="5102225" y="4229100"/>
              <a:ext cx="550863" cy="303213"/>
            </a:xfrm>
            <a:custGeom>
              <a:avLst/>
              <a:gdLst>
                <a:gd name="T0" fmla="*/ 2147483647 w 43195"/>
                <a:gd name="T1" fmla="*/ 2147483647 h 23732"/>
                <a:gd name="T2" fmla="*/ 1004921478 w 43195"/>
                <a:gd name="T3" fmla="*/ 0 h 23732"/>
                <a:gd name="T4" fmla="*/ 2147483647 w 43195"/>
                <a:gd name="T5" fmla="*/ 2147483647 h 23732"/>
                <a:gd name="T6" fmla="*/ 0 60000 65536"/>
                <a:gd name="T7" fmla="*/ 0 60000 65536"/>
                <a:gd name="T8" fmla="*/ 0 60000 65536"/>
                <a:gd name="T9" fmla="*/ 0 w 43195"/>
                <a:gd name="T10" fmla="*/ 0 h 23732"/>
                <a:gd name="T11" fmla="*/ 43195 w 43195"/>
                <a:gd name="T12" fmla="*/ 23732 h 23732"/>
              </a:gdLst>
              <a:ahLst/>
              <a:cxnLst>
                <a:cxn ang="T6">
                  <a:pos x="T0" y="T1"/>
                </a:cxn>
                <a:cxn ang="T7">
                  <a:pos x="T2" y="T3"/>
                </a:cxn>
                <a:cxn ang="T8">
                  <a:pos x="T4" y="T5"/>
                </a:cxn>
              </a:cxnLst>
              <a:rect l="T9" t="T10" r="T11" b="T12"/>
              <a:pathLst>
                <a:path w="43195" h="23732" fill="none" extrusionOk="0">
                  <a:moveTo>
                    <a:pt x="43194" y="2602"/>
                  </a:moveTo>
                  <a:cubicBezTo>
                    <a:pt x="42938" y="14346"/>
                    <a:pt x="33345" y="23731"/>
                    <a:pt x="21600" y="23732"/>
                  </a:cubicBezTo>
                  <a:cubicBezTo>
                    <a:pt x="9670" y="23732"/>
                    <a:pt x="0" y="14061"/>
                    <a:pt x="0" y="2132"/>
                  </a:cubicBezTo>
                  <a:cubicBezTo>
                    <a:pt x="-1" y="1420"/>
                    <a:pt x="35" y="708"/>
                    <a:pt x="105" y="0"/>
                  </a:cubicBezTo>
                </a:path>
                <a:path w="43195" h="23732" stroke="0" extrusionOk="0">
                  <a:moveTo>
                    <a:pt x="43194" y="2602"/>
                  </a:moveTo>
                  <a:cubicBezTo>
                    <a:pt x="42938" y="14346"/>
                    <a:pt x="33345" y="23731"/>
                    <a:pt x="21600" y="23732"/>
                  </a:cubicBezTo>
                  <a:cubicBezTo>
                    <a:pt x="9670" y="23732"/>
                    <a:pt x="0" y="14061"/>
                    <a:pt x="0" y="2132"/>
                  </a:cubicBezTo>
                  <a:cubicBezTo>
                    <a:pt x="-1" y="1420"/>
                    <a:pt x="35" y="708"/>
                    <a:pt x="105" y="0"/>
                  </a:cubicBezTo>
                  <a:lnTo>
                    <a:pt x="21600" y="2132"/>
                  </a:lnTo>
                  <a:lnTo>
                    <a:pt x="43194" y="2602"/>
                  </a:lnTo>
                  <a:close/>
                </a:path>
              </a:pathLst>
            </a:custGeom>
            <a:solidFill>
              <a:srgbClr val="054487"/>
            </a:solidFill>
            <a:ln w="12700" algn="ctr">
              <a:noFill/>
              <a:round/>
              <a:headEnd/>
              <a:tailEnd/>
            </a:ln>
          </p:spPr>
          <p:txBody>
            <a:bodyPr wrap="none" lIns="87313" tIns="44450" rIns="87313" bIns="4445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49" name="Oval 10"/>
            <p:cNvSpPr>
              <a:spLocks noChangeAspect="1" noChangeArrowheads="1"/>
            </p:cNvSpPr>
            <p:nvPr/>
          </p:nvSpPr>
          <p:spPr bwMode="gray">
            <a:xfrm>
              <a:off x="5091113" y="4116388"/>
              <a:ext cx="569912" cy="277812"/>
            </a:xfrm>
            <a:prstGeom prst="ellipse">
              <a:avLst/>
            </a:prstGeom>
            <a:solidFill>
              <a:srgbClr val="054487"/>
            </a:solidFill>
            <a:ln w="9525" algn="ctr">
              <a:noFill/>
              <a:round/>
              <a:headEnd/>
              <a:tailEnd/>
            </a:ln>
          </p:spPr>
          <p:txBody>
            <a:bodyPr vert="eaVert"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zh-CN" sz="1400" b="0" i="0" u="none" strike="noStrike" kern="0" cap="none" spc="0" normalizeH="0" baseline="0" noProof="0">
                <a:ln>
                  <a:noFill/>
                </a:ln>
                <a:solidFill>
                  <a:prstClr val="black"/>
                </a:solidFill>
                <a:effectLst/>
                <a:uLnTx/>
                <a:uFillTx/>
                <a:ea typeface="PMingLiU" pitchFamily="18" charset="-120"/>
              </a:endParaRPr>
            </a:p>
          </p:txBody>
        </p:sp>
        <p:grpSp>
          <p:nvGrpSpPr>
            <p:cNvPr id="50" name="Group 11"/>
            <p:cNvGrpSpPr>
              <a:grpSpLocks/>
            </p:cNvGrpSpPr>
            <p:nvPr/>
          </p:nvGrpSpPr>
          <p:grpSpPr bwMode="auto">
            <a:xfrm>
              <a:off x="5314950" y="3895725"/>
              <a:ext cx="128588" cy="355600"/>
              <a:chOff x="3288" y="2455"/>
              <a:chExt cx="203" cy="567"/>
            </a:xfrm>
          </p:grpSpPr>
          <p:grpSp>
            <p:nvGrpSpPr>
              <p:cNvPr id="52" name="Group 12"/>
              <p:cNvGrpSpPr>
                <a:grpSpLocks/>
              </p:cNvGrpSpPr>
              <p:nvPr/>
            </p:nvGrpSpPr>
            <p:grpSpPr bwMode="auto">
              <a:xfrm>
                <a:off x="3335" y="2700"/>
                <a:ext cx="108" cy="322"/>
                <a:chOff x="3243" y="2500"/>
                <a:chExt cx="567" cy="1701"/>
              </a:xfrm>
            </p:grpSpPr>
            <p:sp>
              <p:nvSpPr>
                <p:cNvPr id="55" name="AutoShape 13"/>
                <p:cNvSpPr>
                  <a:spLocks noChangeArrowheads="1"/>
                </p:cNvSpPr>
                <p:nvPr/>
              </p:nvSpPr>
              <p:spPr bwMode="auto">
                <a:xfrm rot="5400000">
                  <a:off x="2517" y="3226"/>
                  <a:ext cx="1701" cy="250"/>
                </a:xfrm>
                <a:prstGeom prst="roundRect">
                  <a:avLst>
                    <a:gd name="adj" fmla="val 16667"/>
                  </a:avLst>
                </a:prstGeom>
                <a:solidFill>
                  <a:sysClr val="windowText" lastClr="000000"/>
                </a:solidFill>
                <a:ln w="9525">
                  <a:noFill/>
                  <a:round/>
                  <a:headEnd/>
                  <a:tailEnd/>
                </a:ln>
              </p:spPr>
              <p:txBody>
                <a:bodyPr wrap="none" anchor="ct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0" lang="zh-CN" altLang="zh-CN" sz="1400" b="0" i="0" u="none" strike="noStrike" kern="0" cap="none" spc="0" normalizeH="0" baseline="0" noProof="0">
                    <a:ln>
                      <a:noFill/>
                    </a:ln>
                    <a:solidFill>
                      <a:prstClr val="black"/>
                    </a:solidFill>
                    <a:effectLst/>
                    <a:uLnTx/>
                    <a:uFillTx/>
                    <a:latin typeface="Gulim" pitchFamily="34" charset="-127"/>
                    <a:ea typeface="Gulim" pitchFamily="34" charset="-127"/>
                  </a:endParaRPr>
                </a:p>
              </p:txBody>
            </p:sp>
            <p:sp>
              <p:nvSpPr>
                <p:cNvPr id="56" name="AutoShape 14"/>
                <p:cNvSpPr>
                  <a:spLocks noChangeArrowheads="1"/>
                </p:cNvSpPr>
                <p:nvPr/>
              </p:nvSpPr>
              <p:spPr bwMode="auto">
                <a:xfrm rot="5400000">
                  <a:off x="2834" y="3226"/>
                  <a:ext cx="1701" cy="250"/>
                </a:xfrm>
                <a:prstGeom prst="roundRect">
                  <a:avLst>
                    <a:gd name="adj" fmla="val 16667"/>
                  </a:avLst>
                </a:prstGeom>
                <a:solidFill>
                  <a:sysClr val="windowText" lastClr="000000"/>
                </a:solidFill>
                <a:ln w="9525">
                  <a:noFill/>
                  <a:round/>
                  <a:headEnd/>
                  <a:tailEnd/>
                </a:ln>
              </p:spPr>
              <p:txBody>
                <a:bodyPr wrap="none" anchor="ct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0" lang="zh-CN" altLang="zh-CN" sz="1400" b="0" i="0" u="none" strike="noStrike" kern="0" cap="none" spc="0" normalizeH="0" baseline="0" noProof="0">
                    <a:ln>
                      <a:noFill/>
                    </a:ln>
                    <a:solidFill>
                      <a:prstClr val="black"/>
                    </a:solidFill>
                    <a:effectLst/>
                    <a:uLnTx/>
                    <a:uFillTx/>
                    <a:latin typeface="Gulim" pitchFamily="34" charset="-127"/>
                    <a:ea typeface="Gulim" pitchFamily="34" charset="-127"/>
                  </a:endParaRPr>
                </a:p>
              </p:txBody>
            </p:sp>
          </p:grpSp>
          <p:sp>
            <p:nvSpPr>
              <p:cNvPr id="53" name="AutoShape 15"/>
              <p:cNvSpPr>
                <a:spLocks noChangeArrowheads="1"/>
              </p:cNvSpPr>
              <p:nvPr/>
            </p:nvSpPr>
            <p:spPr bwMode="auto">
              <a:xfrm rot="10800000">
                <a:off x="3288" y="2580"/>
                <a:ext cx="203" cy="206"/>
              </a:xfrm>
              <a:prstGeom prst="roundRect">
                <a:avLst>
                  <a:gd name="adj" fmla="val 16667"/>
                </a:avLst>
              </a:prstGeom>
              <a:solidFill>
                <a:sysClr val="windowText" lastClr="000000"/>
              </a:solidFill>
              <a:ln w="9525">
                <a:noFill/>
                <a:round/>
                <a:headEnd/>
                <a:tailEnd/>
              </a:ln>
            </p:spPr>
            <p:txBody>
              <a:bodyPr rot="10800000" wrap="none" anchor="ct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0" lang="zh-CN" altLang="zh-CN" sz="1400" b="0" i="0" u="none" strike="noStrike" kern="0" cap="none" spc="0" normalizeH="0" baseline="0" noProof="0">
                  <a:ln>
                    <a:noFill/>
                  </a:ln>
                  <a:solidFill>
                    <a:prstClr val="black"/>
                  </a:solidFill>
                  <a:effectLst/>
                  <a:uLnTx/>
                  <a:uFillTx/>
                  <a:latin typeface="Gulim" pitchFamily="34" charset="-127"/>
                  <a:ea typeface="Gulim" pitchFamily="34" charset="-127"/>
                </a:endParaRPr>
              </a:p>
            </p:txBody>
          </p:sp>
          <p:sp>
            <p:nvSpPr>
              <p:cNvPr id="54" name="AutoShape 16"/>
              <p:cNvSpPr>
                <a:spLocks noChangeArrowheads="1"/>
              </p:cNvSpPr>
              <p:nvPr/>
            </p:nvSpPr>
            <p:spPr bwMode="auto">
              <a:xfrm rot="8100000">
                <a:off x="3337" y="2455"/>
                <a:ext cx="105" cy="107"/>
              </a:xfrm>
              <a:prstGeom prst="roundRect">
                <a:avLst>
                  <a:gd name="adj" fmla="val 50000"/>
                </a:avLst>
              </a:prstGeom>
              <a:solidFill>
                <a:sysClr val="windowText" lastClr="000000"/>
              </a:solidFill>
              <a:ln w="9525">
                <a:noFill/>
                <a:round/>
                <a:headEnd/>
                <a:tailEnd/>
              </a:ln>
            </p:spPr>
            <p:txBody>
              <a:bodyPr rot="10800000" wrap="none" anchor="ct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0" lang="zh-CN" altLang="zh-CN" sz="1400" b="0" i="0" u="none" strike="noStrike" kern="0" cap="none" spc="0" normalizeH="0" baseline="0" noProof="0">
                  <a:ln>
                    <a:noFill/>
                  </a:ln>
                  <a:solidFill>
                    <a:prstClr val="black"/>
                  </a:solidFill>
                  <a:effectLst/>
                  <a:uLnTx/>
                  <a:uFillTx/>
                  <a:latin typeface="Gulim" pitchFamily="34" charset="-127"/>
                  <a:ea typeface="Gulim" pitchFamily="34" charset="-127"/>
                </a:endParaRPr>
              </a:p>
            </p:txBody>
          </p:sp>
        </p:grpSp>
        <p:sp>
          <p:nvSpPr>
            <p:cNvPr id="51" name="AutoShape 71"/>
            <p:cNvSpPr>
              <a:spLocks noChangeArrowheads="1"/>
            </p:cNvSpPr>
            <p:nvPr/>
          </p:nvSpPr>
          <p:spPr bwMode="auto">
            <a:xfrm>
              <a:off x="5821363" y="4195763"/>
              <a:ext cx="1987550" cy="300037"/>
            </a:xfrm>
            <a:prstGeom prst="roundRect">
              <a:avLst>
                <a:gd name="adj" fmla="val 5630"/>
              </a:avLst>
            </a:prstGeom>
            <a:solidFill>
              <a:srgbClr val="054487"/>
            </a:soli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algn="ctr" defTabSz="914400" eaLnBrk="1" fontAlgn="auto" latinLnBrk="0" hangingPunct="1">
                <a:lnSpc>
                  <a:spcPct val="120000"/>
                </a:lnSpc>
                <a:spcBef>
                  <a:spcPct val="20000"/>
                </a:spcBef>
                <a:spcAft>
                  <a:spcPts val="0"/>
                </a:spcAft>
                <a:buClr>
                  <a:srgbClr val="E1B40C"/>
                </a:buClr>
                <a:buSzTx/>
                <a:buFont typeface="微软雅黑" pitchFamily="34" charset="-122"/>
                <a:buNone/>
                <a:tabLst/>
                <a:defRPr/>
              </a:pPr>
              <a:r>
                <a:rPr kumimoji="0" lang="zh-CN" altLang="en-US" sz="1000" b="0" i="0" u="none" strike="noStrike" kern="0" cap="none" spc="0" normalizeH="0" baseline="0" noProof="0">
                  <a:ln>
                    <a:noFill/>
                  </a:ln>
                  <a:solidFill>
                    <a:prstClr val="white"/>
                  </a:solidFill>
                  <a:effectLst/>
                  <a:uLnTx/>
                  <a:uFillTx/>
                  <a:latin typeface="微软雅黑" pitchFamily="34" charset="-122"/>
                </a:rPr>
                <a:t>此处添加文字内容</a:t>
              </a:r>
              <a:endParaRPr kumimoji="0" lang="zh-CN" altLang="en-US" sz="1000" b="0" i="0" u="none" strike="noStrike" kern="0" cap="none" spc="0" normalizeH="0" baseline="0" noProof="0">
                <a:ln>
                  <a:noFill/>
                </a:ln>
                <a:solidFill>
                  <a:prstClr val="white"/>
                </a:solidFill>
                <a:effectLst>
                  <a:outerShdw blurRad="38100" dist="38100" dir="2700000" algn="tl">
                    <a:srgbClr val="000000"/>
                  </a:outerShdw>
                </a:effectLst>
                <a:uLnTx/>
                <a:uFillTx/>
                <a:latin typeface="微软雅黑" pitchFamily="34" charset="-122"/>
              </a:endParaRPr>
            </a:p>
          </p:txBody>
        </p:sp>
      </p:grpSp>
    </p:spTree>
    <p:extLst>
      <p:ext uri="{BB962C8B-B14F-4D97-AF65-F5344CB8AC3E}">
        <p14:creationId xmlns:p14="http://schemas.microsoft.com/office/powerpoint/2010/main" val="904848493"/>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200"/>
                                  </p:stCondLst>
                                  <p:childTnLst>
                                    <p:set>
                                      <p:cBhvr>
                                        <p:cTn id="9" dur="1" fill="hold">
                                          <p:stCondLst>
                                            <p:cond delay="0"/>
                                          </p:stCondLst>
                                        </p:cTn>
                                        <p:tgtEl>
                                          <p:spTgt spid="31"/>
                                        </p:tgtEl>
                                        <p:attrNameLst>
                                          <p:attrName>style.visibility</p:attrName>
                                        </p:attrNameLst>
                                      </p:cBhvr>
                                      <p:to>
                                        <p:strVal val="visible"/>
                                      </p:to>
                                    </p:set>
                                    <p:animEffect transition="in" filter="fade">
                                      <p:cBhvr>
                                        <p:cTn id="10" dur="500"/>
                                        <p:tgtEl>
                                          <p:spTgt spid="31"/>
                                        </p:tgtEl>
                                      </p:cBhvr>
                                    </p:animEffect>
                                  </p:childTnLst>
                                </p:cTn>
                              </p:par>
                              <p:par>
                                <p:cTn id="11" presetID="10" presetClass="entr" presetSubtype="0" fill="hold" nodeType="withEffect">
                                  <p:stCondLst>
                                    <p:cond delay="40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par>
                                <p:cTn id="14" presetID="10" presetClass="entr" presetSubtype="0" fill="hold" nodeType="withEffect">
                                  <p:stCondLst>
                                    <p:cond delay="600"/>
                                  </p:stCondLst>
                                  <p:childTnLst>
                                    <p:set>
                                      <p:cBhvr>
                                        <p:cTn id="15" dur="1" fill="hold">
                                          <p:stCondLst>
                                            <p:cond delay="0"/>
                                          </p:stCondLst>
                                        </p:cTn>
                                        <p:tgtEl>
                                          <p:spTgt spid="44"/>
                                        </p:tgtEl>
                                        <p:attrNameLst>
                                          <p:attrName>style.visibility</p:attrName>
                                        </p:attrNameLst>
                                      </p:cBhvr>
                                      <p:to>
                                        <p:strVal val="visible"/>
                                      </p:to>
                                    </p:set>
                                    <p:animEffect transition="in" filter="fade">
                                      <p:cBhvr>
                                        <p:cTn id="16"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95486"/>
            <a:ext cx="611560" cy="369332"/>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3"/>
          <p:cNvSpPr txBox="1"/>
          <p:nvPr/>
        </p:nvSpPr>
        <p:spPr>
          <a:xfrm>
            <a:off x="683568" y="195486"/>
            <a:ext cx="3816424" cy="646331"/>
          </a:xfrm>
          <a:prstGeom prst="rect">
            <a:avLst/>
          </a:prstGeom>
          <a:noFill/>
        </p:spPr>
        <p:txBody>
          <a:bodyPr wrap="square" rtlCol="0">
            <a:spAutoFit/>
          </a:bodyPr>
          <a:lstStyle/>
          <a:p>
            <a:r>
              <a:rPr lang="zh-CN" altLang="en-US" dirty="0">
                <a:solidFill>
                  <a:srgbClr val="054487"/>
                </a:solidFill>
                <a:latin typeface="微软雅黑" pitchFamily="34" charset="-122"/>
                <a:ea typeface="微软雅黑" pitchFamily="34" charset="-122"/>
              </a:rPr>
              <a:t>输入你的标题 </a:t>
            </a:r>
            <a:r>
              <a:rPr lang="en-US" altLang="zh-CN" dirty="0">
                <a:solidFill>
                  <a:srgbClr val="054487"/>
                </a:solidFill>
                <a:latin typeface="微软雅黑" pitchFamily="34" charset="-122"/>
                <a:ea typeface="微软雅黑" pitchFamily="34" charset="-122"/>
              </a:rPr>
              <a:t>/Add your title</a:t>
            </a:r>
            <a:endParaRPr lang="zh-CN" altLang="en-US" dirty="0">
              <a:solidFill>
                <a:srgbClr val="054487"/>
              </a:solidFill>
              <a:latin typeface="微软雅黑" pitchFamily="34" charset="-122"/>
              <a:ea typeface="微软雅黑" pitchFamily="34" charset="-122"/>
            </a:endParaRPr>
          </a:p>
          <a:p>
            <a:endParaRPr lang="zh-CN" altLang="en-US" dirty="0">
              <a:solidFill>
                <a:srgbClr val="F46970"/>
              </a:solidFill>
              <a:latin typeface="微软雅黑" pitchFamily="34" charset="-122"/>
              <a:ea typeface="微软雅黑" pitchFamily="34" charset="-122"/>
            </a:endParaRPr>
          </a:p>
        </p:txBody>
      </p:sp>
      <p:sp>
        <p:nvSpPr>
          <p:cNvPr id="5" name="椭圆 4"/>
          <p:cNvSpPr/>
          <p:nvPr/>
        </p:nvSpPr>
        <p:spPr>
          <a:xfrm>
            <a:off x="1414899" y="1688356"/>
            <a:ext cx="1318561" cy="1318561"/>
          </a:xfrm>
          <a:prstGeom prst="ellipse">
            <a:avLst/>
          </a:prstGeom>
          <a:gradFill>
            <a:gsLst>
              <a:gs pos="15000">
                <a:srgbClr val="00B0F0"/>
              </a:gs>
              <a:gs pos="31000">
                <a:srgbClr val="0070C0"/>
              </a:gs>
              <a:gs pos="63000">
                <a:srgbClr val="FFFB6C">
                  <a:alpha val="0"/>
                </a:srgbClr>
              </a:gs>
            </a:gsLst>
            <a:path path="shape">
              <a:fillToRect l="50000" t="50000" r="50000" b="50000"/>
            </a:path>
          </a:gradFill>
          <a:ln w="25400" cap="flat" cmpd="sng" algn="ctr">
            <a:noFill/>
            <a:prstDash val="solid"/>
          </a:ln>
          <a:effectLst>
            <a:glow rad="127000">
              <a:srgbClr val="5D552C">
                <a:alpha val="4000"/>
              </a:srgbClr>
            </a:glow>
            <a:softEdge rad="0"/>
          </a:effectLst>
        </p:spPr>
        <p:txBody>
          <a:bodyPr lIns="68580" tIns="34290" rIns="68580" bIns="34290" rtlCol="0" anchor="ctr"/>
          <a:lstStyle/>
          <a:p>
            <a:pPr algn="ctr">
              <a:defRPr/>
            </a:pPr>
            <a:endParaRPr lang="zh-CN" altLang="en-US" kern="0" dirty="0">
              <a:solidFill>
                <a:prstClr val="black">
                  <a:lumMod val="85000"/>
                  <a:lumOff val="15000"/>
                </a:prstClr>
              </a:solidFill>
              <a:ea typeface="微软雅黑" pitchFamily="34" charset="-122"/>
            </a:endParaRPr>
          </a:p>
        </p:txBody>
      </p:sp>
      <p:sp>
        <p:nvSpPr>
          <p:cNvPr id="6" name="椭圆 5"/>
          <p:cNvSpPr/>
          <p:nvPr/>
        </p:nvSpPr>
        <p:spPr>
          <a:xfrm>
            <a:off x="3932352" y="1688356"/>
            <a:ext cx="1318561" cy="1318561"/>
          </a:xfrm>
          <a:prstGeom prst="ellipse">
            <a:avLst/>
          </a:prstGeom>
          <a:gradFill>
            <a:gsLst>
              <a:gs pos="15000">
                <a:srgbClr val="00B0F0"/>
              </a:gs>
              <a:gs pos="31000">
                <a:srgbClr val="0070C0"/>
              </a:gs>
              <a:gs pos="63000">
                <a:srgbClr val="FFFB6C">
                  <a:alpha val="0"/>
                </a:srgbClr>
              </a:gs>
            </a:gsLst>
            <a:path path="shape">
              <a:fillToRect l="50000" t="50000" r="50000" b="50000"/>
            </a:path>
          </a:gradFill>
          <a:ln w="25400" cap="flat" cmpd="sng" algn="ctr">
            <a:noFill/>
            <a:prstDash val="solid"/>
          </a:ln>
          <a:effectLst>
            <a:glow rad="127000">
              <a:srgbClr val="5D552C">
                <a:alpha val="4000"/>
              </a:srgbClr>
            </a:glow>
            <a:softEdge rad="0"/>
          </a:effectLst>
        </p:spPr>
        <p:txBody>
          <a:bodyPr lIns="68580" tIns="34290" rIns="68580" bIns="34290" rtlCol="0" anchor="ctr"/>
          <a:lstStyle/>
          <a:p>
            <a:pPr algn="ctr">
              <a:defRPr/>
            </a:pPr>
            <a:endParaRPr lang="zh-CN" altLang="en-US" kern="0" dirty="0">
              <a:solidFill>
                <a:prstClr val="black">
                  <a:lumMod val="85000"/>
                  <a:lumOff val="15000"/>
                </a:prstClr>
              </a:solidFill>
              <a:ea typeface="微软雅黑" pitchFamily="34" charset="-122"/>
            </a:endParaRPr>
          </a:p>
        </p:txBody>
      </p:sp>
      <p:sp>
        <p:nvSpPr>
          <p:cNvPr id="7" name="椭圆 6"/>
          <p:cNvSpPr/>
          <p:nvPr/>
        </p:nvSpPr>
        <p:spPr>
          <a:xfrm>
            <a:off x="6430299" y="1688356"/>
            <a:ext cx="1318561" cy="1318561"/>
          </a:xfrm>
          <a:prstGeom prst="ellipse">
            <a:avLst/>
          </a:prstGeom>
          <a:gradFill>
            <a:gsLst>
              <a:gs pos="15000">
                <a:srgbClr val="00B0F0"/>
              </a:gs>
              <a:gs pos="31000">
                <a:srgbClr val="0070C0"/>
              </a:gs>
              <a:gs pos="63000">
                <a:srgbClr val="FFFB6C">
                  <a:alpha val="0"/>
                </a:srgbClr>
              </a:gs>
            </a:gsLst>
            <a:path path="shape">
              <a:fillToRect l="50000" t="50000" r="50000" b="50000"/>
            </a:path>
          </a:gradFill>
          <a:ln w="25400" cap="flat" cmpd="sng" algn="ctr">
            <a:noFill/>
            <a:prstDash val="solid"/>
          </a:ln>
          <a:effectLst>
            <a:glow rad="127000">
              <a:srgbClr val="5D552C">
                <a:alpha val="4000"/>
              </a:srgbClr>
            </a:glow>
            <a:softEdge rad="0"/>
          </a:effectLst>
        </p:spPr>
        <p:txBody>
          <a:bodyPr lIns="68580" tIns="34290" rIns="68580" bIns="34290" rtlCol="0" anchor="ctr"/>
          <a:lstStyle/>
          <a:p>
            <a:pPr algn="ctr">
              <a:defRPr/>
            </a:pPr>
            <a:endParaRPr lang="zh-CN" altLang="en-US" kern="0" dirty="0">
              <a:solidFill>
                <a:prstClr val="black">
                  <a:lumMod val="85000"/>
                  <a:lumOff val="15000"/>
                </a:prstClr>
              </a:solidFill>
              <a:ea typeface="微软雅黑" pitchFamily="34" charset="-122"/>
            </a:endParaRPr>
          </a:p>
        </p:txBody>
      </p:sp>
      <p:grpSp>
        <p:nvGrpSpPr>
          <p:cNvPr id="8" name="组合 7"/>
          <p:cNvGrpSpPr/>
          <p:nvPr/>
        </p:nvGrpSpPr>
        <p:grpSpPr>
          <a:xfrm>
            <a:off x="1325880" y="1581827"/>
            <a:ext cx="1531620" cy="1531620"/>
            <a:chOff x="1554480" y="2438400"/>
            <a:chExt cx="2042160" cy="2042160"/>
          </a:xfrm>
        </p:grpSpPr>
        <p:sp>
          <p:nvSpPr>
            <p:cNvPr id="9" name="同心圆 8"/>
            <p:cNvSpPr/>
            <p:nvPr/>
          </p:nvSpPr>
          <p:spPr>
            <a:xfrm>
              <a:off x="1554480" y="2438400"/>
              <a:ext cx="2042160" cy="2042160"/>
            </a:xfrm>
            <a:prstGeom prst="donut">
              <a:avLst>
                <a:gd name="adj" fmla="val 22153"/>
              </a:avLst>
            </a:prstGeom>
            <a:solidFill>
              <a:srgbClr val="054487"/>
            </a:solidFill>
            <a:ln w="25400" cap="flat" cmpd="sng" algn="ctr">
              <a:noFill/>
              <a:prstDash val="solid"/>
            </a:ln>
            <a:effectLst>
              <a:innerShdw blurRad="114300">
                <a:prstClr val="black"/>
              </a:innerShdw>
            </a:effectLst>
          </p:spPr>
          <p:txBody>
            <a:bodyPr rtlCol="0" anchor="ctr"/>
            <a:lstStyle/>
            <a:p>
              <a:pPr algn="ctr">
                <a:defRPr/>
              </a:pPr>
              <a:endParaRPr lang="zh-CN" altLang="en-US" kern="0" dirty="0">
                <a:solidFill>
                  <a:prstClr val="black">
                    <a:lumMod val="85000"/>
                    <a:lumOff val="15000"/>
                  </a:prstClr>
                </a:solidFill>
                <a:ea typeface="微软雅黑" pitchFamily="34" charset="-122"/>
              </a:endParaRPr>
            </a:p>
          </p:txBody>
        </p:sp>
        <p:sp>
          <p:nvSpPr>
            <p:cNvPr id="10" name="椭圆 9"/>
            <p:cNvSpPr/>
            <p:nvPr/>
          </p:nvSpPr>
          <p:spPr>
            <a:xfrm>
              <a:off x="2003259" y="2889473"/>
              <a:ext cx="1140013" cy="1140013"/>
            </a:xfrm>
            <a:prstGeom prst="ellipse">
              <a:avLst/>
            </a:prstGeom>
            <a:solidFill>
              <a:sysClr val="window" lastClr="FFFFFF"/>
            </a:solidFill>
            <a:ln w="28575" cap="flat" cmpd="sng" algn="ctr">
              <a:noFill/>
              <a:prstDash val="solid"/>
            </a:ln>
            <a:effectLst>
              <a:outerShdw blurRad="63500" sx="102000" sy="102000" algn="ctr" rotWithShape="0">
                <a:prstClr val="black">
                  <a:alpha val="40000"/>
                </a:prstClr>
              </a:outerShdw>
            </a:effectLst>
          </p:spPr>
          <p:txBody>
            <a:bodyPr rtlCol="0" anchor="ctr"/>
            <a:lstStyle/>
            <a:p>
              <a:pPr algn="ctr">
                <a:defRPr/>
              </a:pPr>
              <a:endParaRPr lang="zh-CN" altLang="en-US" kern="0" dirty="0">
                <a:solidFill>
                  <a:prstClr val="black">
                    <a:lumMod val="85000"/>
                    <a:lumOff val="15000"/>
                  </a:prstClr>
                </a:solidFill>
                <a:ea typeface="微软雅黑" pitchFamily="34" charset="-122"/>
              </a:endParaRPr>
            </a:p>
          </p:txBody>
        </p:sp>
      </p:grpSp>
      <p:grpSp>
        <p:nvGrpSpPr>
          <p:cNvPr id="11" name="组合 10"/>
          <p:cNvGrpSpPr/>
          <p:nvPr/>
        </p:nvGrpSpPr>
        <p:grpSpPr>
          <a:xfrm>
            <a:off x="3828461" y="1581827"/>
            <a:ext cx="1531620" cy="1531620"/>
            <a:chOff x="1554480" y="2438400"/>
            <a:chExt cx="2042160" cy="2042160"/>
          </a:xfrm>
        </p:grpSpPr>
        <p:sp>
          <p:nvSpPr>
            <p:cNvPr id="12" name="同心圆 11"/>
            <p:cNvSpPr/>
            <p:nvPr/>
          </p:nvSpPr>
          <p:spPr>
            <a:xfrm>
              <a:off x="1554480" y="2438400"/>
              <a:ext cx="2042160" cy="2042160"/>
            </a:xfrm>
            <a:prstGeom prst="donut">
              <a:avLst>
                <a:gd name="adj" fmla="val 22153"/>
              </a:avLst>
            </a:prstGeom>
            <a:solidFill>
              <a:srgbClr val="054487"/>
            </a:solidFill>
            <a:ln w="25400" cap="flat" cmpd="sng" algn="ctr">
              <a:noFill/>
              <a:prstDash val="solid"/>
            </a:ln>
            <a:effectLst>
              <a:innerShdw blurRad="114300">
                <a:prstClr val="black"/>
              </a:innerShdw>
            </a:effectLst>
          </p:spPr>
          <p:txBody>
            <a:bodyPr rtlCol="0" anchor="ctr"/>
            <a:lstStyle/>
            <a:p>
              <a:pPr algn="ctr">
                <a:defRPr/>
              </a:pPr>
              <a:endParaRPr lang="zh-CN" altLang="en-US" kern="0" dirty="0">
                <a:solidFill>
                  <a:prstClr val="black">
                    <a:lumMod val="85000"/>
                    <a:lumOff val="15000"/>
                  </a:prstClr>
                </a:solidFill>
                <a:ea typeface="微软雅黑" pitchFamily="34" charset="-122"/>
              </a:endParaRPr>
            </a:p>
          </p:txBody>
        </p:sp>
        <p:sp>
          <p:nvSpPr>
            <p:cNvPr id="13" name="椭圆 12"/>
            <p:cNvSpPr/>
            <p:nvPr/>
          </p:nvSpPr>
          <p:spPr>
            <a:xfrm>
              <a:off x="2005554" y="2889474"/>
              <a:ext cx="1140013" cy="1140013"/>
            </a:xfrm>
            <a:prstGeom prst="ellipse">
              <a:avLst/>
            </a:prstGeom>
            <a:solidFill>
              <a:sysClr val="window" lastClr="FFFFFF"/>
            </a:solidFill>
            <a:ln w="28575" cap="flat" cmpd="sng" algn="ctr">
              <a:noFill/>
              <a:prstDash val="solid"/>
            </a:ln>
            <a:effectLst>
              <a:outerShdw blurRad="63500" sx="102000" sy="102000" algn="ctr" rotWithShape="0">
                <a:prstClr val="black">
                  <a:alpha val="40000"/>
                </a:prstClr>
              </a:outerShdw>
            </a:effectLst>
          </p:spPr>
          <p:txBody>
            <a:bodyPr rtlCol="0" anchor="ctr"/>
            <a:lstStyle/>
            <a:p>
              <a:pPr algn="ctr">
                <a:defRPr/>
              </a:pPr>
              <a:endParaRPr lang="zh-CN" altLang="en-US" kern="0" dirty="0">
                <a:solidFill>
                  <a:prstClr val="black">
                    <a:lumMod val="85000"/>
                    <a:lumOff val="15000"/>
                  </a:prstClr>
                </a:solidFill>
                <a:ea typeface="微软雅黑" pitchFamily="34" charset="-122"/>
              </a:endParaRPr>
            </a:p>
          </p:txBody>
        </p:sp>
      </p:grpSp>
      <p:grpSp>
        <p:nvGrpSpPr>
          <p:cNvPr id="14" name="组合 13"/>
          <p:cNvGrpSpPr/>
          <p:nvPr/>
        </p:nvGrpSpPr>
        <p:grpSpPr>
          <a:xfrm>
            <a:off x="6331040" y="1581827"/>
            <a:ext cx="1531620" cy="1531620"/>
            <a:chOff x="1554480" y="2438400"/>
            <a:chExt cx="2042160" cy="2042160"/>
          </a:xfrm>
        </p:grpSpPr>
        <p:sp>
          <p:nvSpPr>
            <p:cNvPr id="15" name="同心圆 14"/>
            <p:cNvSpPr/>
            <p:nvPr/>
          </p:nvSpPr>
          <p:spPr>
            <a:xfrm>
              <a:off x="1554480" y="2438400"/>
              <a:ext cx="2042160" cy="2042160"/>
            </a:xfrm>
            <a:prstGeom prst="donut">
              <a:avLst>
                <a:gd name="adj" fmla="val 22153"/>
              </a:avLst>
            </a:prstGeom>
            <a:solidFill>
              <a:srgbClr val="054487"/>
            </a:solidFill>
            <a:ln w="25400" cap="flat" cmpd="sng" algn="ctr">
              <a:noFill/>
              <a:prstDash val="solid"/>
            </a:ln>
            <a:effectLst>
              <a:innerShdw blurRad="114300">
                <a:prstClr val="black"/>
              </a:innerShdw>
            </a:effectLst>
          </p:spPr>
          <p:txBody>
            <a:bodyPr rtlCol="0" anchor="ctr"/>
            <a:lstStyle/>
            <a:p>
              <a:pPr algn="ctr">
                <a:defRPr/>
              </a:pPr>
              <a:endParaRPr lang="zh-CN" altLang="en-US" kern="0" dirty="0">
                <a:solidFill>
                  <a:prstClr val="black">
                    <a:lumMod val="85000"/>
                    <a:lumOff val="15000"/>
                  </a:prstClr>
                </a:solidFill>
                <a:ea typeface="微软雅黑" pitchFamily="34" charset="-122"/>
              </a:endParaRPr>
            </a:p>
          </p:txBody>
        </p:sp>
        <p:sp>
          <p:nvSpPr>
            <p:cNvPr id="16" name="椭圆 15"/>
            <p:cNvSpPr/>
            <p:nvPr/>
          </p:nvSpPr>
          <p:spPr>
            <a:xfrm>
              <a:off x="2005554" y="2889474"/>
              <a:ext cx="1140013" cy="1140013"/>
            </a:xfrm>
            <a:prstGeom prst="ellipse">
              <a:avLst/>
            </a:prstGeom>
            <a:solidFill>
              <a:sysClr val="window" lastClr="FFFFFF"/>
            </a:solidFill>
            <a:ln w="28575" cap="flat" cmpd="sng" algn="ctr">
              <a:noFill/>
              <a:prstDash val="solid"/>
            </a:ln>
            <a:effectLst>
              <a:outerShdw blurRad="63500" sx="102000" sy="102000" algn="ctr" rotWithShape="0">
                <a:prstClr val="black">
                  <a:alpha val="40000"/>
                </a:prstClr>
              </a:outerShdw>
            </a:effectLst>
          </p:spPr>
          <p:txBody>
            <a:bodyPr rtlCol="0" anchor="ctr"/>
            <a:lstStyle/>
            <a:p>
              <a:pPr algn="ctr">
                <a:defRPr/>
              </a:pPr>
              <a:endParaRPr lang="zh-CN" altLang="en-US" kern="0" dirty="0">
                <a:solidFill>
                  <a:prstClr val="black">
                    <a:lumMod val="85000"/>
                    <a:lumOff val="15000"/>
                  </a:prstClr>
                </a:solidFill>
                <a:ea typeface="微软雅黑" pitchFamily="34" charset="-122"/>
              </a:endParaRPr>
            </a:p>
          </p:txBody>
        </p:sp>
      </p:grpSp>
      <p:sp>
        <p:nvSpPr>
          <p:cNvPr id="17" name="任意多边形 16"/>
          <p:cNvSpPr/>
          <p:nvPr/>
        </p:nvSpPr>
        <p:spPr>
          <a:xfrm rot="12578840">
            <a:off x="1324138" y="1859643"/>
            <a:ext cx="1439954" cy="1221263"/>
          </a:xfrm>
          <a:custGeom>
            <a:avLst/>
            <a:gdLst>
              <a:gd name="connsiteX0" fmla="*/ 1919939 w 1919939"/>
              <a:gd name="connsiteY0" fmla="*/ 671925 h 1628350"/>
              <a:gd name="connsiteX1" fmla="*/ 1570104 w 1919939"/>
              <a:gd name="connsiteY1" fmla="*/ 871041 h 1628350"/>
              <a:gd name="connsiteX2" fmla="*/ 1554503 w 1919939"/>
              <a:gd name="connsiteY2" fmla="*/ 803598 h 1628350"/>
              <a:gd name="connsiteX3" fmla="*/ 1062048 w 1919939"/>
              <a:gd name="connsiteY3" fmla="*/ 394033 h 1628350"/>
              <a:gd name="connsiteX4" fmla="*/ 436266 w 1919939"/>
              <a:gd name="connsiteY4" fmla="*/ 753794 h 1628350"/>
              <a:gd name="connsiteX5" fmla="*/ 542407 w 1919939"/>
              <a:gd name="connsiteY5" fmla="*/ 1385451 h 1628350"/>
              <a:gd name="connsiteX6" fmla="*/ 589132 w 1919939"/>
              <a:gd name="connsiteY6" fmla="*/ 1429383 h 1628350"/>
              <a:gd name="connsiteX7" fmla="*/ 239560 w 1919939"/>
              <a:gd name="connsiteY7" fmla="*/ 1628350 h 1628350"/>
              <a:gd name="connsiteX8" fmla="*/ 166880 w 1919939"/>
              <a:gd name="connsiteY8" fmla="*/ 1535037 h 1628350"/>
              <a:gd name="connsiteX9" fmla="*/ 77805 w 1919939"/>
              <a:gd name="connsiteY9" fmla="*/ 602346 h 1628350"/>
              <a:gd name="connsiteX10" fmla="*/ 1111542 w 1919939"/>
              <a:gd name="connsiteY10" fmla="*/ 8053 h 1628350"/>
              <a:gd name="connsiteX11" fmla="*/ 1872733 w 1919939"/>
              <a:gd name="connsiteY11" fmla="*/ 554346 h 1628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9939" h="1628350">
                <a:moveTo>
                  <a:pt x="1919939" y="671925"/>
                </a:moveTo>
                <a:lnTo>
                  <a:pt x="1570104" y="871041"/>
                </a:lnTo>
                <a:lnTo>
                  <a:pt x="1554503" y="803598"/>
                </a:lnTo>
                <a:cubicBezTo>
                  <a:pt x="1484715" y="585962"/>
                  <a:pt x="1294523" y="423843"/>
                  <a:pt x="1062048" y="394033"/>
                </a:cubicBezTo>
                <a:cubicBezTo>
                  <a:pt x="796362" y="359964"/>
                  <a:pt x="540514" y="507051"/>
                  <a:pt x="436266" y="753794"/>
                </a:cubicBezTo>
                <a:cubicBezTo>
                  <a:pt x="345049" y="969694"/>
                  <a:pt x="389447" y="1215631"/>
                  <a:pt x="542407" y="1385451"/>
                </a:cubicBezTo>
                <a:lnTo>
                  <a:pt x="589132" y="1429383"/>
                </a:lnTo>
                <a:lnTo>
                  <a:pt x="239560" y="1628350"/>
                </a:lnTo>
                <a:lnTo>
                  <a:pt x="166880" y="1535037"/>
                </a:lnTo>
                <a:cubicBezTo>
                  <a:pt x="-14371" y="1264468"/>
                  <a:pt x="-54042" y="914413"/>
                  <a:pt x="77805" y="602346"/>
                </a:cubicBezTo>
                <a:cubicBezTo>
                  <a:pt x="250013" y="194748"/>
                  <a:pt x="672652" y="-48226"/>
                  <a:pt x="1111542" y="8053"/>
                </a:cubicBezTo>
                <a:cubicBezTo>
                  <a:pt x="1447567" y="51141"/>
                  <a:pt x="1730115" y="261566"/>
                  <a:pt x="1872733" y="554346"/>
                </a:cubicBezTo>
                <a:close/>
              </a:path>
            </a:pathLst>
          </a:custGeom>
          <a:solidFill>
            <a:schemeClr val="bg1">
              <a:lumMod val="75000"/>
              <a:alpha val="90000"/>
            </a:schemeClr>
          </a:solidFill>
          <a:ln w="25400" cap="flat" cmpd="sng" algn="ctr">
            <a:noFill/>
            <a:prstDash val="solid"/>
          </a:ln>
          <a:effectLst/>
        </p:spPr>
        <p:txBody>
          <a:bodyPr lIns="68580" tIns="34290" rIns="68580" bIns="34290" rtlCol="0" anchor="ctr"/>
          <a:lstStyle/>
          <a:p>
            <a:pPr algn="ctr">
              <a:defRPr/>
            </a:pPr>
            <a:endParaRPr lang="zh-CN" altLang="en-US" kern="0" dirty="0">
              <a:solidFill>
                <a:prstClr val="black">
                  <a:lumMod val="85000"/>
                  <a:lumOff val="15000"/>
                </a:prstClr>
              </a:solidFill>
              <a:ea typeface="微软雅黑" pitchFamily="34" charset="-122"/>
            </a:endParaRPr>
          </a:p>
        </p:txBody>
      </p:sp>
      <p:sp>
        <p:nvSpPr>
          <p:cNvPr id="18" name="任意多边形 17"/>
          <p:cNvSpPr/>
          <p:nvPr/>
        </p:nvSpPr>
        <p:spPr>
          <a:xfrm rot="15054736">
            <a:off x="3961782" y="1688580"/>
            <a:ext cx="1317770" cy="1479134"/>
          </a:xfrm>
          <a:custGeom>
            <a:avLst/>
            <a:gdLst>
              <a:gd name="connsiteX0" fmla="*/ 1757026 w 1757026"/>
              <a:gd name="connsiteY0" fmla="*/ 372622 h 1972178"/>
              <a:gd name="connsiteX1" fmla="*/ 1575910 w 1757026"/>
              <a:gd name="connsiteY1" fmla="*/ 896015 h 1972178"/>
              <a:gd name="connsiteX2" fmla="*/ 1553596 w 1757026"/>
              <a:gd name="connsiteY2" fmla="*/ 800645 h 1972178"/>
              <a:gd name="connsiteX3" fmla="*/ 1039137 w 1757026"/>
              <a:gd name="connsiteY3" fmla="*/ 391527 h 1972178"/>
              <a:gd name="connsiteX4" fmla="*/ 419996 w 1757026"/>
              <a:gd name="connsiteY4" fmla="*/ 796962 h 1972178"/>
              <a:gd name="connsiteX5" fmla="*/ 671140 w 1757026"/>
              <a:gd name="connsiteY5" fmla="*/ 1493122 h 1972178"/>
              <a:gd name="connsiteX6" fmla="*/ 1328201 w 1757026"/>
              <a:gd name="connsiteY6" fmla="*/ 1475360 h 1972178"/>
              <a:gd name="connsiteX7" fmla="*/ 1394649 w 1757026"/>
              <a:gd name="connsiteY7" fmla="*/ 1419828 h 1972178"/>
              <a:gd name="connsiteX8" fmla="*/ 1213640 w 1757026"/>
              <a:gd name="connsiteY8" fmla="*/ 1942914 h 1972178"/>
              <a:gd name="connsiteX9" fmla="*/ 1097039 w 1757026"/>
              <a:gd name="connsiteY9" fmla="*/ 1965906 h 1972178"/>
              <a:gd name="connsiteX10" fmla="*/ 465771 w 1757026"/>
              <a:gd name="connsiteY10" fmla="*/ 1823660 h 1972178"/>
              <a:gd name="connsiteX11" fmla="*/ 50904 w 1757026"/>
              <a:gd name="connsiteY11" fmla="*/ 673664 h 1972178"/>
              <a:gd name="connsiteX12" fmla="*/ 1073669 w 1757026"/>
              <a:gd name="connsiteY12" fmla="*/ 3921 h 1972178"/>
              <a:gd name="connsiteX13" fmla="*/ 1706529 w 1757026"/>
              <a:gd name="connsiteY13" fmla="*/ 312740 h 1972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57026" h="1972178">
                <a:moveTo>
                  <a:pt x="1757026" y="372622"/>
                </a:moveTo>
                <a:lnTo>
                  <a:pt x="1575910" y="896015"/>
                </a:lnTo>
                <a:lnTo>
                  <a:pt x="1553596" y="800645"/>
                </a:lnTo>
                <a:cubicBezTo>
                  <a:pt x="1480542" y="576768"/>
                  <a:pt x="1280081" y="412994"/>
                  <a:pt x="1039137" y="391527"/>
                </a:cubicBezTo>
                <a:cubicBezTo>
                  <a:pt x="763772" y="366993"/>
                  <a:pt x="507591" y="534750"/>
                  <a:pt x="419996" y="796962"/>
                </a:cubicBezTo>
                <a:cubicBezTo>
                  <a:pt x="332402" y="1059174"/>
                  <a:pt x="436317" y="1347224"/>
                  <a:pt x="671140" y="1493122"/>
                </a:cubicBezTo>
                <a:cubicBezTo>
                  <a:pt x="876609" y="1620783"/>
                  <a:pt x="1135257" y="1610378"/>
                  <a:pt x="1328201" y="1475360"/>
                </a:cubicBezTo>
                <a:lnTo>
                  <a:pt x="1394649" y="1419828"/>
                </a:lnTo>
                <a:lnTo>
                  <a:pt x="1213640" y="1942914"/>
                </a:lnTo>
                <a:lnTo>
                  <a:pt x="1097039" y="1965906"/>
                </a:lnTo>
                <a:cubicBezTo>
                  <a:pt x="882361" y="1990200"/>
                  <a:pt x="659724" y="1944166"/>
                  <a:pt x="465771" y="1823660"/>
                </a:cubicBezTo>
                <a:cubicBezTo>
                  <a:pt x="77865" y="1582648"/>
                  <a:pt x="-93794" y="1106816"/>
                  <a:pt x="50904" y="673664"/>
                </a:cubicBezTo>
                <a:cubicBezTo>
                  <a:pt x="195602" y="240513"/>
                  <a:pt x="618790" y="-36606"/>
                  <a:pt x="1073669" y="3921"/>
                </a:cubicBezTo>
                <a:cubicBezTo>
                  <a:pt x="1322431" y="26085"/>
                  <a:pt x="1545070" y="140075"/>
                  <a:pt x="1706529" y="312740"/>
                </a:cubicBezTo>
                <a:close/>
              </a:path>
            </a:pathLst>
          </a:custGeom>
          <a:solidFill>
            <a:schemeClr val="bg1">
              <a:lumMod val="75000"/>
              <a:alpha val="90000"/>
            </a:schemeClr>
          </a:solidFill>
          <a:ln w="25400" cap="flat" cmpd="sng" algn="ctr">
            <a:noFill/>
            <a:prstDash val="solid"/>
          </a:ln>
          <a:effectLst/>
        </p:spPr>
        <p:txBody>
          <a:bodyPr lIns="68580" tIns="34290" rIns="68580" bIns="34290" rtlCol="0" anchor="ctr"/>
          <a:lstStyle/>
          <a:p>
            <a:pPr algn="ctr">
              <a:defRPr/>
            </a:pPr>
            <a:endParaRPr lang="zh-CN" altLang="en-US" kern="0" dirty="0">
              <a:solidFill>
                <a:prstClr val="black">
                  <a:lumMod val="85000"/>
                  <a:lumOff val="15000"/>
                </a:prstClr>
              </a:solidFill>
              <a:ea typeface="微软雅黑" pitchFamily="34" charset="-122"/>
            </a:endParaRPr>
          </a:p>
        </p:txBody>
      </p:sp>
      <p:sp>
        <p:nvSpPr>
          <p:cNvPr id="19" name="任意多边形 18"/>
          <p:cNvSpPr/>
          <p:nvPr/>
        </p:nvSpPr>
        <p:spPr>
          <a:xfrm rot="10615719">
            <a:off x="6392205" y="2474369"/>
            <a:ext cx="1436657" cy="616047"/>
          </a:xfrm>
          <a:custGeom>
            <a:avLst/>
            <a:gdLst>
              <a:gd name="connsiteX0" fmla="*/ 1915543 w 1915543"/>
              <a:gd name="connsiteY0" fmla="*/ 821396 h 821396"/>
              <a:gd name="connsiteX1" fmla="*/ 1511845 w 1915543"/>
              <a:gd name="connsiteY1" fmla="*/ 799735 h 821396"/>
              <a:gd name="connsiteX2" fmla="*/ 1510601 w 1915543"/>
              <a:gd name="connsiteY2" fmla="*/ 794544 h 821396"/>
              <a:gd name="connsiteX3" fmla="*/ 950721 w 1915543"/>
              <a:gd name="connsiteY3" fmla="*/ 389167 h 821396"/>
              <a:gd name="connsiteX4" fmla="*/ 427880 w 1915543"/>
              <a:gd name="connsiteY4" fmla="*/ 688027 h 821396"/>
              <a:gd name="connsiteX5" fmla="*/ 403680 w 1915543"/>
              <a:gd name="connsiteY5" fmla="*/ 740274 h 821396"/>
              <a:gd name="connsiteX6" fmla="*/ 0 w 1915543"/>
              <a:gd name="connsiteY6" fmla="*/ 718614 h 821396"/>
              <a:gd name="connsiteX7" fmla="*/ 17172 w 1915543"/>
              <a:gd name="connsiteY7" fmla="*/ 652374 h 821396"/>
              <a:gd name="connsiteX8" fmla="*/ 954339 w 1915543"/>
              <a:gd name="connsiteY8" fmla="*/ 43 h 821396"/>
              <a:gd name="connsiteX9" fmla="*/ 1879212 w 1915543"/>
              <a:gd name="connsiteY9" fmla="*/ 669689 h 821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15543" h="821396">
                <a:moveTo>
                  <a:pt x="1915543" y="821396"/>
                </a:moveTo>
                <a:lnTo>
                  <a:pt x="1511845" y="799735"/>
                </a:lnTo>
                <a:lnTo>
                  <a:pt x="1510601" y="794544"/>
                </a:lnTo>
                <a:cubicBezTo>
                  <a:pt x="1430606" y="557887"/>
                  <a:pt x="1208241" y="391562"/>
                  <a:pt x="950721" y="389167"/>
                </a:cubicBezTo>
                <a:cubicBezTo>
                  <a:pt x="729988" y="387114"/>
                  <a:pt x="532842" y="505960"/>
                  <a:pt x="427880" y="688027"/>
                </a:cubicBezTo>
                <a:lnTo>
                  <a:pt x="403680" y="740274"/>
                </a:lnTo>
                <a:lnTo>
                  <a:pt x="0" y="718614"/>
                </a:lnTo>
                <a:lnTo>
                  <a:pt x="17172" y="652374"/>
                </a:lnTo>
                <a:cubicBezTo>
                  <a:pt x="156564" y="263962"/>
                  <a:pt x="528937" y="-3913"/>
                  <a:pt x="954339" y="43"/>
                </a:cubicBezTo>
                <a:cubicBezTo>
                  <a:pt x="1379741" y="3999"/>
                  <a:pt x="1747067" y="278752"/>
                  <a:pt x="1879212" y="669689"/>
                </a:cubicBezTo>
                <a:close/>
              </a:path>
            </a:pathLst>
          </a:custGeom>
          <a:solidFill>
            <a:schemeClr val="bg1">
              <a:lumMod val="75000"/>
              <a:alpha val="90000"/>
            </a:schemeClr>
          </a:solidFill>
          <a:ln w="25400" cap="flat" cmpd="sng" algn="ctr">
            <a:noFill/>
            <a:prstDash val="solid"/>
          </a:ln>
          <a:effectLst/>
        </p:spPr>
        <p:txBody>
          <a:bodyPr lIns="68580" tIns="34290" rIns="68580" bIns="34290" rtlCol="0" anchor="ctr"/>
          <a:lstStyle/>
          <a:p>
            <a:pPr algn="ctr">
              <a:defRPr/>
            </a:pPr>
            <a:endParaRPr lang="zh-CN" altLang="en-US" kern="0" dirty="0">
              <a:solidFill>
                <a:prstClr val="black">
                  <a:lumMod val="85000"/>
                  <a:lumOff val="15000"/>
                </a:prstClr>
              </a:solidFill>
              <a:ea typeface="微软雅黑" pitchFamily="34" charset="-122"/>
            </a:endParaRPr>
          </a:p>
        </p:txBody>
      </p:sp>
      <p:sp>
        <p:nvSpPr>
          <p:cNvPr id="20" name="文本框 37"/>
          <p:cNvSpPr txBox="1"/>
          <p:nvPr/>
        </p:nvSpPr>
        <p:spPr>
          <a:xfrm>
            <a:off x="1116338" y="3216229"/>
            <a:ext cx="1855036" cy="1287532"/>
          </a:xfrm>
          <a:prstGeom prst="rect">
            <a:avLst/>
          </a:prstGeom>
          <a:noFill/>
        </p:spPr>
        <p:txBody>
          <a:bodyPr wrap="square" lIns="68580" tIns="34290" rIns="68580" bIns="34290" rtlCol="0">
            <a:spAutoFit/>
          </a:bodyPr>
          <a:lstStyle/>
          <a:p>
            <a:pPr algn="ctr">
              <a:lnSpc>
                <a:spcPts val="2625"/>
              </a:lnSpc>
            </a:pPr>
            <a:r>
              <a:rPr lang="zh-CN" altLang="en-US" dirty="0">
                <a:solidFill>
                  <a:prstClr val="black">
                    <a:lumMod val="85000"/>
                    <a:lumOff val="15000"/>
                  </a:prstClr>
                </a:solidFill>
                <a:latin typeface="方正正大黑简体" pitchFamily="2" charset="-122"/>
                <a:ea typeface="方正正大黑简体" pitchFamily="2" charset="-122"/>
              </a:rPr>
              <a:t>点击输入小标题</a:t>
            </a:r>
            <a:endParaRPr lang="en-US" altLang="zh-CN" dirty="0">
              <a:solidFill>
                <a:prstClr val="black">
                  <a:lumMod val="85000"/>
                  <a:lumOff val="15000"/>
                </a:prstClr>
              </a:solidFill>
              <a:latin typeface="方正正大黑简体" pitchFamily="2" charset="-122"/>
              <a:ea typeface="方正正大黑简体" pitchFamily="2" charset="-122"/>
            </a:endParaRPr>
          </a:p>
          <a:p>
            <a:pPr algn="ctr">
              <a:lnSpc>
                <a:spcPts val="2250"/>
              </a:lnSpc>
            </a:pPr>
            <a:r>
              <a:rPr lang="zh-CN" altLang="en-US" sz="1500" dirty="0">
                <a:solidFill>
                  <a:prstClr val="black">
                    <a:lumMod val="85000"/>
                    <a:lumOff val="15000"/>
                  </a:prstClr>
                </a:solidFill>
                <a:latin typeface="微软雅黑" panose="020B0503020204020204" pitchFamily="34" charset="-122"/>
                <a:ea typeface="微软雅黑" panose="020B0503020204020204" pitchFamily="34" charset="-122"/>
              </a:rPr>
              <a:t>点击此处添加文本</a:t>
            </a:r>
            <a:endParaRPr lang="en-US" altLang="zh-CN" sz="1500" dirty="0">
              <a:solidFill>
                <a:prstClr val="black">
                  <a:lumMod val="85000"/>
                  <a:lumOff val="15000"/>
                </a:prstClr>
              </a:solidFill>
              <a:latin typeface="微软雅黑" panose="020B0503020204020204" pitchFamily="34" charset="-122"/>
              <a:ea typeface="微软雅黑" panose="020B0503020204020204" pitchFamily="34" charset="-122"/>
            </a:endParaRPr>
          </a:p>
          <a:p>
            <a:pPr algn="ctr">
              <a:lnSpc>
                <a:spcPts val="2250"/>
              </a:lnSpc>
            </a:pPr>
            <a:r>
              <a:rPr lang="zh-CN" altLang="en-US" sz="1500" dirty="0">
                <a:solidFill>
                  <a:prstClr val="black">
                    <a:lumMod val="85000"/>
                    <a:lumOff val="15000"/>
                  </a:prstClr>
                </a:solidFill>
                <a:latin typeface="微软雅黑" panose="020B0503020204020204" pitchFamily="34" charset="-122"/>
                <a:ea typeface="微软雅黑" panose="020B0503020204020204" pitchFamily="34" charset="-122"/>
              </a:rPr>
              <a:t>点击此处添加文本</a:t>
            </a:r>
            <a:endParaRPr lang="en-US" altLang="zh-CN" sz="1500" dirty="0">
              <a:solidFill>
                <a:prstClr val="black">
                  <a:lumMod val="85000"/>
                  <a:lumOff val="15000"/>
                </a:prstClr>
              </a:solidFill>
              <a:latin typeface="微软雅黑" panose="020B0503020204020204" pitchFamily="34" charset="-122"/>
              <a:ea typeface="微软雅黑" panose="020B0503020204020204" pitchFamily="34" charset="-122"/>
            </a:endParaRPr>
          </a:p>
          <a:p>
            <a:pPr algn="ctr">
              <a:lnSpc>
                <a:spcPts val="2250"/>
              </a:lnSpc>
            </a:pPr>
            <a:r>
              <a:rPr lang="zh-CN" altLang="en-US" sz="1500" dirty="0">
                <a:solidFill>
                  <a:prstClr val="black">
                    <a:lumMod val="85000"/>
                    <a:lumOff val="15000"/>
                  </a:prstClr>
                </a:solidFill>
                <a:latin typeface="微软雅黑" panose="020B0503020204020204" pitchFamily="34" charset="-122"/>
                <a:ea typeface="微软雅黑" panose="020B0503020204020204" pitchFamily="34" charset="-122"/>
              </a:rPr>
              <a:t>点击此处添加文本</a:t>
            </a:r>
            <a:endParaRPr lang="en-US" altLang="zh-CN" sz="1500" dirty="0">
              <a:solidFill>
                <a:prstClr val="black">
                  <a:lumMod val="85000"/>
                  <a:lumOff val="15000"/>
                </a:prstClr>
              </a:solidFill>
              <a:latin typeface="微软雅黑" panose="020B0503020204020204" pitchFamily="34" charset="-122"/>
              <a:ea typeface="微软雅黑" panose="020B0503020204020204" pitchFamily="34" charset="-122"/>
            </a:endParaRPr>
          </a:p>
        </p:txBody>
      </p:sp>
      <p:sp>
        <p:nvSpPr>
          <p:cNvPr id="21" name="文本框 38"/>
          <p:cNvSpPr txBox="1"/>
          <p:nvPr/>
        </p:nvSpPr>
        <p:spPr>
          <a:xfrm>
            <a:off x="3666753" y="3216229"/>
            <a:ext cx="1855036" cy="1287532"/>
          </a:xfrm>
          <a:prstGeom prst="rect">
            <a:avLst/>
          </a:prstGeom>
          <a:noFill/>
        </p:spPr>
        <p:txBody>
          <a:bodyPr wrap="square" lIns="68580" tIns="34290" rIns="68580" bIns="34290" rtlCol="0">
            <a:spAutoFit/>
          </a:bodyPr>
          <a:lstStyle/>
          <a:p>
            <a:pPr algn="ctr">
              <a:lnSpc>
                <a:spcPts val="2625"/>
              </a:lnSpc>
            </a:pPr>
            <a:r>
              <a:rPr lang="zh-CN" altLang="en-US" dirty="0">
                <a:solidFill>
                  <a:prstClr val="black">
                    <a:lumMod val="85000"/>
                    <a:lumOff val="15000"/>
                  </a:prstClr>
                </a:solidFill>
                <a:latin typeface="方正正大黑简体" pitchFamily="2" charset="-122"/>
                <a:ea typeface="方正正大黑简体" pitchFamily="2" charset="-122"/>
              </a:rPr>
              <a:t>点击输入小标题</a:t>
            </a:r>
            <a:endParaRPr lang="en-US" altLang="zh-CN" dirty="0">
              <a:solidFill>
                <a:prstClr val="black">
                  <a:lumMod val="85000"/>
                  <a:lumOff val="15000"/>
                </a:prstClr>
              </a:solidFill>
              <a:latin typeface="方正正大黑简体" pitchFamily="2" charset="-122"/>
              <a:ea typeface="方正正大黑简体" pitchFamily="2" charset="-122"/>
            </a:endParaRPr>
          </a:p>
          <a:p>
            <a:pPr algn="ctr">
              <a:lnSpc>
                <a:spcPts val="2250"/>
              </a:lnSpc>
            </a:pPr>
            <a:r>
              <a:rPr lang="zh-CN" altLang="en-US" sz="1500" dirty="0">
                <a:solidFill>
                  <a:prstClr val="black">
                    <a:lumMod val="85000"/>
                    <a:lumOff val="15000"/>
                  </a:prstClr>
                </a:solidFill>
                <a:latin typeface="微软雅黑" panose="020B0503020204020204" pitchFamily="34" charset="-122"/>
                <a:ea typeface="微软雅黑" panose="020B0503020204020204" pitchFamily="34" charset="-122"/>
              </a:rPr>
              <a:t>点击此处添加文本</a:t>
            </a:r>
            <a:endParaRPr lang="en-US" altLang="zh-CN" sz="1500" dirty="0">
              <a:solidFill>
                <a:prstClr val="black">
                  <a:lumMod val="85000"/>
                  <a:lumOff val="15000"/>
                </a:prstClr>
              </a:solidFill>
              <a:latin typeface="微软雅黑" panose="020B0503020204020204" pitchFamily="34" charset="-122"/>
              <a:ea typeface="微软雅黑" panose="020B0503020204020204" pitchFamily="34" charset="-122"/>
            </a:endParaRPr>
          </a:p>
          <a:p>
            <a:pPr algn="ctr">
              <a:lnSpc>
                <a:spcPts val="2250"/>
              </a:lnSpc>
            </a:pPr>
            <a:r>
              <a:rPr lang="zh-CN" altLang="en-US" sz="1500" dirty="0">
                <a:solidFill>
                  <a:prstClr val="black">
                    <a:lumMod val="85000"/>
                    <a:lumOff val="15000"/>
                  </a:prstClr>
                </a:solidFill>
                <a:latin typeface="微软雅黑" panose="020B0503020204020204" pitchFamily="34" charset="-122"/>
                <a:ea typeface="微软雅黑" panose="020B0503020204020204" pitchFamily="34" charset="-122"/>
              </a:rPr>
              <a:t>点击此处添加文本</a:t>
            </a:r>
            <a:endParaRPr lang="en-US" altLang="zh-CN" sz="1500" dirty="0">
              <a:solidFill>
                <a:prstClr val="black">
                  <a:lumMod val="85000"/>
                  <a:lumOff val="15000"/>
                </a:prstClr>
              </a:solidFill>
              <a:latin typeface="微软雅黑" panose="020B0503020204020204" pitchFamily="34" charset="-122"/>
              <a:ea typeface="微软雅黑" panose="020B0503020204020204" pitchFamily="34" charset="-122"/>
            </a:endParaRPr>
          </a:p>
          <a:p>
            <a:pPr algn="ctr">
              <a:lnSpc>
                <a:spcPts val="2250"/>
              </a:lnSpc>
            </a:pPr>
            <a:r>
              <a:rPr lang="zh-CN" altLang="en-US" sz="1500" dirty="0">
                <a:solidFill>
                  <a:prstClr val="black">
                    <a:lumMod val="85000"/>
                    <a:lumOff val="15000"/>
                  </a:prstClr>
                </a:solidFill>
                <a:latin typeface="微软雅黑" panose="020B0503020204020204" pitchFamily="34" charset="-122"/>
                <a:ea typeface="微软雅黑" panose="020B0503020204020204" pitchFamily="34" charset="-122"/>
              </a:rPr>
              <a:t>点击此处添加文本</a:t>
            </a:r>
            <a:endParaRPr lang="en-US" altLang="zh-CN" sz="1500" dirty="0">
              <a:solidFill>
                <a:prstClr val="black">
                  <a:lumMod val="85000"/>
                  <a:lumOff val="15000"/>
                </a:prstClr>
              </a:solidFill>
              <a:latin typeface="微软雅黑" panose="020B0503020204020204" pitchFamily="34" charset="-122"/>
              <a:ea typeface="微软雅黑" panose="020B0503020204020204" pitchFamily="34" charset="-122"/>
            </a:endParaRPr>
          </a:p>
        </p:txBody>
      </p:sp>
      <p:sp>
        <p:nvSpPr>
          <p:cNvPr id="22" name="文本框 39"/>
          <p:cNvSpPr txBox="1"/>
          <p:nvPr/>
        </p:nvSpPr>
        <p:spPr>
          <a:xfrm>
            <a:off x="6216648" y="3216229"/>
            <a:ext cx="1855036" cy="1287532"/>
          </a:xfrm>
          <a:prstGeom prst="rect">
            <a:avLst/>
          </a:prstGeom>
          <a:noFill/>
        </p:spPr>
        <p:txBody>
          <a:bodyPr wrap="square" lIns="68580" tIns="34290" rIns="68580" bIns="34290" rtlCol="0">
            <a:spAutoFit/>
          </a:bodyPr>
          <a:lstStyle/>
          <a:p>
            <a:pPr algn="ctr">
              <a:lnSpc>
                <a:spcPts val="2625"/>
              </a:lnSpc>
            </a:pPr>
            <a:r>
              <a:rPr lang="zh-CN" altLang="en-US" dirty="0">
                <a:solidFill>
                  <a:prstClr val="black">
                    <a:lumMod val="85000"/>
                    <a:lumOff val="15000"/>
                  </a:prstClr>
                </a:solidFill>
                <a:latin typeface="方正正大黑简体" pitchFamily="2" charset="-122"/>
                <a:ea typeface="方正正大黑简体" pitchFamily="2" charset="-122"/>
              </a:rPr>
              <a:t>点击输入小标题</a:t>
            </a:r>
            <a:endParaRPr lang="en-US" altLang="zh-CN" dirty="0">
              <a:solidFill>
                <a:prstClr val="black">
                  <a:lumMod val="85000"/>
                  <a:lumOff val="15000"/>
                </a:prstClr>
              </a:solidFill>
              <a:latin typeface="方正正大黑简体" pitchFamily="2" charset="-122"/>
              <a:ea typeface="方正正大黑简体" pitchFamily="2" charset="-122"/>
            </a:endParaRPr>
          </a:p>
          <a:p>
            <a:pPr algn="ctr">
              <a:lnSpc>
                <a:spcPts val="2250"/>
              </a:lnSpc>
            </a:pPr>
            <a:r>
              <a:rPr lang="zh-CN" altLang="en-US" sz="1500" dirty="0">
                <a:solidFill>
                  <a:prstClr val="black">
                    <a:lumMod val="85000"/>
                    <a:lumOff val="15000"/>
                  </a:prstClr>
                </a:solidFill>
                <a:latin typeface="微软雅黑" panose="020B0503020204020204" pitchFamily="34" charset="-122"/>
                <a:ea typeface="微软雅黑" panose="020B0503020204020204" pitchFamily="34" charset="-122"/>
              </a:rPr>
              <a:t>点击此处添加文本</a:t>
            </a:r>
            <a:endParaRPr lang="en-US" altLang="zh-CN" sz="1500" dirty="0">
              <a:solidFill>
                <a:prstClr val="black">
                  <a:lumMod val="85000"/>
                  <a:lumOff val="15000"/>
                </a:prstClr>
              </a:solidFill>
              <a:latin typeface="微软雅黑" panose="020B0503020204020204" pitchFamily="34" charset="-122"/>
              <a:ea typeface="微软雅黑" panose="020B0503020204020204" pitchFamily="34" charset="-122"/>
            </a:endParaRPr>
          </a:p>
          <a:p>
            <a:pPr algn="ctr">
              <a:lnSpc>
                <a:spcPts val="2250"/>
              </a:lnSpc>
            </a:pPr>
            <a:r>
              <a:rPr lang="zh-CN" altLang="en-US" sz="1500" dirty="0">
                <a:solidFill>
                  <a:prstClr val="black">
                    <a:lumMod val="85000"/>
                    <a:lumOff val="15000"/>
                  </a:prstClr>
                </a:solidFill>
                <a:latin typeface="微软雅黑" panose="020B0503020204020204" pitchFamily="34" charset="-122"/>
                <a:ea typeface="微软雅黑" panose="020B0503020204020204" pitchFamily="34" charset="-122"/>
              </a:rPr>
              <a:t>点击此处添加文本</a:t>
            </a:r>
            <a:endParaRPr lang="en-US" altLang="zh-CN" sz="1500" dirty="0">
              <a:solidFill>
                <a:prstClr val="black">
                  <a:lumMod val="85000"/>
                  <a:lumOff val="15000"/>
                </a:prstClr>
              </a:solidFill>
              <a:latin typeface="微软雅黑" panose="020B0503020204020204" pitchFamily="34" charset="-122"/>
              <a:ea typeface="微软雅黑" panose="020B0503020204020204" pitchFamily="34" charset="-122"/>
            </a:endParaRPr>
          </a:p>
          <a:p>
            <a:pPr algn="ctr">
              <a:lnSpc>
                <a:spcPts val="2250"/>
              </a:lnSpc>
            </a:pPr>
            <a:r>
              <a:rPr lang="zh-CN" altLang="en-US" sz="1500" dirty="0">
                <a:solidFill>
                  <a:prstClr val="black">
                    <a:lumMod val="85000"/>
                    <a:lumOff val="15000"/>
                  </a:prstClr>
                </a:solidFill>
                <a:latin typeface="微软雅黑" panose="020B0503020204020204" pitchFamily="34" charset="-122"/>
                <a:ea typeface="微软雅黑" panose="020B0503020204020204" pitchFamily="34" charset="-122"/>
              </a:rPr>
              <a:t>点击此处添加文本</a:t>
            </a:r>
            <a:endParaRPr lang="en-US" altLang="zh-CN" sz="1500" dirty="0">
              <a:solidFill>
                <a:prstClr val="black">
                  <a:lumMod val="85000"/>
                  <a:lumOff val="15000"/>
                </a:prstClr>
              </a:solidFill>
              <a:latin typeface="微软雅黑" panose="020B0503020204020204" pitchFamily="34" charset="-122"/>
              <a:ea typeface="微软雅黑" panose="020B0503020204020204" pitchFamily="34" charset="-122"/>
            </a:endParaRPr>
          </a:p>
        </p:txBody>
      </p:sp>
      <p:sp>
        <p:nvSpPr>
          <p:cNvPr id="23" name="文本框 40"/>
          <p:cNvSpPr txBox="1"/>
          <p:nvPr/>
        </p:nvSpPr>
        <p:spPr>
          <a:xfrm>
            <a:off x="1740292" y="2151429"/>
            <a:ext cx="699354" cy="392415"/>
          </a:xfrm>
          <a:prstGeom prst="rect">
            <a:avLst/>
          </a:prstGeom>
          <a:noFill/>
        </p:spPr>
        <p:txBody>
          <a:bodyPr wrap="square" lIns="68580" tIns="34290" rIns="68580" bIns="34290" rtlCol="0">
            <a:spAutoFit/>
          </a:bodyPr>
          <a:lstStyle/>
          <a:p>
            <a:r>
              <a:rPr lang="en-US" altLang="zh-CN" sz="2100" dirty="0">
                <a:solidFill>
                  <a:prstClr val="black">
                    <a:lumMod val="85000"/>
                    <a:lumOff val="15000"/>
                  </a:prstClr>
                </a:solidFill>
                <a:latin typeface="微软雅黑" panose="020B0503020204020204" pitchFamily="34" charset="-122"/>
                <a:ea typeface="微软雅黑" panose="020B0503020204020204" pitchFamily="34" charset="-122"/>
              </a:rPr>
              <a:t>75%</a:t>
            </a:r>
            <a:endParaRPr lang="zh-CN" altLang="en-US" sz="2100" dirty="0">
              <a:solidFill>
                <a:prstClr val="black">
                  <a:lumMod val="85000"/>
                  <a:lumOff val="15000"/>
                </a:prstClr>
              </a:solidFill>
              <a:latin typeface="微软雅黑" panose="020B0503020204020204" pitchFamily="34" charset="-122"/>
              <a:ea typeface="微软雅黑" panose="020B0503020204020204" pitchFamily="34" charset="-122"/>
            </a:endParaRPr>
          </a:p>
        </p:txBody>
      </p:sp>
      <p:sp>
        <p:nvSpPr>
          <p:cNvPr id="24" name="文本框 42"/>
          <p:cNvSpPr txBox="1"/>
          <p:nvPr/>
        </p:nvSpPr>
        <p:spPr>
          <a:xfrm>
            <a:off x="4266258" y="2151429"/>
            <a:ext cx="699354" cy="392415"/>
          </a:xfrm>
          <a:prstGeom prst="rect">
            <a:avLst/>
          </a:prstGeom>
          <a:noFill/>
        </p:spPr>
        <p:txBody>
          <a:bodyPr wrap="square" lIns="68580" tIns="34290" rIns="68580" bIns="34290" rtlCol="0">
            <a:spAutoFit/>
          </a:bodyPr>
          <a:lstStyle/>
          <a:p>
            <a:r>
              <a:rPr lang="en-US" altLang="zh-CN" sz="2100" dirty="0">
                <a:solidFill>
                  <a:prstClr val="black">
                    <a:lumMod val="85000"/>
                    <a:lumOff val="15000"/>
                  </a:prstClr>
                </a:solidFill>
                <a:latin typeface="微软雅黑" panose="020B0503020204020204" pitchFamily="34" charset="-122"/>
                <a:ea typeface="微软雅黑" panose="020B0503020204020204" pitchFamily="34" charset="-122"/>
              </a:rPr>
              <a:t>90%</a:t>
            </a:r>
            <a:endParaRPr lang="zh-CN" altLang="en-US" sz="2100" dirty="0">
              <a:solidFill>
                <a:prstClr val="black">
                  <a:lumMod val="85000"/>
                  <a:lumOff val="15000"/>
                </a:prstClr>
              </a:solidFill>
              <a:latin typeface="微软雅黑" panose="020B0503020204020204" pitchFamily="34" charset="-122"/>
              <a:ea typeface="微软雅黑" panose="020B0503020204020204" pitchFamily="34" charset="-122"/>
            </a:endParaRPr>
          </a:p>
        </p:txBody>
      </p:sp>
      <p:sp>
        <p:nvSpPr>
          <p:cNvPr id="25" name="文本框 43"/>
          <p:cNvSpPr txBox="1"/>
          <p:nvPr/>
        </p:nvSpPr>
        <p:spPr>
          <a:xfrm>
            <a:off x="6772374" y="2151429"/>
            <a:ext cx="699354" cy="392415"/>
          </a:xfrm>
          <a:prstGeom prst="rect">
            <a:avLst/>
          </a:prstGeom>
          <a:noFill/>
        </p:spPr>
        <p:txBody>
          <a:bodyPr wrap="square" lIns="68580" tIns="34290" rIns="68580" bIns="34290" rtlCol="0">
            <a:spAutoFit/>
          </a:bodyPr>
          <a:lstStyle/>
          <a:p>
            <a:r>
              <a:rPr lang="en-US" altLang="zh-CN" sz="2100" dirty="0">
                <a:solidFill>
                  <a:prstClr val="black">
                    <a:lumMod val="85000"/>
                    <a:lumOff val="15000"/>
                  </a:prstClr>
                </a:solidFill>
                <a:latin typeface="微软雅黑" panose="020B0503020204020204" pitchFamily="34" charset="-122"/>
                <a:ea typeface="微软雅黑" panose="020B0503020204020204" pitchFamily="34" charset="-122"/>
              </a:rPr>
              <a:t>40%</a:t>
            </a:r>
            <a:endParaRPr lang="zh-CN" altLang="en-US" sz="2100" dirty="0">
              <a:solidFill>
                <a:prstClr val="black">
                  <a:lumMod val="85000"/>
                  <a:lumOff val="1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1217593"/>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32" fill="hold" grpId="0" nodeType="withEffect">
                                  <p:stCondLst>
                                    <p:cond delay="1000"/>
                                  </p:stCondLst>
                                  <p:childTnLst>
                                    <p:set>
                                      <p:cBhvr>
                                        <p:cTn id="6" dur="1" fill="hold">
                                          <p:stCondLst>
                                            <p:cond delay="0"/>
                                          </p:stCondLst>
                                        </p:cTn>
                                        <p:tgtEl>
                                          <p:spTgt spid="5"/>
                                        </p:tgtEl>
                                        <p:attrNameLst>
                                          <p:attrName>style.visibility</p:attrName>
                                        </p:attrNameLst>
                                      </p:cBhvr>
                                      <p:to>
                                        <p:strVal val="visible"/>
                                      </p:to>
                                    </p:set>
                                    <p:animEffect transition="in" filter="circle(out)">
                                      <p:cBhvr>
                                        <p:cTn id="7" dur="100"/>
                                        <p:tgtEl>
                                          <p:spTgt spid="5"/>
                                        </p:tgtEl>
                                      </p:cBhvr>
                                    </p:animEffect>
                                  </p:childTnLst>
                                </p:cTn>
                              </p:par>
                              <p:par>
                                <p:cTn id="8" presetID="53" presetClass="entr" presetSubtype="16" fill="hold" grpId="3" nodeType="withEffect">
                                  <p:stCondLst>
                                    <p:cond delay="1000"/>
                                  </p:stCondLst>
                                  <p:childTnLst>
                                    <p:set>
                                      <p:cBhvr>
                                        <p:cTn id="9" dur="1" fill="hold">
                                          <p:stCondLst>
                                            <p:cond delay="0"/>
                                          </p:stCondLst>
                                        </p:cTn>
                                        <p:tgtEl>
                                          <p:spTgt spid="5"/>
                                        </p:tgtEl>
                                        <p:attrNameLst>
                                          <p:attrName>style.visibility</p:attrName>
                                        </p:attrNameLst>
                                      </p:cBhvr>
                                      <p:to>
                                        <p:strVal val="visible"/>
                                      </p:to>
                                    </p:set>
                                    <p:anim calcmode="lin" valueType="num">
                                      <p:cBhvr>
                                        <p:cTn id="10" dur="500" fill="hold"/>
                                        <p:tgtEl>
                                          <p:spTgt spid="5"/>
                                        </p:tgtEl>
                                        <p:attrNameLst>
                                          <p:attrName>ppt_w</p:attrName>
                                        </p:attrNameLst>
                                      </p:cBhvr>
                                      <p:tavLst>
                                        <p:tav tm="0">
                                          <p:val>
                                            <p:fltVal val="0"/>
                                          </p:val>
                                        </p:tav>
                                        <p:tav tm="100000">
                                          <p:val>
                                            <p:strVal val="#ppt_w"/>
                                          </p:val>
                                        </p:tav>
                                      </p:tavLst>
                                    </p:anim>
                                    <p:anim calcmode="lin" valueType="num">
                                      <p:cBhvr>
                                        <p:cTn id="11" dur="500" fill="hold"/>
                                        <p:tgtEl>
                                          <p:spTgt spid="5"/>
                                        </p:tgtEl>
                                        <p:attrNameLst>
                                          <p:attrName>ppt_h</p:attrName>
                                        </p:attrNameLst>
                                      </p:cBhvr>
                                      <p:tavLst>
                                        <p:tav tm="0">
                                          <p:val>
                                            <p:fltVal val="0"/>
                                          </p:val>
                                        </p:tav>
                                        <p:tav tm="100000">
                                          <p:val>
                                            <p:strVal val="#ppt_h"/>
                                          </p:val>
                                        </p:tav>
                                      </p:tavLst>
                                    </p:anim>
                                    <p:animEffect transition="in" filter="fade">
                                      <p:cBhvr>
                                        <p:cTn id="12" dur="500"/>
                                        <p:tgtEl>
                                          <p:spTgt spid="5"/>
                                        </p:tgtEl>
                                      </p:cBhvr>
                                    </p:animEffect>
                                  </p:childTnLst>
                                </p:cTn>
                              </p:par>
                              <p:par>
                                <p:cTn id="13" presetID="6" presetClass="emph" presetSubtype="0" fill="hold" grpId="2" nodeType="withEffect">
                                  <p:stCondLst>
                                    <p:cond delay="1500"/>
                                  </p:stCondLst>
                                  <p:childTnLst>
                                    <p:animScale>
                                      <p:cBhvr>
                                        <p:cTn id="14" dur="500" fill="hold"/>
                                        <p:tgtEl>
                                          <p:spTgt spid="5"/>
                                        </p:tgtEl>
                                      </p:cBhvr>
                                      <p:by x="1000000" y="1000000"/>
                                    </p:animScale>
                                  </p:childTnLst>
                                </p:cTn>
                              </p:par>
                              <p:par>
                                <p:cTn id="15" presetID="10" presetClass="exit" presetSubtype="0" fill="hold" grpId="1" nodeType="withEffect">
                                  <p:stCondLst>
                                    <p:cond delay="1500"/>
                                  </p:stCondLst>
                                  <p:childTnLst>
                                    <p:animEffect transition="out" filter="fade">
                                      <p:cBhvr>
                                        <p:cTn id="16" dur="500"/>
                                        <p:tgtEl>
                                          <p:spTgt spid="5"/>
                                        </p:tgtEl>
                                      </p:cBhvr>
                                    </p:animEffect>
                                    <p:set>
                                      <p:cBhvr>
                                        <p:cTn id="17" dur="1" fill="hold">
                                          <p:stCondLst>
                                            <p:cond delay="499"/>
                                          </p:stCondLst>
                                        </p:cTn>
                                        <p:tgtEl>
                                          <p:spTgt spid="5"/>
                                        </p:tgtEl>
                                        <p:attrNameLst>
                                          <p:attrName>style.visibility</p:attrName>
                                        </p:attrNameLst>
                                      </p:cBhvr>
                                      <p:to>
                                        <p:strVal val="hidden"/>
                                      </p:to>
                                    </p:set>
                                  </p:childTnLst>
                                </p:cTn>
                              </p:par>
                              <p:par>
                                <p:cTn id="18" presetID="10" presetClass="entr" presetSubtype="0" fill="hold" nodeType="withEffect">
                                  <p:stCondLst>
                                    <p:cond delay="150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1000"/>
                                        <p:tgtEl>
                                          <p:spTgt spid="8"/>
                                        </p:tgtEl>
                                      </p:cBhvr>
                                    </p:animEffect>
                                  </p:childTnLst>
                                </p:cTn>
                              </p:par>
                              <p:par>
                                <p:cTn id="21" presetID="6" presetClass="entr" presetSubtype="32" fill="hold" grpId="0" nodeType="withEffect">
                                  <p:stCondLst>
                                    <p:cond delay="1200"/>
                                  </p:stCondLst>
                                  <p:childTnLst>
                                    <p:set>
                                      <p:cBhvr>
                                        <p:cTn id="22" dur="1" fill="hold">
                                          <p:stCondLst>
                                            <p:cond delay="0"/>
                                          </p:stCondLst>
                                        </p:cTn>
                                        <p:tgtEl>
                                          <p:spTgt spid="6"/>
                                        </p:tgtEl>
                                        <p:attrNameLst>
                                          <p:attrName>style.visibility</p:attrName>
                                        </p:attrNameLst>
                                      </p:cBhvr>
                                      <p:to>
                                        <p:strVal val="visible"/>
                                      </p:to>
                                    </p:set>
                                    <p:animEffect transition="in" filter="circle(out)">
                                      <p:cBhvr>
                                        <p:cTn id="23" dur="100"/>
                                        <p:tgtEl>
                                          <p:spTgt spid="6"/>
                                        </p:tgtEl>
                                      </p:cBhvr>
                                    </p:animEffect>
                                  </p:childTnLst>
                                </p:cTn>
                              </p:par>
                              <p:par>
                                <p:cTn id="24" presetID="53" presetClass="entr" presetSubtype="16" fill="hold" grpId="3" nodeType="withEffect">
                                  <p:stCondLst>
                                    <p:cond delay="1200"/>
                                  </p:stCondLst>
                                  <p:childTnLst>
                                    <p:set>
                                      <p:cBhvr>
                                        <p:cTn id="25" dur="1" fill="hold">
                                          <p:stCondLst>
                                            <p:cond delay="0"/>
                                          </p:stCondLst>
                                        </p:cTn>
                                        <p:tgtEl>
                                          <p:spTgt spid="6"/>
                                        </p:tgtEl>
                                        <p:attrNameLst>
                                          <p:attrName>style.visibility</p:attrName>
                                        </p:attrNameLst>
                                      </p:cBhvr>
                                      <p:to>
                                        <p:strVal val="visible"/>
                                      </p:to>
                                    </p:set>
                                    <p:anim calcmode="lin" valueType="num">
                                      <p:cBhvr>
                                        <p:cTn id="26" dur="500" fill="hold"/>
                                        <p:tgtEl>
                                          <p:spTgt spid="6"/>
                                        </p:tgtEl>
                                        <p:attrNameLst>
                                          <p:attrName>ppt_w</p:attrName>
                                        </p:attrNameLst>
                                      </p:cBhvr>
                                      <p:tavLst>
                                        <p:tav tm="0">
                                          <p:val>
                                            <p:fltVal val="0"/>
                                          </p:val>
                                        </p:tav>
                                        <p:tav tm="100000">
                                          <p:val>
                                            <p:strVal val="#ppt_w"/>
                                          </p:val>
                                        </p:tav>
                                      </p:tavLst>
                                    </p:anim>
                                    <p:anim calcmode="lin" valueType="num">
                                      <p:cBhvr>
                                        <p:cTn id="27" dur="500" fill="hold"/>
                                        <p:tgtEl>
                                          <p:spTgt spid="6"/>
                                        </p:tgtEl>
                                        <p:attrNameLst>
                                          <p:attrName>ppt_h</p:attrName>
                                        </p:attrNameLst>
                                      </p:cBhvr>
                                      <p:tavLst>
                                        <p:tav tm="0">
                                          <p:val>
                                            <p:fltVal val="0"/>
                                          </p:val>
                                        </p:tav>
                                        <p:tav tm="100000">
                                          <p:val>
                                            <p:strVal val="#ppt_h"/>
                                          </p:val>
                                        </p:tav>
                                      </p:tavLst>
                                    </p:anim>
                                    <p:animEffect transition="in" filter="fade">
                                      <p:cBhvr>
                                        <p:cTn id="28" dur="500"/>
                                        <p:tgtEl>
                                          <p:spTgt spid="6"/>
                                        </p:tgtEl>
                                      </p:cBhvr>
                                    </p:animEffect>
                                  </p:childTnLst>
                                </p:cTn>
                              </p:par>
                              <p:par>
                                <p:cTn id="29" presetID="6" presetClass="emph" presetSubtype="0" fill="hold" grpId="2" nodeType="withEffect">
                                  <p:stCondLst>
                                    <p:cond delay="1700"/>
                                  </p:stCondLst>
                                  <p:childTnLst>
                                    <p:animScale>
                                      <p:cBhvr>
                                        <p:cTn id="30" dur="500" fill="hold"/>
                                        <p:tgtEl>
                                          <p:spTgt spid="6"/>
                                        </p:tgtEl>
                                      </p:cBhvr>
                                      <p:by x="1000000" y="1000000"/>
                                    </p:animScale>
                                  </p:childTnLst>
                                </p:cTn>
                              </p:par>
                              <p:par>
                                <p:cTn id="31" presetID="10" presetClass="exit" presetSubtype="0" fill="hold" grpId="1" nodeType="withEffect">
                                  <p:stCondLst>
                                    <p:cond delay="1700"/>
                                  </p:stCondLst>
                                  <p:childTnLst>
                                    <p:animEffect transition="out" filter="fade">
                                      <p:cBhvr>
                                        <p:cTn id="32" dur="500"/>
                                        <p:tgtEl>
                                          <p:spTgt spid="6"/>
                                        </p:tgtEl>
                                      </p:cBhvr>
                                    </p:animEffect>
                                    <p:set>
                                      <p:cBhvr>
                                        <p:cTn id="33" dur="1" fill="hold">
                                          <p:stCondLst>
                                            <p:cond delay="499"/>
                                          </p:stCondLst>
                                        </p:cTn>
                                        <p:tgtEl>
                                          <p:spTgt spid="6"/>
                                        </p:tgtEl>
                                        <p:attrNameLst>
                                          <p:attrName>style.visibility</p:attrName>
                                        </p:attrNameLst>
                                      </p:cBhvr>
                                      <p:to>
                                        <p:strVal val="hidden"/>
                                      </p:to>
                                    </p:set>
                                  </p:childTnLst>
                                </p:cTn>
                              </p:par>
                              <p:par>
                                <p:cTn id="34" presetID="10" presetClass="entr" presetSubtype="0" fill="hold" nodeType="withEffect">
                                  <p:stCondLst>
                                    <p:cond delay="170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1000"/>
                                        <p:tgtEl>
                                          <p:spTgt spid="11"/>
                                        </p:tgtEl>
                                      </p:cBhvr>
                                    </p:animEffect>
                                  </p:childTnLst>
                                </p:cTn>
                              </p:par>
                              <p:par>
                                <p:cTn id="37" presetID="6" presetClass="entr" presetSubtype="32" fill="hold" grpId="0" nodeType="withEffect">
                                  <p:stCondLst>
                                    <p:cond delay="1400"/>
                                  </p:stCondLst>
                                  <p:childTnLst>
                                    <p:set>
                                      <p:cBhvr>
                                        <p:cTn id="38" dur="1" fill="hold">
                                          <p:stCondLst>
                                            <p:cond delay="0"/>
                                          </p:stCondLst>
                                        </p:cTn>
                                        <p:tgtEl>
                                          <p:spTgt spid="7"/>
                                        </p:tgtEl>
                                        <p:attrNameLst>
                                          <p:attrName>style.visibility</p:attrName>
                                        </p:attrNameLst>
                                      </p:cBhvr>
                                      <p:to>
                                        <p:strVal val="visible"/>
                                      </p:to>
                                    </p:set>
                                    <p:animEffect transition="in" filter="circle(out)">
                                      <p:cBhvr>
                                        <p:cTn id="39" dur="100"/>
                                        <p:tgtEl>
                                          <p:spTgt spid="7"/>
                                        </p:tgtEl>
                                      </p:cBhvr>
                                    </p:animEffect>
                                  </p:childTnLst>
                                </p:cTn>
                              </p:par>
                              <p:par>
                                <p:cTn id="40" presetID="53" presetClass="entr" presetSubtype="16" fill="hold" grpId="3" nodeType="withEffect">
                                  <p:stCondLst>
                                    <p:cond delay="1400"/>
                                  </p:stCondLst>
                                  <p:childTnLst>
                                    <p:set>
                                      <p:cBhvr>
                                        <p:cTn id="41" dur="1" fill="hold">
                                          <p:stCondLst>
                                            <p:cond delay="0"/>
                                          </p:stCondLst>
                                        </p:cTn>
                                        <p:tgtEl>
                                          <p:spTgt spid="7"/>
                                        </p:tgtEl>
                                        <p:attrNameLst>
                                          <p:attrName>style.visibility</p:attrName>
                                        </p:attrNameLst>
                                      </p:cBhvr>
                                      <p:to>
                                        <p:strVal val="visible"/>
                                      </p:to>
                                    </p:set>
                                    <p:anim calcmode="lin" valueType="num">
                                      <p:cBhvr>
                                        <p:cTn id="42" dur="500" fill="hold"/>
                                        <p:tgtEl>
                                          <p:spTgt spid="7"/>
                                        </p:tgtEl>
                                        <p:attrNameLst>
                                          <p:attrName>ppt_w</p:attrName>
                                        </p:attrNameLst>
                                      </p:cBhvr>
                                      <p:tavLst>
                                        <p:tav tm="0">
                                          <p:val>
                                            <p:fltVal val="0"/>
                                          </p:val>
                                        </p:tav>
                                        <p:tav tm="100000">
                                          <p:val>
                                            <p:strVal val="#ppt_w"/>
                                          </p:val>
                                        </p:tav>
                                      </p:tavLst>
                                    </p:anim>
                                    <p:anim calcmode="lin" valueType="num">
                                      <p:cBhvr>
                                        <p:cTn id="43" dur="500" fill="hold"/>
                                        <p:tgtEl>
                                          <p:spTgt spid="7"/>
                                        </p:tgtEl>
                                        <p:attrNameLst>
                                          <p:attrName>ppt_h</p:attrName>
                                        </p:attrNameLst>
                                      </p:cBhvr>
                                      <p:tavLst>
                                        <p:tav tm="0">
                                          <p:val>
                                            <p:fltVal val="0"/>
                                          </p:val>
                                        </p:tav>
                                        <p:tav tm="100000">
                                          <p:val>
                                            <p:strVal val="#ppt_h"/>
                                          </p:val>
                                        </p:tav>
                                      </p:tavLst>
                                    </p:anim>
                                    <p:animEffect transition="in" filter="fade">
                                      <p:cBhvr>
                                        <p:cTn id="44" dur="500"/>
                                        <p:tgtEl>
                                          <p:spTgt spid="7"/>
                                        </p:tgtEl>
                                      </p:cBhvr>
                                    </p:animEffect>
                                  </p:childTnLst>
                                </p:cTn>
                              </p:par>
                              <p:par>
                                <p:cTn id="45" presetID="6" presetClass="emph" presetSubtype="0" fill="hold" grpId="2" nodeType="withEffect">
                                  <p:stCondLst>
                                    <p:cond delay="1900"/>
                                  </p:stCondLst>
                                  <p:childTnLst>
                                    <p:animScale>
                                      <p:cBhvr>
                                        <p:cTn id="46" dur="500" fill="hold"/>
                                        <p:tgtEl>
                                          <p:spTgt spid="7"/>
                                        </p:tgtEl>
                                      </p:cBhvr>
                                      <p:by x="1000000" y="1000000"/>
                                    </p:animScale>
                                  </p:childTnLst>
                                </p:cTn>
                              </p:par>
                              <p:par>
                                <p:cTn id="47" presetID="10" presetClass="exit" presetSubtype="0" fill="hold" grpId="1" nodeType="withEffect">
                                  <p:stCondLst>
                                    <p:cond delay="1900"/>
                                  </p:stCondLst>
                                  <p:childTnLst>
                                    <p:animEffect transition="out" filter="fade">
                                      <p:cBhvr>
                                        <p:cTn id="48" dur="500"/>
                                        <p:tgtEl>
                                          <p:spTgt spid="7"/>
                                        </p:tgtEl>
                                      </p:cBhvr>
                                    </p:animEffect>
                                    <p:set>
                                      <p:cBhvr>
                                        <p:cTn id="49" dur="1" fill="hold">
                                          <p:stCondLst>
                                            <p:cond delay="499"/>
                                          </p:stCondLst>
                                        </p:cTn>
                                        <p:tgtEl>
                                          <p:spTgt spid="7"/>
                                        </p:tgtEl>
                                        <p:attrNameLst>
                                          <p:attrName>style.visibility</p:attrName>
                                        </p:attrNameLst>
                                      </p:cBhvr>
                                      <p:to>
                                        <p:strVal val="hidden"/>
                                      </p:to>
                                    </p:set>
                                  </p:childTnLst>
                                </p:cTn>
                              </p:par>
                              <p:par>
                                <p:cTn id="50" presetID="10" presetClass="entr" presetSubtype="0" fill="hold" nodeType="withEffect">
                                  <p:stCondLst>
                                    <p:cond delay="190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1000"/>
                                        <p:tgtEl>
                                          <p:spTgt spid="14"/>
                                        </p:tgtEl>
                                      </p:cBhvr>
                                    </p:animEffect>
                                  </p:childTnLst>
                                </p:cTn>
                              </p:par>
                              <p:par>
                                <p:cTn id="53" presetID="22" presetClass="entr" presetSubtype="4" fill="hold" grpId="0" nodeType="withEffect">
                                  <p:stCondLst>
                                    <p:cond delay="2400"/>
                                  </p:stCondLst>
                                  <p:childTnLst>
                                    <p:set>
                                      <p:cBhvr>
                                        <p:cTn id="54" dur="1" fill="hold">
                                          <p:stCondLst>
                                            <p:cond delay="0"/>
                                          </p:stCondLst>
                                        </p:cTn>
                                        <p:tgtEl>
                                          <p:spTgt spid="17"/>
                                        </p:tgtEl>
                                        <p:attrNameLst>
                                          <p:attrName>style.visibility</p:attrName>
                                        </p:attrNameLst>
                                      </p:cBhvr>
                                      <p:to>
                                        <p:strVal val="visible"/>
                                      </p:to>
                                    </p:set>
                                    <p:animEffect transition="in" filter="wipe(down)">
                                      <p:cBhvr>
                                        <p:cTn id="55" dur="1000"/>
                                        <p:tgtEl>
                                          <p:spTgt spid="17"/>
                                        </p:tgtEl>
                                      </p:cBhvr>
                                    </p:animEffect>
                                  </p:childTnLst>
                                </p:cTn>
                              </p:par>
                              <p:par>
                                <p:cTn id="56" presetID="10" presetClass="entr" presetSubtype="0" fill="hold" grpId="0" nodeType="withEffect">
                                  <p:stCondLst>
                                    <p:cond delay="240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500"/>
                                        <p:tgtEl>
                                          <p:spTgt spid="23"/>
                                        </p:tgtEl>
                                      </p:cBhvr>
                                    </p:animEffect>
                                  </p:childTnLst>
                                </p:cTn>
                              </p:par>
                              <p:par>
                                <p:cTn id="59" presetID="6" presetClass="emph" presetSubtype="0" autoRev="1" fill="hold" grpId="1" nodeType="withEffect">
                                  <p:stCondLst>
                                    <p:cond delay="2400"/>
                                  </p:stCondLst>
                                  <p:childTnLst>
                                    <p:animScale>
                                      <p:cBhvr>
                                        <p:cTn id="60" dur="250" fill="hold"/>
                                        <p:tgtEl>
                                          <p:spTgt spid="23"/>
                                        </p:tgtEl>
                                      </p:cBhvr>
                                      <p:by x="120000" y="120000"/>
                                    </p:animScale>
                                  </p:childTnLst>
                                </p:cTn>
                              </p:par>
                              <p:par>
                                <p:cTn id="61" presetID="10" presetClass="entr" presetSubtype="0" fill="hold" grpId="0" nodeType="withEffect">
                                  <p:stCondLst>
                                    <p:cond delay="2900"/>
                                  </p:stCondLst>
                                  <p:childTnLst>
                                    <p:set>
                                      <p:cBhvr>
                                        <p:cTn id="62" dur="1" fill="hold">
                                          <p:stCondLst>
                                            <p:cond delay="0"/>
                                          </p:stCondLst>
                                        </p:cTn>
                                        <p:tgtEl>
                                          <p:spTgt spid="20"/>
                                        </p:tgtEl>
                                        <p:attrNameLst>
                                          <p:attrName>style.visibility</p:attrName>
                                        </p:attrNameLst>
                                      </p:cBhvr>
                                      <p:to>
                                        <p:strVal val="visible"/>
                                      </p:to>
                                    </p:set>
                                    <p:animEffect transition="in" filter="fade">
                                      <p:cBhvr>
                                        <p:cTn id="63" dur="500"/>
                                        <p:tgtEl>
                                          <p:spTgt spid="20"/>
                                        </p:tgtEl>
                                      </p:cBhvr>
                                    </p:animEffect>
                                  </p:childTnLst>
                                </p:cTn>
                              </p:par>
                              <p:par>
                                <p:cTn id="64" presetID="6" presetClass="emph" presetSubtype="0" autoRev="1" fill="hold" grpId="1" nodeType="withEffect">
                                  <p:stCondLst>
                                    <p:cond delay="2900"/>
                                  </p:stCondLst>
                                  <p:childTnLst>
                                    <p:animScale>
                                      <p:cBhvr>
                                        <p:cTn id="65" dur="250" fill="hold"/>
                                        <p:tgtEl>
                                          <p:spTgt spid="20"/>
                                        </p:tgtEl>
                                      </p:cBhvr>
                                      <p:by x="120000" y="120000"/>
                                    </p:animScale>
                                  </p:childTnLst>
                                </p:cTn>
                              </p:par>
                              <p:par>
                                <p:cTn id="66" presetID="22" presetClass="entr" presetSubtype="4" fill="hold" grpId="0" nodeType="withEffect">
                                  <p:stCondLst>
                                    <p:cond delay="3000"/>
                                  </p:stCondLst>
                                  <p:childTnLst>
                                    <p:set>
                                      <p:cBhvr>
                                        <p:cTn id="67" dur="1" fill="hold">
                                          <p:stCondLst>
                                            <p:cond delay="0"/>
                                          </p:stCondLst>
                                        </p:cTn>
                                        <p:tgtEl>
                                          <p:spTgt spid="18"/>
                                        </p:tgtEl>
                                        <p:attrNameLst>
                                          <p:attrName>style.visibility</p:attrName>
                                        </p:attrNameLst>
                                      </p:cBhvr>
                                      <p:to>
                                        <p:strVal val="visible"/>
                                      </p:to>
                                    </p:set>
                                    <p:animEffect transition="in" filter="wipe(down)">
                                      <p:cBhvr>
                                        <p:cTn id="68" dur="1000"/>
                                        <p:tgtEl>
                                          <p:spTgt spid="18"/>
                                        </p:tgtEl>
                                      </p:cBhvr>
                                    </p:animEffect>
                                  </p:childTnLst>
                                </p:cTn>
                              </p:par>
                              <p:par>
                                <p:cTn id="69" presetID="10" presetClass="entr" presetSubtype="0" fill="hold" grpId="0" nodeType="withEffect">
                                  <p:stCondLst>
                                    <p:cond delay="300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500"/>
                                        <p:tgtEl>
                                          <p:spTgt spid="24"/>
                                        </p:tgtEl>
                                      </p:cBhvr>
                                    </p:animEffect>
                                  </p:childTnLst>
                                </p:cTn>
                              </p:par>
                              <p:par>
                                <p:cTn id="72" presetID="6" presetClass="emph" presetSubtype="0" autoRev="1" fill="hold" grpId="1" nodeType="withEffect">
                                  <p:stCondLst>
                                    <p:cond delay="3000"/>
                                  </p:stCondLst>
                                  <p:childTnLst>
                                    <p:animScale>
                                      <p:cBhvr>
                                        <p:cTn id="73" dur="250" fill="hold"/>
                                        <p:tgtEl>
                                          <p:spTgt spid="24"/>
                                        </p:tgtEl>
                                      </p:cBhvr>
                                      <p:by x="120000" y="120000"/>
                                    </p:animScale>
                                  </p:childTnLst>
                                </p:cTn>
                              </p:par>
                              <p:par>
                                <p:cTn id="74" presetID="10" presetClass="entr" presetSubtype="0" fill="hold" grpId="0" nodeType="withEffect">
                                  <p:stCondLst>
                                    <p:cond delay="350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00"/>
                                        <p:tgtEl>
                                          <p:spTgt spid="21"/>
                                        </p:tgtEl>
                                      </p:cBhvr>
                                    </p:animEffect>
                                  </p:childTnLst>
                                </p:cTn>
                              </p:par>
                              <p:par>
                                <p:cTn id="77" presetID="6" presetClass="emph" presetSubtype="0" autoRev="1" fill="hold" grpId="1" nodeType="withEffect">
                                  <p:stCondLst>
                                    <p:cond delay="3500"/>
                                  </p:stCondLst>
                                  <p:childTnLst>
                                    <p:animScale>
                                      <p:cBhvr>
                                        <p:cTn id="78" dur="250" fill="hold"/>
                                        <p:tgtEl>
                                          <p:spTgt spid="21"/>
                                        </p:tgtEl>
                                      </p:cBhvr>
                                      <p:by x="120000" y="120000"/>
                                    </p:animScale>
                                  </p:childTnLst>
                                </p:cTn>
                              </p:par>
                              <p:par>
                                <p:cTn id="79" presetID="22" presetClass="entr" presetSubtype="4" fill="hold" grpId="0" nodeType="withEffect">
                                  <p:stCondLst>
                                    <p:cond delay="3500"/>
                                  </p:stCondLst>
                                  <p:childTnLst>
                                    <p:set>
                                      <p:cBhvr>
                                        <p:cTn id="80" dur="1" fill="hold">
                                          <p:stCondLst>
                                            <p:cond delay="0"/>
                                          </p:stCondLst>
                                        </p:cTn>
                                        <p:tgtEl>
                                          <p:spTgt spid="19"/>
                                        </p:tgtEl>
                                        <p:attrNameLst>
                                          <p:attrName>style.visibility</p:attrName>
                                        </p:attrNameLst>
                                      </p:cBhvr>
                                      <p:to>
                                        <p:strVal val="visible"/>
                                      </p:to>
                                    </p:set>
                                    <p:animEffect transition="in" filter="wipe(down)">
                                      <p:cBhvr>
                                        <p:cTn id="81" dur="1000"/>
                                        <p:tgtEl>
                                          <p:spTgt spid="19"/>
                                        </p:tgtEl>
                                      </p:cBhvr>
                                    </p:animEffect>
                                  </p:childTnLst>
                                </p:cTn>
                              </p:par>
                              <p:par>
                                <p:cTn id="82" presetID="10" presetClass="entr" presetSubtype="0" fill="hold" grpId="0" nodeType="withEffect">
                                  <p:stCondLst>
                                    <p:cond delay="3500"/>
                                  </p:stCondLst>
                                  <p:childTnLst>
                                    <p:set>
                                      <p:cBhvr>
                                        <p:cTn id="83" dur="1" fill="hold">
                                          <p:stCondLst>
                                            <p:cond delay="0"/>
                                          </p:stCondLst>
                                        </p:cTn>
                                        <p:tgtEl>
                                          <p:spTgt spid="25"/>
                                        </p:tgtEl>
                                        <p:attrNameLst>
                                          <p:attrName>style.visibility</p:attrName>
                                        </p:attrNameLst>
                                      </p:cBhvr>
                                      <p:to>
                                        <p:strVal val="visible"/>
                                      </p:to>
                                    </p:set>
                                    <p:animEffect transition="in" filter="fade">
                                      <p:cBhvr>
                                        <p:cTn id="84" dur="500"/>
                                        <p:tgtEl>
                                          <p:spTgt spid="25"/>
                                        </p:tgtEl>
                                      </p:cBhvr>
                                    </p:animEffect>
                                  </p:childTnLst>
                                </p:cTn>
                              </p:par>
                              <p:par>
                                <p:cTn id="85" presetID="6" presetClass="emph" presetSubtype="0" autoRev="1" fill="hold" grpId="1" nodeType="withEffect">
                                  <p:stCondLst>
                                    <p:cond delay="3500"/>
                                  </p:stCondLst>
                                  <p:childTnLst>
                                    <p:animScale>
                                      <p:cBhvr>
                                        <p:cTn id="86" dur="250" fill="hold"/>
                                        <p:tgtEl>
                                          <p:spTgt spid="25"/>
                                        </p:tgtEl>
                                      </p:cBhvr>
                                      <p:by x="120000" y="120000"/>
                                    </p:animScale>
                                  </p:childTnLst>
                                </p:cTn>
                              </p:par>
                              <p:par>
                                <p:cTn id="87" presetID="10" presetClass="entr" presetSubtype="0" fill="hold" grpId="0" nodeType="withEffect">
                                  <p:stCondLst>
                                    <p:cond delay="4000"/>
                                  </p:stCondLst>
                                  <p:childTnLst>
                                    <p:set>
                                      <p:cBhvr>
                                        <p:cTn id="88" dur="1" fill="hold">
                                          <p:stCondLst>
                                            <p:cond delay="0"/>
                                          </p:stCondLst>
                                        </p:cTn>
                                        <p:tgtEl>
                                          <p:spTgt spid="22"/>
                                        </p:tgtEl>
                                        <p:attrNameLst>
                                          <p:attrName>style.visibility</p:attrName>
                                        </p:attrNameLst>
                                      </p:cBhvr>
                                      <p:to>
                                        <p:strVal val="visible"/>
                                      </p:to>
                                    </p:set>
                                    <p:animEffect transition="in" filter="fade">
                                      <p:cBhvr>
                                        <p:cTn id="89" dur="500"/>
                                        <p:tgtEl>
                                          <p:spTgt spid="22"/>
                                        </p:tgtEl>
                                      </p:cBhvr>
                                    </p:animEffect>
                                  </p:childTnLst>
                                </p:cTn>
                              </p:par>
                              <p:par>
                                <p:cTn id="90" presetID="6" presetClass="emph" presetSubtype="0" autoRev="1" fill="hold" grpId="1" nodeType="withEffect">
                                  <p:stCondLst>
                                    <p:cond delay="4000"/>
                                  </p:stCondLst>
                                  <p:childTnLst>
                                    <p:animScale>
                                      <p:cBhvr>
                                        <p:cTn id="91" dur="250" fill="hold"/>
                                        <p:tgtEl>
                                          <p:spTgt spid="22"/>
                                        </p:tgtEl>
                                      </p:cBhvr>
                                      <p:by x="120000" y="12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5" grpId="2" animBg="1"/>
      <p:bldP spid="5" grpId="3" animBg="1"/>
      <p:bldP spid="6" grpId="0" animBg="1"/>
      <p:bldP spid="6" grpId="1" animBg="1"/>
      <p:bldP spid="6" grpId="2" animBg="1"/>
      <p:bldP spid="6" grpId="3" animBg="1"/>
      <p:bldP spid="7" grpId="0" animBg="1"/>
      <p:bldP spid="7" grpId="1" animBg="1"/>
      <p:bldP spid="7" grpId="2" animBg="1"/>
      <p:bldP spid="7" grpId="3" animBg="1"/>
      <p:bldP spid="17" grpId="0" animBg="1"/>
      <p:bldP spid="18" grpId="0" animBg="1"/>
      <p:bldP spid="19" grpId="0" animBg="1"/>
      <p:bldP spid="20" grpId="0"/>
      <p:bldP spid="20" grpId="1"/>
      <p:bldP spid="21" grpId="0"/>
      <p:bldP spid="21" grpId="1"/>
      <p:bldP spid="22" grpId="0"/>
      <p:bldP spid="22" grpId="1"/>
      <p:bldP spid="23" grpId="0"/>
      <p:bldP spid="23" grpId="1"/>
      <p:bldP spid="24" grpId="0"/>
      <p:bldP spid="24" grpId="1"/>
      <p:bldP spid="25" grpId="0"/>
      <p:bldP spid="25"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95486"/>
            <a:ext cx="611560" cy="369332"/>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3"/>
          <p:cNvSpPr txBox="1"/>
          <p:nvPr/>
        </p:nvSpPr>
        <p:spPr>
          <a:xfrm>
            <a:off x="683568" y="195486"/>
            <a:ext cx="3816424" cy="646331"/>
          </a:xfrm>
          <a:prstGeom prst="rect">
            <a:avLst/>
          </a:prstGeom>
          <a:noFill/>
        </p:spPr>
        <p:txBody>
          <a:bodyPr wrap="square" rtlCol="0">
            <a:spAutoFit/>
          </a:bodyPr>
          <a:lstStyle/>
          <a:p>
            <a:r>
              <a:rPr lang="zh-CN" altLang="en-US" dirty="0">
                <a:solidFill>
                  <a:srgbClr val="054487"/>
                </a:solidFill>
                <a:latin typeface="微软雅黑" pitchFamily="34" charset="-122"/>
                <a:ea typeface="微软雅黑" pitchFamily="34" charset="-122"/>
              </a:rPr>
              <a:t>输入你的标题 </a:t>
            </a:r>
            <a:r>
              <a:rPr lang="en-US" altLang="zh-CN" dirty="0">
                <a:solidFill>
                  <a:srgbClr val="054487"/>
                </a:solidFill>
                <a:latin typeface="微软雅黑" pitchFamily="34" charset="-122"/>
                <a:ea typeface="微软雅黑" pitchFamily="34" charset="-122"/>
              </a:rPr>
              <a:t>/Add your title</a:t>
            </a:r>
            <a:endParaRPr lang="zh-CN" altLang="en-US" dirty="0">
              <a:solidFill>
                <a:srgbClr val="054487"/>
              </a:solidFill>
              <a:latin typeface="微软雅黑" pitchFamily="34" charset="-122"/>
              <a:ea typeface="微软雅黑" pitchFamily="34" charset="-122"/>
            </a:endParaRPr>
          </a:p>
          <a:p>
            <a:endParaRPr lang="zh-CN" altLang="en-US" dirty="0">
              <a:solidFill>
                <a:srgbClr val="F46970"/>
              </a:solidFill>
              <a:latin typeface="微软雅黑" pitchFamily="34" charset="-122"/>
              <a:ea typeface="微软雅黑" pitchFamily="34" charset="-122"/>
            </a:endParaRPr>
          </a:p>
        </p:txBody>
      </p:sp>
      <p:grpSp>
        <p:nvGrpSpPr>
          <p:cNvPr id="5" name="Group 3"/>
          <p:cNvGrpSpPr>
            <a:grpSpLocks/>
          </p:cNvGrpSpPr>
          <p:nvPr/>
        </p:nvGrpSpPr>
        <p:grpSpPr bwMode="auto">
          <a:xfrm>
            <a:off x="705793" y="3345830"/>
            <a:ext cx="4113212" cy="1358900"/>
            <a:chOff x="368" y="2813"/>
            <a:chExt cx="3229" cy="1067"/>
          </a:xfrm>
        </p:grpSpPr>
        <p:sp>
          <p:nvSpPr>
            <p:cNvPr id="6" name="Freeform 4"/>
            <p:cNvSpPr>
              <a:spLocks/>
            </p:cNvSpPr>
            <p:nvPr/>
          </p:nvSpPr>
          <p:spPr bwMode="auto">
            <a:xfrm>
              <a:off x="369" y="2813"/>
              <a:ext cx="3167" cy="552"/>
            </a:xfrm>
            <a:custGeom>
              <a:avLst/>
              <a:gdLst>
                <a:gd name="T0" fmla="*/ 3630 w 2763"/>
                <a:gd name="T1" fmla="*/ 314 h 450"/>
                <a:gd name="T2" fmla="*/ 2714 w 2763"/>
                <a:gd name="T3" fmla="*/ 0 h 450"/>
                <a:gd name="T4" fmla="*/ 0 w 2763"/>
                <a:gd name="T5" fmla="*/ 278 h 450"/>
                <a:gd name="T6" fmla="*/ 862 w 2763"/>
                <a:gd name="T7" fmla="*/ 677 h 450"/>
                <a:gd name="T8" fmla="*/ 871 w 2763"/>
                <a:gd name="T9" fmla="*/ 666 h 450"/>
                <a:gd name="T10" fmla="*/ 3630 w 2763"/>
                <a:gd name="T11" fmla="*/ 314 h 450"/>
                <a:gd name="T12" fmla="*/ 0 60000 65536"/>
                <a:gd name="T13" fmla="*/ 0 60000 65536"/>
                <a:gd name="T14" fmla="*/ 0 60000 65536"/>
                <a:gd name="T15" fmla="*/ 0 60000 65536"/>
                <a:gd name="T16" fmla="*/ 0 60000 65536"/>
                <a:gd name="T17" fmla="*/ 0 60000 65536"/>
                <a:gd name="T18" fmla="*/ 0 w 2763"/>
                <a:gd name="T19" fmla="*/ 0 h 450"/>
                <a:gd name="T20" fmla="*/ 2763 w 2763"/>
                <a:gd name="T21" fmla="*/ 450 h 450"/>
              </a:gdLst>
              <a:ahLst/>
              <a:cxnLst>
                <a:cxn ang="T12">
                  <a:pos x="T0" y="T1"/>
                </a:cxn>
                <a:cxn ang="T13">
                  <a:pos x="T2" y="T3"/>
                </a:cxn>
                <a:cxn ang="T14">
                  <a:pos x="T4" y="T5"/>
                </a:cxn>
                <a:cxn ang="T15">
                  <a:pos x="T6" y="T7"/>
                </a:cxn>
                <a:cxn ang="T16">
                  <a:pos x="T8" y="T9"/>
                </a:cxn>
                <a:cxn ang="T17">
                  <a:pos x="T10" y="T11"/>
                </a:cxn>
              </a:cxnLst>
              <a:rect l="T18" t="T19" r="T20" b="T21"/>
              <a:pathLst>
                <a:path w="2763" h="450">
                  <a:moveTo>
                    <a:pt x="2763" y="209"/>
                  </a:moveTo>
                  <a:lnTo>
                    <a:pt x="2066" y="0"/>
                  </a:lnTo>
                  <a:lnTo>
                    <a:pt x="0" y="185"/>
                  </a:lnTo>
                  <a:lnTo>
                    <a:pt x="656" y="450"/>
                  </a:lnTo>
                  <a:lnTo>
                    <a:pt x="663" y="443"/>
                  </a:lnTo>
                  <a:lnTo>
                    <a:pt x="2763" y="209"/>
                  </a:lnTo>
                  <a:close/>
                </a:path>
              </a:pathLst>
            </a:custGeom>
            <a:solidFill>
              <a:srgbClr val="054487"/>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grpSp>
          <p:nvGrpSpPr>
            <p:cNvPr id="7" name="Group 5"/>
            <p:cNvGrpSpPr>
              <a:grpSpLocks/>
            </p:cNvGrpSpPr>
            <p:nvPr/>
          </p:nvGrpSpPr>
          <p:grpSpPr bwMode="auto">
            <a:xfrm>
              <a:off x="368" y="3040"/>
              <a:ext cx="3229" cy="840"/>
              <a:chOff x="368" y="3040"/>
              <a:chExt cx="3229" cy="840"/>
            </a:xfrm>
          </p:grpSpPr>
          <p:sp>
            <p:nvSpPr>
              <p:cNvPr id="8" name="Freeform 6"/>
              <p:cNvSpPr>
                <a:spLocks/>
              </p:cNvSpPr>
              <p:nvPr/>
            </p:nvSpPr>
            <p:spPr bwMode="auto">
              <a:xfrm>
                <a:off x="381" y="3459"/>
                <a:ext cx="900" cy="403"/>
              </a:xfrm>
              <a:custGeom>
                <a:avLst/>
                <a:gdLst>
                  <a:gd name="T0" fmla="*/ 245 w 785"/>
                  <a:gd name="T1" fmla="*/ 0 h 328"/>
                  <a:gd name="T2" fmla="*/ 0 w 785"/>
                  <a:gd name="T3" fmla="*/ 14 h 328"/>
                  <a:gd name="T4" fmla="*/ 844 w 785"/>
                  <a:gd name="T5" fmla="*/ 495 h 328"/>
                  <a:gd name="T6" fmla="*/ 1032 w 785"/>
                  <a:gd name="T7" fmla="*/ 469 h 328"/>
                  <a:gd name="T8" fmla="*/ 245 w 785"/>
                  <a:gd name="T9" fmla="*/ 0 h 328"/>
                  <a:gd name="T10" fmla="*/ 0 60000 65536"/>
                  <a:gd name="T11" fmla="*/ 0 60000 65536"/>
                  <a:gd name="T12" fmla="*/ 0 60000 65536"/>
                  <a:gd name="T13" fmla="*/ 0 60000 65536"/>
                  <a:gd name="T14" fmla="*/ 0 60000 65536"/>
                  <a:gd name="T15" fmla="*/ 0 w 785"/>
                  <a:gd name="T16" fmla="*/ 0 h 328"/>
                  <a:gd name="T17" fmla="*/ 785 w 785"/>
                  <a:gd name="T18" fmla="*/ 328 h 328"/>
                </a:gdLst>
                <a:ahLst/>
                <a:cxnLst>
                  <a:cxn ang="T10">
                    <a:pos x="T0" y="T1"/>
                  </a:cxn>
                  <a:cxn ang="T11">
                    <a:pos x="T2" y="T3"/>
                  </a:cxn>
                  <a:cxn ang="T12">
                    <a:pos x="T4" y="T5"/>
                  </a:cxn>
                  <a:cxn ang="T13">
                    <a:pos x="T6" y="T7"/>
                  </a:cxn>
                  <a:cxn ang="T14">
                    <a:pos x="T8" y="T9"/>
                  </a:cxn>
                </a:cxnLst>
                <a:rect l="T15" t="T16" r="T17" b="T18"/>
                <a:pathLst>
                  <a:path w="785" h="328">
                    <a:moveTo>
                      <a:pt x="187" y="0"/>
                    </a:moveTo>
                    <a:lnTo>
                      <a:pt x="0" y="9"/>
                    </a:lnTo>
                    <a:lnTo>
                      <a:pt x="642" y="328"/>
                    </a:lnTo>
                    <a:lnTo>
                      <a:pt x="785" y="311"/>
                    </a:lnTo>
                    <a:lnTo>
                      <a:pt x="187" y="0"/>
                    </a:lnTo>
                    <a:close/>
                  </a:path>
                </a:pathLst>
              </a:custGeom>
              <a:gradFill rotWithShape="1">
                <a:gsLst>
                  <a:gs pos="0">
                    <a:srgbClr val="969696"/>
                  </a:gs>
                  <a:gs pos="100000">
                    <a:srgbClr val="4D4D4D"/>
                  </a:gs>
                </a:gsLst>
                <a:lin ang="2700000" scaled="1"/>
              </a:gra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9" name="Freeform 7"/>
              <p:cNvSpPr>
                <a:spLocks/>
              </p:cNvSpPr>
              <p:nvPr/>
            </p:nvSpPr>
            <p:spPr bwMode="auto">
              <a:xfrm>
                <a:off x="456" y="3085"/>
                <a:ext cx="718" cy="764"/>
              </a:xfrm>
              <a:custGeom>
                <a:avLst/>
                <a:gdLst>
                  <a:gd name="T0" fmla="*/ 0 w 593"/>
                  <a:gd name="T1" fmla="*/ 0 h 590"/>
                  <a:gd name="T2" fmla="*/ 0 w 593"/>
                  <a:gd name="T3" fmla="*/ 506 h 590"/>
                  <a:gd name="T4" fmla="*/ 869 w 593"/>
                  <a:gd name="T5" fmla="*/ 989 h 590"/>
                  <a:gd name="T6" fmla="*/ 869 w 593"/>
                  <a:gd name="T7" fmla="*/ 392 h 590"/>
                  <a:gd name="T8" fmla="*/ 0 w 593"/>
                  <a:gd name="T9" fmla="*/ 0 h 590"/>
                  <a:gd name="T10" fmla="*/ 0 60000 65536"/>
                  <a:gd name="T11" fmla="*/ 0 60000 65536"/>
                  <a:gd name="T12" fmla="*/ 0 60000 65536"/>
                  <a:gd name="T13" fmla="*/ 0 60000 65536"/>
                  <a:gd name="T14" fmla="*/ 0 60000 65536"/>
                  <a:gd name="T15" fmla="*/ 0 w 593"/>
                  <a:gd name="T16" fmla="*/ 0 h 590"/>
                  <a:gd name="T17" fmla="*/ 593 w 593"/>
                  <a:gd name="T18" fmla="*/ 590 h 590"/>
                </a:gdLst>
                <a:ahLst/>
                <a:cxnLst>
                  <a:cxn ang="T10">
                    <a:pos x="T0" y="T1"/>
                  </a:cxn>
                  <a:cxn ang="T11">
                    <a:pos x="T2" y="T3"/>
                  </a:cxn>
                  <a:cxn ang="T12">
                    <a:pos x="T4" y="T5"/>
                  </a:cxn>
                  <a:cxn ang="T13">
                    <a:pos x="T6" y="T7"/>
                  </a:cxn>
                  <a:cxn ang="T14">
                    <a:pos x="T8" y="T9"/>
                  </a:cxn>
                </a:cxnLst>
                <a:rect l="T15" t="T16" r="T17" b="T18"/>
                <a:pathLst>
                  <a:path w="593" h="590">
                    <a:moveTo>
                      <a:pt x="0" y="0"/>
                    </a:moveTo>
                    <a:cubicBezTo>
                      <a:pt x="0" y="0"/>
                      <a:pt x="11" y="143"/>
                      <a:pt x="0" y="302"/>
                    </a:cubicBezTo>
                    <a:cubicBezTo>
                      <a:pt x="593" y="590"/>
                      <a:pt x="593" y="590"/>
                      <a:pt x="593" y="590"/>
                    </a:cubicBezTo>
                    <a:cubicBezTo>
                      <a:pt x="593" y="234"/>
                      <a:pt x="593" y="234"/>
                      <a:pt x="593" y="234"/>
                    </a:cubicBezTo>
                    <a:lnTo>
                      <a:pt x="0" y="0"/>
                    </a:lnTo>
                    <a:close/>
                  </a:path>
                </a:pathLst>
              </a:custGeom>
              <a:gradFill rotWithShape="1">
                <a:gsLst>
                  <a:gs pos="0">
                    <a:srgbClr val="EAEAEA"/>
                  </a:gs>
                  <a:gs pos="100000">
                    <a:srgbClr val="FFFFFF"/>
                  </a:gs>
                </a:gsLst>
                <a:lin ang="2700000" scaled="1"/>
              </a:gra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10" name="Freeform 8"/>
              <p:cNvSpPr>
                <a:spLocks/>
              </p:cNvSpPr>
              <p:nvPr/>
            </p:nvSpPr>
            <p:spPr bwMode="auto">
              <a:xfrm>
                <a:off x="368" y="3040"/>
                <a:ext cx="778" cy="840"/>
              </a:xfrm>
              <a:custGeom>
                <a:avLst/>
                <a:gdLst>
                  <a:gd name="T0" fmla="*/ 912 w 643"/>
                  <a:gd name="T1" fmla="*/ 420 h 648"/>
                  <a:gd name="T2" fmla="*/ 1 w 643"/>
                  <a:gd name="T3" fmla="*/ 0 h 648"/>
                  <a:gd name="T4" fmla="*/ 0 w 643"/>
                  <a:gd name="T5" fmla="*/ 22 h 648"/>
                  <a:gd name="T6" fmla="*/ 892 w 643"/>
                  <a:gd name="T7" fmla="*/ 442 h 648"/>
                  <a:gd name="T8" fmla="*/ 901 w 643"/>
                  <a:gd name="T9" fmla="*/ 1064 h 648"/>
                  <a:gd name="T10" fmla="*/ 15 w 643"/>
                  <a:gd name="T11" fmla="*/ 557 h 648"/>
                  <a:gd name="T12" fmla="*/ 16 w 643"/>
                  <a:gd name="T13" fmla="*/ 577 h 648"/>
                  <a:gd name="T14" fmla="*/ 899 w 643"/>
                  <a:gd name="T15" fmla="*/ 1089 h 648"/>
                  <a:gd name="T16" fmla="*/ 921 w 643"/>
                  <a:gd name="T17" fmla="*/ 1089 h 648"/>
                  <a:gd name="T18" fmla="*/ 912 w 643"/>
                  <a:gd name="T19" fmla="*/ 420 h 64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3"/>
                  <a:gd name="T31" fmla="*/ 0 h 648"/>
                  <a:gd name="T32" fmla="*/ 643 w 643"/>
                  <a:gd name="T33" fmla="*/ 648 h 64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3" h="648">
                    <a:moveTo>
                      <a:pt x="623" y="250"/>
                    </a:moveTo>
                    <a:cubicBezTo>
                      <a:pt x="1" y="0"/>
                      <a:pt x="1" y="0"/>
                      <a:pt x="1" y="0"/>
                    </a:cubicBezTo>
                    <a:cubicBezTo>
                      <a:pt x="0" y="13"/>
                      <a:pt x="0" y="13"/>
                      <a:pt x="0" y="13"/>
                    </a:cubicBezTo>
                    <a:cubicBezTo>
                      <a:pt x="609" y="263"/>
                      <a:pt x="609" y="263"/>
                      <a:pt x="609" y="263"/>
                    </a:cubicBezTo>
                    <a:cubicBezTo>
                      <a:pt x="609" y="263"/>
                      <a:pt x="631" y="330"/>
                      <a:pt x="616" y="633"/>
                    </a:cubicBezTo>
                    <a:cubicBezTo>
                      <a:pt x="10" y="332"/>
                      <a:pt x="10" y="332"/>
                      <a:pt x="10" y="332"/>
                    </a:cubicBezTo>
                    <a:cubicBezTo>
                      <a:pt x="11" y="343"/>
                      <a:pt x="11" y="343"/>
                      <a:pt x="11" y="343"/>
                    </a:cubicBezTo>
                    <a:cubicBezTo>
                      <a:pt x="614" y="648"/>
                      <a:pt x="614" y="648"/>
                      <a:pt x="614" y="648"/>
                    </a:cubicBezTo>
                    <a:cubicBezTo>
                      <a:pt x="629" y="648"/>
                      <a:pt x="629" y="648"/>
                      <a:pt x="629" y="648"/>
                    </a:cubicBezTo>
                    <a:cubicBezTo>
                      <a:pt x="643" y="363"/>
                      <a:pt x="623" y="250"/>
                      <a:pt x="623" y="250"/>
                    </a:cubicBezTo>
                    <a:close/>
                  </a:path>
                </a:pathLst>
              </a:custGeom>
              <a:solidFill>
                <a:srgbClr val="B7B8B8"/>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11" name="Freeform 9"/>
              <p:cNvSpPr>
                <a:spLocks/>
              </p:cNvSpPr>
              <p:nvPr/>
            </p:nvSpPr>
            <p:spPr bwMode="auto">
              <a:xfrm>
                <a:off x="1121" y="3069"/>
                <a:ext cx="2476" cy="811"/>
              </a:xfrm>
              <a:custGeom>
                <a:avLst/>
                <a:gdLst/>
                <a:ahLst/>
                <a:cxnLst>
                  <a:cxn ang="0">
                    <a:pos x="7" y="221"/>
                  </a:cxn>
                  <a:cxn ang="0">
                    <a:pos x="0" y="228"/>
                  </a:cxn>
                  <a:cxn ang="0">
                    <a:pos x="7" y="625"/>
                  </a:cxn>
                  <a:cxn ang="0">
                    <a:pos x="2014" y="328"/>
                  </a:cxn>
                  <a:cxn ang="0">
                    <a:pos x="1997" y="0"/>
                  </a:cxn>
                  <a:cxn ang="0">
                    <a:pos x="7" y="221"/>
                  </a:cxn>
                </a:cxnLst>
                <a:rect l="0" t="0" r="r" b="b"/>
                <a:pathLst>
                  <a:path w="2047" h="625">
                    <a:moveTo>
                      <a:pt x="7" y="221"/>
                    </a:moveTo>
                    <a:cubicBezTo>
                      <a:pt x="0" y="228"/>
                      <a:pt x="0" y="228"/>
                      <a:pt x="0" y="228"/>
                    </a:cubicBezTo>
                    <a:cubicBezTo>
                      <a:pt x="0" y="228"/>
                      <a:pt x="21" y="340"/>
                      <a:pt x="7" y="625"/>
                    </a:cubicBezTo>
                    <a:cubicBezTo>
                      <a:pt x="2014" y="328"/>
                      <a:pt x="2014" y="328"/>
                      <a:pt x="2014" y="328"/>
                    </a:cubicBezTo>
                    <a:cubicBezTo>
                      <a:pt x="2014" y="328"/>
                      <a:pt x="2047" y="125"/>
                      <a:pt x="1997" y="0"/>
                    </a:cubicBezTo>
                    <a:lnTo>
                      <a:pt x="7" y="221"/>
                    </a:lnTo>
                    <a:close/>
                  </a:path>
                </a:pathLst>
              </a:custGeom>
              <a:solidFill>
                <a:srgbClr val="054487"/>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grpSp>
      </p:grpSp>
      <p:grpSp>
        <p:nvGrpSpPr>
          <p:cNvPr id="12" name="Group 10"/>
          <p:cNvGrpSpPr>
            <a:grpSpLocks/>
          </p:cNvGrpSpPr>
          <p:nvPr/>
        </p:nvGrpSpPr>
        <p:grpSpPr bwMode="auto">
          <a:xfrm>
            <a:off x="670868" y="3050555"/>
            <a:ext cx="3676650" cy="933450"/>
            <a:chOff x="340" y="2581"/>
            <a:chExt cx="2887" cy="733"/>
          </a:xfrm>
        </p:grpSpPr>
        <p:sp>
          <p:nvSpPr>
            <p:cNvPr id="13" name="Freeform 11"/>
            <p:cNvSpPr>
              <a:spLocks/>
            </p:cNvSpPr>
            <p:nvPr/>
          </p:nvSpPr>
          <p:spPr bwMode="auto">
            <a:xfrm>
              <a:off x="340" y="3024"/>
              <a:ext cx="1331" cy="273"/>
            </a:xfrm>
            <a:custGeom>
              <a:avLst/>
              <a:gdLst>
                <a:gd name="T0" fmla="*/ 242 w 1162"/>
                <a:gd name="T1" fmla="*/ 0 h 223"/>
                <a:gd name="T2" fmla="*/ 0 w 1162"/>
                <a:gd name="T3" fmla="*/ 27 h 223"/>
                <a:gd name="T4" fmla="*/ 1363 w 1162"/>
                <a:gd name="T5" fmla="*/ 334 h 223"/>
                <a:gd name="T6" fmla="*/ 1525 w 1162"/>
                <a:gd name="T7" fmla="*/ 295 h 223"/>
                <a:gd name="T8" fmla="*/ 242 w 1162"/>
                <a:gd name="T9" fmla="*/ 0 h 223"/>
                <a:gd name="T10" fmla="*/ 0 60000 65536"/>
                <a:gd name="T11" fmla="*/ 0 60000 65536"/>
                <a:gd name="T12" fmla="*/ 0 60000 65536"/>
                <a:gd name="T13" fmla="*/ 0 60000 65536"/>
                <a:gd name="T14" fmla="*/ 0 60000 65536"/>
                <a:gd name="T15" fmla="*/ 0 w 1162"/>
                <a:gd name="T16" fmla="*/ 0 h 223"/>
                <a:gd name="T17" fmla="*/ 1162 w 1162"/>
                <a:gd name="T18" fmla="*/ 223 h 223"/>
              </a:gdLst>
              <a:ahLst/>
              <a:cxnLst>
                <a:cxn ang="T10">
                  <a:pos x="T0" y="T1"/>
                </a:cxn>
                <a:cxn ang="T11">
                  <a:pos x="T2" y="T3"/>
                </a:cxn>
                <a:cxn ang="T12">
                  <a:pos x="T4" y="T5"/>
                </a:cxn>
                <a:cxn ang="T13">
                  <a:pos x="T6" y="T7"/>
                </a:cxn>
                <a:cxn ang="T14">
                  <a:pos x="T8" y="T9"/>
                </a:cxn>
              </a:cxnLst>
              <a:rect l="T15" t="T16" r="T17" b="T18"/>
              <a:pathLst>
                <a:path w="1162" h="223">
                  <a:moveTo>
                    <a:pt x="184" y="0"/>
                  </a:moveTo>
                  <a:lnTo>
                    <a:pt x="0" y="18"/>
                  </a:lnTo>
                  <a:lnTo>
                    <a:pt x="1039" y="223"/>
                  </a:lnTo>
                  <a:lnTo>
                    <a:pt x="1162" y="197"/>
                  </a:lnTo>
                  <a:lnTo>
                    <a:pt x="184" y="0"/>
                  </a:lnTo>
                  <a:close/>
                </a:path>
              </a:pathLst>
            </a:custGeom>
            <a:gradFill rotWithShape="1">
              <a:gsLst>
                <a:gs pos="0">
                  <a:srgbClr val="4D4D4D"/>
                </a:gs>
                <a:gs pos="100000">
                  <a:srgbClr val="242424"/>
                </a:gs>
              </a:gsLst>
              <a:lin ang="2700000" scaled="1"/>
            </a:gra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14" name="Freeform 12"/>
            <p:cNvSpPr>
              <a:spLocks/>
            </p:cNvSpPr>
            <p:nvPr/>
          </p:nvSpPr>
          <p:spPr bwMode="auto">
            <a:xfrm>
              <a:off x="426" y="2752"/>
              <a:ext cx="1129" cy="537"/>
            </a:xfrm>
            <a:custGeom>
              <a:avLst/>
              <a:gdLst>
                <a:gd name="T0" fmla="*/ 0 w 933"/>
                <a:gd name="T1" fmla="*/ 0 h 413"/>
                <a:gd name="T2" fmla="*/ 0 w 933"/>
                <a:gd name="T3" fmla="*/ 381 h 413"/>
                <a:gd name="T4" fmla="*/ 1365 w 933"/>
                <a:gd name="T5" fmla="*/ 698 h 413"/>
                <a:gd name="T6" fmla="*/ 1366 w 933"/>
                <a:gd name="T7" fmla="*/ 207 h 413"/>
                <a:gd name="T8" fmla="*/ 0 w 933"/>
                <a:gd name="T9" fmla="*/ 0 h 413"/>
                <a:gd name="T10" fmla="*/ 0 60000 65536"/>
                <a:gd name="T11" fmla="*/ 0 60000 65536"/>
                <a:gd name="T12" fmla="*/ 0 60000 65536"/>
                <a:gd name="T13" fmla="*/ 0 60000 65536"/>
                <a:gd name="T14" fmla="*/ 0 60000 65536"/>
                <a:gd name="T15" fmla="*/ 0 w 933"/>
                <a:gd name="T16" fmla="*/ 0 h 413"/>
                <a:gd name="T17" fmla="*/ 933 w 933"/>
                <a:gd name="T18" fmla="*/ 413 h 413"/>
              </a:gdLst>
              <a:ahLst/>
              <a:cxnLst>
                <a:cxn ang="T10">
                  <a:pos x="T0" y="T1"/>
                </a:cxn>
                <a:cxn ang="T11">
                  <a:pos x="T2" y="T3"/>
                </a:cxn>
                <a:cxn ang="T12">
                  <a:pos x="T4" y="T5"/>
                </a:cxn>
                <a:cxn ang="T13">
                  <a:pos x="T6" y="T7"/>
                </a:cxn>
                <a:cxn ang="T14">
                  <a:pos x="T8" y="T9"/>
                </a:cxn>
              </a:cxnLst>
              <a:rect l="T15" t="T16" r="T17" b="T18"/>
              <a:pathLst>
                <a:path w="933" h="413">
                  <a:moveTo>
                    <a:pt x="0" y="0"/>
                  </a:moveTo>
                  <a:cubicBezTo>
                    <a:pt x="0" y="0"/>
                    <a:pt x="11" y="66"/>
                    <a:pt x="0" y="225"/>
                  </a:cubicBezTo>
                  <a:cubicBezTo>
                    <a:pt x="932" y="413"/>
                    <a:pt x="932" y="413"/>
                    <a:pt x="932" y="413"/>
                  </a:cubicBezTo>
                  <a:cubicBezTo>
                    <a:pt x="933" y="122"/>
                    <a:pt x="933" y="122"/>
                    <a:pt x="933" y="122"/>
                  </a:cubicBezTo>
                  <a:lnTo>
                    <a:pt x="0" y="0"/>
                  </a:lnTo>
                  <a:close/>
                </a:path>
              </a:pathLst>
            </a:custGeom>
            <a:gradFill rotWithShape="1">
              <a:gsLst>
                <a:gs pos="0">
                  <a:srgbClr val="EAEAEA"/>
                </a:gs>
                <a:gs pos="100000">
                  <a:srgbClr val="FFFFFF"/>
                </a:gs>
              </a:gsLst>
              <a:lin ang="2700000" scaled="1"/>
            </a:gra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15" name="Freeform 13"/>
            <p:cNvSpPr>
              <a:spLocks/>
            </p:cNvSpPr>
            <p:nvPr/>
          </p:nvSpPr>
          <p:spPr bwMode="auto">
            <a:xfrm>
              <a:off x="340" y="2581"/>
              <a:ext cx="2849" cy="314"/>
            </a:xfrm>
            <a:custGeom>
              <a:avLst/>
              <a:gdLst>
                <a:gd name="T0" fmla="*/ 1424 w 2355"/>
                <a:gd name="T1" fmla="*/ 407 h 242"/>
                <a:gd name="T2" fmla="*/ 3447 w 2355"/>
                <a:gd name="T3" fmla="*/ 101 h 242"/>
                <a:gd name="T4" fmla="*/ 2729 w 2355"/>
                <a:gd name="T5" fmla="*/ 0 h 242"/>
                <a:gd name="T6" fmla="*/ 0 w 2355"/>
                <a:gd name="T7" fmla="*/ 202 h 242"/>
                <a:gd name="T8" fmla="*/ 1424 w 2355"/>
                <a:gd name="T9" fmla="*/ 407 h 242"/>
                <a:gd name="T10" fmla="*/ 1424 w 2355"/>
                <a:gd name="T11" fmla="*/ 407 h 242"/>
                <a:gd name="T12" fmla="*/ 0 60000 65536"/>
                <a:gd name="T13" fmla="*/ 0 60000 65536"/>
                <a:gd name="T14" fmla="*/ 0 60000 65536"/>
                <a:gd name="T15" fmla="*/ 0 60000 65536"/>
                <a:gd name="T16" fmla="*/ 0 60000 65536"/>
                <a:gd name="T17" fmla="*/ 0 60000 65536"/>
                <a:gd name="T18" fmla="*/ 0 w 2355"/>
                <a:gd name="T19" fmla="*/ 0 h 242"/>
                <a:gd name="T20" fmla="*/ 2355 w 2355"/>
                <a:gd name="T21" fmla="*/ 242 h 242"/>
              </a:gdLst>
              <a:ahLst/>
              <a:cxnLst>
                <a:cxn ang="T12">
                  <a:pos x="T0" y="T1"/>
                </a:cxn>
                <a:cxn ang="T13">
                  <a:pos x="T2" y="T3"/>
                </a:cxn>
                <a:cxn ang="T14">
                  <a:pos x="T4" y="T5"/>
                </a:cxn>
                <a:cxn ang="T15">
                  <a:pos x="T6" y="T7"/>
                </a:cxn>
                <a:cxn ang="T16">
                  <a:pos x="T8" y="T9"/>
                </a:cxn>
                <a:cxn ang="T17">
                  <a:pos x="T10" y="T11"/>
                </a:cxn>
              </a:cxnLst>
              <a:rect l="T18" t="T19" r="T20" b="T21"/>
              <a:pathLst>
                <a:path w="2355" h="242">
                  <a:moveTo>
                    <a:pt x="973" y="242"/>
                  </a:moveTo>
                  <a:cubicBezTo>
                    <a:pt x="2355" y="60"/>
                    <a:pt x="2355" y="60"/>
                    <a:pt x="2355" y="60"/>
                  </a:cubicBezTo>
                  <a:cubicBezTo>
                    <a:pt x="1865" y="0"/>
                    <a:pt x="1865" y="0"/>
                    <a:pt x="1865" y="0"/>
                  </a:cubicBezTo>
                  <a:cubicBezTo>
                    <a:pt x="0" y="120"/>
                    <a:pt x="0" y="120"/>
                    <a:pt x="0" y="120"/>
                  </a:cubicBezTo>
                  <a:cubicBezTo>
                    <a:pt x="973" y="242"/>
                    <a:pt x="973" y="242"/>
                    <a:pt x="973" y="242"/>
                  </a:cubicBezTo>
                  <a:cubicBezTo>
                    <a:pt x="973" y="242"/>
                    <a:pt x="973" y="242"/>
                    <a:pt x="973" y="242"/>
                  </a:cubicBezTo>
                  <a:close/>
                </a:path>
              </a:pathLst>
            </a:custGeom>
            <a:solidFill>
              <a:srgbClr val="727172"/>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16" name="Freeform 14"/>
            <p:cNvSpPr>
              <a:spLocks/>
            </p:cNvSpPr>
            <p:nvPr/>
          </p:nvSpPr>
          <p:spPr bwMode="auto">
            <a:xfrm>
              <a:off x="340" y="2737"/>
              <a:ext cx="1226" cy="577"/>
            </a:xfrm>
            <a:custGeom>
              <a:avLst/>
              <a:gdLst>
                <a:gd name="T0" fmla="*/ 1424 w 1014"/>
                <a:gd name="T1" fmla="*/ 204 h 446"/>
                <a:gd name="T2" fmla="*/ 1424 w 1014"/>
                <a:gd name="T3" fmla="*/ 204 h 446"/>
                <a:gd name="T4" fmla="*/ 1424 w 1014"/>
                <a:gd name="T5" fmla="*/ 204 h 446"/>
                <a:gd name="T6" fmla="*/ 0 w 1014"/>
                <a:gd name="T7" fmla="*/ 0 h 446"/>
                <a:gd name="T8" fmla="*/ 0 w 1014"/>
                <a:gd name="T9" fmla="*/ 21 h 446"/>
                <a:gd name="T10" fmla="*/ 1412 w 1014"/>
                <a:gd name="T11" fmla="*/ 224 h 446"/>
                <a:gd name="T12" fmla="*/ 1433 w 1014"/>
                <a:gd name="T13" fmla="*/ 724 h 446"/>
                <a:gd name="T14" fmla="*/ 0 w 1014"/>
                <a:gd name="T15" fmla="*/ 400 h 446"/>
                <a:gd name="T16" fmla="*/ 0 w 1014"/>
                <a:gd name="T17" fmla="*/ 420 h 446"/>
                <a:gd name="T18" fmla="*/ 1433 w 1014"/>
                <a:gd name="T19" fmla="*/ 746 h 446"/>
                <a:gd name="T20" fmla="*/ 1448 w 1014"/>
                <a:gd name="T21" fmla="*/ 736 h 446"/>
                <a:gd name="T22" fmla="*/ 1424 w 1014"/>
                <a:gd name="T23" fmla="*/ 204 h 4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14"/>
                <a:gd name="T37" fmla="*/ 0 h 446"/>
                <a:gd name="T38" fmla="*/ 1014 w 1014"/>
                <a:gd name="T39" fmla="*/ 446 h 44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14" h="446">
                  <a:moveTo>
                    <a:pt x="974" y="122"/>
                  </a:moveTo>
                  <a:cubicBezTo>
                    <a:pt x="974" y="122"/>
                    <a:pt x="974" y="122"/>
                    <a:pt x="974" y="122"/>
                  </a:cubicBezTo>
                  <a:cubicBezTo>
                    <a:pt x="974" y="122"/>
                    <a:pt x="974" y="122"/>
                    <a:pt x="974" y="122"/>
                  </a:cubicBezTo>
                  <a:cubicBezTo>
                    <a:pt x="0" y="0"/>
                    <a:pt x="0" y="0"/>
                    <a:pt x="0" y="0"/>
                  </a:cubicBezTo>
                  <a:cubicBezTo>
                    <a:pt x="0" y="12"/>
                    <a:pt x="0" y="12"/>
                    <a:pt x="0" y="12"/>
                  </a:cubicBezTo>
                  <a:cubicBezTo>
                    <a:pt x="966" y="134"/>
                    <a:pt x="966" y="134"/>
                    <a:pt x="966" y="134"/>
                  </a:cubicBezTo>
                  <a:cubicBezTo>
                    <a:pt x="966" y="134"/>
                    <a:pt x="1005" y="189"/>
                    <a:pt x="980" y="433"/>
                  </a:cubicBezTo>
                  <a:cubicBezTo>
                    <a:pt x="0" y="239"/>
                    <a:pt x="0" y="239"/>
                    <a:pt x="0" y="239"/>
                  </a:cubicBezTo>
                  <a:cubicBezTo>
                    <a:pt x="0" y="251"/>
                    <a:pt x="0" y="251"/>
                    <a:pt x="0" y="251"/>
                  </a:cubicBezTo>
                  <a:cubicBezTo>
                    <a:pt x="980" y="446"/>
                    <a:pt x="980" y="446"/>
                    <a:pt x="980" y="446"/>
                  </a:cubicBezTo>
                  <a:cubicBezTo>
                    <a:pt x="991" y="440"/>
                    <a:pt x="991" y="440"/>
                    <a:pt x="991" y="440"/>
                  </a:cubicBezTo>
                  <a:cubicBezTo>
                    <a:pt x="1014" y="190"/>
                    <a:pt x="975" y="125"/>
                    <a:pt x="974" y="122"/>
                  </a:cubicBezTo>
                  <a:close/>
                </a:path>
              </a:pathLst>
            </a:custGeom>
            <a:gradFill rotWithShape="1">
              <a:gsLst>
                <a:gs pos="0">
                  <a:srgbClr val="969696"/>
                </a:gs>
                <a:gs pos="100000">
                  <a:srgbClr val="C0C0C0"/>
                </a:gs>
              </a:gsLst>
              <a:lin ang="2700000" scaled="1"/>
            </a:gra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17" name="Freeform 15"/>
            <p:cNvSpPr>
              <a:spLocks/>
            </p:cNvSpPr>
            <p:nvPr/>
          </p:nvSpPr>
          <p:spPr bwMode="auto">
            <a:xfrm>
              <a:off x="1517" y="2658"/>
              <a:ext cx="1710" cy="649"/>
            </a:xfrm>
            <a:custGeom>
              <a:avLst/>
              <a:gdLst>
                <a:gd name="T0" fmla="*/ 2021 w 1414"/>
                <a:gd name="T1" fmla="*/ 0 h 500"/>
                <a:gd name="T2" fmla="*/ 0 w 1414"/>
                <a:gd name="T3" fmla="*/ 306 h 500"/>
                <a:gd name="T4" fmla="*/ 27 w 1414"/>
                <a:gd name="T5" fmla="*/ 842 h 500"/>
                <a:gd name="T6" fmla="*/ 2033 w 1414"/>
                <a:gd name="T7" fmla="*/ 288 h 500"/>
                <a:gd name="T8" fmla="*/ 2021 w 1414"/>
                <a:gd name="T9" fmla="*/ 0 h 500"/>
                <a:gd name="T10" fmla="*/ 0 60000 65536"/>
                <a:gd name="T11" fmla="*/ 0 60000 65536"/>
                <a:gd name="T12" fmla="*/ 0 60000 65536"/>
                <a:gd name="T13" fmla="*/ 0 60000 65536"/>
                <a:gd name="T14" fmla="*/ 0 60000 65536"/>
                <a:gd name="T15" fmla="*/ 0 w 1414"/>
                <a:gd name="T16" fmla="*/ 0 h 500"/>
                <a:gd name="T17" fmla="*/ 1414 w 1414"/>
                <a:gd name="T18" fmla="*/ 500 h 500"/>
              </a:gdLst>
              <a:ahLst/>
              <a:cxnLst>
                <a:cxn ang="T10">
                  <a:pos x="T0" y="T1"/>
                </a:cxn>
                <a:cxn ang="T11">
                  <a:pos x="T2" y="T3"/>
                </a:cxn>
                <a:cxn ang="T12">
                  <a:pos x="T4" y="T5"/>
                </a:cxn>
                <a:cxn ang="T13">
                  <a:pos x="T6" y="T7"/>
                </a:cxn>
                <a:cxn ang="T14">
                  <a:pos x="T8" y="T9"/>
                </a:cxn>
              </a:cxnLst>
              <a:rect l="T15" t="T16" r="T17" b="T18"/>
              <a:pathLst>
                <a:path w="1414" h="500">
                  <a:moveTo>
                    <a:pt x="1382" y="0"/>
                  </a:moveTo>
                  <a:cubicBezTo>
                    <a:pt x="0" y="182"/>
                    <a:pt x="0" y="182"/>
                    <a:pt x="0" y="182"/>
                  </a:cubicBezTo>
                  <a:cubicBezTo>
                    <a:pt x="1" y="185"/>
                    <a:pt x="41" y="236"/>
                    <a:pt x="18" y="500"/>
                  </a:cubicBezTo>
                  <a:cubicBezTo>
                    <a:pt x="1390" y="171"/>
                    <a:pt x="1390" y="171"/>
                    <a:pt x="1390" y="171"/>
                  </a:cubicBezTo>
                  <a:cubicBezTo>
                    <a:pt x="1390" y="171"/>
                    <a:pt x="1414" y="78"/>
                    <a:pt x="1382" y="0"/>
                  </a:cubicBezTo>
                  <a:close/>
                </a:path>
              </a:pathLst>
            </a:custGeom>
            <a:solidFill>
              <a:srgbClr val="61605F"/>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grpSp>
      <p:grpSp>
        <p:nvGrpSpPr>
          <p:cNvPr id="18" name="Group 16"/>
          <p:cNvGrpSpPr>
            <a:grpSpLocks/>
          </p:cNvGrpSpPr>
          <p:nvPr/>
        </p:nvGrpSpPr>
        <p:grpSpPr bwMode="auto">
          <a:xfrm>
            <a:off x="554980" y="2583830"/>
            <a:ext cx="4125913" cy="869950"/>
            <a:chOff x="249" y="2215"/>
            <a:chExt cx="3239" cy="683"/>
          </a:xfrm>
          <a:solidFill>
            <a:srgbClr val="054487"/>
          </a:solidFill>
        </p:grpSpPr>
        <p:sp>
          <p:nvSpPr>
            <p:cNvPr id="19" name="Freeform 17"/>
            <p:cNvSpPr>
              <a:spLocks/>
            </p:cNvSpPr>
            <p:nvPr/>
          </p:nvSpPr>
          <p:spPr bwMode="auto">
            <a:xfrm>
              <a:off x="249" y="2605"/>
              <a:ext cx="777" cy="273"/>
            </a:xfrm>
            <a:custGeom>
              <a:avLst/>
              <a:gdLst>
                <a:gd name="T0" fmla="*/ 235 w 678"/>
                <a:gd name="T1" fmla="*/ 0 h 222"/>
                <a:gd name="T2" fmla="*/ 0 w 678"/>
                <a:gd name="T3" fmla="*/ 5 h 222"/>
                <a:gd name="T4" fmla="*/ 766 w 678"/>
                <a:gd name="T5" fmla="*/ 336 h 222"/>
                <a:gd name="T6" fmla="*/ 890 w 678"/>
                <a:gd name="T7" fmla="*/ 321 h 222"/>
                <a:gd name="T8" fmla="*/ 235 w 678"/>
                <a:gd name="T9" fmla="*/ 0 h 222"/>
                <a:gd name="T10" fmla="*/ 0 60000 65536"/>
                <a:gd name="T11" fmla="*/ 0 60000 65536"/>
                <a:gd name="T12" fmla="*/ 0 60000 65536"/>
                <a:gd name="T13" fmla="*/ 0 60000 65536"/>
                <a:gd name="T14" fmla="*/ 0 60000 65536"/>
                <a:gd name="T15" fmla="*/ 0 w 678"/>
                <a:gd name="T16" fmla="*/ 0 h 222"/>
                <a:gd name="T17" fmla="*/ 678 w 678"/>
                <a:gd name="T18" fmla="*/ 222 h 222"/>
              </a:gdLst>
              <a:ahLst/>
              <a:cxnLst>
                <a:cxn ang="T10">
                  <a:pos x="T0" y="T1"/>
                </a:cxn>
                <a:cxn ang="T11">
                  <a:pos x="T2" y="T3"/>
                </a:cxn>
                <a:cxn ang="T12">
                  <a:pos x="T4" y="T5"/>
                </a:cxn>
                <a:cxn ang="T13">
                  <a:pos x="T6" y="T7"/>
                </a:cxn>
                <a:cxn ang="T14">
                  <a:pos x="T8" y="T9"/>
                </a:cxn>
              </a:cxnLst>
              <a:rect l="T15" t="T16" r="T17" b="T18"/>
              <a:pathLst>
                <a:path w="678" h="222">
                  <a:moveTo>
                    <a:pt x="179" y="0"/>
                  </a:moveTo>
                  <a:lnTo>
                    <a:pt x="0" y="3"/>
                  </a:lnTo>
                  <a:lnTo>
                    <a:pt x="583" y="222"/>
                  </a:lnTo>
                  <a:lnTo>
                    <a:pt x="678" y="212"/>
                  </a:lnTo>
                  <a:lnTo>
                    <a:pt x="179" y="0"/>
                  </a:lnTo>
                  <a:close/>
                </a:path>
              </a:pathLst>
            </a:custGeom>
            <a:grp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20" name="Freeform 18"/>
            <p:cNvSpPr>
              <a:spLocks/>
            </p:cNvSpPr>
            <p:nvPr/>
          </p:nvSpPr>
          <p:spPr bwMode="auto">
            <a:xfrm>
              <a:off x="348" y="2318"/>
              <a:ext cx="598" cy="541"/>
            </a:xfrm>
            <a:custGeom>
              <a:avLst/>
              <a:gdLst>
                <a:gd name="T0" fmla="*/ 1 w 494"/>
                <a:gd name="T1" fmla="*/ 0 h 417"/>
                <a:gd name="T2" fmla="*/ 0 w 494"/>
                <a:gd name="T3" fmla="*/ 392 h 417"/>
                <a:gd name="T4" fmla="*/ 724 w 494"/>
                <a:gd name="T5" fmla="*/ 702 h 417"/>
                <a:gd name="T6" fmla="*/ 724 w 494"/>
                <a:gd name="T7" fmla="*/ 257 h 417"/>
                <a:gd name="T8" fmla="*/ 1 w 494"/>
                <a:gd name="T9" fmla="*/ 0 h 417"/>
                <a:gd name="T10" fmla="*/ 0 60000 65536"/>
                <a:gd name="T11" fmla="*/ 0 60000 65536"/>
                <a:gd name="T12" fmla="*/ 0 60000 65536"/>
                <a:gd name="T13" fmla="*/ 0 60000 65536"/>
                <a:gd name="T14" fmla="*/ 0 60000 65536"/>
                <a:gd name="T15" fmla="*/ 0 w 494"/>
                <a:gd name="T16" fmla="*/ 0 h 417"/>
                <a:gd name="T17" fmla="*/ 494 w 494"/>
                <a:gd name="T18" fmla="*/ 417 h 417"/>
              </a:gdLst>
              <a:ahLst/>
              <a:cxnLst>
                <a:cxn ang="T10">
                  <a:pos x="T0" y="T1"/>
                </a:cxn>
                <a:cxn ang="T11">
                  <a:pos x="T2" y="T3"/>
                </a:cxn>
                <a:cxn ang="T12">
                  <a:pos x="T4" y="T5"/>
                </a:cxn>
                <a:cxn ang="T13">
                  <a:pos x="T6" y="T7"/>
                </a:cxn>
                <a:cxn ang="T14">
                  <a:pos x="T8" y="T9"/>
                </a:cxn>
              </a:cxnLst>
              <a:rect l="T15" t="T16" r="T17" b="T18"/>
              <a:pathLst>
                <a:path w="494" h="417">
                  <a:moveTo>
                    <a:pt x="1" y="0"/>
                  </a:moveTo>
                  <a:cubicBezTo>
                    <a:pt x="1" y="0"/>
                    <a:pt x="11" y="74"/>
                    <a:pt x="0" y="233"/>
                  </a:cubicBezTo>
                  <a:cubicBezTo>
                    <a:pt x="494" y="417"/>
                    <a:pt x="494" y="417"/>
                    <a:pt x="494" y="417"/>
                  </a:cubicBezTo>
                  <a:cubicBezTo>
                    <a:pt x="494" y="153"/>
                    <a:pt x="494" y="153"/>
                    <a:pt x="494" y="153"/>
                  </a:cubicBezTo>
                  <a:lnTo>
                    <a:pt x="1" y="0"/>
                  </a:lnTo>
                  <a:close/>
                </a:path>
              </a:pathLst>
            </a:custGeom>
            <a:grp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21" name="Freeform 19"/>
            <p:cNvSpPr>
              <a:spLocks/>
            </p:cNvSpPr>
            <p:nvPr/>
          </p:nvSpPr>
          <p:spPr bwMode="auto">
            <a:xfrm>
              <a:off x="255" y="2215"/>
              <a:ext cx="3185" cy="291"/>
            </a:xfrm>
            <a:custGeom>
              <a:avLst/>
              <a:gdLst>
                <a:gd name="T0" fmla="*/ 832 w 2633"/>
                <a:gd name="T1" fmla="*/ 378 h 224"/>
                <a:gd name="T2" fmla="*/ 3853 w 2633"/>
                <a:gd name="T3" fmla="*/ 122 h 224"/>
                <a:gd name="T4" fmla="*/ 2793 w 2633"/>
                <a:gd name="T5" fmla="*/ 0 h 224"/>
                <a:gd name="T6" fmla="*/ 0 w 2633"/>
                <a:gd name="T7" fmla="*/ 83 h 224"/>
                <a:gd name="T8" fmla="*/ 0 w 2633"/>
                <a:gd name="T9" fmla="*/ 84 h 224"/>
                <a:gd name="T10" fmla="*/ 832 w 2633"/>
                <a:gd name="T11" fmla="*/ 378 h 224"/>
                <a:gd name="T12" fmla="*/ 832 w 2633"/>
                <a:gd name="T13" fmla="*/ 378 h 224"/>
                <a:gd name="T14" fmla="*/ 0 60000 65536"/>
                <a:gd name="T15" fmla="*/ 0 60000 65536"/>
                <a:gd name="T16" fmla="*/ 0 60000 65536"/>
                <a:gd name="T17" fmla="*/ 0 60000 65536"/>
                <a:gd name="T18" fmla="*/ 0 60000 65536"/>
                <a:gd name="T19" fmla="*/ 0 60000 65536"/>
                <a:gd name="T20" fmla="*/ 0 60000 65536"/>
                <a:gd name="T21" fmla="*/ 0 w 2633"/>
                <a:gd name="T22" fmla="*/ 0 h 224"/>
                <a:gd name="T23" fmla="*/ 2633 w 2633"/>
                <a:gd name="T24" fmla="*/ 224 h 2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33" h="224">
                  <a:moveTo>
                    <a:pt x="569" y="224"/>
                  </a:moveTo>
                  <a:cubicBezTo>
                    <a:pt x="2633" y="72"/>
                    <a:pt x="2633" y="72"/>
                    <a:pt x="2633" y="72"/>
                  </a:cubicBezTo>
                  <a:cubicBezTo>
                    <a:pt x="1909" y="0"/>
                    <a:pt x="1909" y="0"/>
                    <a:pt x="1909" y="0"/>
                  </a:cubicBezTo>
                  <a:cubicBezTo>
                    <a:pt x="0" y="49"/>
                    <a:pt x="0" y="49"/>
                    <a:pt x="0" y="49"/>
                  </a:cubicBezTo>
                  <a:cubicBezTo>
                    <a:pt x="0" y="50"/>
                    <a:pt x="0" y="50"/>
                    <a:pt x="0" y="50"/>
                  </a:cubicBezTo>
                  <a:cubicBezTo>
                    <a:pt x="569" y="224"/>
                    <a:pt x="569" y="224"/>
                    <a:pt x="569" y="224"/>
                  </a:cubicBezTo>
                  <a:cubicBezTo>
                    <a:pt x="569" y="224"/>
                    <a:pt x="569" y="224"/>
                    <a:pt x="569" y="224"/>
                  </a:cubicBezTo>
                  <a:close/>
                </a:path>
              </a:pathLst>
            </a:custGeom>
            <a:grp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22" name="Freeform 20"/>
            <p:cNvSpPr>
              <a:spLocks/>
            </p:cNvSpPr>
            <p:nvPr/>
          </p:nvSpPr>
          <p:spPr bwMode="auto">
            <a:xfrm>
              <a:off x="249" y="2280"/>
              <a:ext cx="736" cy="618"/>
            </a:xfrm>
            <a:custGeom>
              <a:avLst/>
              <a:gdLst>
                <a:gd name="T0" fmla="*/ 841 w 608"/>
                <a:gd name="T1" fmla="*/ 292 h 477"/>
                <a:gd name="T2" fmla="*/ 841 w 608"/>
                <a:gd name="T3" fmla="*/ 292 h 477"/>
                <a:gd name="T4" fmla="*/ 841 w 608"/>
                <a:gd name="T5" fmla="*/ 292 h 477"/>
                <a:gd name="T6" fmla="*/ 7 w 608"/>
                <a:gd name="T7" fmla="*/ 0 h 477"/>
                <a:gd name="T8" fmla="*/ 7 w 608"/>
                <a:gd name="T9" fmla="*/ 21 h 477"/>
                <a:gd name="T10" fmla="*/ 828 w 608"/>
                <a:gd name="T11" fmla="*/ 312 h 477"/>
                <a:gd name="T12" fmla="*/ 809 w 608"/>
                <a:gd name="T13" fmla="*/ 773 h 477"/>
                <a:gd name="T14" fmla="*/ 0 w 608"/>
                <a:gd name="T15" fmla="*/ 426 h 477"/>
                <a:gd name="T16" fmla="*/ 0 w 608"/>
                <a:gd name="T17" fmla="*/ 456 h 477"/>
                <a:gd name="T18" fmla="*/ 806 w 608"/>
                <a:gd name="T19" fmla="*/ 801 h 477"/>
                <a:gd name="T20" fmla="*/ 820 w 608"/>
                <a:gd name="T21" fmla="*/ 799 h 477"/>
                <a:gd name="T22" fmla="*/ 841 w 608"/>
                <a:gd name="T23" fmla="*/ 292 h 47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08"/>
                <a:gd name="T37" fmla="*/ 0 h 477"/>
                <a:gd name="T38" fmla="*/ 608 w 608"/>
                <a:gd name="T39" fmla="*/ 477 h 47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08" h="477">
                  <a:moveTo>
                    <a:pt x="574" y="174"/>
                  </a:moveTo>
                  <a:cubicBezTo>
                    <a:pt x="574" y="174"/>
                    <a:pt x="574" y="174"/>
                    <a:pt x="574" y="174"/>
                  </a:cubicBezTo>
                  <a:cubicBezTo>
                    <a:pt x="574" y="174"/>
                    <a:pt x="574" y="174"/>
                    <a:pt x="574" y="174"/>
                  </a:cubicBezTo>
                  <a:cubicBezTo>
                    <a:pt x="5" y="0"/>
                    <a:pt x="5" y="0"/>
                    <a:pt x="5" y="0"/>
                  </a:cubicBezTo>
                  <a:cubicBezTo>
                    <a:pt x="5" y="12"/>
                    <a:pt x="5" y="12"/>
                    <a:pt x="5" y="12"/>
                  </a:cubicBezTo>
                  <a:cubicBezTo>
                    <a:pt x="565" y="186"/>
                    <a:pt x="565" y="186"/>
                    <a:pt x="565" y="186"/>
                  </a:cubicBezTo>
                  <a:cubicBezTo>
                    <a:pt x="565" y="186"/>
                    <a:pt x="594" y="324"/>
                    <a:pt x="552" y="461"/>
                  </a:cubicBezTo>
                  <a:cubicBezTo>
                    <a:pt x="0" y="254"/>
                    <a:pt x="0" y="254"/>
                    <a:pt x="0" y="254"/>
                  </a:cubicBezTo>
                  <a:cubicBezTo>
                    <a:pt x="0" y="272"/>
                    <a:pt x="0" y="272"/>
                    <a:pt x="0" y="272"/>
                  </a:cubicBezTo>
                  <a:cubicBezTo>
                    <a:pt x="550" y="477"/>
                    <a:pt x="550" y="477"/>
                    <a:pt x="550" y="477"/>
                  </a:cubicBezTo>
                  <a:cubicBezTo>
                    <a:pt x="559" y="476"/>
                    <a:pt x="559" y="476"/>
                    <a:pt x="559" y="476"/>
                  </a:cubicBezTo>
                  <a:cubicBezTo>
                    <a:pt x="608" y="346"/>
                    <a:pt x="574" y="177"/>
                    <a:pt x="574" y="174"/>
                  </a:cubicBezTo>
                  <a:close/>
                </a:path>
              </a:pathLst>
            </a:custGeom>
            <a:grp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23" name="Freeform 21"/>
            <p:cNvSpPr>
              <a:spLocks/>
            </p:cNvSpPr>
            <p:nvPr/>
          </p:nvSpPr>
          <p:spPr bwMode="auto">
            <a:xfrm>
              <a:off x="924" y="2308"/>
              <a:ext cx="2564" cy="587"/>
            </a:xfrm>
            <a:custGeom>
              <a:avLst/>
              <a:gdLst/>
              <a:ahLst/>
              <a:cxnLst>
                <a:cxn ang="0">
                  <a:pos x="2077" y="0"/>
                </a:cxn>
                <a:cxn ang="0">
                  <a:pos x="15" y="152"/>
                </a:cxn>
                <a:cxn ang="0">
                  <a:pos x="0" y="454"/>
                </a:cxn>
                <a:cxn ang="0">
                  <a:pos x="2100" y="242"/>
                </a:cxn>
                <a:cxn ang="0">
                  <a:pos x="2077" y="0"/>
                </a:cxn>
              </a:cxnLst>
              <a:rect l="0" t="0" r="r" b="b"/>
              <a:pathLst>
                <a:path w="2119" h="454">
                  <a:moveTo>
                    <a:pt x="2077" y="0"/>
                  </a:moveTo>
                  <a:cubicBezTo>
                    <a:pt x="15" y="152"/>
                    <a:pt x="15" y="152"/>
                    <a:pt x="15" y="152"/>
                  </a:cubicBezTo>
                  <a:cubicBezTo>
                    <a:pt x="15" y="155"/>
                    <a:pt x="49" y="324"/>
                    <a:pt x="0" y="454"/>
                  </a:cubicBezTo>
                  <a:cubicBezTo>
                    <a:pt x="2100" y="242"/>
                    <a:pt x="2100" y="242"/>
                    <a:pt x="2100" y="242"/>
                  </a:cubicBezTo>
                  <a:cubicBezTo>
                    <a:pt x="2100" y="242"/>
                    <a:pt x="2119" y="52"/>
                    <a:pt x="2077" y="0"/>
                  </a:cubicBezTo>
                  <a:close/>
                </a:path>
              </a:pathLst>
            </a:custGeom>
            <a:grp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grpSp>
      <p:grpSp>
        <p:nvGrpSpPr>
          <p:cNvPr id="24" name="Group 22"/>
          <p:cNvGrpSpPr>
            <a:grpSpLocks/>
          </p:cNvGrpSpPr>
          <p:nvPr/>
        </p:nvGrpSpPr>
        <p:grpSpPr bwMode="auto">
          <a:xfrm>
            <a:off x="878830" y="2061543"/>
            <a:ext cx="3654425" cy="784225"/>
            <a:chOff x="503" y="1705"/>
            <a:chExt cx="2870" cy="715"/>
          </a:xfrm>
        </p:grpSpPr>
        <p:sp>
          <p:nvSpPr>
            <p:cNvPr id="25" name="Freeform 23"/>
            <p:cNvSpPr>
              <a:spLocks/>
            </p:cNvSpPr>
            <p:nvPr/>
          </p:nvSpPr>
          <p:spPr bwMode="auto">
            <a:xfrm>
              <a:off x="505" y="2215"/>
              <a:ext cx="699" cy="191"/>
            </a:xfrm>
            <a:custGeom>
              <a:avLst/>
              <a:gdLst>
                <a:gd name="T0" fmla="*/ 256 w 610"/>
                <a:gd name="T1" fmla="*/ 0 h 156"/>
                <a:gd name="T2" fmla="*/ 0 w 610"/>
                <a:gd name="T3" fmla="*/ 21 h 156"/>
                <a:gd name="T4" fmla="*/ 650 w 610"/>
                <a:gd name="T5" fmla="*/ 234 h 156"/>
                <a:gd name="T6" fmla="*/ 801 w 610"/>
                <a:gd name="T7" fmla="*/ 228 h 156"/>
                <a:gd name="T8" fmla="*/ 256 w 610"/>
                <a:gd name="T9" fmla="*/ 0 h 156"/>
                <a:gd name="T10" fmla="*/ 0 60000 65536"/>
                <a:gd name="T11" fmla="*/ 0 60000 65536"/>
                <a:gd name="T12" fmla="*/ 0 60000 65536"/>
                <a:gd name="T13" fmla="*/ 0 60000 65536"/>
                <a:gd name="T14" fmla="*/ 0 60000 65536"/>
                <a:gd name="T15" fmla="*/ 0 w 610"/>
                <a:gd name="T16" fmla="*/ 0 h 156"/>
                <a:gd name="T17" fmla="*/ 610 w 610"/>
                <a:gd name="T18" fmla="*/ 156 h 156"/>
              </a:gdLst>
              <a:ahLst/>
              <a:cxnLst>
                <a:cxn ang="T10">
                  <a:pos x="T0" y="T1"/>
                </a:cxn>
                <a:cxn ang="T11">
                  <a:pos x="T2" y="T3"/>
                </a:cxn>
                <a:cxn ang="T12">
                  <a:pos x="T4" y="T5"/>
                </a:cxn>
                <a:cxn ang="T13">
                  <a:pos x="T6" y="T7"/>
                </a:cxn>
                <a:cxn ang="T14">
                  <a:pos x="T8" y="T9"/>
                </a:cxn>
              </a:cxnLst>
              <a:rect l="T15" t="T16" r="T17" b="T18"/>
              <a:pathLst>
                <a:path w="610" h="156">
                  <a:moveTo>
                    <a:pt x="195" y="0"/>
                  </a:moveTo>
                  <a:lnTo>
                    <a:pt x="0" y="14"/>
                  </a:lnTo>
                  <a:lnTo>
                    <a:pt x="495" y="156"/>
                  </a:lnTo>
                  <a:lnTo>
                    <a:pt x="610" y="152"/>
                  </a:lnTo>
                  <a:lnTo>
                    <a:pt x="195" y="0"/>
                  </a:lnTo>
                  <a:close/>
                </a:path>
              </a:pathLst>
            </a:custGeom>
            <a:gradFill rotWithShape="1">
              <a:gsLst>
                <a:gs pos="0">
                  <a:srgbClr val="4D4D4D"/>
                </a:gs>
                <a:gs pos="100000">
                  <a:srgbClr val="242424"/>
                </a:gs>
              </a:gsLst>
              <a:lin ang="5400000" scaled="1"/>
            </a:gra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26" name="Freeform 24"/>
            <p:cNvSpPr>
              <a:spLocks/>
            </p:cNvSpPr>
            <p:nvPr/>
          </p:nvSpPr>
          <p:spPr bwMode="auto">
            <a:xfrm>
              <a:off x="592" y="1757"/>
              <a:ext cx="503" cy="637"/>
            </a:xfrm>
            <a:custGeom>
              <a:avLst/>
              <a:gdLst>
                <a:gd name="T0" fmla="*/ 8 w 416"/>
                <a:gd name="T1" fmla="*/ 0 h 491"/>
                <a:gd name="T2" fmla="*/ 0 w 416"/>
                <a:gd name="T3" fmla="*/ 619 h 491"/>
                <a:gd name="T4" fmla="*/ 608 w 416"/>
                <a:gd name="T5" fmla="*/ 826 h 491"/>
                <a:gd name="T6" fmla="*/ 608 w 416"/>
                <a:gd name="T7" fmla="*/ 160 h 491"/>
                <a:gd name="T8" fmla="*/ 8 w 416"/>
                <a:gd name="T9" fmla="*/ 0 h 491"/>
                <a:gd name="T10" fmla="*/ 0 60000 65536"/>
                <a:gd name="T11" fmla="*/ 0 60000 65536"/>
                <a:gd name="T12" fmla="*/ 0 60000 65536"/>
                <a:gd name="T13" fmla="*/ 0 60000 65536"/>
                <a:gd name="T14" fmla="*/ 0 60000 65536"/>
                <a:gd name="T15" fmla="*/ 0 w 416"/>
                <a:gd name="T16" fmla="*/ 0 h 491"/>
                <a:gd name="T17" fmla="*/ 416 w 416"/>
                <a:gd name="T18" fmla="*/ 491 h 491"/>
              </a:gdLst>
              <a:ahLst/>
              <a:cxnLst>
                <a:cxn ang="T10">
                  <a:pos x="T0" y="T1"/>
                </a:cxn>
                <a:cxn ang="T11">
                  <a:pos x="T2" y="T3"/>
                </a:cxn>
                <a:cxn ang="T12">
                  <a:pos x="T4" y="T5"/>
                </a:cxn>
                <a:cxn ang="T13">
                  <a:pos x="T6" y="T7"/>
                </a:cxn>
                <a:cxn ang="T14">
                  <a:pos x="T8" y="T9"/>
                </a:cxn>
              </a:cxnLst>
              <a:rect l="T15" t="T16" r="T17" b="T18"/>
              <a:pathLst>
                <a:path w="416" h="491">
                  <a:moveTo>
                    <a:pt x="6" y="0"/>
                  </a:moveTo>
                  <a:cubicBezTo>
                    <a:pt x="6" y="0"/>
                    <a:pt x="28" y="138"/>
                    <a:pt x="0" y="368"/>
                  </a:cubicBezTo>
                  <a:cubicBezTo>
                    <a:pt x="416" y="491"/>
                    <a:pt x="416" y="491"/>
                    <a:pt x="416" y="491"/>
                  </a:cubicBezTo>
                  <a:cubicBezTo>
                    <a:pt x="416" y="95"/>
                    <a:pt x="416" y="95"/>
                    <a:pt x="416" y="95"/>
                  </a:cubicBezTo>
                  <a:lnTo>
                    <a:pt x="6" y="0"/>
                  </a:lnTo>
                  <a:close/>
                </a:path>
              </a:pathLst>
            </a:custGeom>
            <a:gradFill rotWithShape="1">
              <a:gsLst>
                <a:gs pos="0">
                  <a:srgbClr val="C0C0C0"/>
                </a:gs>
                <a:gs pos="100000">
                  <a:srgbClr val="FFFFFF"/>
                </a:gs>
              </a:gsLst>
              <a:lin ang="2700000" scaled="1"/>
            </a:gra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27" name="Freeform 25"/>
            <p:cNvSpPr>
              <a:spLocks/>
            </p:cNvSpPr>
            <p:nvPr/>
          </p:nvSpPr>
          <p:spPr bwMode="auto">
            <a:xfrm>
              <a:off x="503" y="1726"/>
              <a:ext cx="595" cy="694"/>
            </a:xfrm>
            <a:custGeom>
              <a:avLst/>
              <a:gdLst>
                <a:gd name="T0" fmla="*/ 693 w 492"/>
                <a:gd name="T1" fmla="*/ 183 h 536"/>
                <a:gd name="T2" fmla="*/ 1 w 492"/>
                <a:gd name="T3" fmla="*/ 0 h 536"/>
                <a:gd name="T4" fmla="*/ 1 w 492"/>
                <a:gd name="T5" fmla="*/ 34 h 536"/>
                <a:gd name="T6" fmla="*/ 671 w 492"/>
                <a:gd name="T7" fmla="*/ 205 h 536"/>
                <a:gd name="T8" fmla="*/ 686 w 492"/>
                <a:gd name="T9" fmla="*/ 871 h 536"/>
                <a:gd name="T10" fmla="*/ 0 w 492"/>
                <a:gd name="T11" fmla="*/ 654 h 536"/>
                <a:gd name="T12" fmla="*/ 1 w 492"/>
                <a:gd name="T13" fmla="*/ 677 h 536"/>
                <a:gd name="T14" fmla="*/ 686 w 492"/>
                <a:gd name="T15" fmla="*/ 899 h 536"/>
                <a:gd name="T16" fmla="*/ 705 w 492"/>
                <a:gd name="T17" fmla="*/ 899 h 536"/>
                <a:gd name="T18" fmla="*/ 693 w 492"/>
                <a:gd name="T19" fmla="*/ 183 h 53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92"/>
                <a:gd name="T31" fmla="*/ 0 h 536"/>
                <a:gd name="T32" fmla="*/ 492 w 492"/>
                <a:gd name="T33" fmla="*/ 536 h 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92" h="536">
                  <a:moveTo>
                    <a:pt x="474" y="109"/>
                  </a:moveTo>
                  <a:cubicBezTo>
                    <a:pt x="1" y="0"/>
                    <a:pt x="1" y="0"/>
                    <a:pt x="1" y="0"/>
                  </a:cubicBezTo>
                  <a:cubicBezTo>
                    <a:pt x="1" y="20"/>
                    <a:pt x="1" y="20"/>
                    <a:pt x="1" y="20"/>
                  </a:cubicBezTo>
                  <a:cubicBezTo>
                    <a:pt x="459" y="122"/>
                    <a:pt x="459" y="122"/>
                    <a:pt x="459" y="122"/>
                  </a:cubicBezTo>
                  <a:cubicBezTo>
                    <a:pt x="459" y="122"/>
                    <a:pt x="478" y="207"/>
                    <a:pt x="469" y="520"/>
                  </a:cubicBezTo>
                  <a:cubicBezTo>
                    <a:pt x="0" y="390"/>
                    <a:pt x="0" y="390"/>
                    <a:pt x="0" y="390"/>
                  </a:cubicBezTo>
                  <a:cubicBezTo>
                    <a:pt x="1" y="404"/>
                    <a:pt x="1" y="404"/>
                    <a:pt x="1" y="404"/>
                  </a:cubicBezTo>
                  <a:cubicBezTo>
                    <a:pt x="469" y="536"/>
                    <a:pt x="469" y="536"/>
                    <a:pt x="469" y="536"/>
                  </a:cubicBezTo>
                  <a:cubicBezTo>
                    <a:pt x="482" y="536"/>
                    <a:pt x="482" y="536"/>
                    <a:pt x="482" y="536"/>
                  </a:cubicBezTo>
                  <a:cubicBezTo>
                    <a:pt x="492" y="243"/>
                    <a:pt x="474" y="109"/>
                    <a:pt x="474" y="109"/>
                  </a:cubicBezTo>
                  <a:close/>
                </a:path>
              </a:pathLst>
            </a:custGeom>
            <a:gradFill rotWithShape="1">
              <a:gsLst>
                <a:gs pos="0">
                  <a:srgbClr val="EAEAEA"/>
                </a:gs>
                <a:gs pos="100000">
                  <a:srgbClr val="B7B8B8"/>
                </a:gs>
              </a:gsLst>
              <a:lin ang="2700000" scaled="1"/>
            </a:gra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28" name="Freeform 26"/>
            <p:cNvSpPr>
              <a:spLocks/>
            </p:cNvSpPr>
            <p:nvPr/>
          </p:nvSpPr>
          <p:spPr bwMode="auto">
            <a:xfrm>
              <a:off x="505" y="1705"/>
              <a:ext cx="2778" cy="160"/>
            </a:xfrm>
            <a:custGeom>
              <a:avLst/>
              <a:gdLst>
                <a:gd name="T0" fmla="*/ 3184 w 2424"/>
                <a:gd name="T1" fmla="*/ 137 h 131"/>
                <a:gd name="T2" fmla="*/ 2753 w 2424"/>
                <a:gd name="T3" fmla="*/ 0 h 131"/>
                <a:gd name="T4" fmla="*/ 0 w 2424"/>
                <a:gd name="T5" fmla="*/ 26 h 131"/>
                <a:gd name="T6" fmla="*/ 653 w 2424"/>
                <a:gd name="T7" fmla="*/ 195 h 131"/>
                <a:gd name="T8" fmla="*/ 662 w 2424"/>
                <a:gd name="T9" fmla="*/ 183 h 131"/>
                <a:gd name="T10" fmla="*/ 3184 w 2424"/>
                <a:gd name="T11" fmla="*/ 137 h 131"/>
                <a:gd name="T12" fmla="*/ 0 60000 65536"/>
                <a:gd name="T13" fmla="*/ 0 60000 65536"/>
                <a:gd name="T14" fmla="*/ 0 60000 65536"/>
                <a:gd name="T15" fmla="*/ 0 60000 65536"/>
                <a:gd name="T16" fmla="*/ 0 60000 65536"/>
                <a:gd name="T17" fmla="*/ 0 60000 65536"/>
                <a:gd name="T18" fmla="*/ 0 w 2424"/>
                <a:gd name="T19" fmla="*/ 0 h 131"/>
                <a:gd name="T20" fmla="*/ 2424 w 2424"/>
                <a:gd name="T21" fmla="*/ 131 h 131"/>
              </a:gdLst>
              <a:ahLst/>
              <a:cxnLst>
                <a:cxn ang="T12">
                  <a:pos x="T0" y="T1"/>
                </a:cxn>
                <a:cxn ang="T13">
                  <a:pos x="T2" y="T3"/>
                </a:cxn>
                <a:cxn ang="T14">
                  <a:pos x="T4" y="T5"/>
                </a:cxn>
                <a:cxn ang="T15">
                  <a:pos x="T6" y="T7"/>
                </a:cxn>
                <a:cxn ang="T16">
                  <a:pos x="T8" y="T9"/>
                </a:cxn>
                <a:cxn ang="T17">
                  <a:pos x="T10" y="T11"/>
                </a:cxn>
              </a:cxnLst>
              <a:rect l="T18" t="T19" r="T20" b="T21"/>
              <a:pathLst>
                <a:path w="2424" h="131">
                  <a:moveTo>
                    <a:pt x="2424" y="92"/>
                  </a:moveTo>
                  <a:lnTo>
                    <a:pt x="2096" y="0"/>
                  </a:lnTo>
                  <a:lnTo>
                    <a:pt x="0" y="17"/>
                  </a:lnTo>
                  <a:lnTo>
                    <a:pt x="497" y="131"/>
                  </a:lnTo>
                  <a:lnTo>
                    <a:pt x="504" y="123"/>
                  </a:lnTo>
                  <a:lnTo>
                    <a:pt x="2424" y="92"/>
                  </a:lnTo>
                  <a:close/>
                </a:path>
              </a:pathLst>
            </a:custGeom>
            <a:gradFill rotWithShape="1">
              <a:gsLst>
                <a:gs pos="0">
                  <a:srgbClr val="5F5F5F"/>
                </a:gs>
                <a:gs pos="100000">
                  <a:srgbClr val="969696"/>
                </a:gs>
              </a:gsLst>
              <a:lin ang="18900000" scaled="1"/>
            </a:gra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29" name="Freeform 27"/>
            <p:cNvSpPr>
              <a:spLocks/>
            </p:cNvSpPr>
            <p:nvPr/>
          </p:nvSpPr>
          <p:spPr bwMode="auto">
            <a:xfrm>
              <a:off x="1074" y="1818"/>
              <a:ext cx="2299" cy="602"/>
            </a:xfrm>
            <a:custGeom>
              <a:avLst/>
              <a:gdLst>
                <a:gd name="T0" fmla="*/ 2670 w 1901"/>
                <a:gd name="T1" fmla="*/ 0 h 465"/>
                <a:gd name="T2" fmla="*/ 10 w 1901"/>
                <a:gd name="T3" fmla="*/ 50 h 465"/>
                <a:gd name="T4" fmla="*/ 0 w 1901"/>
                <a:gd name="T5" fmla="*/ 62 h 465"/>
                <a:gd name="T6" fmla="*/ 15 w 1901"/>
                <a:gd name="T7" fmla="*/ 779 h 465"/>
                <a:gd name="T8" fmla="*/ 2703 w 1901"/>
                <a:gd name="T9" fmla="*/ 641 h 465"/>
                <a:gd name="T10" fmla="*/ 2692 w 1901"/>
                <a:gd name="T11" fmla="*/ 8 h 465"/>
                <a:gd name="T12" fmla="*/ 2670 w 1901"/>
                <a:gd name="T13" fmla="*/ 0 h 465"/>
                <a:gd name="T14" fmla="*/ 0 60000 65536"/>
                <a:gd name="T15" fmla="*/ 0 60000 65536"/>
                <a:gd name="T16" fmla="*/ 0 60000 65536"/>
                <a:gd name="T17" fmla="*/ 0 60000 65536"/>
                <a:gd name="T18" fmla="*/ 0 60000 65536"/>
                <a:gd name="T19" fmla="*/ 0 60000 65536"/>
                <a:gd name="T20" fmla="*/ 0 60000 65536"/>
                <a:gd name="T21" fmla="*/ 0 w 1901"/>
                <a:gd name="T22" fmla="*/ 0 h 465"/>
                <a:gd name="T23" fmla="*/ 1901 w 1901"/>
                <a:gd name="T24" fmla="*/ 465 h 46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01" h="465">
                  <a:moveTo>
                    <a:pt x="1826" y="0"/>
                  </a:moveTo>
                  <a:cubicBezTo>
                    <a:pt x="7" y="30"/>
                    <a:pt x="7" y="30"/>
                    <a:pt x="7" y="30"/>
                  </a:cubicBezTo>
                  <a:cubicBezTo>
                    <a:pt x="0" y="37"/>
                    <a:pt x="0" y="37"/>
                    <a:pt x="0" y="37"/>
                  </a:cubicBezTo>
                  <a:cubicBezTo>
                    <a:pt x="0" y="37"/>
                    <a:pt x="19" y="175"/>
                    <a:pt x="10" y="465"/>
                  </a:cubicBezTo>
                  <a:cubicBezTo>
                    <a:pt x="1848" y="382"/>
                    <a:pt x="1848" y="382"/>
                    <a:pt x="1848" y="382"/>
                  </a:cubicBezTo>
                  <a:cubicBezTo>
                    <a:pt x="1848" y="382"/>
                    <a:pt x="1901" y="194"/>
                    <a:pt x="1841" y="5"/>
                  </a:cubicBezTo>
                  <a:lnTo>
                    <a:pt x="1826" y="0"/>
                  </a:lnTo>
                  <a:close/>
                </a:path>
              </a:pathLst>
            </a:custGeom>
            <a:gradFill rotWithShape="1">
              <a:gsLst>
                <a:gs pos="0">
                  <a:srgbClr val="969696"/>
                </a:gs>
                <a:gs pos="50000">
                  <a:srgbClr val="EAEAEA"/>
                </a:gs>
                <a:gs pos="100000">
                  <a:srgbClr val="969696"/>
                </a:gs>
              </a:gsLst>
              <a:lin ang="5400000" scaled="1"/>
            </a:gra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grpSp>
      <p:grpSp>
        <p:nvGrpSpPr>
          <p:cNvPr id="30" name="Group 28"/>
          <p:cNvGrpSpPr>
            <a:grpSpLocks/>
          </p:cNvGrpSpPr>
          <p:nvPr/>
        </p:nvGrpSpPr>
        <p:grpSpPr bwMode="auto">
          <a:xfrm>
            <a:off x="1002655" y="1491630"/>
            <a:ext cx="3619500" cy="704850"/>
            <a:chOff x="688" y="542"/>
            <a:chExt cx="2841" cy="719"/>
          </a:xfrm>
        </p:grpSpPr>
        <p:sp>
          <p:nvSpPr>
            <p:cNvPr id="31" name="Freeform 29"/>
            <p:cNvSpPr>
              <a:spLocks/>
            </p:cNvSpPr>
            <p:nvPr/>
          </p:nvSpPr>
          <p:spPr bwMode="auto">
            <a:xfrm>
              <a:off x="688" y="1079"/>
              <a:ext cx="654" cy="182"/>
            </a:xfrm>
            <a:custGeom>
              <a:avLst/>
              <a:gdLst>
                <a:gd name="T0" fmla="*/ 245 w 571"/>
                <a:gd name="T1" fmla="*/ 0 h 148"/>
                <a:gd name="T2" fmla="*/ 0 w 571"/>
                <a:gd name="T3" fmla="*/ 15 h 148"/>
                <a:gd name="T4" fmla="*/ 584 w 571"/>
                <a:gd name="T5" fmla="*/ 224 h 148"/>
                <a:gd name="T6" fmla="*/ 749 w 571"/>
                <a:gd name="T7" fmla="*/ 216 h 148"/>
                <a:gd name="T8" fmla="*/ 245 w 571"/>
                <a:gd name="T9" fmla="*/ 0 h 148"/>
                <a:gd name="T10" fmla="*/ 0 60000 65536"/>
                <a:gd name="T11" fmla="*/ 0 60000 65536"/>
                <a:gd name="T12" fmla="*/ 0 60000 65536"/>
                <a:gd name="T13" fmla="*/ 0 60000 65536"/>
                <a:gd name="T14" fmla="*/ 0 60000 65536"/>
                <a:gd name="T15" fmla="*/ 0 w 571"/>
                <a:gd name="T16" fmla="*/ 0 h 148"/>
                <a:gd name="T17" fmla="*/ 571 w 571"/>
                <a:gd name="T18" fmla="*/ 148 h 148"/>
              </a:gdLst>
              <a:ahLst/>
              <a:cxnLst>
                <a:cxn ang="T10">
                  <a:pos x="T0" y="T1"/>
                </a:cxn>
                <a:cxn ang="T11">
                  <a:pos x="T2" y="T3"/>
                </a:cxn>
                <a:cxn ang="T12">
                  <a:pos x="T4" y="T5"/>
                </a:cxn>
                <a:cxn ang="T13">
                  <a:pos x="T6" y="T7"/>
                </a:cxn>
                <a:cxn ang="T14">
                  <a:pos x="T8" y="T9"/>
                </a:cxn>
              </a:cxnLst>
              <a:rect l="T15" t="T16" r="T17" b="T18"/>
              <a:pathLst>
                <a:path w="571" h="148">
                  <a:moveTo>
                    <a:pt x="187" y="0"/>
                  </a:moveTo>
                  <a:lnTo>
                    <a:pt x="0" y="10"/>
                  </a:lnTo>
                  <a:lnTo>
                    <a:pt x="445" y="148"/>
                  </a:lnTo>
                  <a:lnTo>
                    <a:pt x="571" y="143"/>
                  </a:lnTo>
                  <a:lnTo>
                    <a:pt x="187" y="0"/>
                  </a:lnTo>
                  <a:close/>
                </a:path>
              </a:pathLst>
            </a:custGeom>
            <a:gradFill rotWithShape="1">
              <a:gsLst>
                <a:gs pos="0">
                  <a:srgbClr val="4D4D4D"/>
                </a:gs>
                <a:gs pos="100000">
                  <a:srgbClr val="242424"/>
                </a:gs>
              </a:gsLst>
              <a:lin ang="5400000" scaled="1"/>
            </a:gra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32" name="Freeform 30"/>
            <p:cNvSpPr>
              <a:spLocks/>
            </p:cNvSpPr>
            <p:nvPr/>
          </p:nvSpPr>
          <p:spPr bwMode="auto">
            <a:xfrm>
              <a:off x="813" y="598"/>
              <a:ext cx="393" cy="632"/>
            </a:xfrm>
            <a:custGeom>
              <a:avLst/>
              <a:gdLst>
                <a:gd name="T0" fmla="*/ 23 w 325"/>
                <a:gd name="T1" fmla="*/ 0 h 487"/>
                <a:gd name="T2" fmla="*/ 0 w 325"/>
                <a:gd name="T3" fmla="*/ 644 h 487"/>
                <a:gd name="T4" fmla="*/ 475 w 325"/>
                <a:gd name="T5" fmla="*/ 820 h 487"/>
                <a:gd name="T6" fmla="*/ 475 w 325"/>
                <a:gd name="T7" fmla="*/ 152 h 487"/>
                <a:gd name="T8" fmla="*/ 23 w 325"/>
                <a:gd name="T9" fmla="*/ 0 h 487"/>
                <a:gd name="T10" fmla="*/ 0 60000 65536"/>
                <a:gd name="T11" fmla="*/ 0 60000 65536"/>
                <a:gd name="T12" fmla="*/ 0 60000 65536"/>
                <a:gd name="T13" fmla="*/ 0 60000 65536"/>
                <a:gd name="T14" fmla="*/ 0 60000 65536"/>
                <a:gd name="T15" fmla="*/ 0 w 325"/>
                <a:gd name="T16" fmla="*/ 0 h 487"/>
                <a:gd name="T17" fmla="*/ 325 w 325"/>
                <a:gd name="T18" fmla="*/ 487 h 487"/>
              </a:gdLst>
              <a:ahLst/>
              <a:cxnLst>
                <a:cxn ang="T10">
                  <a:pos x="T0" y="T1"/>
                </a:cxn>
                <a:cxn ang="T11">
                  <a:pos x="T2" y="T3"/>
                </a:cxn>
                <a:cxn ang="T12">
                  <a:pos x="T4" y="T5"/>
                </a:cxn>
                <a:cxn ang="T13">
                  <a:pos x="T6" y="T7"/>
                </a:cxn>
                <a:cxn ang="T14">
                  <a:pos x="T8" y="T9"/>
                </a:cxn>
              </a:cxnLst>
              <a:rect l="T15" t="T16" r="T17" b="T18"/>
              <a:pathLst>
                <a:path w="325" h="487">
                  <a:moveTo>
                    <a:pt x="16" y="0"/>
                  </a:moveTo>
                  <a:cubicBezTo>
                    <a:pt x="16" y="0"/>
                    <a:pt x="37" y="218"/>
                    <a:pt x="0" y="382"/>
                  </a:cubicBezTo>
                  <a:cubicBezTo>
                    <a:pt x="325" y="487"/>
                    <a:pt x="325" y="487"/>
                    <a:pt x="325" y="487"/>
                  </a:cubicBezTo>
                  <a:cubicBezTo>
                    <a:pt x="325" y="90"/>
                    <a:pt x="325" y="90"/>
                    <a:pt x="325" y="90"/>
                  </a:cubicBezTo>
                  <a:lnTo>
                    <a:pt x="16" y="0"/>
                  </a:lnTo>
                  <a:close/>
                </a:path>
              </a:pathLst>
            </a:custGeom>
            <a:gradFill rotWithShape="1">
              <a:gsLst>
                <a:gs pos="0">
                  <a:srgbClr val="E9EAEA"/>
                </a:gs>
                <a:gs pos="100000">
                  <a:srgbClr val="FFFFFF"/>
                </a:gs>
              </a:gsLst>
              <a:lin ang="2700000" scaled="1"/>
            </a:gra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33" name="Freeform 31"/>
            <p:cNvSpPr>
              <a:spLocks/>
            </p:cNvSpPr>
            <p:nvPr/>
          </p:nvSpPr>
          <p:spPr bwMode="auto">
            <a:xfrm>
              <a:off x="688" y="542"/>
              <a:ext cx="533" cy="719"/>
            </a:xfrm>
            <a:custGeom>
              <a:avLst/>
              <a:gdLst>
                <a:gd name="T0" fmla="*/ 622 w 441"/>
                <a:gd name="T1" fmla="*/ 225 h 555"/>
                <a:gd name="T2" fmla="*/ 25 w 441"/>
                <a:gd name="T3" fmla="*/ 0 h 555"/>
                <a:gd name="T4" fmla="*/ 21 w 441"/>
                <a:gd name="T5" fmla="*/ 0 h 555"/>
                <a:gd name="T6" fmla="*/ 22 w 441"/>
                <a:gd name="T7" fmla="*/ 27 h 555"/>
                <a:gd name="T8" fmla="*/ 601 w 441"/>
                <a:gd name="T9" fmla="*/ 246 h 555"/>
                <a:gd name="T10" fmla="*/ 602 w 441"/>
                <a:gd name="T11" fmla="*/ 904 h 555"/>
                <a:gd name="T12" fmla="*/ 0 w 441"/>
                <a:gd name="T13" fmla="*/ 711 h 555"/>
                <a:gd name="T14" fmla="*/ 0 w 441"/>
                <a:gd name="T15" fmla="*/ 732 h 555"/>
                <a:gd name="T16" fmla="*/ 602 w 441"/>
                <a:gd name="T17" fmla="*/ 931 h 555"/>
                <a:gd name="T18" fmla="*/ 624 w 441"/>
                <a:gd name="T19" fmla="*/ 931 h 555"/>
                <a:gd name="T20" fmla="*/ 622 w 441"/>
                <a:gd name="T21" fmla="*/ 225 h 55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1"/>
                <a:gd name="T34" fmla="*/ 0 h 555"/>
                <a:gd name="T35" fmla="*/ 441 w 441"/>
                <a:gd name="T36" fmla="*/ 555 h 55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1" h="555">
                  <a:moveTo>
                    <a:pt x="426" y="134"/>
                  </a:moveTo>
                  <a:cubicBezTo>
                    <a:pt x="17" y="0"/>
                    <a:pt x="17" y="0"/>
                    <a:pt x="17" y="0"/>
                  </a:cubicBezTo>
                  <a:cubicBezTo>
                    <a:pt x="14" y="0"/>
                    <a:pt x="14" y="0"/>
                    <a:pt x="14" y="0"/>
                  </a:cubicBezTo>
                  <a:cubicBezTo>
                    <a:pt x="15" y="16"/>
                    <a:pt x="15" y="16"/>
                    <a:pt x="15" y="16"/>
                  </a:cubicBezTo>
                  <a:cubicBezTo>
                    <a:pt x="411" y="147"/>
                    <a:pt x="411" y="147"/>
                    <a:pt x="411" y="147"/>
                  </a:cubicBezTo>
                  <a:cubicBezTo>
                    <a:pt x="411" y="147"/>
                    <a:pt x="427" y="235"/>
                    <a:pt x="412" y="539"/>
                  </a:cubicBezTo>
                  <a:cubicBezTo>
                    <a:pt x="0" y="424"/>
                    <a:pt x="0" y="424"/>
                    <a:pt x="0" y="424"/>
                  </a:cubicBezTo>
                  <a:cubicBezTo>
                    <a:pt x="0" y="436"/>
                    <a:pt x="0" y="436"/>
                    <a:pt x="0" y="436"/>
                  </a:cubicBezTo>
                  <a:cubicBezTo>
                    <a:pt x="412" y="555"/>
                    <a:pt x="412" y="555"/>
                    <a:pt x="412" y="555"/>
                  </a:cubicBezTo>
                  <a:cubicBezTo>
                    <a:pt x="427" y="555"/>
                    <a:pt x="427" y="555"/>
                    <a:pt x="427" y="555"/>
                  </a:cubicBezTo>
                  <a:cubicBezTo>
                    <a:pt x="441" y="270"/>
                    <a:pt x="426" y="134"/>
                    <a:pt x="426" y="134"/>
                  </a:cubicBezTo>
                  <a:close/>
                </a:path>
              </a:pathLst>
            </a:custGeom>
            <a:gradFill rotWithShape="1">
              <a:gsLst>
                <a:gs pos="0">
                  <a:srgbClr val="C0C0C0"/>
                </a:gs>
                <a:gs pos="100000">
                  <a:srgbClr val="EEECE1"/>
                </a:gs>
              </a:gsLst>
              <a:lin ang="2700000" scaled="1"/>
            </a:gra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34" name="Freeform 32"/>
            <p:cNvSpPr>
              <a:spLocks/>
            </p:cNvSpPr>
            <p:nvPr/>
          </p:nvSpPr>
          <p:spPr bwMode="auto">
            <a:xfrm>
              <a:off x="708" y="542"/>
              <a:ext cx="2735" cy="174"/>
            </a:xfrm>
            <a:custGeom>
              <a:avLst/>
              <a:gdLst>
                <a:gd name="T0" fmla="*/ 3135 w 2386"/>
                <a:gd name="T1" fmla="*/ 207 h 142"/>
                <a:gd name="T2" fmla="*/ 2698 w 2386"/>
                <a:gd name="T3" fmla="*/ 61 h 142"/>
                <a:gd name="T4" fmla="*/ 0 w 2386"/>
                <a:gd name="T5" fmla="*/ 0 h 142"/>
                <a:gd name="T6" fmla="*/ 566 w 2386"/>
                <a:gd name="T7" fmla="*/ 213 h 142"/>
                <a:gd name="T8" fmla="*/ 575 w 2386"/>
                <a:gd name="T9" fmla="*/ 202 h 142"/>
                <a:gd name="T10" fmla="*/ 3135 w 2386"/>
                <a:gd name="T11" fmla="*/ 207 h 142"/>
                <a:gd name="T12" fmla="*/ 0 60000 65536"/>
                <a:gd name="T13" fmla="*/ 0 60000 65536"/>
                <a:gd name="T14" fmla="*/ 0 60000 65536"/>
                <a:gd name="T15" fmla="*/ 0 60000 65536"/>
                <a:gd name="T16" fmla="*/ 0 60000 65536"/>
                <a:gd name="T17" fmla="*/ 0 60000 65536"/>
                <a:gd name="T18" fmla="*/ 0 w 2386"/>
                <a:gd name="T19" fmla="*/ 0 h 142"/>
                <a:gd name="T20" fmla="*/ 2386 w 2386"/>
                <a:gd name="T21" fmla="*/ 142 h 142"/>
              </a:gdLst>
              <a:ahLst/>
              <a:cxnLst>
                <a:cxn ang="T12">
                  <a:pos x="T0" y="T1"/>
                </a:cxn>
                <a:cxn ang="T13">
                  <a:pos x="T2" y="T3"/>
                </a:cxn>
                <a:cxn ang="T14">
                  <a:pos x="T4" y="T5"/>
                </a:cxn>
                <a:cxn ang="T15">
                  <a:pos x="T6" y="T7"/>
                </a:cxn>
                <a:cxn ang="T16">
                  <a:pos x="T8" y="T9"/>
                </a:cxn>
                <a:cxn ang="T17">
                  <a:pos x="T10" y="T11"/>
                </a:cxn>
              </a:cxnLst>
              <a:rect l="T18" t="T19" r="T20" b="T21"/>
              <a:pathLst>
                <a:path w="2386" h="142">
                  <a:moveTo>
                    <a:pt x="2386" y="138"/>
                  </a:moveTo>
                  <a:lnTo>
                    <a:pt x="2054" y="41"/>
                  </a:lnTo>
                  <a:lnTo>
                    <a:pt x="0" y="0"/>
                  </a:lnTo>
                  <a:lnTo>
                    <a:pt x="431" y="142"/>
                  </a:lnTo>
                  <a:lnTo>
                    <a:pt x="438" y="135"/>
                  </a:lnTo>
                  <a:lnTo>
                    <a:pt x="2386" y="138"/>
                  </a:lnTo>
                  <a:close/>
                </a:path>
              </a:pathLst>
            </a:custGeom>
            <a:gradFill rotWithShape="1">
              <a:gsLst>
                <a:gs pos="0">
                  <a:srgbClr val="727172"/>
                </a:gs>
                <a:gs pos="100000">
                  <a:srgbClr val="4D4D4D"/>
                </a:gs>
              </a:gsLst>
              <a:lin ang="5400000" scaled="1"/>
            </a:gra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35" name="Freeform 33"/>
            <p:cNvSpPr>
              <a:spLocks/>
            </p:cNvSpPr>
            <p:nvPr/>
          </p:nvSpPr>
          <p:spPr bwMode="auto">
            <a:xfrm>
              <a:off x="1202" y="708"/>
              <a:ext cx="2327" cy="553"/>
            </a:xfrm>
            <a:custGeom>
              <a:avLst/>
              <a:gdLst>
                <a:gd name="T0" fmla="*/ 2710 w 1924"/>
                <a:gd name="T1" fmla="*/ 5 h 427"/>
                <a:gd name="T2" fmla="*/ 10 w 1924"/>
                <a:gd name="T3" fmla="*/ 0 h 427"/>
                <a:gd name="T4" fmla="*/ 0 w 1924"/>
                <a:gd name="T5" fmla="*/ 10 h 427"/>
                <a:gd name="T6" fmla="*/ 2 w 1924"/>
                <a:gd name="T7" fmla="*/ 716 h 427"/>
                <a:gd name="T8" fmla="*/ 2731 w 1924"/>
                <a:gd name="T9" fmla="*/ 635 h 427"/>
                <a:gd name="T10" fmla="*/ 2731 w 1924"/>
                <a:gd name="T11" fmla="*/ 12 h 427"/>
                <a:gd name="T12" fmla="*/ 2710 w 1924"/>
                <a:gd name="T13" fmla="*/ 5 h 427"/>
                <a:gd name="T14" fmla="*/ 0 60000 65536"/>
                <a:gd name="T15" fmla="*/ 0 60000 65536"/>
                <a:gd name="T16" fmla="*/ 0 60000 65536"/>
                <a:gd name="T17" fmla="*/ 0 60000 65536"/>
                <a:gd name="T18" fmla="*/ 0 60000 65536"/>
                <a:gd name="T19" fmla="*/ 0 60000 65536"/>
                <a:gd name="T20" fmla="*/ 0 60000 65536"/>
                <a:gd name="T21" fmla="*/ 0 w 1924"/>
                <a:gd name="T22" fmla="*/ 0 h 427"/>
                <a:gd name="T23" fmla="*/ 1924 w 1924"/>
                <a:gd name="T24" fmla="*/ 427 h 4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24" h="427">
                  <a:moveTo>
                    <a:pt x="1853" y="3"/>
                  </a:moveTo>
                  <a:cubicBezTo>
                    <a:pt x="7" y="0"/>
                    <a:pt x="7" y="0"/>
                    <a:pt x="7" y="0"/>
                  </a:cubicBezTo>
                  <a:cubicBezTo>
                    <a:pt x="0" y="6"/>
                    <a:pt x="0" y="6"/>
                    <a:pt x="0" y="6"/>
                  </a:cubicBezTo>
                  <a:cubicBezTo>
                    <a:pt x="0" y="6"/>
                    <a:pt x="16" y="142"/>
                    <a:pt x="2" y="427"/>
                  </a:cubicBezTo>
                  <a:cubicBezTo>
                    <a:pt x="1867" y="378"/>
                    <a:pt x="1867" y="378"/>
                    <a:pt x="1867" y="378"/>
                  </a:cubicBezTo>
                  <a:cubicBezTo>
                    <a:pt x="1867" y="378"/>
                    <a:pt x="1924" y="194"/>
                    <a:pt x="1867" y="7"/>
                  </a:cubicBezTo>
                  <a:lnTo>
                    <a:pt x="1853" y="3"/>
                  </a:lnTo>
                  <a:close/>
                </a:path>
              </a:pathLst>
            </a:custGeom>
            <a:gradFill rotWithShape="1">
              <a:gsLst>
                <a:gs pos="0">
                  <a:srgbClr val="969696"/>
                </a:gs>
                <a:gs pos="100000">
                  <a:srgbClr val="4D4D4D"/>
                </a:gs>
              </a:gsLst>
              <a:lin ang="5400000" scaled="1"/>
            </a:gra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grpSp>
      <p:sp>
        <p:nvSpPr>
          <p:cNvPr id="36" name="WordArt 35"/>
          <p:cNvSpPr>
            <a:spLocks noChangeArrowheads="1" noChangeShapeType="1" noTextEdit="1"/>
          </p:cNvSpPr>
          <p:nvPr/>
        </p:nvSpPr>
        <p:spPr bwMode="auto">
          <a:xfrm rot="21269671">
            <a:off x="1966268" y="2968005"/>
            <a:ext cx="2101850" cy="188913"/>
          </a:xfrm>
          <a:prstGeom prst="rect">
            <a:avLst/>
          </a:prstGeom>
        </p:spPr>
        <p:txBody>
          <a:bodyPr wrap="none" fromWordArt="1">
            <a:prstTxWarp prst="textPlain">
              <a:avLst>
                <a:gd name="adj" fmla="val 50000"/>
              </a:avLst>
            </a:prstTxWarp>
          </a:bodyPr>
          <a:lstStyle/>
          <a:p>
            <a:pPr algn="ctr"/>
            <a:r>
              <a:rPr lang="zh-CN" altLang="en-US" sz="3600" kern="10" dirty="0">
                <a:ln w="9525">
                  <a:noFill/>
                  <a:round/>
                  <a:headEnd/>
                  <a:tailEnd/>
                </a:ln>
                <a:solidFill>
                  <a:prstClr val="white"/>
                </a:solidFill>
                <a:latin typeface="黑体"/>
                <a:ea typeface="黑体"/>
              </a:rPr>
              <a:t>双击此处添加文字内容</a:t>
            </a:r>
          </a:p>
        </p:txBody>
      </p:sp>
      <p:sp>
        <p:nvSpPr>
          <p:cNvPr id="37" name="WordArt 36"/>
          <p:cNvSpPr>
            <a:spLocks noChangeArrowheads="1" noChangeShapeType="1" noTextEdit="1"/>
          </p:cNvSpPr>
          <p:nvPr/>
        </p:nvSpPr>
        <p:spPr bwMode="auto">
          <a:xfrm>
            <a:off x="1980555" y="1815480"/>
            <a:ext cx="2101850" cy="188913"/>
          </a:xfrm>
          <a:prstGeom prst="rect">
            <a:avLst/>
          </a:prstGeom>
        </p:spPr>
        <p:txBody>
          <a:bodyPr wrap="none" fromWordArt="1">
            <a:prstTxWarp prst="textPlain">
              <a:avLst>
                <a:gd name="adj" fmla="val 50000"/>
              </a:avLst>
            </a:prstTxWarp>
          </a:bodyPr>
          <a:lstStyle/>
          <a:p>
            <a:pPr algn="ctr"/>
            <a:r>
              <a:rPr lang="zh-CN" altLang="en-US" sz="3600" kern="10">
                <a:ln w="9525">
                  <a:noFill/>
                  <a:round/>
                  <a:headEnd/>
                  <a:tailEnd/>
                </a:ln>
                <a:solidFill>
                  <a:prstClr val="white"/>
                </a:solidFill>
                <a:latin typeface="黑体"/>
                <a:ea typeface="黑体"/>
              </a:rPr>
              <a:t>双击此处添加文字内容</a:t>
            </a:r>
          </a:p>
        </p:txBody>
      </p:sp>
      <p:sp>
        <p:nvSpPr>
          <p:cNvPr id="38" name="WordArt 37"/>
          <p:cNvSpPr>
            <a:spLocks noChangeArrowheads="1" noChangeShapeType="1" noTextEdit="1"/>
          </p:cNvSpPr>
          <p:nvPr/>
        </p:nvSpPr>
        <p:spPr bwMode="auto">
          <a:xfrm rot="21142058">
            <a:off x="2182168" y="4074493"/>
            <a:ext cx="2101850" cy="188912"/>
          </a:xfrm>
          <a:prstGeom prst="rect">
            <a:avLst/>
          </a:prstGeom>
        </p:spPr>
        <p:txBody>
          <a:bodyPr wrap="none" fromWordArt="1">
            <a:prstTxWarp prst="textPlain">
              <a:avLst>
                <a:gd name="adj" fmla="val 50000"/>
              </a:avLst>
            </a:prstTxWarp>
          </a:bodyPr>
          <a:lstStyle/>
          <a:p>
            <a:pPr algn="ctr"/>
            <a:r>
              <a:rPr lang="zh-CN" altLang="en-US" sz="3600" kern="10" dirty="0">
                <a:ln w="9525">
                  <a:noFill/>
                  <a:round/>
                  <a:headEnd/>
                  <a:tailEnd/>
                </a:ln>
                <a:solidFill>
                  <a:schemeClr val="bg1"/>
                </a:solidFill>
                <a:latin typeface="黑体"/>
                <a:ea typeface="黑体"/>
              </a:rPr>
              <a:t>双击此处添加文字内容</a:t>
            </a:r>
          </a:p>
        </p:txBody>
      </p:sp>
      <p:sp>
        <p:nvSpPr>
          <p:cNvPr id="39" name="WordArt 38"/>
          <p:cNvSpPr>
            <a:spLocks noChangeArrowheads="1" noChangeShapeType="1" noTextEdit="1"/>
          </p:cNvSpPr>
          <p:nvPr/>
        </p:nvSpPr>
        <p:spPr bwMode="auto">
          <a:xfrm>
            <a:off x="1980555" y="2391743"/>
            <a:ext cx="2101850" cy="188912"/>
          </a:xfrm>
          <a:prstGeom prst="rect">
            <a:avLst/>
          </a:prstGeom>
        </p:spPr>
        <p:txBody>
          <a:bodyPr wrap="none" fromWordArt="1">
            <a:prstTxWarp prst="textPlain">
              <a:avLst>
                <a:gd name="adj" fmla="val 50000"/>
              </a:avLst>
            </a:prstTxWarp>
          </a:bodyPr>
          <a:lstStyle/>
          <a:p>
            <a:pPr algn="ctr"/>
            <a:r>
              <a:rPr lang="zh-CN" altLang="en-US" sz="3600" kern="10">
                <a:ln w="9525">
                  <a:noFill/>
                  <a:round/>
                  <a:headEnd/>
                  <a:tailEnd/>
                </a:ln>
                <a:solidFill>
                  <a:prstClr val="black"/>
                </a:solidFill>
                <a:latin typeface="黑体"/>
                <a:ea typeface="黑体"/>
              </a:rPr>
              <a:t>双击此处添加文字内容</a:t>
            </a:r>
          </a:p>
        </p:txBody>
      </p:sp>
      <p:grpSp>
        <p:nvGrpSpPr>
          <p:cNvPr id="40" name="组合 39"/>
          <p:cNvGrpSpPr/>
          <p:nvPr/>
        </p:nvGrpSpPr>
        <p:grpSpPr>
          <a:xfrm>
            <a:off x="5426075" y="1203598"/>
            <a:ext cx="2903538" cy="3519487"/>
            <a:chOff x="5426075" y="2141538"/>
            <a:chExt cx="2903538" cy="3519487"/>
          </a:xfrm>
        </p:grpSpPr>
        <p:sp>
          <p:nvSpPr>
            <p:cNvPr id="41" name="AutoShape 39"/>
            <p:cNvSpPr>
              <a:spLocks noChangeArrowheads="1"/>
            </p:cNvSpPr>
            <p:nvPr/>
          </p:nvSpPr>
          <p:spPr bwMode="auto">
            <a:xfrm>
              <a:off x="5508625" y="2492375"/>
              <a:ext cx="2736850" cy="3168650"/>
            </a:xfrm>
            <a:prstGeom prst="roundRect">
              <a:avLst>
                <a:gd name="adj" fmla="val 1394"/>
              </a:avLst>
            </a:prstGeom>
            <a:gradFill rotWithShape="1">
              <a:gsLst>
                <a:gs pos="0">
                  <a:sysClr val="window" lastClr="FFFFFF"/>
                </a:gs>
                <a:gs pos="100000">
                  <a:srgbClr val="DDDDDD"/>
                </a:gs>
              </a:gsLst>
              <a:lin ang="5400000" scaled="1"/>
            </a:gradFill>
            <a:ln w="9525" algn="ctr">
              <a:solidFill>
                <a:srgbClr val="EEECE1"/>
              </a:solidFill>
              <a:round/>
              <a:headEnd/>
              <a:tailEnd/>
            </a:ln>
          </p:spPr>
          <p:txBody>
            <a:bodyPr wrap="none" anchor="ctr"/>
            <a:lstStyle/>
            <a:p>
              <a:pPr marL="0" marR="0" lvl="0" indent="0" algn="ctr" defTabSz="914400" eaLnBrk="1" fontAlgn="auto" latinLnBrk="0" hangingPunct="1">
                <a:lnSpc>
                  <a:spcPct val="120000"/>
                </a:lnSpc>
                <a:spcBef>
                  <a:spcPts val="0"/>
                </a:spcBef>
                <a:spcAft>
                  <a:spcPts val="0"/>
                </a:spcAft>
                <a:buClrTx/>
                <a:buSzTx/>
                <a:buFontTx/>
                <a:buNone/>
                <a:tabLst/>
                <a:defRPr/>
              </a:pPr>
              <a:endParaRPr kumimoji="0" lang="en-US" altLang="zh-CN" sz="1600" b="0" i="0" u="none" strike="noStrike" kern="0" cap="none" spc="0" normalizeH="0" baseline="0" noProof="0">
                <a:ln>
                  <a:noFill/>
                </a:ln>
                <a:solidFill>
                  <a:srgbClr val="000000"/>
                </a:solidFill>
                <a:effectLst/>
                <a:uLnTx/>
                <a:uFillTx/>
                <a:latin typeface="微软雅黑" pitchFamily="34" charset="-122"/>
              </a:endParaRPr>
            </a:p>
            <a:p>
              <a:pPr marL="0" marR="0" lvl="0" indent="0" algn="ctr" defTabSz="914400" eaLnBrk="1" fontAlgn="auto" latinLnBrk="0" hangingPunct="1">
                <a:lnSpc>
                  <a:spcPct val="120000"/>
                </a:lnSpc>
                <a:spcBef>
                  <a:spcPts val="0"/>
                </a:spcBef>
                <a:spcAft>
                  <a:spcPts val="0"/>
                </a:spcAft>
                <a:buClrTx/>
                <a:buSzTx/>
                <a:buFontTx/>
                <a:buNone/>
                <a:tabLst/>
                <a:defRPr/>
              </a:pPr>
              <a:r>
                <a:rPr kumimoji="0" lang="zh-CN" altLang="en-US" sz="1600" b="0" i="0" u="none" strike="noStrike" kern="0" cap="none" spc="0" normalizeH="0" baseline="0" noProof="0">
                  <a:ln>
                    <a:noFill/>
                  </a:ln>
                  <a:solidFill>
                    <a:srgbClr val="000000"/>
                  </a:solidFill>
                  <a:effectLst/>
                  <a:uLnTx/>
                  <a:uFillTx/>
                  <a:latin typeface="微软雅黑" pitchFamily="34" charset="-122"/>
                </a:rPr>
                <a:t>单击此处添加文字</a:t>
              </a:r>
            </a:p>
            <a:p>
              <a:pPr marL="0" marR="0" lvl="0" indent="0" algn="ctr" defTabSz="914400" eaLnBrk="1" fontAlgn="auto" latinLnBrk="0" hangingPunct="1">
                <a:lnSpc>
                  <a:spcPct val="120000"/>
                </a:lnSpc>
                <a:spcBef>
                  <a:spcPts val="0"/>
                </a:spcBef>
                <a:spcAft>
                  <a:spcPts val="0"/>
                </a:spcAft>
                <a:buClrTx/>
                <a:buSzTx/>
                <a:buFontTx/>
                <a:buNone/>
                <a:tabLst/>
                <a:defRPr/>
              </a:pPr>
              <a:r>
                <a:rPr kumimoji="0" lang="zh-CN" altLang="en-US" sz="1600" b="0" i="0" u="none" strike="noStrike" kern="0" cap="none" spc="0" normalizeH="0" baseline="0" noProof="0">
                  <a:ln>
                    <a:noFill/>
                  </a:ln>
                  <a:solidFill>
                    <a:srgbClr val="000000"/>
                  </a:solidFill>
                  <a:effectLst/>
                  <a:uLnTx/>
                  <a:uFillTx/>
                  <a:latin typeface="微软雅黑" pitchFamily="34" charset="-122"/>
                </a:rPr>
                <a:t>单击此处添加文字</a:t>
              </a:r>
            </a:p>
            <a:p>
              <a:pPr marL="0" marR="0" lvl="0" indent="0" algn="ctr" defTabSz="914400" eaLnBrk="1" fontAlgn="auto" latinLnBrk="0" hangingPunct="1">
                <a:lnSpc>
                  <a:spcPct val="120000"/>
                </a:lnSpc>
                <a:spcBef>
                  <a:spcPts val="0"/>
                </a:spcBef>
                <a:spcAft>
                  <a:spcPts val="0"/>
                </a:spcAft>
                <a:buClrTx/>
                <a:buSzTx/>
                <a:buFontTx/>
                <a:buNone/>
                <a:tabLst/>
                <a:defRPr/>
              </a:pPr>
              <a:r>
                <a:rPr kumimoji="0" lang="zh-CN" altLang="en-US" sz="1600" b="0" i="0" u="none" strike="noStrike" kern="0" cap="none" spc="0" normalizeH="0" baseline="0" noProof="0">
                  <a:ln>
                    <a:noFill/>
                  </a:ln>
                  <a:solidFill>
                    <a:srgbClr val="000000"/>
                  </a:solidFill>
                  <a:effectLst/>
                  <a:uLnTx/>
                  <a:uFillTx/>
                  <a:latin typeface="微软雅黑" pitchFamily="34" charset="-122"/>
                </a:rPr>
                <a:t>单击此处添加文字</a:t>
              </a:r>
            </a:p>
            <a:p>
              <a:pPr marL="0" marR="0" lvl="0" indent="0" algn="ctr" defTabSz="914400" eaLnBrk="1" fontAlgn="auto" latinLnBrk="0" hangingPunct="1">
                <a:lnSpc>
                  <a:spcPct val="120000"/>
                </a:lnSpc>
                <a:spcBef>
                  <a:spcPts val="0"/>
                </a:spcBef>
                <a:spcAft>
                  <a:spcPts val="0"/>
                </a:spcAft>
                <a:buClrTx/>
                <a:buSzTx/>
                <a:buFontTx/>
                <a:buNone/>
                <a:tabLst/>
                <a:defRPr/>
              </a:pPr>
              <a:r>
                <a:rPr kumimoji="0" lang="zh-CN" altLang="en-US" sz="1600" b="0" i="0" u="none" strike="noStrike" kern="0" cap="none" spc="0" normalizeH="0" baseline="0" noProof="0">
                  <a:ln>
                    <a:noFill/>
                  </a:ln>
                  <a:solidFill>
                    <a:srgbClr val="000000"/>
                  </a:solidFill>
                  <a:effectLst/>
                  <a:uLnTx/>
                  <a:uFillTx/>
                </a:rPr>
                <a:t>单击此处添加文字</a:t>
              </a:r>
            </a:p>
            <a:p>
              <a:pPr marL="0" marR="0" lvl="0" indent="0" algn="ctr" defTabSz="914400" eaLnBrk="1" fontAlgn="auto" latinLnBrk="0" hangingPunct="1">
                <a:lnSpc>
                  <a:spcPct val="120000"/>
                </a:lnSpc>
                <a:spcBef>
                  <a:spcPts val="0"/>
                </a:spcBef>
                <a:spcAft>
                  <a:spcPts val="0"/>
                </a:spcAft>
                <a:buClrTx/>
                <a:buSzTx/>
                <a:buFontTx/>
                <a:buNone/>
                <a:tabLst/>
                <a:defRPr/>
              </a:pPr>
              <a:r>
                <a:rPr kumimoji="0" lang="zh-CN" altLang="en-US" sz="1600" b="0" i="0" u="none" strike="noStrike" kern="0" cap="none" spc="0" normalizeH="0" baseline="0" noProof="0">
                  <a:ln>
                    <a:noFill/>
                  </a:ln>
                  <a:solidFill>
                    <a:srgbClr val="000000"/>
                  </a:solidFill>
                  <a:effectLst/>
                  <a:uLnTx/>
                  <a:uFillTx/>
                </a:rPr>
                <a:t>单击此处添加文字</a:t>
              </a:r>
            </a:p>
            <a:p>
              <a:pPr marL="0" marR="0" lvl="0" indent="0" algn="ctr" defTabSz="914400" eaLnBrk="1" fontAlgn="auto" latinLnBrk="0" hangingPunct="1">
                <a:lnSpc>
                  <a:spcPct val="120000"/>
                </a:lnSpc>
                <a:spcBef>
                  <a:spcPts val="0"/>
                </a:spcBef>
                <a:spcAft>
                  <a:spcPts val="0"/>
                </a:spcAft>
                <a:buClrTx/>
                <a:buSzTx/>
                <a:buFontTx/>
                <a:buNone/>
                <a:tabLst/>
                <a:defRPr/>
              </a:pPr>
              <a:r>
                <a:rPr kumimoji="0" lang="zh-CN" altLang="en-US" sz="1600" b="0" i="0" u="none" strike="noStrike" kern="0" cap="none" spc="0" normalizeH="0" baseline="0" noProof="0">
                  <a:ln>
                    <a:noFill/>
                  </a:ln>
                  <a:solidFill>
                    <a:srgbClr val="000000"/>
                  </a:solidFill>
                  <a:effectLst/>
                  <a:uLnTx/>
                  <a:uFillTx/>
                </a:rPr>
                <a:t>单击此处添加文字</a:t>
              </a:r>
              <a:endParaRPr kumimoji="0" lang="zh-CN" altLang="zh-CN" sz="1600" b="0" i="0" u="none" strike="noStrike" kern="0" cap="none" spc="0" normalizeH="0" baseline="0" noProof="0">
                <a:ln>
                  <a:noFill/>
                </a:ln>
                <a:solidFill>
                  <a:srgbClr val="000000"/>
                </a:solidFill>
                <a:effectLst/>
                <a:uLnTx/>
                <a:uFillTx/>
              </a:endParaRPr>
            </a:p>
            <a:p>
              <a:pPr marL="0" marR="0" lvl="0" indent="0" algn="ctr" defTabSz="914400" eaLnBrk="1" fontAlgn="auto" latinLnBrk="0" hangingPunct="1">
                <a:lnSpc>
                  <a:spcPct val="120000"/>
                </a:lnSpc>
                <a:spcBef>
                  <a:spcPts val="0"/>
                </a:spcBef>
                <a:spcAft>
                  <a:spcPts val="0"/>
                </a:spcAft>
                <a:buClrTx/>
                <a:buSzTx/>
                <a:buFontTx/>
                <a:buNone/>
                <a:tabLst/>
                <a:defRPr/>
              </a:pPr>
              <a:endParaRPr kumimoji="0" lang="zh-CN" altLang="zh-CN" sz="1600" b="0" i="0" u="none" strike="noStrike" kern="0" cap="none" spc="0" normalizeH="0" baseline="0" noProof="0">
                <a:ln>
                  <a:noFill/>
                </a:ln>
                <a:solidFill>
                  <a:srgbClr val="000000"/>
                </a:solidFill>
                <a:effectLst/>
                <a:uLnTx/>
                <a:uFillTx/>
                <a:latin typeface="微软雅黑" pitchFamily="34" charset="-122"/>
              </a:endParaRPr>
            </a:p>
            <a:p>
              <a:pPr marL="0" marR="0" lvl="0" indent="0" algn="ctr" defTabSz="914400" eaLnBrk="1" fontAlgn="auto" latinLnBrk="0" hangingPunct="1">
                <a:lnSpc>
                  <a:spcPct val="120000"/>
                </a:lnSpc>
                <a:spcBef>
                  <a:spcPts val="0"/>
                </a:spcBef>
                <a:spcAft>
                  <a:spcPts val="0"/>
                </a:spcAft>
                <a:buClrTx/>
                <a:buSzTx/>
                <a:buFontTx/>
                <a:buNone/>
                <a:tabLst/>
                <a:defRPr/>
              </a:pPr>
              <a:endParaRPr kumimoji="0" lang="zh-CN" altLang="zh-CN" sz="1600" b="0" i="0" u="none" strike="noStrike" kern="0" cap="none" spc="0" normalizeH="0" baseline="0" noProof="0">
                <a:ln>
                  <a:noFill/>
                </a:ln>
                <a:solidFill>
                  <a:srgbClr val="000000"/>
                </a:solidFill>
                <a:effectLst/>
                <a:uLnTx/>
                <a:uFillTx/>
                <a:latin typeface="微软雅黑" pitchFamily="34" charset="-122"/>
              </a:endParaRPr>
            </a:p>
          </p:txBody>
        </p:sp>
        <p:sp>
          <p:nvSpPr>
            <p:cNvPr id="42" name="AutoShape 40"/>
            <p:cNvSpPr>
              <a:spLocks noChangeArrowheads="1"/>
            </p:cNvSpPr>
            <p:nvPr/>
          </p:nvSpPr>
          <p:spPr bwMode="auto">
            <a:xfrm>
              <a:off x="5426075" y="2141538"/>
              <a:ext cx="2903538" cy="496887"/>
            </a:xfrm>
            <a:prstGeom prst="roundRect">
              <a:avLst>
                <a:gd name="adj" fmla="val 5630"/>
              </a:avLst>
            </a:prstGeom>
            <a:solidFill>
              <a:srgbClr val="054487"/>
            </a:soli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000" b="0" i="0" u="none" strike="noStrike" kern="0" cap="none" spc="0" normalizeH="0" baseline="0" noProof="0" dirty="0">
                  <a:ln>
                    <a:noFill/>
                  </a:ln>
                  <a:solidFill>
                    <a:prstClr val="white"/>
                  </a:solidFill>
                  <a:effectLst/>
                  <a:uLnTx/>
                  <a:uFillTx/>
                </a:rPr>
                <a:t>单击此处添加文字</a:t>
              </a:r>
            </a:p>
          </p:txBody>
        </p:sp>
      </p:grpSp>
    </p:spTree>
    <p:extLst>
      <p:ext uri="{BB962C8B-B14F-4D97-AF65-F5344CB8AC3E}">
        <p14:creationId xmlns:p14="http://schemas.microsoft.com/office/powerpoint/2010/main" val="2927833873"/>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par>
                                <p:cTn id="8" presetID="10" presetClass="entr" presetSubtype="0" fill="hold" nodeType="withEffect">
                                  <p:stCondLst>
                                    <p:cond delay="20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par>
                                <p:cTn id="11" presetID="10" presetClass="entr" presetSubtype="0" fill="hold" nodeType="withEffect">
                                  <p:stCondLst>
                                    <p:cond delay="40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500"/>
                                        <p:tgtEl>
                                          <p:spTgt spid="24"/>
                                        </p:tgtEl>
                                      </p:cBhvr>
                                    </p:animEffect>
                                  </p:childTnLst>
                                </p:cTn>
                              </p:par>
                              <p:par>
                                <p:cTn id="14" presetID="10" presetClass="entr" presetSubtype="0" fill="hold" nodeType="withEffect">
                                  <p:stCondLst>
                                    <p:cond delay="6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nodeType="withEffect">
                                  <p:stCondLst>
                                    <p:cond delay="80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childTnLst>
                          </p:cTn>
                        </p:par>
                        <p:par>
                          <p:cTn id="20" fill="hold">
                            <p:stCondLst>
                              <p:cond delay="1300"/>
                            </p:stCondLst>
                            <p:childTnLst>
                              <p:par>
                                <p:cTn id="21" presetID="10" presetClass="entr" presetSubtype="0" fill="hold" grpId="0" nodeType="afterEffect">
                                  <p:stCondLst>
                                    <p:cond delay="0"/>
                                  </p:stCondLst>
                                  <p:childTnLst>
                                    <p:set>
                                      <p:cBhvr>
                                        <p:cTn id="22" dur="1" fill="hold">
                                          <p:stCondLst>
                                            <p:cond delay="0"/>
                                          </p:stCondLst>
                                        </p:cTn>
                                        <p:tgtEl>
                                          <p:spTgt spid="36"/>
                                        </p:tgtEl>
                                        <p:attrNameLst>
                                          <p:attrName>style.visibility</p:attrName>
                                        </p:attrNameLst>
                                      </p:cBhvr>
                                      <p:to>
                                        <p:strVal val="visible"/>
                                      </p:to>
                                    </p:set>
                                    <p:animEffect transition="in" filter="fade">
                                      <p:cBhvr>
                                        <p:cTn id="23" dur="500"/>
                                        <p:tgtEl>
                                          <p:spTgt spid="3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7"/>
                                        </p:tgtEl>
                                        <p:attrNameLst>
                                          <p:attrName>style.visibility</p:attrName>
                                        </p:attrNameLst>
                                      </p:cBhvr>
                                      <p:to>
                                        <p:strVal val="visible"/>
                                      </p:to>
                                    </p:set>
                                    <p:animEffect transition="in" filter="fade">
                                      <p:cBhvr>
                                        <p:cTn id="26" dur="500"/>
                                        <p:tgtEl>
                                          <p:spTgt spid="3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8"/>
                                        </p:tgtEl>
                                        <p:attrNameLst>
                                          <p:attrName>style.visibility</p:attrName>
                                        </p:attrNameLst>
                                      </p:cBhvr>
                                      <p:to>
                                        <p:strVal val="visible"/>
                                      </p:to>
                                    </p:set>
                                    <p:animEffect transition="in" filter="fade">
                                      <p:cBhvr>
                                        <p:cTn id="29" dur="500"/>
                                        <p:tgtEl>
                                          <p:spTgt spid="3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9"/>
                                        </p:tgtEl>
                                        <p:attrNameLst>
                                          <p:attrName>style.visibility</p:attrName>
                                        </p:attrNameLst>
                                      </p:cBhvr>
                                      <p:to>
                                        <p:strVal val="visible"/>
                                      </p:to>
                                    </p:set>
                                    <p:animEffect transition="in" filter="fade">
                                      <p:cBhvr>
                                        <p:cTn id="32" dur="500"/>
                                        <p:tgtEl>
                                          <p:spTgt spid="39"/>
                                        </p:tgtEl>
                                      </p:cBhvr>
                                    </p:animEffect>
                                  </p:childTnLst>
                                </p:cTn>
                              </p:par>
                            </p:childTnLst>
                          </p:cTn>
                        </p:par>
                        <p:par>
                          <p:cTn id="33" fill="hold">
                            <p:stCondLst>
                              <p:cond delay="1800"/>
                            </p:stCondLst>
                            <p:childTnLst>
                              <p:par>
                                <p:cTn id="34" presetID="2" presetClass="entr" presetSubtype="2" fill="hold" nodeType="afterEffect">
                                  <p:stCondLst>
                                    <p:cond delay="0"/>
                                  </p:stCondLst>
                                  <p:childTnLst>
                                    <p:set>
                                      <p:cBhvr>
                                        <p:cTn id="35" dur="1" fill="hold">
                                          <p:stCondLst>
                                            <p:cond delay="0"/>
                                          </p:stCondLst>
                                        </p:cTn>
                                        <p:tgtEl>
                                          <p:spTgt spid="40"/>
                                        </p:tgtEl>
                                        <p:attrNameLst>
                                          <p:attrName>style.visibility</p:attrName>
                                        </p:attrNameLst>
                                      </p:cBhvr>
                                      <p:to>
                                        <p:strVal val="visible"/>
                                      </p:to>
                                    </p:set>
                                    <p:anim calcmode="lin" valueType="num">
                                      <p:cBhvr additive="base">
                                        <p:cTn id="36" dur="500" fill="hold"/>
                                        <p:tgtEl>
                                          <p:spTgt spid="40"/>
                                        </p:tgtEl>
                                        <p:attrNameLst>
                                          <p:attrName>ppt_x</p:attrName>
                                        </p:attrNameLst>
                                      </p:cBhvr>
                                      <p:tavLst>
                                        <p:tav tm="0">
                                          <p:val>
                                            <p:strVal val="1+#ppt_w/2"/>
                                          </p:val>
                                        </p:tav>
                                        <p:tav tm="100000">
                                          <p:val>
                                            <p:strVal val="#ppt_x"/>
                                          </p:val>
                                        </p:tav>
                                      </p:tavLst>
                                    </p:anim>
                                    <p:anim calcmode="lin" valueType="num">
                                      <p:cBhvr additive="base">
                                        <p:cTn id="37" dur="500" fill="hold"/>
                                        <p:tgtEl>
                                          <p:spTgt spid="4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7" grpId="0"/>
      <p:bldP spid="38" grpId="0"/>
      <p:bldP spid="3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95486"/>
            <a:ext cx="611560" cy="369332"/>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3"/>
          <p:cNvSpPr txBox="1"/>
          <p:nvPr/>
        </p:nvSpPr>
        <p:spPr>
          <a:xfrm>
            <a:off x="683568" y="195486"/>
            <a:ext cx="3816424" cy="646331"/>
          </a:xfrm>
          <a:prstGeom prst="rect">
            <a:avLst/>
          </a:prstGeom>
          <a:noFill/>
        </p:spPr>
        <p:txBody>
          <a:bodyPr wrap="square" rtlCol="0">
            <a:spAutoFit/>
          </a:bodyPr>
          <a:lstStyle/>
          <a:p>
            <a:r>
              <a:rPr lang="zh-CN" altLang="en-US" dirty="0">
                <a:solidFill>
                  <a:srgbClr val="054487"/>
                </a:solidFill>
                <a:latin typeface="微软雅黑" pitchFamily="34" charset="-122"/>
                <a:ea typeface="微软雅黑" pitchFamily="34" charset="-122"/>
              </a:rPr>
              <a:t>输入你的标题 </a:t>
            </a:r>
            <a:r>
              <a:rPr lang="en-US" altLang="zh-CN" dirty="0">
                <a:solidFill>
                  <a:srgbClr val="054487"/>
                </a:solidFill>
                <a:latin typeface="微软雅黑" pitchFamily="34" charset="-122"/>
                <a:ea typeface="微软雅黑" pitchFamily="34" charset="-122"/>
              </a:rPr>
              <a:t>/Add your title</a:t>
            </a:r>
            <a:endParaRPr lang="zh-CN" altLang="en-US" dirty="0">
              <a:solidFill>
                <a:srgbClr val="054487"/>
              </a:solidFill>
              <a:latin typeface="微软雅黑" pitchFamily="34" charset="-122"/>
              <a:ea typeface="微软雅黑" pitchFamily="34" charset="-122"/>
            </a:endParaRPr>
          </a:p>
          <a:p>
            <a:endParaRPr lang="zh-CN" altLang="en-US" dirty="0">
              <a:solidFill>
                <a:srgbClr val="F46970"/>
              </a:solidFill>
              <a:latin typeface="微软雅黑" pitchFamily="34" charset="-122"/>
              <a:ea typeface="微软雅黑" pitchFamily="34" charset="-122"/>
            </a:endParaRPr>
          </a:p>
        </p:txBody>
      </p:sp>
      <p:sp>
        <p:nvSpPr>
          <p:cNvPr id="5" name="椭圆 4"/>
          <p:cNvSpPr/>
          <p:nvPr/>
        </p:nvSpPr>
        <p:spPr>
          <a:xfrm>
            <a:off x="3409282" y="1390791"/>
            <a:ext cx="1981446" cy="1981446"/>
          </a:xfrm>
          <a:prstGeom prst="ellipse">
            <a:avLst/>
          </a:prstGeom>
          <a:gradFill>
            <a:gsLst>
              <a:gs pos="15000">
                <a:srgbClr val="00B0F0"/>
              </a:gs>
              <a:gs pos="31000">
                <a:srgbClr val="0070C0"/>
              </a:gs>
              <a:gs pos="63000">
                <a:srgbClr val="FFFB6C">
                  <a:alpha val="0"/>
                </a:srgbClr>
              </a:gs>
            </a:gsLst>
            <a:path path="shape">
              <a:fillToRect l="50000" t="50000" r="50000" b="50000"/>
            </a:path>
          </a:gradFill>
          <a:ln w="25400" cap="flat" cmpd="sng" algn="ctr">
            <a:noFill/>
            <a:prstDash val="solid"/>
          </a:ln>
          <a:effectLst>
            <a:glow rad="127000">
              <a:srgbClr val="5D552C">
                <a:alpha val="4000"/>
              </a:srgbClr>
            </a:glow>
            <a:softEdge rad="0"/>
          </a:effectLst>
        </p:spPr>
        <p:txBody>
          <a:bodyPr lIns="68580" tIns="34290" rIns="68580" bIns="34290" rtlCol="0" anchor="ctr"/>
          <a:lstStyle/>
          <a:p>
            <a:pPr algn="ctr">
              <a:defRPr/>
            </a:pPr>
            <a:endParaRPr lang="zh-CN" altLang="en-US" kern="0" dirty="0">
              <a:solidFill>
                <a:prstClr val="black">
                  <a:lumMod val="85000"/>
                  <a:lumOff val="15000"/>
                </a:prstClr>
              </a:solidFill>
              <a:ea typeface="微软雅黑" pitchFamily="34" charset="-122"/>
            </a:endParaRPr>
          </a:p>
        </p:txBody>
      </p:sp>
      <p:sp>
        <p:nvSpPr>
          <p:cNvPr id="6" name="任意多边形 5"/>
          <p:cNvSpPr/>
          <p:nvPr/>
        </p:nvSpPr>
        <p:spPr>
          <a:xfrm>
            <a:off x="4109232" y="3052629"/>
            <a:ext cx="358589" cy="829235"/>
          </a:xfrm>
          <a:custGeom>
            <a:avLst/>
            <a:gdLst>
              <a:gd name="connsiteX0" fmla="*/ 478118 w 478118"/>
              <a:gd name="connsiteY0" fmla="*/ 0 h 1105647"/>
              <a:gd name="connsiteX1" fmla="*/ 478118 w 478118"/>
              <a:gd name="connsiteY1" fmla="*/ 848659 h 1105647"/>
              <a:gd name="connsiteX2" fmla="*/ 0 w 478118"/>
              <a:gd name="connsiteY2" fmla="*/ 848659 h 1105647"/>
              <a:gd name="connsiteX3" fmla="*/ 0 w 478118"/>
              <a:gd name="connsiteY3" fmla="*/ 1105647 h 1105647"/>
            </a:gdLst>
            <a:ahLst/>
            <a:cxnLst>
              <a:cxn ang="0">
                <a:pos x="connsiteX0" y="connsiteY0"/>
              </a:cxn>
              <a:cxn ang="0">
                <a:pos x="connsiteX1" y="connsiteY1"/>
              </a:cxn>
              <a:cxn ang="0">
                <a:pos x="connsiteX2" y="connsiteY2"/>
              </a:cxn>
              <a:cxn ang="0">
                <a:pos x="connsiteX3" y="connsiteY3"/>
              </a:cxn>
            </a:cxnLst>
            <a:rect l="l" t="t" r="r" b="b"/>
            <a:pathLst>
              <a:path w="478118" h="1105647">
                <a:moveTo>
                  <a:pt x="478118" y="0"/>
                </a:moveTo>
                <a:lnTo>
                  <a:pt x="478118" y="848659"/>
                </a:lnTo>
                <a:lnTo>
                  <a:pt x="0" y="848659"/>
                </a:lnTo>
                <a:lnTo>
                  <a:pt x="0" y="1105647"/>
                </a:lnTo>
              </a:path>
            </a:pathLst>
          </a:custGeom>
          <a:noFill/>
          <a:ln w="28575" cap="flat" cmpd="sng" algn="ctr">
            <a:solidFill>
              <a:srgbClr val="054487"/>
            </a:solidFill>
            <a:prstDash val="solid"/>
            <a:tailEnd type="oval"/>
          </a:ln>
          <a:effectLst/>
        </p:spPr>
        <p:txBody>
          <a:bodyPr lIns="68580" tIns="34290" rIns="68580" bIns="34290" rtlCol="0" anchor="ctr"/>
          <a:lstStyle/>
          <a:p>
            <a:pPr algn="ctr">
              <a:defRPr/>
            </a:pPr>
            <a:endParaRPr lang="zh-CN" altLang="en-US" kern="0" dirty="0">
              <a:solidFill>
                <a:prstClr val="black">
                  <a:lumMod val="85000"/>
                  <a:lumOff val="15000"/>
                </a:prstClr>
              </a:solidFill>
              <a:ea typeface="微软雅黑" pitchFamily="34" charset="-122"/>
            </a:endParaRPr>
          </a:p>
        </p:txBody>
      </p:sp>
      <p:sp>
        <p:nvSpPr>
          <p:cNvPr id="7" name="任意多边形 6"/>
          <p:cNvSpPr/>
          <p:nvPr/>
        </p:nvSpPr>
        <p:spPr>
          <a:xfrm>
            <a:off x="2035909" y="2230444"/>
            <a:ext cx="1581512" cy="502024"/>
          </a:xfrm>
          <a:custGeom>
            <a:avLst/>
            <a:gdLst>
              <a:gd name="connsiteX0" fmla="*/ 400424 w 400424"/>
              <a:gd name="connsiteY0" fmla="*/ 0 h 669365"/>
              <a:gd name="connsiteX1" fmla="*/ 0 w 400424"/>
              <a:gd name="connsiteY1" fmla="*/ 0 h 669365"/>
              <a:gd name="connsiteX2" fmla="*/ 0 w 400424"/>
              <a:gd name="connsiteY2" fmla="*/ 669365 h 669365"/>
              <a:gd name="connsiteX0" fmla="*/ 2616682 w 2616682"/>
              <a:gd name="connsiteY0" fmla="*/ 0 h 669365"/>
              <a:gd name="connsiteX1" fmla="*/ 0 w 2616682"/>
              <a:gd name="connsiteY1" fmla="*/ 0 h 669365"/>
              <a:gd name="connsiteX2" fmla="*/ 0 w 2616682"/>
              <a:gd name="connsiteY2" fmla="*/ 669365 h 669365"/>
              <a:gd name="connsiteX0" fmla="*/ 2108682 w 2108682"/>
              <a:gd name="connsiteY0" fmla="*/ 14514 h 669365"/>
              <a:gd name="connsiteX1" fmla="*/ 0 w 2108682"/>
              <a:gd name="connsiteY1" fmla="*/ 0 h 669365"/>
              <a:gd name="connsiteX2" fmla="*/ 0 w 2108682"/>
              <a:gd name="connsiteY2" fmla="*/ 669365 h 669365"/>
            </a:gdLst>
            <a:ahLst/>
            <a:cxnLst>
              <a:cxn ang="0">
                <a:pos x="connsiteX0" y="connsiteY0"/>
              </a:cxn>
              <a:cxn ang="0">
                <a:pos x="connsiteX1" y="connsiteY1"/>
              </a:cxn>
              <a:cxn ang="0">
                <a:pos x="connsiteX2" y="connsiteY2"/>
              </a:cxn>
            </a:cxnLst>
            <a:rect l="l" t="t" r="r" b="b"/>
            <a:pathLst>
              <a:path w="2108682" h="669365">
                <a:moveTo>
                  <a:pt x="2108682" y="14514"/>
                </a:moveTo>
                <a:lnTo>
                  <a:pt x="0" y="0"/>
                </a:lnTo>
                <a:lnTo>
                  <a:pt x="0" y="669365"/>
                </a:lnTo>
              </a:path>
            </a:pathLst>
          </a:custGeom>
          <a:noFill/>
          <a:ln w="28575" cap="flat" cmpd="sng" algn="ctr">
            <a:solidFill>
              <a:srgbClr val="054487"/>
            </a:solidFill>
            <a:prstDash val="solid"/>
            <a:tailEnd type="oval"/>
          </a:ln>
          <a:effectLst/>
        </p:spPr>
        <p:txBody>
          <a:bodyPr lIns="68580" tIns="34290" rIns="68580" bIns="34290" rtlCol="0" anchor="ctr"/>
          <a:lstStyle/>
          <a:p>
            <a:pPr algn="ctr">
              <a:defRPr/>
            </a:pPr>
            <a:endParaRPr lang="zh-CN" altLang="en-US" kern="0" dirty="0">
              <a:solidFill>
                <a:prstClr val="black">
                  <a:lumMod val="85000"/>
                  <a:lumOff val="15000"/>
                </a:prstClr>
              </a:solidFill>
              <a:ea typeface="微软雅黑" pitchFamily="34" charset="-122"/>
            </a:endParaRPr>
          </a:p>
        </p:txBody>
      </p:sp>
      <p:sp>
        <p:nvSpPr>
          <p:cNvPr id="8" name="任意多边形 7"/>
          <p:cNvSpPr/>
          <p:nvPr/>
        </p:nvSpPr>
        <p:spPr>
          <a:xfrm>
            <a:off x="5309840" y="2191726"/>
            <a:ext cx="1280282" cy="208847"/>
          </a:xfrm>
          <a:custGeom>
            <a:avLst/>
            <a:gdLst>
              <a:gd name="connsiteX0" fmla="*/ 0 w 854635"/>
              <a:gd name="connsiteY0" fmla="*/ 0 h 262965"/>
              <a:gd name="connsiteX1" fmla="*/ 854635 w 854635"/>
              <a:gd name="connsiteY1" fmla="*/ 0 h 262965"/>
              <a:gd name="connsiteX2" fmla="*/ 854635 w 854635"/>
              <a:gd name="connsiteY2" fmla="*/ 262965 h 262965"/>
              <a:gd name="connsiteX0" fmla="*/ 0 w 1707042"/>
              <a:gd name="connsiteY0" fmla="*/ 0 h 278463"/>
              <a:gd name="connsiteX1" fmla="*/ 1707042 w 1707042"/>
              <a:gd name="connsiteY1" fmla="*/ 15498 h 278463"/>
              <a:gd name="connsiteX2" fmla="*/ 1707042 w 1707042"/>
              <a:gd name="connsiteY2" fmla="*/ 278463 h 278463"/>
            </a:gdLst>
            <a:ahLst/>
            <a:cxnLst>
              <a:cxn ang="0">
                <a:pos x="connsiteX0" y="connsiteY0"/>
              </a:cxn>
              <a:cxn ang="0">
                <a:pos x="connsiteX1" y="connsiteY1"/>
              </a:cxn>
              <a:cxn ang="0">
                <a:pos x="connsiteX2" y="connsiteY2"/>
              </a:cxn>
            </a:cxnLst>
            <a:rect l="l" t="t" r="r" b="b"/>
            <a:pathLst>
              <a:path w="1707042" h="278463">
                <a:moveTo>
                  <a:pt x="0" y="0"/>
                </a:moveTo>
                <a:lnTo>
                  <a:pt x="1707042" y="15498"/>
                </a:lnTo>
                <a:lnTo>
                  <a:pt x="1707042" y="278463"/>
                </a:lnTo>
              </a:path>
            </a:pathLst>
          </a:custGeom>
          <a:noFill/>
          <a:ln w="28575" cap="flat" cmpd="sng" algn="ctr">
            <a:solidFill>
              <a:srgbClr val="054487"/>
            </a:solidFill>
            <a:prstDash val="solid"/>
            <a:tailEnd type="oval"/>
          </a:ln>
          <a:effectLst/>
        </p:spPr>
        <p:txBody>
          <a:bodyPr lIns="68580" tIns="34290" rIns="68580" bIns="34290" rtlCol="0" anchor="ctr"/>
          <a:lstStyle/>
          <a:p>
            <a:pPr algn="ctr">
              <a:defRPr/>
            </a:pPr>
            <a:endParaRPr lang="zh-CN" altLang="en-US" kern="0" dirty="0">
              <a:solidFill>
                <a:prstClr val="black">
                  <a:lumMod val="85000"/>
                  <a:lumOff val="15000"/>
                </a:prstClr>
              </a:solidFill>
              <a:ea typeface="微软雅黑" pitchFamily="34" charset="-122"/>
            </a:endParaRPr>
          </a:p>
        </p:txBody>
      </p:sp>
      <p:sp>
        <p:nvSpPr>
          <p:cNvPr id="9" name="任意多边形 8"/>
          <p:cNvSpPr/>
          <p:nvPr/>
        </p:nvSpPr>
        <p:spPr>
          <a:xfrm>
            <a:off x="4759157" y="975536"/>
            <a:ext cx="403412" cy="780158"/>
          </a:xfrm>
          <a:custGeom>
            <a:avLst/>
            <a:gdLst>
              <a:gd name="connsiteX0" fmla="*/ 0 w 537882"/>
              <a:gd name="connsiteY0" fmla="*/ 699247 h 699247"/>
              <a:gd name="connsiteX1" fmla="*/ 0 w 537882"/>
              <a:gd name="connsiteY1" fmla="*/ 0 h 699247"/>
              <a:gd name="connsiteX2" fmla="*/ 537882 w 537882"/>
              <a:gd name="connsiteY2" fmla="*/ 0 h 699247"/>
              <a:gd name="connsiteX0" fmla="*/ 0 w 537882"/>
              <a:gd name="connsiteY0" fmla="*/ 1040210 h 1040210"/>
              <a:gd name="connsiteX1" fmla="*/ 0 w 537882"/>
              <a:gd name="connsiteY1" fmla="*/ 0 h 1040210"/>
              <a:gd name="connsiteX2" fmla="*/ 537882 w 537882"/>
              <a:gd name="connsiteY2" fmla="*/ 0 h 1040210"/>
            </a:gdLst>
            <a:ahLst/>
            <a:cxnLst>
              <a:cxn ang="0">
                <a:pos x="connsiteX0" y="connsiteY0"/>
              </a:cxn>
              <a:cxn ang="0">
                <a:pos x="connsiteX1" y="connsiteY1"/>
              </a:cxn>
              <a:cxn ang="0">
                <a:pos x="connsiteX2" y="connsiteY2"/>
              </a:cxn>
            </a:cxnLst>
            <a:rect l="l" t="t" r="r" b="b"/>
            <a:pathLst>
              <a:path w="537882" h="1040210">
                <a:moveTo>
                  <a:pt x="0" y="1040210"/>
                </a:moveTo>
                <a:lnTo>
                  <a:pt x="0" y="0"/>
                </a:lnTo>
                <a:lnTo>
                  <a:pt x="537882" y="0"/>
                </a:lnTo>
              </a:path>
            </a:pathLst>
          </a:custGeom>
          <a:noFill/>
          <a:ln w="28575" cap="flat" cmpd="sng" algn="ctr">
            <a:solidFill>
              <a:srgbClr val="054487"/>
            </a:solidFill>
            <a:prstDash val="solid"/>
            <a:tailEnd type="oval"/>
          </a:ln>
          <a:effectLst/>
        </p:spPr>
        <p:txBody>
          <a:bodyPr lIns="68580" tIns="34290" rIns="68580" bIns="34290" rtlCol="0" anchor="ctr"/>
          <a:lstStyle/>
          <a:p>
            <a:pPr algn="ctr">
              <a:defRPr/>
            </a:pPr>
            <a:endParaRPr lang="zh-CN" altLang="en-US" kern="0" dirty="0">
              <a:solidFill>
                <a:prstClr val="black">
                  <a:lumMod val="85000"/>
                  <a:lumOff val="15000"/>
                </a:prstClr>
              </a:solidFill>
              <a:ea typeface="微软雅黑" pitchFamily="34" charset="-122"/>
            </a:endParaRPr>
          </a:p>
        </p:txBody>
      </p:sp>
      <p:grpSp>
        <p:nvGrpSpPr>
          <p:cNvPr id="10" name="组合 9"/>
          <p:cNvGrpSpPr/>
          <p:nvPr/>
        </p:nvGrpSpPr>
        <p:grpSpPr>
          <a:xfrm>
            <a:off x="3752852" y="1740150"/>
            <a:ext cx="1291969" cy="1291969"/>
            <a:chOff x="5003802" y="2426858"/>
            <a:chExt cx="1722625" cy="1722625"/>
          </a:xfrm>
        </p:grpSpPr>
        <p:sp>
          <p:nvSpPr>
            <p:cNvPr id="11" name="饼形 10"/>
            <p:cNvSpPr/>
            <p:nvPr/>
          </p:nvSpPr>
          <p:spPr>
            <a:xfrm rot="18938054">
              <a:off x="5003802" y="2426858"/>
              <a:ext cx="1722625" cy="1722625"/>
            </a:xfrm>
            <a:prstGeom prst="pie">
              <a:avLst>
                <a:gd name="adj1" fmla="val 10702891"/>
                <a:gd name="adj2" fmla="val 16200000"/>
              </a:avLst>
            </a:prstGeom>
            <a:solidFill>
              <a:srgbClr val="054487"/>
            </a:solidFill>
            <a:ln w="25400" cap="flat" cmpd="sng" algn="ctr">
              <a:noFill/>
              <a:prstDash val="solid"/>
            </a:ln>
            <a:effectLst>
              <a:outerShdw blurRad="63500" sx="102000" sy="102000" algn="ctr" rotWithShape="0">
                <a:prstClr val="black">
                  <a:alpha val="40000"/>
                </a:prstClr>
              </a:outerShdw>
            </a:effectLst>
          </p:spPr>
          <p:txBody>
            <a:bodyPr rtlCol="0" anchor="ctr"/>
            <a:lstStyle/>
            <a:p>
              <a:pPr algn="ctr">
                <a:defRPr/>
              </a:pPr>
              <a:endParaRPr lang="zh-CN" altLang="en-US" kern="0" dirty="0">
                <a:solidFill>
                  <a:prstClr val="black">
                    <a:lumMod val="85000"/>
                    <a:lumOff val="15000"/>
                  </a:prstClr>
                </a:solidFill>
                <a:ea typeface="微软雅黑" pitchFamily="34" charset="-122"/>
              </a:endParaRPr>
            </a:p>
          </p:txBody>
        </p:sp>
        <p:sp>
          <p:nvSpPr>
            <p:cNvPr id="12" name="文本框 20"/>
            <p:cNvSpPr txBox="1"/>
            <p:nvPr/>
          </p:nvSpPr>
          <p:spPr>
            <a:xfrm rot="18963363">
              <a:off x="5016841" y="2816681"/>
              <a:ext cx="650929" cy="738664"/>
            </a:xfrm>
            <a:prstGeom prst="rect">
              <a:avLst/>
            </a:prstGeom>
            <a:noFill/>
          </p:spPr>
          <p:txBody>
            <a:bodyPr wrap="square" rtlCol="0">
              <a:spAutoFit/>
            </a:bodyPr>
            <a:lstStyle/>
            <a:p>
              <a:pPr>
                <a:defRPr/>
              </a:pPr>
              <a:r>
                <a:rPr lang="en-US" altLang="zh-CN" sz="3000" kern="0" dirty="0">
                  <a:solidFill>
                    <a:prstClr val="white"/>
                  </a:solidFill>
                  <a:latin typeface="微软雅黑" pitchFamily="34" charset="-122"/>
                  <a:ea typeface="微软雅黑" pitchFamily="34" charset="-122"/>
                  <a:cs typeface="Arial" panose="020B0604020202020204" pitchFamily="34" charset="0"/>
                </a:rPr>
                <a:t>S</a:t>
              </a:r>
              <a:endParaRPr lang="zh-CN" altLang="en-US" sz="3000" kern="0" dirty="0">
                <a:solidFill>
                  <a:prstClr val="white"/>
                </a:solidFill>
                <a:latin typeface="微软雅黑" pitchFamily="34" charset="-122"/>
                <a:ea typeface="微软雅黑" pitchFamily="34" charset="-122"/>
                <a:cs typeface="Arial" panose="020B0604020202020204" pitchFamily="34" charset="0"/>
              </a:endParaRPr>
            </a:p>
          </p:txBody>
        </p:sp>
      </p:grpSp>
      <p:grpSp>
        <p:nvGrpSpPr>
          <p:cNvPr id="13" name="组合 12"/>
          <p:cNvGrpSpPr/>
          <p:nvPr/>
        </p:nvGrpSpPr>
        <p:grpSpPr>
          <a:xfrm>
            <a:off x="3752754" y="1740052"/>
            <a:ext cx="1291969" cy="1291969"/>
            <a:chOff x="5003671" y="2426727"/>
            <a:chExt cx="1722625" cy="1722625"/>
          </a:xfrm>
        </p:grpSpPr>
        <p:sp>
          <p:nvSpPr>
            <p:cNvPr id="14" name="饼形 13"/>
            <p:cNvSpPr/>
            <p:nvPr/>
          </p:nvSpPr>
          <p:spPr>
            <a:xfrm rot="8163127">
              <a:off x="5003671" y="2426727"/>
              <a:ext cx="1722625" cy="1722625"/>
            </a:xfrm>
            <a:prstGeom prst="pie">
              <a:avLst>
                <a:gd name="adj1" fmla="val 10702891"/>
                <a:gd name="adj2" fmla="val 16200000"/>
              </a:avLst>
            </a:prstGeom>
            <a:solidFill>
              <a:srgbClr val="054487"/>
            </a:solidFill>
            <a:ln w="25400" cap="flat" cmpd="sng" algn="ctr">
              <a:noFill/>
              <a:prstDash val="solid"/>
            </a:ln>
            <a:effectLst>
              <a:outerShdw blurRad="63500" sx="102000" sy="102000" algn="ctr" rotWithShape="0">
                <a:prstClr val="black">
                  <a:alpha val="40000"/>
                </a:prstClr>
              </a:outerShdw>
            </a:effectLst>
          </p:spPr>
          <p:txBody>
            <a:bodyPr rtlCol="0" anchor="ctr"/>
            <a:lstStyle/>
            <a:p>
              <a:pPr algn="ctr">
                <a:defRPr/>
              </a:pPr>
              <a:endParaRPr lang="zh-CN" altLang="en-US" kern="0" dirty="0">
                <a:solidFill>
                  <a:prstClr val="black">
                    <a:lumMod val="85000"/>
                    <a:lumOff val="15000"/>
                  </a:prstClr>
                </a:solidFill>
                <a:ea typeface="微软雅黑" pitchFamily="34" charset="-122"/>
              </a:endParaRPr>
            </a:p>
          </p:txBody>
        </p:sp>
        <p:sp>
          <p:nvSpPr>
            <p:cNvPr id="15" name="文本框 90"/>
            <p:cNvSpPr txBox="1"/>
            <p:nvPr/>
          </p:nvSpPr>
          <p:spPr>
            <a:xfrm rot="18963363">
              <a:off x="6049097" y="2971238"/>
              <a:ext cx="650929" cy="738664"/>
            </a:xfrm>
            <a:prstGeom prst="rect">
              <a:avLst/>
            </a:prstGeom>
            <a:noFill/>
          </p:spPr>
          <p:txBody>
            <a:bodyPr wrap="square" rtlCol="0">
              <a:spAutoFit/>
            </a:bodyPr>
            <a:lstStyle/>
            <a:p>
              <a:pPr>
                <a:defRPr/>
              </a:pPr>
              <a:r>
                <a:rPr lang="en-US" altLang="zh-CN" sz="3000" kern="0" dirty="0">
                  <a:solidFill>
                    <a:prstClr val="white"/>
                  </a:solidFill>
                  <a:latin typeface="微软雅黑" pitchFamily="34" charset="-122"/>
                  <a:ea typeface="微软雅黑" pitchFamily="34" charset="-122"/>
                  <a:cs typeface="Arial" panose="020B0604020202020204" pitchFamily="34" charset="0"/>
                </a:rPr>
                <a:t>T</a:t>
              </a:r>
              <a:endParaRPr lang="zh-CN" altLang="en-US" sz="3000" kern="0" dirty="0">
                <a:solidFill>
                  <a:prstClr val="white"/>
                </a:solidFill>
                <a:latin typeface="微软雅黑" pitchFamily="34" charset="-122"/>
                <a:ea typeface="微软雅黑" pitchFamily="34" charset="-122"/>
                <a:cs typeface="Arial" panose="020B0604020202020204" pitchFamily="34" charset="0"/>
              </a:endParaRPr>
            </a:p>
          </p:txBody>
        </p:sp>
      </p:grpSp>
      <p:grpSp>
        <p:nvGrpSpPr>
          <p:cNvPr id="16" name="组合 15"/>
          <p:cNvGrpSpPr/>
          <p:nvPr/>
        </p:nvGrpSpPr>
        <p:grpSpPr>
          <a:xfrm>
            <a:off x="3753080" y="1733486"/>
            <a:ext cx="1291969" cy="1298536"/>
            <a:chOff x="5004106" y="2417973"/>
            <a:chExt cx="1722625" cy="1731381"/>
          </a:xfrm>
        </p:grpSpPr>
        <p:sp>
          <p:nvSpPr>
            <p:cNvPr id="17" name="饼形 16"/>
            <p:cNvSpPr/>
            <p:nvPr/>
          </p:nvSpPr>
          <p:spPr>
            <a:xfrm rot="2774867">
              <a:off x="5004106" y="2426729"/>
              <a:ext cx="1722625" cy="1722625"/>
            </a:xfrm>
            <a:prstGeom prst="pie">
              <a:avLst>
                <a:gd name="adj1" fmla="val 10702891"/>
                <a:gd name="adj2" fmla="val 16200000"/>
              </a:avLst>
            </a:prstGeom>
            <a:solidFill>
              <a:schemeClr val="bg1">
                <a:lumMod val="65000"/>
              </a:schemeClr>
            </a:solidFill>
            <a:ln w="25400" cap="flat" cmpd="sng" algn="ctr">
              <a:noFill/>
              <a:prstDash val="solid"/>
            </a:ln>
            <a:effectLst>
              <a:outerShdw blurRad="63500" sx="102000" sy="102000" algn="ctr" rotWithShape="0">
                <a:prstClr val="black">
                  <a:alpha val="40000"/>
                </a:prstClr>
              </a:outerShdw>
            </a:effectLst>
          </p:spPr>
          <p:txBody>
            <a:bodyPr rtlCol="0" anchor="ctr"/>
            <a:lstStyle/>
            <a:p>
              <a:pPr algn="ctr">
                <a:defRPr/>
              </a:pPr>
              <a:endParaRPr lang="zh-CN" altLang="en-US" kern="0" dirty="0">
                <a:solidFill>
                  <a:prstClr val="black">
                    <a:lumMod val="85000"/>
                    <a:lumOff val="15000"/>
                  </a:prstClr>
                </a:solidFill>
                <a:ea typeface="微软雅黑" pitchFamily="34" charset="-122"/>
              </a:endParaRPr>
            </a:p>
          </p:txBody>
        </p:sp>
        <p:sp>
          <p:nvSpPr>
            <p:cNvPr id="18" name="文本框 91"/>
            <p:cNvSpPr txBox="1"/>
            <p:nvPr/>
          </p:nvSpPr>
          <p:spPr>
            <a:xfrm rot="18963363">
              <a:off x="5539517" y="2417973"/>
              <a:ext cx="650929" cy="738664"/>
            </a:xfrm>
            <a:prstGeom prst="rect">
              <a:avLst/>
            </a:prstGeom>
            <a:noFill/>
          </p:spPr>
          <p:txBody>
            <a:bodyPr wrap="square" rtlCol="0">
              <a:spAutoFit/>
            </a:bodyPr>
            <a:lstStyle/>
            <a:p>
              <a:pPr>
                <a:defRPr/>
              </a:pPr>
              <a:r>
                <a:rPr lang="en-US" altLang="zh-CN" sz="3000" kern="0" dirty="0">
                  <a:solidFill>
                    <a:prstClr val="white"/>
                  </a:solidFill>
                  <a:latin typeface="微软雅黑" pitchFamily="34" charset="-122"/>
                  <a:ea typeface="微软雅黑" pitchFamily="34" charset="-122"/>
                  <a:cs typeface="Arial" panose="020B0604020202020204" pitchFamily="34" charset="0"/>
                </a:rPr>
                <a:t>W</a:t>
              </a:r>
              <a:endParaRPr lang="zh-CN" altLang="en-US" sz="3000" kern="0" dirty="0">
                <a:solidFill>
                  <a:prstClr val="white"/>
                </a:solidFill>
                <a:latin typeface="微软雅黑" pitchFamily="34" charset="-122"/>
                <a:ea typeface="微软雅黑" pitchFamily="34" charset="-122"/>
                <a:cs typeface="Arial" panose="020B0604020202020204" pitchFamily="34" charset="0"/>
              </a:endParaRPr>
            </a:p>
          </p:txBody>
        </p:sp>
      </p:grpSp>
      <p:grpSp>
        <p:nvGrpSpPr>
          <p:cNvPr id="19" name="组合 18"/>
          <p:cNvGrpSpPr/>
          <p:nvPr/>
        </p:nvGrpSpPr>
        <p:grpSpPr>
          <a:xfrm>
            <a:off x="3752886" y="1748818"/>
            <a:ext cx="1291969" cy="1292997"/>
            <a:chOff x="5003848" y="2438415"/>
            <a:chExt cx="1722625" cy="1723996"/>
          </a:xfrm>
        </p:grpSpPr>
        <p:sp>
          <p:nvSpPr>
            <p:cNvPr id="20" name="饼形 19"/>
            <p:cNvSpPr/>
            <p:nvPr/>
          </p:nvSpPr>
          <p:spPr>
            <a:xfrm rot="13475825">
              <a:off x="5003848" y="2438415"/>
              <a:ext cx="1722625" cy="1722625"/>
            </a:xfrm>
            <a:prstGeom prst="pie">
              <a:avLst>
                <a:gd name="adj1" fmla="val 10702891"/>
                <a:gd name="adj2" fmla="val 16200000"/>
              </a:avLst>
            </a:prstGeom>
            <a:solidFill>
              <a:schemeClr val="bg1">
                <a:lumMod val="65000"/>
              </a:schemeClr>
            </a:solidFill>
            <a:ln w="25400" cap="flat" cmpd="sng" algn="ctr">
              <a:noFill/>
              <a:prstDash val="solid"/>
            </a:ln>
            <a:effectLst>
              <a:outerShdw blurRad="63500" sx="102000" sy="102000" algn="ctr" rotWithShape="0">
                <a:prstClr val="black">
                  <a:alpha val="40000"/>
                </a:prstClr>
              </a:outerShdw>
            </a:effectLst>
          </p:spPr>
          <p:txBody>
            <a:bodyPr rtlCol="0" anchor="ctr"/>
            <a:lstStyle/>
            <a:p>
              <a:pPr algn="ctr">
                <a:defRPr/>
              </a:pPr>
              <a:endParaRPr lang="zh-CN" altLang="en-US" kern="0" dirty="0">
                <a:solidFill>
                  <a:prstClr val="black">
                    <a:lumMod val="85000"/>
                    <a:lumOff val="15000"/>
                  </a:prstClr>
                </a:solidFill>
                <a:ea typeface="微软雅黑" pitchFamily="34" charset="-122"/>
              </a:endParaRPr>
            </a:p>
          </p:txBody>
        </p:sp>
        <p:sp>
          <p:nvSpPr>
            <p:cNvPr id="21" name="文本框 92"/>
            <p:cNvSpPr txBox="1"/>
            <p:nvPr/>
          </p:nvSpPr>
          <p:spPr>
            <a:xfrm rot="18963363">
              <a:off x="5485987" y="3423747"/>
              <a:ext cx="650929" cy="738664"/>
            </a:xfrm>
            <a:prstGeom prst="rect">
              <a:avLst/>
            </a:prstGeom>
            <a:noFill/>
          </p:spPr>
          <p:txBody>
            <a:bodyPr wrap="square" rtlCol="0">
              <a:spAutoFit/>
            </a:bodyPr>
            <a:lstStyle/>
            <a:p>
              <a:pPr>
                <a:defRPr/>
              </a:pPr>
              <a:r>
                <a:rPr lang="en-US" altLang="zh-CN" sz="3000" kern="0" dirty="0">
                  <a:solidFill>
                    <a:prstClr val="white"/>
                  </a:solidFill>
                  <a:latin typeface="微软雅黑" pitchFamily="34" charset="-122"/>
                  <a:ea typeface="微软雅黑" pitchFamily="34" charset="-122"/>
                  <a:cs typeface="Arial" panose="020B0604020202020204" pitchFamily="34" charset="0"/>
                </a:rPr>
                <a:t>O</a:t>
              </a:r>
              <a:endParaRPr lang="zh-CN" altLang="en-US" sz="3000" kern="0" dirty="0">
                <a:solidFill>
                  <a:prstClr val="white"/>
                </a:solidFill>
                <a:latin typeface="微软雅黑" pitchFamily="34" charset="-122"/>
                <a:ea typeface="微软雅黑" pitchFamily="34" charset="-122"/>
                <a:cs typeface="Arial" panose="020B0604020202020204" pitchFamily="34" charset="0"/>
              </a:endParaRPr>
            </a:p>
          </p:txBody>
        </p:sp>
      </p:grpSp>
      <p:grpSp>
        <p:nvGrpSpPr>
          <p:cNvPr id="22" name="组合 21"/>
          <p:cNvGrpSpPr/>
          <p:nvPr/>
        </p:nvGrpSpPr>
        <p:grpSpPr>
          <a:xfrm>
            <a:off x="1217227" y="2690554"/>
            <a:ext cx="2049041" cy="1090631"/>
            <a:chOff x="1622968" y="3694062"/>
            <a:chExt cx="2732055" cy="1454174"/>
          </a:xfrm>
        </p:grpSpPr>
        <p:sp>
          <p:nvSpPr>
            <p:cNvPr id="23" name="文本框 28"/>
            <p:cNvSpPr txBox="1"/>
            <p:nvPr/>
          </p:nvSpPr>
          <p:spPr>
            <a:xfrm>
              <a:off x="1622968" y="3694062"/>
              <a:ext cx="2732055" cy="615553"/>
            </a:xfrm>
            <a:prstGeom prst="rect">
              <a:avLst/>
            </a:prstGeom>
            <a:noFill/>
          </p:spPr>
          <p:txBody>
            <a:bodyPr wrap="square" rtlCol="0">
              <a:spAutoFit/>
            </a:bodyPr>
            <a:lstStyle/>
            <a:p>
              <a:pPr algn="ctr"/>
              <a:r>
                <a:rPr lang="en-US" altLang="zh-CN" sz="2400" b="1" i="1" dirty="0">
                  <a:solidFill>
                    <a:prstClr val="black">
                      <a:lumMod val="85000"/>
                      <a:lumOff val="15000"/>
                    </a:prstClr>
                  </a:solidFill>
                  <a:ea typeface="微软雅黑" pitchFamily="34" charset="-122"/>
                </a:rPr>
                <a:t>STRENGTHS</a:t>
              </a:r>
              <a:endParaRPr lang="zh-CN" altLang="en-US" sz="2400" b="1" i="1" dirty="0">
                <a:solidFill>
                  <a:prstClr val="black">
                    <a:lumMod val="85000"/>
                    <a:lumOff val="15000"/>
                  </a:prstClr>
                </a:solidFill>
                <a:ea typeface="微软雅黑" pitchFamily="34" charset="-122"/>
              </a:endParaRPr>
            </a:p>
          </p:txBody>
        </p:sp>
        <p:sp>
          <p:nvSpPr>
            <p:cNvPr id="24" name="文本框 93"/>
            <p:cNvSpPr txBox="1"/>
            <p:nvPr/>
          </p:nvSpPr>
          <p:spPr>
            <a:xfrm flipH="1">
              <a:off x="1839961" y="4238586"/>
              <a:ext cx="2298067" cy="909650"/>
            </a:xfrm>
            <a:prstGeom prst="rect">
              <a:avLst/>
            </a:prstGeom>
            <a:noFill/>
          </p:spPr>
          <p:txBody>
            <a:bodyPr wrap="none" rtlCol="0">
              <a:spAutoFit/>
            </a:bodyPr>
            <a:lstStyle/>
            <a:p>
              <a:pPr algn="ctr">
                <a:lnSpc>
                  <a:spcPts val="2250"/>
                </a:lnSpc>
              </a:pPr>
              <a:r>
                <a:rPr lang="zh-CN" altLang="en-US" sz="1500" dirty="0">
                  <a:solidFill>
                    <a:prstClr val="black">
                      <a:lumMod val="85000"/>
                      <a:lumOff val="15000"/>
                    </a:prstClr>
                  </a:solidFill>
                  <a:latin typeface="微软雅黑" panose="020B0503020204020204" pitchFamily="34" charset="-122"/>
                  <a:ea typeface="微软雅黑" panose="020B0503020204020204" pitchFamily="34" charset="-122"/>
                </a:rPr>
                <a:t>点击此处添加文本</a:t>
              </a:r>
              <a:endParaRPr lang="en-US" altLang="zh-CN" sz="1500" dirty="0">
                <a:solidFill>
                  <a:prstClr val="black">
                    <a:lumMod val="85000"/>
                    <a:lumOff val="15000"/>
                  </a:prstClr>
                </a:solidFill>
                <a:latin typeface="微软雅黑" panose="020B0503020204020204" pitchFamily="34" charset="-122"/>
                <a:ea typeface="微软雅黑" panose="020B0503020204020204" pitchFamily="34" charset="-122"/>
              </a:endParaRPr>
            </a:p>
            <a:p>
              <a:pPr algn="ctr">
                <a:lnSpc>
                  <a:spcPts val="2250"/>
                </a:lnSpc>
              </a:pPr>
              <a:r>
                <a:rPr lang="zh-CN" altLang="en-US" sz="1500" dirty="0">
                  <a:solidFill>
                    <a:prstClr val="black">
                      <a:lumMod val="85000"/>
                      <a:lumOff val="15000"/>
                    </a:prstClr>
                  </a:solidFill>
                  <a:latin typeface="微软雅黑" panose="020B0503020204020204" pitchFamily="34" charset="-122"/>
                  <a:ea typeface="微软雅黑" panose="020B0503020204020204" pitchFamily="34" charset="-122"/>
                </a:rPr>
                <a:t>点击此处添加文本</a:t>
              </a:r>
              <a:endParaRPr lang="en-US" altLang="zh-CN" sz="1500" dirty="0">
                <a:solidFill>
                  <a:prstClr val="black">
                    <a:lumMod val="85000"/>
                    <a:lumOff val="15000"/>
                  </a:prstClr>
                </a:solidFill>
                <a:latin typeface="微软雅黑" panose="020B0503020204020204" pitchFamily="34" charset="-122"/>
                <a:ea typeface="微软雅黑" panose="020B0503020204020204" pitchFamily="34" charset="-122"/>
              </a:endParaRPr>
            </a:p>
          </p:txBody>
        </p:sp>
      </p:grpSp>
      <p:grpSp>
        <p:nvGrpSpPr>
          <p:cNvPr id="25" name="组合 24"/>
          <p:cNvGrpSpPr/>
          <p:nvPr/>
        </p:nvGrpSpPr>
        <p:grpSpPr>
          <a:xfrm>
            <a:off x="5231741" y="741072"/>
            <a:ext cx="2049041" cy="1090631"/>
            <a:chOff x="6975654" y="1094754"/>
            <a:chExt cx="2732055" cy="1454174"/>
          </a:xfrm>
        </p:grpSpPr>
        <p:sp>
          <p:nvSpPr>
            <p:cNvPr id="26" name="文本框 94"/>
            <p:cNvSpPr txBox="1"/>
            <p:nvPr/>
          </p:nvSpPr>
          <p:spPr>
            <a:xfrm>
              <a:off x="6975654" y="1094754"/>
              <a:ext cx="2732055" cy="615553"/>
            </a:xfrm>
            <a:prstGeom prst="rect">
              <a:avLst/>
            </a:prstGeom>
            <a:noFill/>
          </p:spPr>
          <p:txBody>
            <a:bodyPr wrap="square" rtlCol="0">
              <a:spAutoFit/>
            </a:bodyPr>
            <a:lstStyle/>
            <a:p>
              <a:pPr algn="ctr"/>
              <a:r>
                <a:rPr lang="en-US" altLang="zh-CN" sz="2400" b="1" i="1" dirty="0">
                  <a:solidFill>
                    <a:prstClr val="black">
                      <a:lumMod val="85000"/>
                      <a:lumOff val="15000"/>
                    </a:prstClr>
                  </a:solidFill>
                  <a:ea typeface="微软雅黑" pitchFamily="34" charset="-122"/>
                </a:rPr>
                <a:t>WEAKNESSES</a:t>
              </a:r>
              <a:endParaRPr lang="zh-CN" altLang="en-US" sz="2400" b="1" i="1" dirty="0">
                <a:solidFill>
                  <a:prstClr val="black">
                    <a:lumMod val="85000"/>
                    <a:lumOff val="15000"/>
                  </a:prstClr>
                </a:solidFill>
                <a:ea typeface="微软雅黑" pitchFamily="34" charset="-122"/>
              </a:endParaRPr>
            </a:p>
          </p:txBody>
        </p:sp>
        <p:sp>
          <p:nvSpPr>
            <p:cNvPr id="27" name="文本框 97"/>
            <p:cNvSpPr txBox="1"/>
            <p:nvPr/>
          </p:nvSpPr>
          <p:spPr>
            <a:xfrm flipH="1">
              <a:off x="7192647" y="1639278"/>
              <a:ext cx="2298067" cy="909650"/>
            </a:xfrm>
            <a:prstGeom prst="rect">
              <a:avLst/>
            </a:prstGeom>
            <a:noFill/>
          </p:spPr>
          <p:txBody>
            <a:bodyPr wrap="none" rtlCol="0">
              <a:spAutoFit/>
            </a:bodyPr>
            <a:lstStyle/>
            <a:p>
              <a:pPr algn="ctr">
                <a:lnSpc>
                  <a:spcPts val="2250"/>
                </a:lnSpc>
              </a:pPr>
              <a:r>
                <a:rPr lang="zh-CN" altLang="en-US" sz="1500" dirty="0">
                  <a:solidFill>
                    <a:prstClr val="black">
                      <a:lumMod val="85000"/>
                      <a:lumOff val="15000"/>
                    </a:prstClr>
                  </a:solidFill>
                  <a:latin typeface="微软雅黑" panose="020B0503020204020204" pitchFamily="34" charset="-122"/>
                  <a:ea typeface="微软雅黑" panose="020B0503020204020204" pitchFamily="34" charset="-122"/>
                </a:rPr>
                <a:t>点击此处添加文本</a:t>
              </a:r>
              <a:endParaRPr lang="en-US" altLang="zh-CN" sz="1500" dirty="0">
                <a:solidFill>
                  <a:prstClr val="black">
                    <a:lumMod val="85000"/>
                    <a:lumOff val="15000"/>
                  </a:prstClr>
                </a:solidFill>
                <a:latin typeface="微软雅黑" panose="020B0503020204020204" pitchFamily="34" charset="-122"/>
                <a:ea typeface="微软雅黑" panose="020B0503020204020204" pitchFamily="34" charset="-122"/>
              </a:endParaRPr>
            </a:p>
            <a:p>
              <a:pPr algn="ctr">
                <a:lnSpc>
                  <a:spcPts val="2250"/>
                </a:lnSpc>
              </a:pPr>
              <a:r>
                <a:rPr lang="zh-CN" altLang="en-US" sz="1500" dirty="0">
                  <a:solidFill>
                    <a:prstClr val="black">
                      <a:lumMod val="85000"/>
                      <a:lumOff val="15000"/>
                    </a:prstClr>
                  </a:solidFill>
                  <a:latin typeface="微软雅黑" panose="020B0503020204020204" pitchFamily="34" charset="-122"/>
                  <a:ea typeface="微软雅黑" panose="020B0503020204020204" pitchFamily="34" charset="-122"/>
                </a:rPr>
                <a:t>点击此处添加文本</a:t>
              </a:r>
              <a:endParaRPr lang="en-US" altLang="zh-CN" sz="1500" dirty="0">
                <a:solidFill>
                  <a:prstClr val="black">
                    <a:lumMod val="85000"/>
                    <a:lumOff val="15000"/>
                  </a:prstClr>
                </a:solidFill>
                <a:latin typeface="微软雅黑" panose="020B0503020204020204" pitchFamily="34" charset="-122"/>
                <a:ea typeface="微软雅黑" panose="020B0503020204020204" pitchFamily="34" charset="-122"/>
              </a:endParaRPr>
            </a:p>
          </p:txBody>
        </p:sp>
      </p:grpSp>
      <p:grpSp>
        <p:nvGrpSpPr>
          <p:cNvPr id="28" name="组合 27"/>
          <p:cNvGrpSpPr/>
          <p:nvPr/>
        </p:nvGrpSpPr>
        <p:grpSpPr>
          <a:xfrm>
            <a:off x="5817638" y="2435777"/>
            <a:ext cx="1726373" cy="1090631"/>
            <a:chOff x="7756851" y="3354361"/>
            <a:chExt cx="2301830" cy="1454174"/>
          </a:xfrm>
        </p:grpSpPr>
        <p:sp>
          <p:nvSpPr>
            <p:cNvPr id="29" name="文本框 98"/>
            <p:cNvSpPr txBox="1"/>
            <p:nvPr/>
          </p:nvSpPr>
          <p:spPr>
            <a:xfrm>
              <a:off x="7756851" y="3354361"/>
              <a:ext cx="2301830" cy="677108"/>
            </a:xfrm>
            <a:prstGeom prst="rect">
              <a:avLst/>
            </a:prstGeom>
            <a:noFill/>
          </p:spPr>
          <p:txBody>
            <a:bodyPr wrap="square" rtlCol="0">
              <a:spAutoFit/>
            </a:bodyPr>
            <a:lstStyle/>
            <a:p>
              <a:pPr algn="ctr"/>
              <a:r>
                <a:rPr lang="en-US" altLang="zh-CN" sz="2700" b="1" i="1" dirty="0">
                  <a:solidFill>
                    <a:prstClr val="black">
                      <a:lumMod val="85000"/>
                      <a:lumOff val="15000"/>
                    </a:prstClr>
                  </a:solidFill>
                  <a:ea typeface="微软雅黑" pitchFamily="34" charset="-122"/>
                </a:rPr>
                <a:t>THREATS</a:t>
              </a:r>
              <a:endParaRPr lang="zh-CN" altLang="en-US" sz="2700" b="1" i="1" dirty="0">
                <a:solidFill>
                  <a:prstClr val="black">
                    <a:lumMod val="85000"/>
                    <a:lumOff val="15000"/>
                  </a:prstClr>
                </a:solidFill>
                <a:ea typeface="微软雅黑" pitchFamily="34" charset="-122"/>
              </a:endParaRPr>
            </a:p>
          </p:txBody>
        </p:sp>
        <p:sp>
          <p:nvSpPr>
            <p:cNvPr id="30" name="文本框 99"/>
            <p:cNvSpPr txBox="1"/>
            <p:nvPr/>
          </p:nvSpPr>
          <p:spPr>
            <a:xfrm flipH="1">
              <a:off x="7758734" y="3898885"/>
              <a:ext cx="2298066" cy="909650"/>
            </a:xfrm>
            <a:prstGeom prst="rect">
              <a:avLst/>
            </a:prstGeom>
            <a:noFill/>
          </p:spPr>
          <p:txBody>
            <a:bodyPr wrap="none" rtlCol="0">
              <a:spAutoFit/>
            </a:bodyPr>
            <a:lstStyle/>
            <a:p>
              <a:pPr algn="ctr">
                <a:lnSpc>
                  <a:spcPts val="2250"/>
                </a:lnSpc>
              </a:pPr>
              <a:r>
                <a:rPr lang="zh-CN" altLang="en-US" sz="1500" dirty="0">
                  <a:solidFill>
                    <a:prstClr val="black">
                      <a:lumMod val="85000"/>
                      <a:lumOff val="15000"/>
                    </a:prstClr>
                  </a:solidFill>
                  <a:latin typeface="微软雅黑" panose="020B0503020204020204" pitchFamily="34" charset="-122"/>
                  <a:ea typeface="微软雅黑" panose="020B0503020204020204" pitchFamily="34" charset="-122"/>
                </a:rPr>
                <a:t>点击此处添加文本</a:t>
              </a:r>
              <a:endParaRPr lang="en-US" altLang="zh-CN" sz="1500" dirty="0">
                <a:solidFill>
                  <a:prstClr val="black">
                    <a:lumMod val="85000"/>
                    <a:lumOff val="15000"/>
                  </a:prstClr>
                </a:solidFill>
                <a:latin typeface="微软雅黑" panose="020B0503020204020204" pitchFamily="34" charset="-122"/>
                <a:ea typeface="微软雅黑" panose="020B0503020204020204" pitchFamily="34" charset="-122"/>
              </a:endParaRPr>
            </a:p>
            <a:p>
              <a:pPr algn="ctr">
                <a:lnSpc>
                  <a:spcPts val="2250"/>
                </a:lnSpc>
              </a:pPr>
              <a:r>
                <a:rPr lang="zh-CN" altLang="en-US" sz="1500" dirty="0">
                  <a:solidFill>
                    <a:prstClr val="black">
                      <a:lumMod val="85000"/>
                      <a:lumOff val="15000"/>
                    </a:prstClr>
                  </a:solidFill>
                  <a:latin typeface="微软雅黑" panose="020B0503020204020204" pitchFamily="34" charset="-122"/>
                  <a:ea typeface="微软雅黑" panose="020B0503020204020204" pitchFamily="34" charset="-122"/>
                </a:rPr>
                <a:t>点击此处添加文本</a:t>
              </a:r>
              <a:endParaRPr lang="en-US" altLang="zh-CN" sz="1500" dirty="0">
                <a:solidFill>
                  <a:prstClr val="black">
                    <a:lumMod val="85000"/>
                    <a:lumOff val="15000"/>
                  </a:prstClr>
                </a:solidFill>
                <a:latin typeface="微软雅黑" panose="020B0503020204020204" pitchFamily="34" charset="-122"/>
                <a:ea typeface="微软雅黑" panose="020B0503020204020204" pitchFamily="34" charset="-122"/>
              </a:endParaRPr>
            </a:p>
          </p:txBody>
        </p:sp>
      </p:grpSp>
      <p:grpSp>
        <p:nvGrpSpPr>
          <p:cNvPr id="31" name="组合 30"/>
          <p:cNvGrpSpPr/>
          <p:nvPr/>
        </p:nvGrpSpPr>
        <p:grpSpPr>
          <a:xfrm>
            <a:off x="2522960" y="3916395"/>
            <a:ext cx="2894610" cy="993778"/>
            <a:chOff x="3363946" y="5328516"/>
            <a:chExt cx="3859480" cy="1325036"/>
          </a:xfrm>
        </p:grpSpPr>
        <p:sp>
          <p:nvSpPr>
            <p:cNvPr id="32" name="文本框 100"/>
            <p:cNvSpPr txBox="1"/>
            <p:nvPr/>
          </p:nvSpPr>
          <p:spPr>
            <a:xfrm>
              <a:off x="3363946" y="5328516"/>
              <a:ext cx="3859480" cy="615553"/>
            </a:xfrm>
            <a:prstGeom prst="rect">
              <a:avLst/>
            </a:prstGeom>
            <a:noFill/>
          </p:spPr>
          <p:txBody>
            <a:bodyPr wrap="square" rtlCol="0">
              <a:spAutoFit/>
            </a:bodyPr>
            <a:lstStyle/>
            <a:p>
              <a:pPr algn="ctr"/>
              <a:r>
                <a:rPr lang="en-US" altLang="zh-CN" sz="2400" b="1" i="1" dirty="0">
                  <a:solidFill>
                    <a:prstClr val="black">
                      <a:lumMod val="85000"/>
                      <a:lumOff val="15000"/>
                    </a:prstClr>
                  </a:solidFill>
                  <a:ea typeface="微软雅黑" pitchFamily="34" charset="-122"/>
                </a:rPr>
                <a:t>OPPORTUNITIES</a:t>
              </a:r>
              <a:endParaRPr lang="zh-CN" altLang="en-US" sz="2400" b="1" i="1" dirty="0">
                <a:solidFill>
                  <a:prstClr val="black">
                    <a:lumMod val="85000"/>
                    <a:lumOff val="15000"/>
                  </a:prstClr>
                </a:solidFill>
                <a:ea typeface="微软雅黑" pitchFamily="34" charset="-122"/>
              </a:endParaRPr>
            </a:p>
          </p:txBody>
        </p:sp>
        <p:sp>
          <p:nvSpPr>
            <p:cNvPr id="33" name="文本框 101"/>
            <p:cNvSpPr txBox="1"/>
            <p:nvPr/>
          </p:nvSpPr>
          <p:spPr>
            <a:xfrm flipH="1">
              <a:off x="4144654" y="5743902"/>
              <a:ext cx="2298067" cy="909650"/>
            </a:xfrm>
            <a:prstGeom prst="rect">
              <a:avLst/>
            </a:prstGeom>
            <a:noFill/>
          </p:spPr>
          <p:txBody>
            <a:bodyPr wrap="none" rtlCol="0">
              <a:spAutoFit/>
            </a:bodyPr>
            <a:lstStyle/>
            <a:p>
              <a:pPr algn="ctr">
                <a:lnSpc>
                  <a:spcPts val="2250"/>
                </a:lnSpc>
              </a:pPr>
              <a:r>
                <a:rPr lang="zh-CN" altLang="en-US" sz="1500" dirty="0">
                  <a:solidFill>
                    <a:prstClr val="black">
                      <a:lumMod val="85000"/>
                      <a:lumOff val="15000"/>
                    </a:prstClr>
                  </a:solidFill>
                  <a:latin typeface="微软雅黑" panose="020B0503020204020204" pitchFamily="34" charset="-122"/>
                  <a:ea typeface="微软雅黑" panose="020B0503020204020204" pitchFamily="34" charset="-122"/>
                </a:rPr>
                <a:t>点击此处添加文本</a:t>
              </a:r>
              <a:endParaRPr lang="en-US" altLang="zh-CN" sz="1500" dirty="0">
                <a:solidFill>
                  <a:prstClr val="black">
                    <a:lumMod val="85000"/>
                    <a:lumOff val="15000"/>
                  </a:prstClr>
                </a:solidFill>
                <a:latin typeface="微软雅黑" panose="020B0503020204020204" pitchFamily="34" charset="-122"/>
                <a:ea typeface="微软雅黑" panose="020B0503020204020204" pitchFamily="34" charset="-122"/>
              </a:endParaRPr>
            </a:p>
            <a:p>
              <a:pPr algn="ctr">
                <a:lnSpc>
                  <a:spcPts val="2250"/>
                </a:lnSpc>
              </a:pPr>
              <a:r>
                <a:rPr lang="zh-CN" altLang="en-US" sz="1500" dirty="0">
                  <a:solidFill>
                    <a:prstClr val="black">
                      <a:lumMod val="85000"/>
                      <a:lumOff val="15000"/>
                    </a:prstClr>
                  </a:solidFill>
                  <a:latin typeface="微软雅黑" panose="020B0503020204020204" pitchFamily="34" charset="-122"/>
                  <a:ea typeface="微软雅黑" panose="020B0503020204020204" pitchFamily="34" charset="-122"/>
                </a:rPr>
                <a:t>点击此处添加文本</a:t>
              </a:r>
              <a:endParaRPr lang="en-US" altLang="zh-CN" sz="1500" dirty="0">
                <a:solidFill>
                  <a:prstClr val="black">
                    <a:lumMod val="85000"/>
                    <a:lumOff val="15000"/>
                  </a:prstClr>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437342782"/>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32" fill="hold" grpId="0" nodeType="withEffect">
                                  <p:stCondLst>
                                    <p:cond delay="1000"/>
                                  </p:stCondLst>
                                  <p:childTnLst>
                                    <p:set>
                                      <p:cBhvr>
                                        <p:cTn id="6" dur="1" fill="hold">
                                          <p:stCondLst>
                                            <p:cond delay="0"/>
                                          </p:stCondLst>
                                        </p:cTn>
                                        <p:tgtEl>
                                          <p:spTgt spid="5"/>
                                        </p:tgtEl>
                                        <p:attrNameLst>
                                          <p:attrName>style.visibility</p:attrName>
                                        </p:attrNameLst>
                                      </p:cBhvr>
                                      <p:to>
                                        <p:strVal val="visible"/>
                                      </p:to>
                                    </p:set>
                                    <p:animEffect transition="in" filter="circle(out)">
                                      <p:cBhvr>
                                        <p:cTn id="7" dur="100"/>
                                        <p:tgtEl>
                                          <p:spTgt spid="5"/>
                                        </p:tgtEl>
                                      </p:cBhvr>
                                    </p:animEffect>
                                  </p:childTnLst>
                                </p:cTn>
                              </p:par>
                              <p:par>
                                <p:cTn id="8" presetID="42" presetClass="path" presetSubtype="0" decel="50000" fill="hold" grpId="3" nodeType="withEffect">
                                  <p:stCondLst>
                                    <p:cond delay="1000"/>
                                  </p:stCondLst>
                                  <p:childTnLst>
                                    <p:animMotion origin="layout" path="M -0.41497 -0.35416 L 2.08333E-7 -2.22222E-6 " pathEditMode="relative" rAng="0" ptsTypes="AA">
                                      <p:cBhvr>
                                        <p:cTn id="9" dur="500" fill="hold"/>
                                        <p:tgtEl>
                                          <p:spTgt spid="5"/>
                                        </p:tgtEl>
                                        <p:attrNameLst>
                                          <p:attrName>ppt_x</p:attrName>
                                          <p:attrName>ppt_y</p:attrName>
                                        </p:attrNameLst>
                                      </p:cBhvr>
                                      <p:rCtr x="20742" y="17708"/>
                                    </p:animMotion>
                                  </p:childTnLst>
                                </p:cTn>
                              </p:par>
                              <p:par>
                                <p:cTn id="10" presetID="53" presetClass="entr" presetSubtype="16" fill="hold" grpId="4" nodeType="withEffect">
                                  <p:stCondLst>
                                    <p:cond delay="100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par>
                                <p:cTn id="15" presetID="6" presetClass="emph" presetSubtype="0" fill="hold" grpId="2" nodeType="withEffect">
                                  <p:stCondLst>
                                    <p:cond delay="1500"/>
                                  </p:stCondLst>
                                  <p:childTnLst>
                                    <p:animScale>
                                      <p:cBhvr>
                                        <p:cTn id="16" dur="500" fill="hold"/>
                                        <p:tgtEl>
                                          <p:spTgt spid="5"/>
                                        </p:tgtEl>
                                      </p:cBhvr>
                                      <p:by x="1000000" y="1000000"/>
                                    </p:animScale>
                                  </p:childTnLst>
                                </p:cTn>
                              </p:par>
                              <p:par>
                                <p:cTn id="17" presetID="10" presetClass="exit" presetSubtype="0" fill="hold" grpId="1" nodeType="withEffect">
                                  <p:stCondLst>
                                    <p:cond delay="1500"/>
                                  </p:stCondLst>
                                  <p:childTnLst>
                                    <p:animEffect transition="out" filter="fade">
                                      <p:cBhvr>
                                        <p:cTn id="18" dur="500"/>
                                        <p:tgtEl>
                                          <p:spTgt spid="5"/>
                                        </p:tgtEl>
                                      </p:cBhvr>
                                    </p:animEffect>
                                    <p:set>
                                      <p:cBhvr>
                                        <p:cTn id="19" dur="1" fill="hold">
                                          <p:stCondLst>
                                            <p:cond delay="499"/>
                                          </p:stCondLst>
                                        </p:cTn>
                                        <p:tgtEl>
                                          <p:spTgt spid="5"/>
                                        </p:tgtEl>
                                        <p:attrNameLst>
                                          <p:attrName>style.visibility</p:attrName>
                                        </p:attrNameLst>
                                      </p:cBhvr>
                                      <p:to>
                                        <p:strVal val="hidden"/>
                                      </p:to>
                                    </p:set>
                                  </p:childTnLst>
                                </p:cTn>
                              </p:par>
                              <p:par>
                                <p:cTn id="20" presetID="49" presetClass="entr" presetSubtype="0" decel="100000" fill="hold" nodeType="withEffect">
                                  <p:stCondLst>
                                    <p:cond delay="1500"/>
                                  </p:stCondLst>
                                  <p:childTnLst>
                                    <p:set>
                                      <p:cBhvr>
                                        <p:cTn id="21" dur="1" fill="hold">
                                          <p:stCondLst>
                                            <p:cond delay="0"/>
                                          </p:stCondLst>
                                        </p:cTn>
                                        <p:tgtEl>
                                          <p:spTgt spid="10"/>
                                        </p:tgtEl>
                                        <p:attrNameLst>
                                          <p:attrName>style.visibility</p:attrName>
                                        </p:attrNameLst>
                                      </p:cBhvr>
                                      <p:to>
                                        <p:strVal val="visible"/>
                                      </p:to>
                                    </p:set>
                                    <p:anim calcmode="lin" valueType="num">
                                      <p:cBhvr>
                                        <p:cTn id="22" dur="500" fill="hold"/>
                                        <p:tgtEl>
                                          <p:spTgt spid="10"/>
                                        </p:tgtEl>
                                        <p:attrNameLst>
                                          <p:attrName>ppt_w</p:attrName>
                                        </p:attrNameLst>
                                      </p:cBhvr>
                                      <p:tavLst>
                                        <p:tav tm="0">
                                          <p:val>
                                            <p:fltVal val="0"/>
                                          </p:val>
                                        </p:tav>
                                        <p:tav tm="100000">
                                          <p:val>
                                            <p:strVal val="#ppt_w"/>
                                          </p:val>
                                        </p:tav>
                                      </p:tavLst>
                                    </p:anim>
                                    <p:anim calcmode="lin" valueType="num">
                                      <p:cBhvr>
                                        <p:cTn id="23" dur="500" fill="hold"/>
                                        <p:tgtEl>
                                          <p:spTgt spid="10"/>
                                        </p:tgtEl>
                                        <p:attrNameLst>
                                          <p:attrName>ppt_h</p:attrName>
                                        </p:attrNameLst>
                                      </p:cBhvr>
                                      <p:tavLst>
                                        <p:tav tm="0">
                                          <p:val>
                                            <p:fltVal val="0"/>
                                          </p:val>
                                        </p:tav>
                                        <p:tav tm="100000">
                                          <p:val>
                                            <p:strVal val="#ppt_h"/>
                                          </p:val>
                                        </p:tav>
                                      </p:tavLst>
                                    </p:anim>
                                    <p:anim calcmode="lin" valueType="num">
                                      <p:cBhvr>
                                        <p:cTn id="24" dur="500" fill="hold"/>
                                        <p:tgtEl>
                                          <p:spTgt spid="10"/>
                                        </p:tgtEl>
                                        <p:attrNameLst>
                                          <p:attrName>style.rotation</p:attrName>
                                        </p:attrNameLst>
                                      </p:cBhvr>
                                      <p:tavLst>
                                        <p:tav tm="0">
                                          <p:val>
                                            <p:fltVal val="360"/>
                                          </p:val>
                                        </p:tav>
                                        <p:tav tm="100000">
                                          <p:val>
                                            <p:fltVal val="0"/>
                                          </p:val>
                                        </p:tav>
                                      </p:tavLst>
                                    </p:anim>
                                    <p:animEffect transition="in" filter="fade">
                                      <p:cBhvr>
                                        <p:cTn id="25" dur="500"/>
                                        <p:tgtEl>
                                          <p:spTgt spid="10"/>
                                        </p:tgtEl>
                                      </p:cBhvr>
                                    </p:animEffect>
                                  </p:childTnLst>
                                </p:cTn>
                              </p:par>
                              <p:par>
                                <p:cTn id="26" presetID="49" presetClass="entr" presetSubtype="0" decel="100000" fill="hold" nodeType="withEffect">
                                  <p:stCondLst>
                                    <p:cond delay="1500"/>
                                  </p:stCondLst>
                                  <p:childTnLst>
                                    <p:set>
                                      <p:cBhvr>
                                        <p:cTn id="27" dur="1" fill="hold">
                                          <p:stCondLst>
                                            <p:cond delay="0"/>
                                          </p:stCondLst>
                                        </p:cTn>
                                        <p:tgtEl>
                                          <p:spTgt spid="16"/>
                                        </p:tgtEl>
                                        <p:attrNameLst>
                                          <p:attrName>style.visibility</p:attrName>
                                        </p:attrNameLst>
                                      </p:cBhvr>
                                      <p:to>
                                        <p:strVal val="visible"/>
                                      </p:to>
                                    </p:set>
                                    <p:anim calcmode="lin" valueType="num">
                                      <p:cBhvr>
                                        <p:cTn id="28" dur="500" fill="hold"/>
                                        <p:tgtEl>
                                          <p:spTgt spid="16"/>
                                        </p:tgtEl>
                                        <p:attrNameLst>
                                          <p:attrName>ppt_w</p:attrName>
                                        </p:attrNameLst>
                                      </p:cBhvr>
                                      <p:tavLst>
                                        <p:tav tm="0">
                                          <p:val>
                                            <p:fltVal val="0"/>
                                          </p:val>
                                        </p:tav>
                                        <p:tav tm="100000">
                                          <p:val>
                                            <p:strVal val="#ppt_w"/>
                                          </p:val>
                                        </p:tav>
                                      </p:tavLst>
                                    </p:anim>
                                    <p:anim calcmode="lin" valueType="num">
                                      <p:cBhvr>
                                        <p:cTn id="29" dur="500" fill="hold"/>
                                        <p:tgtEl>
                                          <p:spTgt spid="16"/>
                                        </p:tgtEl>
                                        <p:attrNameLst>
                                          <p:attrName>ppt_h</p:attrName>
                                        </p:attrNameLst>
                                      </p:cBhvr>
                                      <p:tavLst>
                                        <p:tav tm="0">
                                          <p:val>
                                            <p:fltVal val="0"/>
                                          </p:val>
                                        </p:tav>
                                        <p:tav tm="100000">
                                          <p:val>
                                            <p:strVal val="#ppt_h"/>
                                          </p:val>
                                        </p:tav>
                                      </p:tavLst>
                                    </p:anim>
                                    <p:anim calcmode="lin" valueType="num">
                                      <p:cBhvr>
                                        <p:cTn id="30" dur="500" fill="hold"/>
                                        <p:tgtEl>
                                          <p:spTgt spid="16"/>
                                        </p:tgtEl>
                                        <p:attrNameLst>
                                          <p:attrName>style.rotation</p:attrName>
                                        </p:attrNameLst>
                                      </p:cBhvr>
                                      <p:tavLst>
                                        <p:tav tm="0">
                                          <p:val>
                                            <p:fltVal val="360"/>
                                          </p:val>
                                        </p:tav>
                                        <p:tav tm="100000">
                                          <p:val>
                                            <p:fltVal val="0"/>
                                          </p:val>
                                        </p:tav>
                                      </p:tavLst>
                                    </p:anim>
                                    <p:animEffect transition="in" filter="fade">
                                      <p:cBhvr>
                                        <p:cTn id="31" dur="500"/>
                                        <p:tgtEl>
                                          <p:spTgt spid="16"/>
                                        </p:tgtEl>
                                      </p:cBhvr>
                                    </p:animEffect>
                                  </p:childTnLst>
                                </p:cTn>
                              </p:par>
                              <p:par>
                                <p:cTn id="32" presetID="49" presetClass="entr" presetSubtype="0" decel="100000" fill="hold" nodeType="withEffect">
                                  <p:stCondLst>
                                    <p:cond delay="1500"/>
                                  </p:stCondLst>
                                  <p:childTnLst>
                                    <p:set>
                                      <p:cBhvr>
                                        <p:cTn id="33" dur="1" fill="hold">
                                          <p:stCondLst>
                                            <p:cond delay="0"/>
                                          </p:stCondLst>
                                        </p:cTn>
                                        <p:tgtEl>
                                          <p:spTgt spid="13"/>
                                        </p:tgtEl>
                                        <p:attrNameLst>
                                          <p:attrName>style.visibility</p:attrName>
                                        </p:attrNameLst>
                                      </p:cBhvr>
                                      <p:to>
                                        <p:strVal val="visible"/>
                                      </p:to>
                                    </p:set>
                                    <p:anim calcmode="lin" valueType="num">
                                      <p:cBhvr>
                                        <p:cTn id="34" dur="500" fill="hold"/>
                                        <p:tgtEl>
                                          <p:spTgt spid="13"/>
                                        </p:tgtEl>
                                        <p:attrNameLst>
                                          <p:attrName>ppt_w</p:attrName>
                                        </p:attrNameLst>
                                      </p:cBhvr>
                                      <p:tavLst>
                                        <p:tav tm="0">
                                          <p:val>
                                            <p:fltVal val="0"/>
                                          </p:val>
                                        </p:tav>
                                        <p:tav tm="100000">
                                          <p:val>
                                            <p:strVal val="#ppt_w"/>
                                          </p:val>
                                        </p:tav>
                                      </p:tavLst>
                                    </p:anim>
                                    <p:anim calcmode="lin" valueType="num">
                                      <p:cBhvr>
                                        <p:cTn id="35" dur="500" fill="hold"/>
                                        <p:tgtEl>
                                          <p:spTgt spid="13"/>
                                        </p:tgtEl>
                                        <p:attrNameLst>
                                          <p:attrName>ppt_h</p:attrName>
                                        </p:attrNameLst>
                                      </p:cBhvr>
                                      <p:tavLst>
                                        <p:tav tm="0">
                                          <p:val>
                                            <p:fltVal val="0"/>
                                          </p:val>
                                        </p:tav>
                                        <p:tav tm="100000">
                                          <p:val>
                                            <p:strVal val="#ppt_h"/>
                                          </p:val>
                                        </p:tav>
                                      </p:tavLst>
                                    </p:anim>
                                    <p:anim calcmode="lin" valueType="num">
                                      <p:cBhvr>
                                        <p:cTn id="36" dur="500" fill="hold"/>
                                        <p:tgtEl>
                                          <p:spTgt spid="13"/>
                                        </p:tgtEl>
                                        <p:attrNameLst>
                                          <p:attrName>style.rotation</p:attrName>
                                        </p:attrNameLst>
                                      </p:cBhvr>
                                      <p:tavLst>
                                        <p:tav tm="0">
                                          <p:val>
                                            <p:fltVal val="360"/>
                                          </p:val>
                                        </p:tav>
                                        <p:tav tm="100000">
                                          <p:val>
                                            <p:fltVal val="0"/>
                                          </p:val>
                                        </p:tav>
                                      </p:tavLst>
                                    </p:anim>
                                    <p:animEffect transition="in" filter="fade">
                                      <p:cBhvr>
                                        <p:cTn id="37" dur="500"/>
                                        <p:tgtEl>
                                          <p:spTgt spid="13"/>
                                        </p:tgtEl>
                                      </p:cBhvr>
                                    </p:animEffect>
                                  </p:childTnLst>
                                </p:cTn>
                              </p:par>
                              <p:par>
                                <p:cTn id="38" presetID="49" presetClass="entr" presetSubtype="0" decel="100000" fill="hold" nodeType="withEffect">
                                  <p:stCondLst>
                                    <p:cond delay="1500"/>
                                  </p:stCondLst>
                                  <p:childTnLst>
                                    <p:set>
                                      <p:cBhvr>
                                        <p:cTn id="39" dur="1" fill="hold">
                                          <p:stCondLst>
                                            <p:cond delay="0"/>
                                          </p:stCondLst>
                                        </p:cTn>
                                        <p:tgtEl>
                                          <p:spTgt spid="19"/>
                                        </p:tgtEl>
                                        <p:attrNameLst>
                                          <p:attrName>style.visibility</p:attrName>
                                        </p:attrNameLst>
                                      </p:cBhvr>
                                      <p:to>
                                        <p:strVal val="visible"/>
                                      </p:to>
                                    </p:set>
                                    <p:anim calcmode="lin" valueType="num">
                                      <p:cBhvr>
                                        <p:cTn id="40" dur="500" fill="hold"/>
                                        <p:tgtEl>
                                          <p:spTgt spid="19"/>
                                        </p:tgtEl>
                                        <p:attrNameLst>
                                          <p:attrName>ppt_w</p:attrName>
                                        </p:attrNameLst>
                                      </p:cBhvr>
                                      <p:tavLst>
                                        <p:tav tm="0">
                                          <p:val>
                                            <p:fltVal val="0"/>
                                          </p:val>
                                        </p:tav>
                                        <p:tav tm="100000">
                                          <p:val>
                                            <p:strVal val="#ppt_w"/>
                                          </p:val>
                                        </p:tav>
                                      </p:tavLst>
                                    </p:anim>
                                    <p:anim calcmode="lin" valueType="num">
                                      <p:cBhvr>
                                        <p:cTn id="41" dur="500" fill="hold"/>
                                        <p:tgtEl>
                                          <p:spTgt spid="19"/>
                                        </p:tgtEl>
                                        <p:attrNameLst>
                                          <p:attrName>ppt_h</p:attrName>
                                        </p:attrNameLst>
                                      </p:cBhvr>
                                      <p:tavLst>
                                        <p:tav tm="0">
                                          <p:val>
                                            <p:fltVal val="0"/>
                                          </p:val>
                                        </p:tav>
                                        <p:tav tm="100000">
                                          <p:val>
                                            <p:strVal val="#ppt_h"/>
                                          </p:val>
                                        </p:tav>
                                      </p:tavLst>
                                    </p:anim>
                                    <p:anim calcmode="lin" valueType="num">
                                      <p:cBhvr>
                                        <p:cTn id="42" dur="500" fill="hold"/>
                                        <p:tgtEl>
                                          <p:spTgt spid="19"/>
                                        </p:tgtEl>
                                        <p:attrNameLst>
                                          <p:attrName>style.rotation</p:attrName>
                                        </p:attrNameLst>
                                      </p:cBhvr>
                                      <p:tavLst>
                                        <p:tav tm="0">
                                          <p:val>
                                            <p:fltVal val="360"/>
                                          </p:val>
                                        </p:tav>
                                        <p:tav tm="100000">
                                          <p:val>
                                            <p:fltVal val="0"/>
                                          </p:val>
                                        </p:tav>
                                      </p:tavLst>
                                    </p:anim>
                                    <p:animEffect transition="in" filter="fade">
                                      <p:cBhvr>
                                        <p:cTn id="43" dur="500"/>
                                        <p:tgtEl>
                                          <p:spTgt spid="19"/>
                                        </p:tgtEl>
                                      </p:cBhvr>
                                    </p:animEffect>
                                  </p:childTnLst>
                                </p:cTn>
                              </p:par>
                              <p:par>
                                <p:cTn id="44" presetID="26" presetClass="emph" presetSubtype="0" repeatCount="2000" fill="hold" nodeType="withEffect">
                                  <p:stCondLst>
                                    <p:cond delay="2000"/>
                                  </p:stCondLst>
                                  <p:childTnLst>
                                    <p:animEffect transition="out" filter="fade">
                                      <p:cBhvr>
                                        <p:cTn id="45" dur="200" tmFilter="0, 0; .2, .5; .8, .5; 1, 0"/>
                                        <p:tgtEl>
                                          <p:spTgt spid="10"/>
                                        </p:tgtEl>
                                      </p:cBhvr>
                                    </p:animEffect>
                                    <p:animScale>
                                      <p:cBhvr>
                                        <p:cTn id="46" dur="100" autoRev="1" fill="hold"/>
                                        <p:tgtEl>
                                          <p:spTgt spid="10"/>
                                        </p:tgtEl>
                                      </p:cBhvr>
                                      <p:by x="105000" y="105000"/>
                                    </p:animScale>
                                  </p:childTnLst>
                                </p:cTn>
                              </p:par>
                              <p:par>
                                <p:cTn id="47" presetID="12" presetClass="entr" presetSubtype="2" fill="hold" grpId="0" nodeType="withEffect">
                                  <p:stCondLst>
                                    <p:cond delay="2000"/>
                                  </p:stCondLst>
                                  <p:childTnLst>
                                    <p:set>
                                      <p:cBhvr>
                                        <p:cTn id="48" dur="1" fill="hold">
                                          <p:stCondLst>
                                            <p:cond delay="0"/>
                                          </p:stCondLst>
                                        </p:cTn>
                                        <p:tgtEl>
                                          <p:spTgt spid="7"/>
                                        </p:tgtEl>
                                        <p:attrNameLst>
                                          <p:attrName>style.visibility</p:attrName>
                                        </p:attrNameLst>
                                      </p:cBhvr>
                                      <p:to>
                                        <p:strVal val="visible"/>
                                      </p:to>
                                    </p:set>
                                    <p:anim calcmode="lin" valueType="num">
                                      <p:cBhvr additive="base">
                                        <p:cTn id="49" dur="500"/>
                                        <p:tgtEl>
                                          <p:spTgt spid="7"/>
                                        </p:tgtEl>
                                        <p:attrNameLst>
                                          <p:attrName>ppt_x</p:attrName>
                                        </p:attrNameLst>
                                      </p:cBhvr>
                                      <p:tavLst>
                                        <p:tav tm="0">
                                          <p:val>
                                            <p:strVal val="#ppt_x+#ppt_w*1.125000"/>
                                          </p:val>
                                        </p:tav>
                                        <p:tav tm="100000">
                                          <p:val>
                                            <p:strVal val="#ppt_x"/>
                                          </p:val>
                                        </p:tav>
                                      </p:tavLst>
                                    </p:anim>
                                    <p:animEffect transition="in" filter="wipe(left)">
                                      <p:cBhvr>
                                        <p:cTn id="50" dur="500"/>
                                        <p:tgtEl>
                                          <p:spTgt spid="7"/>
                                        </p:tgtEl>
                                      </p:cBhvr>
                                    </p:animEffect>
                                  </p:childTnLst>
                                </p:cTn>
                              </p:par>
                              <p:par>
                                <p:cTn id="51" presetID="10" presetClass="entr" presetSubtype="0" fill="hold" nodeType="withEffect">
                                  <p:stCondLst>
                                    <p:cond delay="230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500"/>
                                        <p:tgtEl>
                                          <p:spTgt spid="22"/>
                                        </p:tgtEl>
                                      </p:cBhvr>
                                    </p:animEffect>
                                  </p:childTnLst>
                                </p:cTn>
                              </p:par>
                              <p:par>
                                <p:cTn id="54" presetID="6" presetClass="emph" presetSubtype="0" autoRev="1" fill="hold" nodeType="withEffect">
                                  <p:stCondLst>
                                    <p:cond delay="2300"/>
                                  </p:stCondLst>
                                  <p:childTnLst>
                                    <p:animScale>
                                      <p:cBhvr>
                                        <p:cTn id="55" dur="250" fill="hold"/>
                                        <p:tgtEl>
                                          <p:spTgt spid="22"/>
                                        </p:tgtEl>
                                      </p:cBhvr>
                                      <p:by x="120000" y="120000"/>
                                    </p:animScale>
                                  </p:childTnLst>
                                </p:cTn>
                              </p:par>
                              <p:par>
                                <p:cTn id="56" presetID="26" presetClass="emph" presetSubtype="0" repeatCount="2000" fill="hold" nodeType="withEffect">
                                  <p:stCondLst>
                                    <p:cond delay="2800"/>
                                  </p:stCondLst>
                                  <p:childTnLst>
                                    <p:animEffect transition="out" filter="fade">
                                      <p:cBhvr>
                                        <p:cTn id="57" dur="200" tmFilter="0, 0; .2, .5; .8, .5; 1, 0"/>
                                        <p:tgtEl>
                                          <p:spTgt spid="16"/>
                                        </p:tgtEl>
                                      </p:cBhvr>
                                    </p:animEffect>
                                    <p:animScale>
                                      <p:cBhvr>
                                        <p:cTn id="58" dur="100" autoRev="1" fill="hold"/>
                                        <p:tgtEl>
                                          <p:spTgt spid="16"/>
                                        </p:tgtEl>
                                      </p:cBhvr>
                                      <p:by x="105000" y="105000"/>
                                    </p:animScale>
                                  </p:childTnLst>
                                </p:cTn>
                              </p:par>
                              <p:par>
                                <p:cTn id="59" presetID="12" presetClass="entr" presetSubtype="4" fill="hold" grpId="0" nodeType="withEffect">
                                  <p:stCondLst>
                                    <p:cond delay="2800"/>
                                  </p:stCondLst>
                                  <p:childTnLst>
                                    <p:set>
                                      <p:cBhvr>
                                        <p:cTn id="60" dur="1" fill="hold">
                                          <p:stCondLst>
                                            <p:cond delay="0"/>
                                          </p:stCondLst>
                                        </p:cTn>
                                        <p:tgtEl>
                                          <p:spTgt spid="9"/>
                                        </p:tgtEl>
                                        <p:attrNameLst>
                                          <p:attrName>style.visibility</p:attrName>
                                        </p:attrNameLst>
                                      </p:cBhvr>
                                      <p:to>
                                        <p:strVal val="visible"/>
                                      </p:to>
                                    </p:set>
                                    <p:anim calcmode="lin" valueType="num">
                                      <p:cBhvr additive="base">
                                        <p:cTn id="61" dur="500"/>
                                        <p:tgtEl>
                                          <p:spTgt spid="9"/>
                                        </p:tgtEl>
                                        <p:attrNameLst>
                                          <p:attrName>ppt_y</p:attrName>
                                        </p:attrNameLst>
                                      </p:cBhvr>
                                      <p:tavLst>
                                        <p:tav tm="0">
                                          <p:val>
                                            <p:strVal val="#ppt_y+#ppt_h*1.125000"/>
                                          </p:val>
                                        </p:tav>
                                        <p:tav tm="100000">
                                          <p:val>
                                            <p:strVal val="#ppt_y"/>
                                          </p:val>
                                        </p:tav>
                                      </p:tavLst>
                                    </p:anim>
                                    <p:animEffect transition="in" filter="wipe(up)">
                                      <p:cBhvr>
                                        <p:cTn id="62" dur="500"/>
                                        <p:tgtEl>
                                          <p:spTgt spid="9"/>
                                        </p:tgtEl>
                                      </p:cBhvr>
                                    </p:animEffect>
                                  </p:childTnLst>
                                </p:cTn>
                              </p:par>
                              <p:par>
                                <p:cTn id="63" presetID="10" presetClass="entr" presetSubtype="0" fill="hold" nodeType="withEffect">
                                  <p:stCondLst>
                                    <p:cond delay="3100"/>
                                  </p:stCondLst>
                                  <p:childTnLst>
                                    <p:set>
                                      <p:cBhvr>
                                        <p:cTn id="64" dur="1" fill="hold">
                                          <p:stCondLst>
                                            <p:cond delay="0"/>
                                          </p:stCondLst>
                                        </p:cTn>
                                        <p:tgtEl>
                                          <p:spTgt spid="25"/>
                                        </p:tgtEl>
                                        <p:attrNameLst>
                                          <p:attrName>style.visibility</p:attrName>
                                        </p:attrNameLst>
                                      </p:cBhvr>
                                      <p:to>
                                        <p:strVal val="visible"/>
                                      </p:to>
                                    </p:set>
                                    <p:animEffect transition="in" filter="fade">
                                      <p:cBhvr>
                                        <p:cTn id="65" dur="500"/>
                                        <p:tgtEl>
                                          <p:spTgt spid="25"/>
                                        </p:tgtEl>
                                      </p:cBhvr>
                                    </p:animEffect>
                                  </p:childTnLst>
                                </p:cTn>
                              </p:par>
                              <p:par>
                                <p:cTn id="66" presetID="6" presetClass="emph" presetSubtype="0" autoRev="1" fill="hold" nodeType="withEffect">
                                  <p:stCondLst>
                                    <p:cond delay="3100"/>
                                  </p:stCondLst>
                                  <p:childTnLst>
                                    <p:animScale>
                                      <p:cBhvr>
                                        <p:cTn id="67" dur="250" fill="hold"/>
                                        <p:tgtEl>
                                          <p:spTgt spid="25"/>
                                        </p:tgtEl>
                                      </p:cBhvr>
                                      <p:by x="120000" y="120000"/>
                                    </p:animScale>
                                  </p:childTnLst>
                                </p:cTn>
                              </p:par>
                              <p:par>
                                <p:cTn id="68" presetID="26" presetClass="emph" presetSubtype="0" repeatCount="2000" fill="hold" nodeType="withEffect">
                                  <p:stCondLst>
                                    <p:cond delay="3600"/>
                                  </p:stCondLst>
                                  <p:childTnLst>
                                    <p:animEffect transition="out" filter="fade">
                                      <p:cBhvr>
                                        <p:cTn id="69" dur="200" tmFilter="0, 0; .2, .5; .8, .5; 1, 0"/>
                                        <p:tgtEl>
                                          <p:spTgt spid="19"/>
                                        </p:tgtEl>
                                      </p:cBhvr>
                                    </p:animEffect>
                                    <p:animScale>
                                      <p:cBhvr>
                                        <p:cTn id="70" dur="100" autoRev="1" fill="hold"/>
                                        <p:tgtEl>
                                          <p:spTgt spid="19"/>
                                        </p:tgtEl>
                                      </p:cBhvr>
                                      <p:by x="105000" y="105000"/>
                                    </p:animScale>
                                  </p:childTnLst>
                                </p:cTn>
                              </p:par>
                              <p:par>
                                <p:cTn id="71" presetID="12" presetClass="entr" presetSubtype="1" fill="hold" grpId="0" nodeType="withEffect">
                                  <p:stCondLst>
                                    <p:cond delay="3600"/>
                                  </p:stCondLst>
                                  <p:childTnLst>
                                    <p:set>
                                      <p:cBhvr>
                                        <p:cTn id="72" dur="1" fill="hold">
                                          <p:stCondLst>
                                            <p:cond delay="0"/>
                                          </p:stCondLst>
                                        </p:cTn>
                                        <p:tgtEl>
                                          <p:spTgt spid="6"/>
                                        </p:tgtEl>
                                        <p:attrNameLst>
                                          <p:attrName>style.visibility</p:attrName>
                                        </p:attrNameLst>
                                      </p:cBhvr>
                                      <p:to>
                                        <p:strVal val="visible"/>
                                      </p:to>
                                    </p:set>
                                    <p:anim calcmode="lin" valueType="num">
                                      <p:cBhvr additive="base">
                                        <p:cTn id="73" dur="500"/>
                                        <p:tgtEl>
                                          <p:spTgt spid="6"/>
                                        </p:tgtEl>
                                        <p:attrNameLst>
                                          <p:attrName>ppt_y</p:attrName>
                                        </p:attrNameLst>
                                      </p:cBhvr>
                                      <p:tavLst>
                                        <p:tav tm="0">
                                          <p:val>
                                            <p:strVal val="#ppt_y-#ppt_h*1.125000"/>
                                          </p:val>
                                        </p:tav>
                                        <p:tav tm="100000">
                                          <p:val>
                                            <p:strVal val="#ppt_y"/>
                                          </p:val>
                                        </p:tav>
                                      </p:tavLst>
                                    </p:anim>
                                    <p:animEffect transition="in" filter="wipe(down)">
                                      <p:cBhvr>
                                        <p:cTn id="74" dur="500"/>
                                        <p:tgtEl>
                                          <p:spTgt spid="6"/>
                                        </p:tgtEl>
                                      </p:cBhvr>
                                    </p:animEffect>
                                  </p:childTnLst>
                                </p:cTn>
                              </p:par>
                              <p:par>
                                <p:cTn id="75" presetID="10" presetClass="entr" presetSubtype="0" fill="hold" nodeType="withEffect">
                                  <p:stCondLst>
                                    <p:cond delay="3900"/>
                                  </p:stCondLst>
                                  <p:childTnLst>
                                    <p:set>
                                      <p:cBhvr>
                                        <p:cTn id="76" dur="1" fill="hold">
                                          <p:stCondLst>
                                            <p:cond delay="0"/>
                                          </p:stCondLst>
                                        </p:cTn>
                                        <p:tgtEl>
                                          <p:spTgt spid="31"/>
                                        </p:tgtEl>
                                        <p:attrNameLst>
                                          <p:attrName>style.visibility</p:attrName>
                                        </p:attrNameLst>
                                      </p:cBhvr>
                                      <p:to>
                                        <p:strVal val="visible"/>
                                      </p:to>
                                    </p:set>
                                    <p:animEffect transition="in" filter="fade">
                                      <p:cBhvr>
                                        <p:cTn id="77" dur="500"/>
                                        <p:tgtEl>
                                          <p:spTgt spid="31"/>
                                        </p:tgtEl>
                                      </p:cBhvr>
                                    </p:animEffect>
                                  </p:childTnLst>
                                </p:cTn>
                              </p:par>
                              <p:par>
                                <p:cTn id="78" presetID="6" presetClass="emph" presetSubtype="0" autoRev="1" fill="hold" nodeType="withEffect">
                                  <p:stCondLst>
                                    <p:cond delay="3900"/>
                                  </p:stCondLst>
                                  <p:childTnLst>
                                    <p:animScale>
                                      <p:cBhvr>
                                        <p:cTn id="79" dur="250" fill="hold"/>
                                        <p:tgtEl>
                                          <p:spTgt spid="31"/>
                                        </p:tgtEl>
                                      </p:cBhvr>
                                      <p:by x="120000" y="120000"/>
                                    </p:animScale>
                                  </p:childTnLst>
                                </p:cTn>
                              </p:par>
                              <p:par>
                                <p:cTn id="80" presetID="26" presetClass="emph" presetSubtype="0" repeatCount="2000" fill="hold" nodeType="withEffect">
                                  <p:stCondLst>
                                    <p:cond delay="4400"/>
                                  </p:stCondLst>
                                  <p:childTnLst>
                                    <p:animEffect transition="out" filter="fade">
                                      <p:cBhvr>
                                        <p:cTn id="81" dur="200" tmFilter="0, 0; .2, .5; .8, .5; 1, 0"/>
                                        <p:tgtEl>
                                          <p:spTgt spid="13"/>
                                        </p:tgtEl>
                                      </p:cBhvr>
                                    </p:animEffect>
                                    <p:animScale>
                                      <p:cBhvr>
                                        <p:cTn id="82" dur="100" autoRev="1" fill="hold"/>
                                        <p:tgtEl>
                                          <p:spTgt spid="13"/>
                                        </p:tgtEl>
                                      </p:cBhvr>
                                      <p:by x="105000" y="105000"/>
                                    </p:animScale>
                                  </p:childTnLst>
                                </p:cTn>
                              </p:par>
                              <p:par>
                                <p:cTn id="83" presetID="12" presetClass="entr" presetSubtype="8" fill="hold" grpId="0" nodeType="withEffect">
                                  <p:stCondLst>
                                    <p:cond delay="4400"/>
                                  </p:stCondLst>
                                  <p:childTnLst>
                                    <p:set>
                                      <p:cBhvr>
                                        <p:cTn id="84" dur="1" fill="hold">
                                          <p:stCondLst>
                                            <p:cond delay="0"/>
                                          </p:stCondLst>
                                        </p:cTn>
                                        <p:tgtEl>
                                          <p:spTgt spid="8"/>
                                        </p:tgtEl>
                                        <p:attrNameLst>
                                          <p:attrName>style.visibility</p:attrName>
                                        </p:attrNameLst>
                                      </p:cBhvr>
                                      <p:to>
                                        <p:strVal val="visible"/>
                                      </p:to>
                                    </p:set>
                                    <p:anim calcmode="lin" valueType="num">
                                      <p:cBhvr additive="base">
                                        <p:cTn id="85" dur="500"/>
                                        <p:tgtEl>
                                          <p:spTgt spid="8"/>
                                        </p:tgtEl>
                                        <p:attrNameLst>
                                          <p:attrName>ppt_x</p:attrName>
                                        </p:attrNameLst>
                                      </p:cBhvr>
                                      <p:tavLst>
                                        <p:tav tm="0">
                                          <p:val>
                                            <p:strVal val="#ppt_x-#ppt_w*1.125000"/>
                                          </p:val>
                                        </p:tav>
                                        <p:tav tm="100000">
                                          <p:val>
                                            <p:strVal val="#ppt_x"/>
                                          </p:val>
                                        </p:tav>
                                      </p:tavLst>
                                    </p:anim>
                                    <p:animEffect transition="in" filter="wipe(right)">
                                      <p:cBhvr>
                                        <p:cTn id="86" dur="500"/>
                                        <p:tgtEl>
                                          <p:spTgt spid="8"/>
                                        </p:tgtEl>
                                      </p:cBhvr>
                                    </p:animEffect>
                                  </p:childTnLst>
                                </p:cTn>
                              </p:par>
                              <p:par>
                                <p:cTn id="87" presetID="10" presetClass="entr" presetSubtype="0" fill="hold" nodeType="withEffect">
                                  <p:stCondLst>
                                    <p:cond delay="4700"/>
                                  </p:stCondLst>
                                  <p:childTnLst>
                                    <p:set>
                                      <p:cBhvr>
                                        <p:cTn id="88" dur="1" fill="hold">
                                          <p:stCondLst>
                                            <p:cond delay="0"/>
                                          </p:stCondLst>
                                        </p:cTn>
                                        <p:tgtEl>
                                          <p:spTgt spid="28"/>
                                        </p:tgtEl>
                                        <p:attrNameLst>
                                          <p:attrName>style.visibility</p:attrName>
                                        </p:attrNameLst>
                                      </p:cBhvr>
                                      <p:to>
                                        <p:strVal val="visible"/>
                                      </p:to>
                                    </p:set>
                                    <p:animEffect transition="in" filter="fade">
                                      <p:cBhvr>
                                        <p:cTn id="89" dur="500"/>
                                        <p:tgtEl>
                                          <p:spTgt spid="28"/>
                                        </p:tgtEl>
                                      </p:cBhvr>
                                    </p:animEffect>
                                  </p:childTnLst>
                                </p:cTn>
                              </p:par>
                              <p:par>
                                <p:cTn id="90" presetID="6" presetClass="emph" presetSubtype="0" autoRev="1" fill="hold" nodeType="withEffect">
                                  <p:stCondLst>
                                    <p:cond delay="4700"/>
                                  </p:stCondLst>
                                  <p:childTnLst>
                                    <p:animScale>
                                      <p:cBhvr>
                                        <p:cTn id="91" dur="250" fill="hold"/>
                                        <p:tgtEl>
                                          <p:spTgt spid="28"/>
                                        </p:tgtEl>
                                      </p:cBhvr>
                                      <p:by x="120000" y="12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5" grpId="2" animBg="1"/>
      <p:bldP spid="5" grpId="3" animBg="1"/>
      <p:bldP spid="5" grpId="4" animBg="1"/>
      <p:bldP spid="6" grpId="0" animBg="1"/>
      <p:bldP spid="7" grpId="0" animBg="1"/>
      <p:bldP spid="8" grpId="0" animBg="1"/>
      <p:bldP spid="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95486"/>
            <a:ext cx="611560" cy="369332"/>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3"/>
          <p:cNvSpPr txBox="1"/>
          <p:nvPr/>
        </p:nvSpPr>
        <p:spPr>
          <a:xfrm>
            <a:off x="683568" y="195486"/>
            <a:ext cx="3816424" cy="646331"/>
          </a:xfrm>
          <a:prstGeom prst="rect">
            <a:avLst/>
          </a:prstGeom>
          <a:noFill/>
        </p:spPr>
        <p:txBody>
          <a:bodyPr wrap="square" rtlCol="0">
            <a:spAutoFit/>
          </a:bodyPr>
          <a:lstStyle/>
          <a:p>
            <a:r>
              <a:rPr lang="zh-CN" altLang="en-US" dirty="0">
                <a:solidFill>
                  <a:srgbClr val="054487"/>
                </a:solidFill>
                <a:latin typeface="微软雅黑" pitchFamily="34" charset="-122"/>
                <a:ea typeface="微软雅黑" pitchFamily="34" charset="-122"/>
              </a:rPr>
              <a:t>输入你的标题 </a:t>
            </a:r>
            <a:r>
              <a:rPr lang="en-US" altLang="zh-CN" dirty="0">
                <a:solidFill>
                  <a:srgbClr val="054487"/>
                </a:solidFill>
                <a:latin typeface="微软雅黑" pitchFamily="34" charset="-122"/>
                <a:ea typeface="微软雅黑" pitchFamily="34" charset="-122"/>
              </a:rPr>
              <a:t>/Add your title</a:t>
            </a:r>
            <a:endParaRPr lang="zh-CN" altLang="en-US" dirty="0">
              <a:solidFill>
                <a:srgbClr val="054487"/>
              </a:solidFill>
              <a:latin typeface="微软雅黑" pitchFamily="34" charset="-122"/>
              <a:ea typeface="微软雅黑" pitchFamily="34" charset="-122"/>
            </a:endParaRPr>
          </a:p>
          <a:p>
            <a:endParaRPr lang="zh-CN" altLang="en-US" dirty="0">
              <a:solidFill>
                <a:srgbClr val="F46970"/>
              </a:solidFill>
              <a:latin typeface="微软雅黑" pitchFamily="34" charset="-122"/>
              <a:ea typeface="微软雅黑" pitchFamily="34" charset="-122"/>
            </a:endParaRPr>
          </a:p>
        </p:txBody>
      </p:sp>
      <p:grpSp>
        <p:nvGrpSpPr>
          <p:cNvPr id="5" name="Group 49"/>
          <p:cNvGrpSpPr>
            <a:grpSpLocks/>
          </p:cNvGrpSpPr>
          <p:nvPr/>
        </p:nvGrpSpPr>
        <p:grpSpPr bwMode="auto">
          <a:xfrm>
            <a:off x="3025561" y="1541158"/>
            <a:ext cx="2947000" cy="2920787"/>
            <a:chOff x="1727" y="1189"/>
            <a:chExt cx="2358" cy="2358"/>
          </a:xfrm>
        </p:grpSpPr>
        <p:sp>
          <p:nvSpPr>
            <p:cNvPr id="6" name="Oval 4"/>
            <p:cNvSpPr>
              <a:spLocks noChangeArrowheads="1"/>
            </p:cNvSpPr>
            <p:nvPr/>
          </p:nvSpPr>
          <p:spPr bwMode="auto">
            <a:xfrm>
              <a:off x="1727" y="1189"/>
              <a:ext cx="2358" cy="2358"/>
            </a:xfrm>
            <a:prstGeom prst="ellipse">
              <a:avLst/>
            </a:prstGeom>
            <a:gradFill rotWithShape="1">
              <a:gsLst>
                <a:gs pos="0">
                  <a:srgbClr val="E6E6E6"/>
                </a:gs>
                <a:gs pos="14999">
                  <a:srgbClr val="7D8496"/>
                </a:gs>
                <a:gs pos="53000">
                  <a:srgbClr val="E6E6E6"/>
                </a:gs>
                <a:gs pos="67999">
                  <a:srgbClr val="7D8496"/>
                </a:gs>
                <a:gs pos="92999">
                  <a:srgbClr val="E6E6E6"/>
                </a:gs>
                <a:gs pos="100000">
                  <a:srgbClr val="FFFFFF"/>
                </a:gs>
              </a:gsLst>
              <a:lin ang="18900000" scaled="1"/>
            </a:gradFill>
            <a:ln w="9525">
              <a:no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7" name="Oval 5"/>
            <p:cNvSpPr>
              <a:spLocks noChangeArrowheads="1"/>
            </p:cNvSpPr>
            <p:nvPr/>
          </p:nvSpPr>
          <p:spPr bwMode="auto">
            <a:xfrm>
              <a:off x="2038" y="1491"/>
              <a:ext cx="1732" cy="1730"/>
            </a:xfrm>
            <a:prstGeom prst="ellipse">
              <a:avLst/>
            </a:prstGeom>
            <a:gradFill rotWithShape="1">
              <a:gsLst>
                <a:gs pos="0">
                  <a:srgbClr val="FFFFFF"/>
                </a:gs>
                <a:gs pos="50000">
                  <a:srgbClr val="A1A1A1"/>
                </a:gs>
                <a:gs pos="100000">
                  <a:srgbClr val="FFFFFF"/>
                </a:gs>
              </a:gsLst>
              <a:lin ang="18900000" scaled="1"/>
            </a:gradFill>
            <a:ln w="9525">
              <a:noFill/>
              <a:round/>
              <a:headEnd/>
              <a:tailEnd/>
            </a:ln>
            <a:effectLst>
              <a:prstShdw prst="shdw17" dist="17961" dir="2700000">
                <a:srgbClr val="999999"/>
              </a:prst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grpSp>
      <p:sp>
        <p:nvSpPr>
          <p:cNvPr id="8" name="Text Box 7"/>
          <p:cNvSpPr txBox="1">
            <a:spLocks noChangeArrowheads="1"/>
          </p:cNvSpPr>
          <p:nvPr/>
        </p:nvSpPr>
        <p:spPr bwMode="auto">
          <a:xfrm>
            <a:off x="5208669" y="1268505"/>
            <a:ext cx="1609726" cy="523220"/>
          </a:xfrm>
          <a:prstGeom prst="rect">
            <a:avLst/>
          </a:prstGeom>
          <a:noFill/>
          <a:ln w="9525">
            <a:noFill/>
            <a:miter lim="800000"/>
            <a:headEnd/>
            <a:tailEnd/>
          </a:ln>
          <a:effec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rPr>
              <a:t>点击输入文本信息点击输入文本信息</a:t>
            </a:r>
          </a:p>
        </p:txBody>
      </p:sp>
      <p:grpSp>
        <p:nvGrpSpPr>
          <p:cNvPr id="9" name="Group 46"/>
          <p:cNvGrpSpPr>
            <a:grpSpLocks/>
          </p:cNvGrpSpPr>
          <p:nvPr/>
        </p:nvGrpSpPr>
        <p:grpSpPr bwMode="auto">
          <a:xfrm>
            <a:off x="3837616" y="1147063"/>
            <a:ext cx="1284782" cy="1258490"/>
            <a:chOff x="2380" y="858"/>
            <a:chExt cx="1028" cy="1016"/>
          </a:xfrm>
        </p:grpSpPr>
        <p:grpSp>
          <p:nvGrpSpPr>
            <p:cNvPr id="10" name="Group 7"/>
            <p:cNvGrpSpPr>
              <a:grpSpLocks/>
            </p:cNvGrpSpPr>
            <p:nvPr/>
          </p:nvGrpSpPr>
          <p:grpSpPr bwMode="auto">
            <a:xfrm>
              <a:off x="2380" y="858"/>
              <a:ext cx="1028" cy="1016"/>
              <a:chOff x="0" y="0"/>
              <a:chExt cx="1110" cy="1096"/>
            </a:xfrm>
          </p:grpSpPr>
          <p:grpSp>
            <p:nvGrpSpPr>
              <p:cNvPr id="15" name="Group 8"/>
              <p:cNvGrpSpPr>
                <a:grpSpLocks/>
              </p:cNvGrpSpPr>
              <p:nvPr/>
            </p:nvGrpSpPr>
            <p:grpSpPr bwMode="auto">
              <a:xfrm>
                <a:off x="0" y="0"/>
                <a:ext cx="1110" cy="1096"/>
                <a:chOff x="0" y="0"/>
                <a:chExt cx="1110" cy="1096"/>
              </a:xfrm>
            </p:grpSpPr>
            <p:sp>
              <p:nvSpPr>
                <p:cNvPr id="19" name="Oval 12"/>
                <p:cNvSpPr>
                  <a:spLocks noChangeArrowheads="1"/>
                </p:cNvSpPr>
                <p:nvPr/>
              </p:nvSpPr>
              <p:spPr bwMode="auto">
                <a:xfrm>
                  <a:off x="0" y="0"/>
                  <a:ext cx="1110" cy="1096"/>
                </a:xfrm>
                <a:prstGeom prst="ellipse">
                  <a:avLst/>
                </a:prstGeom>
                <a:solidFill>
                  <a:srgbClr val="3333CC">
                    <a:alpha val="9999"/>
                  </a:srgbClr>
                </a:solidFill>
                <a:ln w="9525">
                  <a:no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FFFFFF"/>
                    </a:solidFill>
                    <a:effectLst/>
                    <a:uLnTx/>
                    <a:uFillTx/>
                  </a:endParaRPr>
                </a:p>
              </p:txBody>
            </p:sp>
            <p:sp>
              <p:nvSpPr>
                <p:cNvPr id="20" name="Oval 13"/>
                <p:cNvSpPr>
                  <a:spLocks noChangeArrowheads="1"/>
                </p:cNvSpPr>
                <p:nvPr/>
              </p:nvSpPr>
              <p:spPr bwMode="auto">
                <a:xfrm>
                  <a:off x="25" y="25"/>
                  <a:ext cx="1062" cy="1048"/>
                </a:xfrm>
                <a:prstGeom prst="ellipse">
                  <a:avLst/>
                </a:prstGeom>
                <a:solidFill>
                  <a:srgbClr val="4F81BD">
                    <a:alpha val="9999"/>
                  </a:srgbClr>
                </a:solidFill>
                <a:ln w="9525">
                  <a:no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FFFFFF"/>
                    </a:solidFill>
                    <a:effectLst/>
                    <a:uLnTx/>
                    <a:uFillTx/>
                  </a:endParaRPr>
                </a:p>
              </p:txBody>
            </p:sp>
          </p:grpSp>
          <p:grpSp>
            <p:nvGrpSpPr>
              <p:cNvPr id="16" name="Group 11"/>
              <p:cNvGrpSpPr>
                <a:grpSpLocks/>
              </p:cNvGrpSpPr>
              <p:nvPr/>
            </p:nvGrpSpPr>
            <p:grpSpPr bwMode="auto">
              <a:xfrm>
                <a:off x="49" y="48"/>
                <a:ext cx="1026" cy="1014"/>
                <a:chOff x="0" y="0"/>
                <a:chExt cx="1110" cy="1096"/>
              </a:xfrm>
            </p:grpSpPr>
            <p:sp>
              <p:nvSpPr>
                <p:cNvPr id="17" name="Oval 15"/>
                <p:cNvSpPr>
                  <a:spLocks noChangeArrowheads="1"/>
                </p:cNvSpPr>
                <p:nvPr/>
              </p:nvSpPr>
              <p:spPr bwMode="auto">
                <a:xfrm>
                  <a:off x="0" y="0"/>
                  <a:ext cx="1110" cy="1096"/>
                </a:xfrm>
                <a:prstGeom prst="ellipse">
                  <a:avLst/>
                </a:prstGeom>
                <a:solidFill>
                  <a:srgbClr val="4F81BD">
                    <a:alpha val="9999"/>
                  </a:srgbClr>
                </a:solidFill>
                <a:ln w="9525">
                  <a:no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FFFFFF"/>
                    </a:solidFill>
                    <a:effectLst/>
                    <a:uLnTx/>
                    <a:uFillTx/>
                  </a:endParaRPr>
                </a:p>
              </p:txBody>
            </p:sp>
            <p:sp>
              <p:nvSpPr>
                <p:cNvPr id="18" name="Oval 16"/>
                <p:cNvSpPr>
                  <a:spLocks noChangeArrowheads="1"/>
                </p:cNvSpPr>
                <p:nvPr/>
              </p:nvSpPr>
              <p:spPr bwMode="auto">
                <a:xfrm>
                  <a:off x="25" y="25"/>
                  <a:ext cx="1062" cy="1048"/>
                </a:xfrm>
                <a:prstGeom prst="ellipse">
                  <a:avLst/>
                </a:prstGeom>
                <a:solidFill>
                  <a:srgbClr val="3333CC">
                    <a:alpha val="9999"/>
                  </a:srgbClr>
                </a:solidFill>
                <a:ln w="9525">
                  <a:no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FFFFFF"/>
                    </a:solidFill>
                    <a:effectLst/>
                    <a:uLnTx/>
                    <a:uFillTx/>
                  </a:endParaRPr>
                </a:p>
              </p:txBody>
            </p:sp>
          </p:grpSp>
        </p:grpSp>
        <p:grpSp>
          <p:nvGrpSpPr>
            <p:cNvPr id="11" name="Group 28"/>
            <p:cNvGrpSpPr>
              <a:grpSpLocks/>
            </p:cNvGrpSpPr>
            <p:nvPr/>
          </p:nvGrpSpPr>
          <p:grpSpPr bwMode="auto">
            <a:xfrm>
              <a:off x="2427" y="890"/>
              <a:ext cx="924" cy="912"/>
              <a:chOff x="0" y="0"/>
              <a:chExt cx="751" cy="742"/>
            </a:xfrm>
          </p:grpSpPr>
          <p:sp>
            <p:nvSpPr>
              <p:cNvPr id="13" name="Oval 32"/>
              <p:cNvSpPr>
                <a:spLocks noChangeArrowheads="1"/>
              </p:cNvSpPr>
              <p:nvPr/>
            </p:nvSpPr>
            <p:spPr bwMode="auto">
              <a:xfrm>
                <a:off x="20" y="32"/>
                <a:ext cx="716" cy="710"/>
              </a:xfrm>
              <a:prstGeom prst="ellipse">
                <a:avLst/>
              </a:prstGeom>
              <a:solidFill>
                <a:srgbClr val="054487"/>
              </a:solidFill>
              <a:ln w="38100">
                <a:solidFill>
                  <a:srgbClr val="F8F8F8">
                    <a:alpha val="75000"/>
                  </a:srgbClr>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FFFFFF"/>
                  </a:solidFill>
                  <a:effectLst/>
                  <a:uLnTx/>
                  <a:uFillTx/>
                </a:endParaRPr>
              </a:p>
            </p:txBody>
          </p:sp>
          <p:pic>
            <p:nvPicPr>
              <p:cNvPr id="14" name="Picture 33" descr="cir_lighteffect0"/>
              <p:cNvPicPr>
                <a:picLocks noChangeAspect="1" noChangeArrowheads="1"/>
              </p:cNvPicPr>
              <p:nvPr/>
            </p:nvPicPr>
            <p:blipFill>
              <a:blip r:embed="rId2">
                <a:lum bright="18000" contrast="-12000"/>
              </a:blip>
              <a:srcRect/>
              <a:stretch>
                <a:fillRect/>
              </a:stretch>
            </p:blipFill>
            <p:spPr bwMode="auto">
              <a:xfrm>
                <a:off x="0" y="0"/>
                <a:ext cx="751" cy="645"/>
              </a:xfrm>
              <a:prstGeom prst="rect">
                <a:avLst/>
              </a:prstGeom>
              <a:noFill/>
              <a:ln w="9525">
                <a:noFill/>
                <a:miter lim="800000"/>
                <a:headEnd/>
                <a:tailEnd/>
              </a:ln>
              <a:effectLst/>
            </p:spPr>
          </p:pic>
        </p:grpSp>
        <p:sp>
          <p:nvSpPr>
            <p:cNvPr id="12" name="Rectangle 34"/>
            <p:cNvSpPr>
              <a:spLocks noChangeArrowheads="1"/>
            </p:cNvSpPr>
            <p:nvPr/>
          </p:nvSpPr>
          <p:spPr bwMode="auto">
            <a:xfrm>
              <a:off x="2412" y="1223"/>
              <a:ext cx="914" cy="310"/>
            </a:xfrm>
            <a:prstGeom prst="rect">
              <a:avLst/>
            </a:prstGeom>
            <a:noFill/>
            <a:ln w="9525">
              <a:noFill/>
              <a:miter lim="800000"/>
              <a:headEnd/>
              <a:tailEnd/>
            </a:ln>
            <a:effectLst/>
          </p:spPr>
          <p:txBody>
            <a:bodyP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srgbClr val="FFFFFF"/>
                  </a:solidFill>
                  <a:effectLst/>
                  <a:uLnTx/>
                  <a:uFillTx/>
                </a:rPr>
                <a:t> </a:t>
              </a:r>
              <a:r>
                <a:rPr kumimoji="0" lang="zh-CN" altLang="en-US" sz="1800" b="1" i="0" u="none" strike="noStrike" kern="0" cap="none" spc="0" normalizeH="0" baseline="0" noProof="0" dirty="0">
                  <a:ln>
                    <a:noFill/>
                  </a:ln>
                  <a:solidFill>
                    <a:srgbClr val="FFFFFF"/>
                  </a:solidFill>
                  <a:effectLst/>
                  <a:uLnTx/>
                  <a:uFillTx/>
                  <a:latin typeface="微软雅黑" pitchFamily="34" charset="-122"/>
                  <a:ea typeface="微软雅黑" pitchFamily="34" charset="-122"/>
                </a:rPr>
                <a:t>文本</a:t>
              </a:r>
            </a:p>
          </p:txBody>
        </p:sp>
      </p:grpSp>
      <p:grpSp>
        <p:nvGrpSpPr>
          <p:cNvPr id="21" name="Group 47"/>
          <p:cNvGrpSpPr>
            <a:grpSpLocks/>
          </p:cNvGrpSpPr>
          <p:nvPr/>
        </p:nvGrpSpPr>
        <p:grpSpPr bwMode="auto">
          <a:xfrm>
            <a:off x="2427916" y="2949669"/>
            <a:ext cx="1284782" cy="1258490"/>
            <a:chOff x="1492" y="2372"/>
            <a:chExt cx="1028" cy="1016"/>
          </a:xfrm>
        </p:grpSpPr>
        <p:grpSp>
          <p:nvGrpSpPr>
            <p:cNvPr id="22" name="Group 14"/>
            <p:cNvGrpSpPr>
              <a:grpSpLocks/>
            </p:cNvGrpSpPr>
            <p:nvPr/>
          </p:nvGrpSpPr>
          <p:grpSpPr bwMode="auto">
            <a:xfrm>
              <a:off x="1492" y="2372"/>
              <a:ext cx="1028" cy="1016"/>
              <a:chOff x="0" y="0"/>
              <a:chExt cx="1110" cy="1096"/>
            </a:xfrm>
          </p:grpSpPr>
          <p:grpSp>
            <p:nvGrpSpPr>
              <p:cNvPr id="27" name="Group 15"/>
              <p:cNvGrpSpPr>
                <a:grpSpLocks/>
              </p:cNvGrpSpPr>
              <p:nvPr/>
            </p:nvGrpSpPr>
            <p:grpSpPr bwMode="auto">
              <a:xfrm>
                <a:off x="0" y="0"/>
                <a:ext cx="1110" cy="1096"/>
                <a:chOff x="0" y="0"/>
                <a:chExt cx="1110" cy="1096"/>
              </a:xfrm>
            </p:grpSpPr>
            <p:sp>
              <p:nvSpPr>
                <p:cNvPr id="31" name="Oval 19"/>
                <p:cNvSpPr>
                  <a:spLocks noChangeArrowheads="1"/>
                </p:cNvSpPr>
                <p:nvPr/>
              </p:nvSpPr>
              <p:spPr bwMode="auto">
                <a:xfrm>
                  <a:off x="0" y="0"/>
                  <a:ext cx="1110" cy="1096"/>
                </a:xfrm>
                <a:prstGeom prst="ellipse">
                  <a:avLst/>
                </a:prstGeom>
                <a:solidFill>
                  <a:srgbClr val="C0504D">
                    <a:alpha val="9999"/>
                  </a:srgbClr>
                </a:solidFill>
                <a:ln w="9525">
                  <a:no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FFFFFF"/>
                    </a:solidFill>
                    <a:effectLst/>
                    <a:uLnTx/>
                    <a:uFillTx/>
                  </a:endParaRPr>
                </a:p>
              </p:txBody>
            </p:sp>
            <p:sp>
              <p:nvSpPr>
                <p:cNvPr id="32" name="Oval 20"/>
                <p:cNvSpPr>
                  <a:spLocks noChangeArrowheads="1"/>
                </p:cNvSpPr>
                <p:nvPr/>
              </p:nvSpPr>
              <p:spPr bwMode="auto">
                <a:xfrm>
                  <a:off x="25" y="25"/>
                  <a:ext cx="1062" cy="1048"/>
                </a:xfrm>
                <a:prstGeom prst="ellipse">
                  <a:avLst/>
                </a:prstGeom>
                <a:solidFill>
                  <a:srgbClr val="C0504D">
                    <a:alpha val="9999"/>
                  </a:srgbClr>
                </a:solidFill>
                <a:ln w="9525">
                  <a:no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FFFFFF"/>
                    </a:solidFill>
                    <a:effectLst/>
                    <a:uLnTx/>
                    <a:uFillTx/>
                  </a:endParaRPr>
                </a:p>
              </p:txBody>
            </p:sp>
          </p:grpSp>
          <p:grpSp>
            <p:nvGrpSpPr>
              <p:cNvPr id="28" name="Group 18"/>
              <p:cNvGrpSpPr>
                <a:grpSpLocks/>
              </p:cNvGrpSpPr>
              <p:nvPr/>
            </p:nvGrpSpPr>
            <p:grpSpPr bwMode="auto">
              <a:xfrm>
                <a:off x="49" y="48"/>
                <a:ext cx="1026" cy="1014"/>
                <a:chOff x="0" y="0"/>
                <a:chExt cx="1110" cy="1096"/>
              </a:xfrm>
            </p:grpSpPr>
            <p:sp>
              <p:nvSpPr>
                <p:cNvPr id="29" name="Oval 22"/>
                <p:cNvSpPr>
                  <a:spLocks noChangeArrowheads="1"/>
                </p:cNvSpPr>
                <p:nvPr/>
              </p:nvSpPr>
              <p:spPr bwMode="auto">
                <a:xfrm>
                  <a:off x="0" y="0"/>
                  <a:ext cx="1110" cy="1096"/>
                </a:xfrm>
                <a:prstGeom prst="ellipse">
                  <a:avLst/>
                </a:prstGeom>
                <a:solidFill>
                  <a:srgbClr val="C0504D">
                    <a:alpha val="9999"/>
                  </a:srgbClr>
                </a:solidFill>
                <a:ln w="9525">
                  <a:no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FFFFFF"/>
                    </a:solidFill>
                    <a:effectLst/>
                    <a:uLnTx/>
                    <a:uFillTx/>
                  </a:endParaRPr>
                </a:p>
              </p:txBody>
            </p:sp>
            <p:sp>
              <p:nvSpPr>
                <p:cNvPr id="30" name="Oval 23"/>
                <p:cNvSpPr>
                  <a:spLocks noChangeArrowheads="1"/>
                </p:cNvSpPr>
                <p:nvPr/>
              </p:nvSpPr>
              <p:spPr bwMode="auto">
                <a:xfrm>
                  <a:off x="25" y="25"/>
                  <a:ext cx="1062" cy="1048"/>
                </a:xfrm>
                <a:prstGeom prst="ellipse">
                  <a:avLst/>
                </a:prstGeom>
                <a:solidFill>
                  <a:srgbClr val="0068ED">
                    <a:alpha val="9999"/>
                  </a:srgbClr>
                </a:solidFill>
                <a:ln w="9525">
                  <a:no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FFFFFF"/>
                    </a:solidFill>
                    <a:effectLst/>
                    <a:uLnTx/>
                    <a:uFillTx/>
                  </a:endParaRPr>
                </a:p>
              </p:txBody>
            </p:sp>
          </p:grpSp>
        </p:grpSp>
        <p:grpSp>
          <p:nvGrpSpPr>
            <p:cNvPr id="23" name="Group 32"/>
            <p:cNvGrpSpPr>
              <a:grpSpLocks/>
            </p:cNvGrpSpPr>
            <p:nvPr/>
          </p:nvGrpSpPr>
          <p:grpSpPr bwMode="auto">
            <a:xfrm>
              <a:off x="1537" y="2411"/>
              <a:ext cx="924" cy="912"/>
              <a:chOff x="0" y="0"/>
              <a:chExt cx="751" cy="741"/>
            </a:xfrm>
          </p:grpSpPr>
          <p:sp>
            <p:nvSpPr>
              <p:cNvPr id="25" name="Oval 36"/>
              <p:cNvSpPr>
                <a:spLocks noChangeArrowheads="1"/>
              </p:cNvSpPr>
              <p:nvPr/>
            </p:nvSpPr>
            <p:spPr bwMode="auto">
              <a:xfrm>
                <a:off x="20" y="32"/>
                <a:ext cx="716" cy="709"/>
              </a:xfrm>
              <a:prstGeom prst="ellipse">
                <a:avLst/>
              </a:prstGeom>
              <a:solidFill>
                <a:srgbClr val="054487"/>
              </a:solidFill>
              <a:ln w="38100">
                <a:solidFill>
                  <a:srgbClr val="F8F8F8">
                    <a:alpha val="75000"/>
                  </a:srgbClr>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FFFFFF"/>
                  </a:solidFill>
                  <a:effectLst/>
                  <a:uLnTx/>
                  <a:uFillTx/>
                </a:endParaRPr>
              </a:p>
            </p:txBody>
          </p:sp>
          <p:pic>
            <p:nvPicPr>
              <p:cNvPr id="26" name="Picture 37" descr="cir_lighteffect0"/>
              <p:cNvPicPr>
                <a:picLocks noChangeAspect="1" noChangeArrowheads="1"/>
              </p:cNvPicPr>
              <p:nvPr/>
            </p:nvPicPr>
            <p:blipFill>
              <a:blip r:embed="rId2">
                <a:lum bright="18000" contrast="-12000"/>
              </a:blip>
              <a:srcRect/>
              <a:stretch>
                <a:fillRect/>
              </a:stretch>
            </p:blipFill>
            <p:spPr bwMode="auto">
              <a:xfrm>
                <a:off x="0" y="0"/>
                <a:ext cx="751" cy="644"/>
              </a:xfrm>
              <a:prstGeom prst="rect">
                <a:avLst/>
              </a:prstGeom>
              <a:noFill/>
              <a:ln w="9525">
                <a:noFill/>
                <a:miter lim="800000"/>
                <a:headEnd/>
                <a:tailEnd/>
              </a:ln>
              <a:effectLst/>
            </p:spPr>
          </p:pic>
        </p:grpSp>
        <p:sp>
          <p:nvSpPr>
            <p:cNvPr id="24" name="Rectangle 38"/>
            <p:cNvSpPr>
              <a:spLocks noChangeArrowheads="1"/>
            </p:cNvSpPr>
            <p:nvPr/>
          </p:nvSpPr>
          <p:spPr bwMode="auto">
            <a:xfrm>
              <a:off x="1583" y="2756"/>
              <a:ext cx="914" cy="310"/>
            </a:xfrm>
            <a:prstGeom prst="rect">
              <a:avLst/>
            </a:prstGeom>
            <a:noFill/>
            <a:ln w="9525">
              <a:noFill/>
              <a:miter lim="800000"/>
              <a:headEnd/>
              <a:tailEnd/>
            </a:ln>
            <a:effectLst/>
          </p:spPr>
          <p:txBody>
            <a:bodyP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srgbClr val="FFFFFF"/>
                  </a:solidFill>
                  <a:effectLst/>
                  <a:uLnTx/>
                  <a:uFillTx/>
                  <a:latin typeface="微软雅黑" pitchFamily="34" charset="-122"/>
                  <a:ea typeface="微软雅黑" pitchFamily="34" charset="-122"/>
                </a:rPr>
                <a:t>文本</a:t>
              </a:r>
            </a:p>
          </p:txBody>
        </p:sp>
      </p:grpSp>
      <p:grpSp>
        <p:nvGrpSpPr>
          <p:cNvPr id="33" name="Group 48"/>
          <p:cNvGrpSpPr>
            <a:grpSpLocks/>
          </p:cNvGrpSpPr>
          <p:nvPr/>
        </p:nvGrpSpPr>
        <p:grpSpPr bwMode="auto">
          <a:xfrm>
            <a:off x="5158416" y="2949669"/>
            <a:ext cx="1284782" cy="1258490"/>
            <a:chOff x="3212" y="2372"/>
            <a:chExt cx="1028" cy="1016"/>
          </a:xfrm>
        </p:grpSpPr>
        <p:grpSp>
          <p:nvGrpSpPr>
            <p:cNvPr id="34" name="Group 21"/>
            <p:cNvGrpSpPr>
              <a:grpSpLocks/>
            </p:cNvGrpSpPr>
            <p:nvPr/>
          </p:nvGrpSpPr>
          <p:grpSpPr bwMode="auto">
            <a:xfrm>
              <a:off x="3212" y="2372"/>
              <a:ext cx="1028" cy="1016"/>
              <a:chOff x="0" y="0"/>
              <a:chExt cx="1110" cy="1096"/>
            </a:xfrm>
          </p:grpSpPr>
          <p:grpSp>
            <p:nvGrpSpPr>
              <p:cNvPr id="42" name="Group 22"/>
              <p:cNvGrpSpPr>
                <a:grpSpLocks/>
              </p:cNvGrpSpPr>
              <p:nvPr/>
            </p:nvGrpSpPr>
            <p:grpSpPr bwMode="auto">
              <a:xfrm>
                <a:off x="0" y="0"/>
                <a:ext cx="1110" cy="1096"/>
                <a:chOff x="0" y="0"/>
                <a:chExt cx="1110" cy="1096"/>
              </a:xfrm>
            </p:grpSpPr>
            <p:sp>
              <p:nvSpPr>
                <p:cNvPr id="46" name="Oval 26"/>
                <p:cNvSpPr>
                  <a:spLocks noChangeArrowheads="1"/>
                </p:cNvSpPr>
                <p:nvPr/>
              </p:nvSpPr>
              <p:spPr bwMode="auto">
                <a:xfrm>
                  <a:off x="0" y="0"/>
                  <a:ext cx="1110" cy="1096"/>
                </a:xfrm>
                <a:prstGeom prst="ellipse">
                  <a:avLst/>
                </a:prstGeom>
                <a:solidFill>
                  <a:srgbClr val="0000FF">
                    <a:alpha val="9999"/>
                  </a:srgbClr>
                </a:solidFill>
                <a:ln w="9525">
                  <a:no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FFFFFF"/>
                    </a:solidFill>
                    <a:effectLst/>
                    <a:uLnTx/>
                    <a:uFillTx/>
                  </a:endParaRPr>
                </a:p>
              </p:txBody>
            </p:sp>
            <p:sp>
              <p:nvSpPr>
                <p:cNvPr id="47" name="Oval 27"/>
                <p:cNvSpPr>
                  <a:spLocks noChangeArrowheads="1"/>
                </p:cNvSpPr>
                <p:nvPr/>
              </p:nvSpPr>
              <p:spPr bwMode="auto">
                <a:xfrm>
                  <a:off x="25" y="25"/>
                  <a:ext cx="1062" cy="1048"/>
                </a:xfrm>
                <a:prstGeom prst="ellipse">
                  <a:avLst/>
                </a:prstGeom>
                <a:solidFill>
                  <a:srgbClr val="817E00">
                    <a:alpha val="9999"/>
                  </a:srgbClr>
                </a:solidFill>
                <a:ln w="9525">
                  <a:no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FFFFFF"/>
                    </a:solidFill>
                    <a:effectLst/>
                    <a:uLnTx/>
                    <a:uFillTx/>
                  </a:endParaRPr>
                </a:p>
              </p:txBody>
            </p:sp>
          </p:grpSp>
          <p:grpSp>
            <p:nvGrpSpPr>
              <p:cNvPr id="43" name="Group 25"/>
              <p:cNvGrpSpPr>
                <a:grpSpLocks/>
              </p:cNvGrpSpPr>
              <p:nvPr/>
            </p:nvGrpSpPr>
            <p:grpSpPr bwMode="auto">
              <a:xfrm>
                <a:off x="49" y="48"/>
                <a:ext cx="1026" cy="1014"/>
                <a:chOff x="0" y="0"/>
                <a:chExt cx="1110" cy="1096"/>
              </a:xfrm>
            </p:grpSpPr>
            <p:sp>
              <p:nvSpPr>
                <p:cNvPr id="44" name="Oval 29"/>
                <p:cNvSpPr>
                  <a:spLocks noChangeArrowheads="1"/>
                </p:cNvSpPr>
                <p:nvPr/>
              </p:nvSpPr>
              <p:spPr bwMode="auto">
                <a:xfrm>
                  <a:off x="0" y="0"/>
                  <a:ext cx="1110" cy="1096"/>
                </a:xfrm>
                <a:prstGeom prst="ellipse">
                  <a:avLst/>
                </a:prstGeom>
                <a:solidFill>
                  <a:srgbClr val="817E00">
                    <a:alpha val="9999"/>
                  </a:srgbClr>
                </a:solidFill>
                <a:ln w="9525">
                  <a:no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FFFFFF"/>
                    </a:solidFill>
                    <a:effectLst/>
                    <a:uLnTx/>
                    <a:uFillTx/>
                  </a:endParaRPr>
                </a:p>
              </p:txBody>
            </p:sp>
            <p:sp>
              <p:nvSpPr>
                <p:cNvPr id="45" name="Oval 30"/>
                <p:cNvSpPr>
                  <a:spLocks noChangeArrowheads="1"/>
                </p:cNvSpPr>
                <p:nvPr/>
              </p:nvSpPr>
              <p:spPr bwMode="auto">
                <a:xfrm>
                  <a:off x="25" y="25"/>
                  <a:ext cx="1062" cy="1048"/>
                </a:xfrm>
                <a:prstGeom prst="ellipse">
                  <a:avLst/>
                </a:prstGeom>
                <a:solidFill>
                  <a:srgbClr val="817E00">
                    <a:alpha val="9999"/>
                  </a:srgbClr>
                </a:solidFill>
                <a:ln w="9525">
                  <a:no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FFFFFF"/>
                    </a:solidFill>
                    <a:effectLst/>
                    <a:uLnTx/>
                    <a:uFillTx/>
                  </a:endParaRPr>
                </a:p>
              </p:txBody>
            </p:sp>
          </p:grpSp>
        </p:grpSp>
        <p:grpSp>
          <p:nvGrpSpPr>
            <p:cNvPr id="35" name="Group 36"/>
            <p:cNvGrpSpPr>
              <a:grpSpLocks/>
            </p:cNvGrpSpPr>
            <p:nvPr/>
          </p:nvGrpSpPr>
          <p:grpSpPr bwMode="auto">
            <a:xfrm>
              <a:off x="3276" y="2411"/>
              <a:ext cx="924" cy="912"/>
              <a:chOff x="0" y="0"/>
              <a:chExt cx="751" cy="741"/>
            </a:xfrm>
          </p:grpSpPr>
          <p:sp>
            <p:nvSpPr>
              <p:cNvPr id="40" name="Oval 40"/>
              <p:cNvSpPr>
                <a:spLocks noChangeArrowheads="1"/>
              </p:cNvSpPr>
              <p:nvPr/>
            </p:nvSpPr>
            <p:spPr bwMode="auto">
              <a:xfrm>
                <a:off x="20" y="32"/>
                <a:ext cx="716" cy="709"/>
              </a:xfrm>
              <a:prstGeom prst="ellipse">
                <a:avLst/>
              </a:prstGeom>
              <a:gradFill rotWithShape="1">
                <a:gsLst>
                  <a:gs pos="0">
                    <a:srgbClr val="0099CC"/>
                  </a:gs>
                  <a:gs pos="100000">
                    <a:srgbClr val="003141"/>
                  </a:gs>
                </a:gsLst>
                <a:lin ang="5400000" scaled="1"/>
              </a:gradFill>
              <a:ln w="38100">
                <a:solidFill>
                  <a:srgbClr val="F8F8F8">
                    <a:alpha val="75000"/>
                  </a:srgbClr>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FFFFFF"/>
                  </a:solidFill>
                  <a:effectLst/>
                  <a:uLnTx/>
                  <a:uFillTx/>
                </a:endParaRPr>
              </a:p>
            </p:txBody>
          </p:sp>
          <p:pic>
            <p:nvPicPr>
              <p:cNvPr id="41" name="Picture 41" descr="cir_lighteffect0"/>
              <p:cNvPicPr>
                <a:picLocks noChangeAspect="1" noChangeArrowheads="1"/>
              </p:cNvPicPr>
              <p:nvPr/>
            </p:nvPicPr>
            <p:blipFill>
              <a:blip r:embed="rId2">
                <a:lum bright="18000" contrast="-12000"/>
              </a:blip>
              <a:srcRect/>
              <a:stretch>
                <a:fillRect/>
              </a:stretch>
            </p:blipFill>
            <p:spPr bwMode="auto">
              <a:xfrm>
                <a:off x="0" y="0"/>
                <a:ext cx="751" cy="644"/>
              </a:xfrm>
              <a:prstGeom prst="rect">
                <a:avLst/>
              </a:prstGeom>
              <a:noFill/>
              <a:ln w="9525">
                <a:noFill/>
                <a:miter lim="800000"/>
                <a:headEnd/>
                <a:tailEnd/>
              </a:ln>
              <a:effectLst/>
            </p:spPr>
          </p:pic>
        </p:grpSp>
        <p:grpSp>
          <p:nvGrpSpPr>
            <p:cNvPr id="36" name="Group 39"/>
            <p:cNvGrpSpPr>
              <a:grpSpLocks/>
            </p:cNvGrpSpPr>
            <p:nvPr/>
          </p:nvGrpSpPr>
          <p:grpSpPr bwMode="auto">
            <a:xfrm>
              <a:off x="3265" y="2411"/>
              <a:ext cx="924" cy="912"/>
              <a:chOff x="0" y="0"/>
              <a:chExt cx="751" cy="741"/>
            </a:xfrm>
          </p:grpSpPr>
          <p:sp>
            <p:nvSpPr>
              <p:cNvPr id="38" name="Oval 43"/>
              <p:cNvSpPr>
                <a:spLocks noChangeArrowheads="1"/>
              </p:cNvSpPr>
              <p:nvPr/>
            </p:nvSpPr>
            <p:spPr bwMode="auto">
              <a:xfrm>
                <a:off x="20" y="32"/>
                <a:ext cx="716" cy="709"/>
              </a:xfrm>
              <a:prstGeom prst="ellipse">
                <a:avLst/>
              </a:prstGeom>
              <a:solidFill>
                <a:srgbClr val="054487"/>
              </a:solidFill>
              <a:ln w="38100">
                <a:solidFill>
                  <a:srgbClr val="F8F8F8">
                    <a:alpha val="75000"/>
                  </a:srgbClr>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FFFFFF"/>
                  </a:solidFill>
                  <a:effectLst/>
                  <a:uLnTx/>
                  <a:uFillTx/>
                </a:endParaRPr>
              </a:p>
            </p:txBody>
          </p:sp>
          <p:pic>
            <p:nvPicPr>
              <p:cNvPr id="39" name="Picture 44" descr="cir_lighteffect0"/>
              <p:cNvPicPr>
                <a:picLocks noChangeAspect="1" noChangeArrowheads="1"/>
              </p:cNvPicPr>
              <p:nvPr/>
            </p:nvPicPr>
            <p:blipFill>
              <a:blip r:embed="rId2">
                <a:lum bright="18000" contrast="-12000"/>
              </a:blip>
              <a:srcRect/>
              <a:stretch>
                <a:fillRect/>
              </a:stretch>
            </p:blipFill>
            <p:spPr bwMode="auto">
              <a:xfrm>
                <a:off x="0" y="0"/>
                <a:ext cx="751" cy="644"/>
              </a:xfrm>
              <a:prstGeom prst="rect">
                <a:avLst/>
              </a:prstGeom>
              <a:noFill/>
              <a:ln w="9525">
                <a:noFill/>
                <a:miter lim="800000"/>
                <a:headEnd/>
                <a:tailEnd/>
              </a:ln>
              <a:effectLst/>
            </p:spPr>
          </p:pic>
        </p:grpSp>
        <p:sp>
          <p:nvSpPr>
            <p:cNvPr id="37" name="Rectangle 45"/>
            <p:cNvSpPr>
              <a:spLocks noChangeArrowheads="1"/>
            </p:cNvSpPr>
            <p:nvPr/>
          </p:nvSpPr>
          <p:spPr bwMode="auto">
            <a:xfrm>
              <a:off x="3260" y="2763"/>
              <a:ext cx="914" cy="310"/>
            </a:xfrm>
            <a:prstGeom prst="rect">
              <a:avLst/>
            </a:prstGeom>
            <a:noFill/>
            <a:ln w="9525">
              <a:noFill/>
              <a:miter lim="800000"/>
              <a:headEnd/>
              <a:tailEnd/>
            </a:ln>
            <a:effectLst/>
          </p:spPr>
          <p:txBody>
            <a:bodyP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srgbClr val="FFFFFF"/>
                  </a:solidFill>
                  <a:effectLst/>
                  <a:uLnTx/>
                  <a:uFillTx/>
                  <a:latin typeface="微软雅黑" pitchFamily="34" charset="-122"/>
                  <a:ea typeface="微软雅黑" pitchFamily="34" charset="-122"/>
                </a:rPr>
                <a:t> 文本</a:t>
              </a:r>
            </a:p>
          </p:txBody>
        </p:sp>
      </p:grpSp>
      <p:sp>
        <p:nvSpPr>
          <p:cNvPr id="48" name="Rectangle 45"/>
          <p:cNvSpPr>
            <a:spLocks noChangeArrowheads="1"/>
          </p:cNvSpPr>
          <p:nvPr/>
        </p:nvSpPr>
        <p:spPr bwMode="auto">
          <a:xfrm>
            <a:off x="4075195" y="2760359"/>
            <a:ext cx="838200" cy="461665"/>
          </a:xfrm>
          <a:prstGeom prst="rect">
            <a:avLst/>
          </a:prstGeom>
          <a:noFill/>
          <a:ln w="9525">
            <a:noFill/>
            <a:miter lim="800000"/>
            <a:headEnd/>
            <a:tailEnd/>
          </a:ln>
          <a:effectLst/>
        </p:spPr>
        <p:txBody>
          <a:bodyPr wrap="square">
            <a:spAutoFit/>
          </a:bodyPr>
          <a:lstStyle/>
          <a:p>
            <a:r>
              <a:rPr lang="zh-CN" altLang="en-US" sz="2400" b="1" dirty="0">
                <a:solidFill>
                  <a:prstClr val="black"/>
                </a:solidFill>
                <a:latin typeface="微软雅黑" pitchFamily="34" charset="-122"/>
                <a:ea typeface="微软雅黑" pitchFamily="34" charset="-122"/>
              </a:rPr>
              <a:t>标题</a:t>
            </a:r>
          </a:p>
        </p:txBody>
      </p:sp>
      <p:sp>
        <p:nvSpPr>
          <p:cNvPr id="49" name="Text Box 7"/>
          <p:cNvSpPr txBox="1">
            <a:spLocks noChangeArrowheads="1"/>
          </p:cNvSpPr>
          <p:nvPr/>
        </p:nvSpPr>
        <p:spPr bwMode="auto">
          <a:xfrm>
            <a:off x="6437395" y="3341384"/>
            <a:ext cx="1609726" cy="523220"/>
          </a:xfrm>
          <a:prstGeom prst="rect">
            <a:avLst/>
          </a:prstGeom>
          <a:noFill/>
          <a:ln w="9525">
            <a:noFill/>
            <a:miter lim="800000"/>
            <a:headEnd/>
            <a:tailEnd/>
          </a:ln>
          <a:effec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rPr>
              <a:t>点击输入文本信息点击输入文本信息</a:t>
            </a:r>
          </a:p>
        </p:txBody>
      </p:sp>
      <p:sp>
        <p:nvSpPr>
          <p:cNvPr id="50" name="Text Box 7"/>
          <p:cNvSpPr txBox="1">
            <a:spLocks noChangeArrowheads="1"/>
          </p:cNvSpPr>
          <p:nvPr/>
        </p:nvSpPr>
        <p:spPr bwMode="auto">
          <a:xfrm>
            <a:off x="722395" y="3369959"/>
            <a:ext cx="1609726" cy="523220"/>
          </a:xfrm>
          <a:prstGeom prst="rect">
            <a:avLst/>
          </a:prstGeom>
          <a:noFill/>
          <a:ln w="9525">
            <a:noFill/>
            <a:miter lim="800000"/>
            <a:headEnd/>
            <a:tailEnd/>
          </a:ln>
          <a:effec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rPr>
              <a:t>点击输入文本信息点击输入文本信息</a:t>
            </a:r>
          </a:p>
        </p:txBody>
      </p:sp>
    </p:spTree>
    <p:extLst>
      <p:ext uri="{BB962C8B-B14F-4D97-AF65-F5344CB8AC3E}">
        <p14:creationId xmlns:p14="http://schemas.microsoft.com/office/powerpoint/2010/main" val="1115716283"/>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childTnLst>
                                </p:cTn>
                              </p:par>
                              <p:par>
                                <p:cTn id="9" presetID="2" presetClass="entr" presetSubtype="1" fill="hold" grpId="0" nodeType="withEffect">
                                  <p:stCondLst>
                                    <p:cond delay="0"/>
                                  </p:stCondLst>
                                  <p:childTnLst>
                                    <p:set>
                                      <p:cBhvr>
                                        <p:cTn id="10" dur="1" fill="hold">
                                          <p:stCondLst>
                                            <p:cond delay="0"/>
                                          </p:stCondLst>
                                        </p:cTn>
                                        <p:tgtEl>
                                          <p:spTgt spid="48"/>
                                        </p:tgtEl>
                                        <p:attrNameLst>
                                          <p:attrName>style.visibility</p:attrName>
                                        </p:attrNameLst>
                                      </p:cBhvr>
                                      <p:to>
                                        <p:strVal val="visible"/>
                                      </p:to>
                                    </p:set>
                                    <p:anim calcmode="lin" valueType="num">
                                      <p:cBhvr additive="base">
                                        <p:cTn id="11" dur="500" fill="hold"/>
                                        <p:tgtEl>
                                          <p:spTgt spid="48"/>
                                        </p:tgtEl>
                                        <p:attrNameLst>
                                          <p:attrName>ppt_x</p:attrName>
                                        </p:attrNameLst>
                                      </p:cBhvr>
                                      <p:tavLst>
                                        <p:tav tm="0">
                                          <p:val>
                                            <p:strVal val="#ppt_x"/>
                                          </p:val>
                                        </p:tav>
                                        <p:tav tm="100000">
                                          <p:val>
                                            <p:strVal val="#ppt_x"/>
                                          </p:val>
                                        </p:tav>
                                      </p:tavLst>
                                    </p:anim>
                                    <p:anim calcmode="lin" valueType="num">
                                      <p:cBhvr additive="base">
                                        <p:cTn id="12" dur="500" fill="hold"/>
                                        <p:tgtEl>
                                          <p:spTgt spid="48"/>
                                        </p:tgtEl>
                                        <p:attrNameLst>
                                          <p:attrName>ppt_y</p:attrName>
                                        </p:attrNameLst>
                                      </p:cBhvr>
                                      <p:tavLst>
                                        <p:tav tm="0">
                                          <p:val>
                                            <p:strVal val="0-#ppt_h/2"/>
                                          </p:val>
                                        </p:tav>
                                        <p:tav tm="100000">
                                          <p:val>
                                            <p:strVal val="#ppt_y"/>
                                          </p:val>
                                        </p:tav>
                                      </p:tavLst>
                                    </p:anim>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nodeType="withEffect">
                                  <p:stCondLst>
                                    <p:cond delay="30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500"/>
                                        <p:tgtEl>
                                          <p:spTgt spid="21"/>
                                        </p:tgtEl>
                                      </p:cBhvr>
                                    </p:animEffect>
                                  </p:childTnLst>
                                </p:cTn>
                              </p:par>
                              <p:par>
                                <p:cTn id="20" presetID="10" presetClass="entr" presetSubtype="0" fill="hold" nodeType="withEffect">
                                  <p:stCondLst>
                                    <p:cond delay="500"/>
                                  </p:stCondLst>
                                  <p:childTnLst>
                                    <p:set>
                                      <p:cBhvr>
                                        <p:cTn id="21" dur="1" fill="hold">
                                          <p:stCondLst>
                                            <p:cond delay="0"/>
                                          </p:stCondLst>
                                        </p:cTn>
                                        <p:tgtEl>
                                          <p:spTgt spid="33"/>
                                        </p:tgtEl>
                                        <p:attrNameLst>
                                          <p:attrName>style.visibility</p:attrName>
                                        </p:attrNameLst>
                                      </p:cBhvr>
                                      <p:to>
                                        <p:strVal val="visible"/>
                                      </p:to>
                                    </p:set>
                                    <p:animEffect transition="in" filter="fade">
                                      <p:cBhvr>
                                        <p:cTn id="22" dur="500"/>
                                        <p:tgtEl>
                                          <p:spTgt spid="33"/>
                                        </p:tgtEl>
                                      </p:cBhvr>
                                    </p:animEffect>
                                  </p:childTnLst>
                                </p:cTn>
                              </p:par>
                            </p:childTnLst>
                          </p:cTn>
                        </p:par>
                        <p:par>
                          <p:cTn id="23" fill="hold">
                            <p:stCondLst>
                              <p:cond delay="1500"/>
                            </p:stCondLst>
                            <p:childTnLst>
                              <p:par>
                                <p:cTn id="24" presetID="2" presetClass="entr" presetSubtype="8" fill="hold" grpId="0" nodeType="afterEffect">
                                  <p:stCondLst>
                                    <p:cond delay="0"/>
                                  </p:stCondLst>
                                  <p:childTnLst>
                                    <p:set>
                                      <p:cBhvr>
                                        <p:cTn id="25" dur="1" fill="hold">
                                          <p:stCondLst>
                                            <p:cond delay="0"/>
                                          </p:stCondLst>
                                        </p:cTn>
                                        <p:tgtEl>
                                          <p:spTgt spid="50"/>
                                        </p:tgtEl>
                                        <p:attrNameLst>
                                          <p:attrName>style.visibility</p:attrName>
                                        </p:attrNameLst>
                                      </p:cBhvr>
                                      <p:to>
                                        <p:strVal val="visible"/>
                                      </p:to>
                                    </p:set>
                                    <p:anim calcmode="lin" valueType="num">
                                      <p:cBhvr additive="base">
                                        <p:cTn id="26" dur="500" fill="hold"/>
                                        <p:tgtEl>
                                          <p:spTgt spid="50"/>
                                        </p:tgtEl>
                                        <p:attrNameLst>
                                          <p:attrName>ppt_x</p:attrName>
                                        </p:attrNameLst>
                                      </p:cBhvr>
                                      <p:tavLst>
                                        <p:tav tm="0">
                                          <p:val>
                                            <p:strVal val="0-#ppt_w/2"/>
                                          </p:val>
                                        </p:tav>
                                        <p:tav tm="100000">
                                          <p:val>
                                            <p:strVal val="#ppt_x"/>
                                          </p:val>
                                        </p:tav>
                                      </p:tavLst>
                                    </p:anim>
                                    <p:anim calcmode="lin" valueType="num">
                                      <p:cBhvr additive="base">
                                        <p:cTn id="27" dur="500" fill="hold"/>
                                        <p:tgtEl>
                                          <p:spTgt spid="50"/>
                                        </p:tgtEl>
                                        <p:attrNameLst>
                                          <p:attrName>ppt_y</p:attrName>
                                        </p:attrNameLst>
                                      </p:cBhvr>
                                      <p:tavLst>
                                        <p:tav tm="0">
                                          <p:val>
                                            <p:strVal val="#ppt_y"/>
                                          </p:val>
                                        </p:tav>
                                        <p:tav tm="100000">
                                          <p:val>
                                            <p:strVal val="#ppt_y"/>
                                          </p:val>
                                        </p:tav>
                                      </p:tavLst>
                                    </p:anim>
                                  </p:childTnLst>
                                </p:cTn>
                              </p:par>
                              <p:par>
                                <p:cTn id="28" presetID="2" presetClass="entr" presetSubtype="2" fill="hold" nodeType="withEffect">
                                  <p:stCondLst>
                                    <p:cond delay="0"/>
                                  </p:stCondLst>
                                  <p:childTnLst>
                                    <p:set>
                                      <p:cBhvr>
                                        <p:cTn id="29" dur="1" fill="hold">
                                          <p:stCondLst>
                                            <p:cond delay="0"/>
                                          </p:stCondLst>
                                        </p:cTn>
                                        <p:tgtEl>
                                          <p:spTgt spid="49"/>
                                        </p:tgtEl>
                                        <p:attrNameLst>
                                          <p:attrName>style.visibility</p:attrName>
                                        </p:attrNameLst>
                                      </p:cBhvr>
                                      <p:to>
                                        <p:strVal val="visible"/>
                                      </p:to>
                                    </p:set>
                                    <p:anim calcmode="lin" valueType="num">
                                      <p:cBhvr additive="base">
                                        <p:cTn id="30" dur="500" fill="hold"/>
                                        <p:tgtEl>
                                          <p:spTgt spid="49"/>
                                        </p:tgtEl>
                                        <p:attrNameLst>
                                          <p:attrName>ppt_x</p:attrName>
                                        </p:attrNameLst>
                                      </p:cBhvr>
                                      <p:tavLst>
                                        <p:tav tm="0">
                                          <p:val>
                                            <p:strVal val="1+#ppt_w/2"/>
                                          </p:val>
                                        </p:tav>
                                        <p:tav tm="100000">
                                          <p:val>
                                            <p:strVal val="#ppt_x"/>
                                          </p:val>
                                        </p:tav>
                                      </p:tavLst>
                                    </p:anim>
                                    <p:anim calcmode="lin" valueType="num">
                                      <p:cBhvr additive="base">
                                        <p:cTn id="31" dur="500" fill="hold"/>
                                        <p:tgtEl>
                                          <p:spTgt spid="49"/>
                                        </p:tgtEl>
                                        <p:attrNameLst>
                                          <p:attrName>ppt_y</p:attrName>
                                        </p:attrNameLst>
                                      </p:cBhvr>
                                      <p:tavLst>
                                        <p:tav tm="0">
                                          <p:val>
                                            <p:strVal val="#ppt_y"/>
                                          </p:val>
                                        </p:tav>
                                        <p:tav tm="100000">
                                          <p:val>
                                            <p:strVal val="#ppt_y"/>
                                          </p:val>
                                        </p:tav>
                                      </p:tavLst>
                                    </p:anim>
                                  </p:childTnLst>
                                </p:cTn>
                              </p:par>
                              <p:par>
                                <p:cTn id="32" presetID="2" presetClass="entr" presetSubtype="2" fill="hold" nodeType="withEffect">
                                  <p:stCondLst>
                                    <p:cond delay="0"/>
                                  </p:stCondLst>
                                  <p:childTnLst>
                                    <p:set>
                                      <p:cBhvr>
                                        <p:cTn id="33" dur="1" fill="hold">
                                          <p:stCondLst>
                                            <p:cond delay="0"/>
                                          </p:stCondLst>
                                        </p:cTn>
                                        <p:tgtEl>
                                          <p:spTgt spid="8"/>
                                        </p:tgtEl>
                                        <p:attrNameLst>
                                          <p:attrName>style.visibility</p:attrName>
                                        </p:attrNameLst>
                                      </p:cBhvr>
                                      <p:to>
                                        <p:strVal val="visible"/>
                                      </p:to>
                                    </p:set>
                                    <p:anim calcmode="lin" valueType="num">
                                      <p:cBhvr additive="base">
                                        <p:cTn id="34" dur="500" fill="hold"/>
                                        <p:tgtEl>
                                          <p:spTgt spid="8"/>
                                        </p:tgtEl>
                                        <p:attrNameLst>
                                          <p:attrName>ppt_x</p:attrName>
                                        </p:attrNameLst>
                                      </p:cBhvr>
                                      <p:tavLst>
                                        <p:tav tm="0">
                                          <p:val>
                                            <p:strVal val="1+#ppt_w/2"/>
                                          </p:val>
                                        </p:tav>
                                        <p:tav tm="100000">
                                          <p:val>
                                            <p:strVal val="#ppt_x"/>
                                          </p:val>
                                        </p:tav>
                                      </p:tavLst>
                                    </p:anim>
                                    <p:anim calcmode="lin" valueType="num">
                                      <p:cBhvr additive="base">
                                        <p:cTn id="35"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5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95486"/>
            <a:ext cx="611560" cy="369332"/>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3"/>
          <p:cNvSpPr txBox="1"/>
          <p:nvPr/>
        </p:nvSpPr>
        <p:spPr>
          <a:xfrm>
            <a:off x="683568" y="195486"/>
            <a:ext cx="3816424" cy="646331"/>
          </a:xfrm>
          <a:prstGeom prst="rect">
            <a:avLst/>
          </a:prstGeom>
          <a:noFill/>
        </p:spPr>
        <p:txBody>
          <a:bodyPr wrap="square" rtlCol="0">
            <a:spAutoFit/>
          </a:bodyPr>
          <a:lstStyle/>
          <a:p>
            <a:r>
              <a:rPr lang="zh-CN" altLang="en-US" dirty="0">
                <a:solidFill>
                  <a:srgbClr val="054487"/>
                </a:solidFill>
                <a:latin typeface="微软雅黑" pitchFamily="34" charset="-122"/>
                <a:ea typeface="微软雅黑" pitchFamily="34" charset="-122"/>
              </a:rPr>
              <a:t>输入你的标题 </a:t>
            </a:r>
            <a:r>
              <a:rPr lang="en-US" altLang="zh-CN" dirty="0">
                <a:solidFill>
                  <a:srgbClr val="054487"/>
                </a:solidFill>
                <a:latin typeface="微软雅黑" pitchFamily="34" charset="-122"/>
                <a:ea typeface="微软雅黑" pitchFamily="34" charset="-122"/>
              </a:rPr>
              <a:t>/Add your title</a:t>
            </a:r>
            <a:endParaRPr lang="zh-CN" altLang="en-US" dirty="0">
              <a:solidFill>
                <a:srgbClr val="054487"/>
              </a:solidFill>
              <a:latin typeface="微软雅黑" pitchFamily="34" charset="-122"/>
              <a:ea typeface="微软雅黑" pitchFamily="34" charset="-122"/>
            </a:endParaRPr>
          </a:p>
          <a:p>
            <a:endParaRPr lang="zh-CN" altLang="en-US" dirty="0">
              <a:solidFill>
                <a:srgbClr val="F46970"/>
              </a:solidFill>
              <a:latin typeface="微软雅黑" pitchFamily="34" charset="-122"/>
              <a:ea typeface="微软雅黑" pitchFamily="34" charset="-122"/>
            </a:endParaRPr>
          </a:p>
        </p:txBody>
      </p:sp>
      <p:grpSp>
        <p:nvGrpSpPr>
          <p:cNvPr id="5" name="组合 4"/>
          <p:cNvGrpSpPr/>
          <p:nvPr/>
        </p:nvGrpSpPr>
        <p:grpSpPr>
          <a:xfrm>
            <a:off x="871128" y="1325814"/>
            <a:ext cx="3198174" cy="1584417"/>
            <a:chOff x="251466" y="1263966"/>
            <a:chExt cx="3633786" cy="1800225"/>
          </a:xfrm>
        </p:grpSpPr>
        <p:sp>
          <p:nvSpPr>
            <p:cNvPr id="6" name="圆角矩形​​ 6"/>
            <p:cNvSpPr/>
            <p:nvPr/>
          </p:nvSpPr>
          <p:spPr>
            <a:xfrm>
              <a:off x="251466" y="1263966"/>
              <a:ext cx="3600450" cy="1800225"/>
            </a:xfrm>
            <a:prstGeom prst="roundRect">
              <a:avLst>
                <a:gd name="adj" fmla="val 9948"/>
              </a:avLst>
            </a:prstGeom>
            <a:solidFill>
              <a:srgbClr val="054487"/>
            </a:solidFill>
            <a:ln w="1905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prstClr val="white"/>
                </a:solidFill>
                <a:effectLst/>
                <a:uLnTx/>
                <a:uFillTx/>
                <a:latin typeface="微软雅黑" pitchFamily="34" charset="-122"/>
                <a:ea typeface="微软雅黑" pitchFamily="34" charset="-122"/>
              </a:endParaRPr>
            </a:p>
          </p:txBody>
        </p:sp>
        <p:sp>
          <p:nvSpPr>
            <p:cNvPr id="7" name="同侧圆角矩形 6"/>
            <p:cNvSpPr/>
            <p:nvPr/>
          </p:nvSpPr>
          <p:spPr>
            <a:xfrm>
              <a:off x="284803" y="1263966"/>
              <a:ext cx="3600449" cy="792162"/>
            </a:xfrm>
            <a:prstGeom prst="round2SameRect">
              <a:avLst/>
            </a:prstGeom>
            <a:gradFill flip="none" rotWithShape="1">
              <a:gsLst>
                <a:gs pos="52000">
                  <a:sysClr val="window" lastClr="FFFFFF">
                    <a:alpha val="0"/>
                  </a:sysClr>
                </a:gs>
                <a:gs pos="0">
                  <a:sysClr val="window" lastClr="FFFFFF">
                    <a:alpha val="0"/>
                  </a:sysClr>
                </a:gs>
                <a:gs pos="50000">
                  <a:sysClr val="window" lastClr="FFFFFF">
                    <a:lumMod val="96000"/>
                    <a:alpha val="14000"/>
                  </a:sysClr>
                </a:gs>
              </a:gsLst>
              <a:lin ang="4680000" scaled="0"/>
              <a:tileRect/>
            </a:gra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endParaRPr>
            </a:p>
          </p:txBody>
        </p:sp>
      </p:grpSp>
      <p:sp>
        <p:nvSpPr>
          <p:cNvPr id="8" name="圆角矩形​​ 8"/>
          <p:cNvSpPr/>
          <p:nvPr/>
        </p:nvSpPr>
        <p:spPr>
          <a:xfrm>
            <a:off x="871128" y="3033496"/>
            <a:ext cx="3168834" cy="368859"/>
          </a:xfrm>
          <a:prstGeom prst="roundRect">
            <a:avLst/>
          </a:prstGeom>
          <a:solidFill>
            <a:sysClr val="window" lastClr="FFFFFF">
              <a:lumMod val="50000"/>
            </a:sysClr>
          </a:solidFill>
          <a:ln w="25400" cap="flat" cmpd="sng" algn="ctr">
            <a:noFill/>
            <a:prstDash val="solid"/>
          </a:ln>
          <a:effectLst/>
        </p:spPr>
        <p:txBody>
          <a:bodyPr anchor="ctr"/>
          <a:lstStyle/>
          <a:p>
            <a:pPr algn="ctr">
              <a:defRPr/>
            </a:pPr>
            <a:r>
              <a:rPr lang="zh-CN" altLang="en-US" kern="0" dirty="0">
                <a:solidFill>
                  <a:prstClr val="white"/>
                </a:solidFill>
                <a:latin typeface="微软雅黑" pitchFamily="34" charset="-122"/>
                <a:ea typeface="微软雅黑" pitchFamily="34" charset="-122"/>
                <a:cs typeface="Arial Unicode MS" pitchFamily="34" charset="-122"/>
              </a:rPr>
              <a:t>点击录入内容</a:t>
            </a:r>
          </a:p>
        </p:txBody>
      </p:sp>
      <p:sp>
        <p:nvSpPr>
          <p:cNvPr id="9" name="圆角矩形​​ 10"/>
          <p:cNvSpPr/>
          <p:nvPr/>
        </p:nvSpPr>
        <p:spPr>
          <a:xfrm>
            <a:off x="871128" y="3543273"/>
            <a:ext cx="3168837" cy="370257"/>
          </a:xfrm>
          <a:prstGeom prst="roundRect">
            <a:avLst/>
          </a:prstGeom>
          <a:solidFill>
            <a:sysClr val="window" lastClr="FFFFFF">
              <a:lumMod val="75000"/>
            </a:sysClr>
          </a:solidFill>
          <a:ln w="25400" cap="flat" cmpd="sng" algn="ctr">
            <a:noFill/>
            <a:prstDash val="solid"/>
          </a:ln>
          <a:effectLst/>
        </p:spPr>
        <p:txBody>
          <a:bodyPr anchor="ctr"/>
          <a:lstStyle/>
          <a:p>
            <a:pPr algn="ctr">
              <a:defRPr/>
            </a:pPr>
            <a:r>
              <a:rPr lang="zh-CN" altLang="en-US" kern="0" dirty="0">
                <a:solidFill>
                  <a:prstClr val="black"/>
                </a:solidFill>
                <a:latin typeface="微软雅黑" pitchFamily="34" charset="-122"/>
                <a:ea typeface="微软雅黑" pitchFamily="34" charset="-122"/>
                <a:cs typeface="Arial Unicode MS" pitchFamily="34" charset="-122"/>
              </a:rPr>
              <a:t>点击录入内容</a:t>
            </a:r>
          </a:p>
        </p:txBody>
      </p:sp>
      <p:sp>
        <p:nvSpPr>
          <p:cNvPr id="10" name="圆角矩形​​ 12"/>
          <p:cNvSpPr/>
          <p:nvPr/>
        </p:nvSpPr>
        <p:spPr>
          <a:xfrm>
            <a:off x="871128" y="4052862"/>
            <a:ext cx="3168836" cy="370256"/>
          </a:xfrm>
          <a:prstGeom prst="roundRect">
            <a:avLst/>
          </a:prstGeom>
          <a:noFill/>
          <a:ln w="28575" cap="flat" cmpd="sng" algn="ctr">
            <a:solidFill>
              <a:srgbClr val="054487"/>
            </a:solidFill>
            <a:prstDash val="sysDash"/>
          </a:ln>
          <a:effectLst/>
        </p:spPr>
        <p:txBody>
          <a:bodyPr anchor="ctr"/>
          <a:lstStyle/>
          <a:p>
            <a:pPr algn="ctr">
              <a:defRPr/>
            </a:pPr>
            <a:r>
              <a:rPr lang="zh-CN" altLang="en-US" kern="0" dirty="0">
                <a:solidFill>
                  <a:prstClr val="black"/>
                </a:solidFill>
                <a:latin typeface="微软雅黑" pitchFamily="34" charset="-122"/>
                <a:ea typeface="微软雅黑" pitchFamily="34" charset="-122"/>
                <a:cs typeface="Arial Unicode MS" pitchFamily="34" charset="-122"/>
              </a:rPr>
              <a:t>点击录入内容</a:t>
            </a:r>
          </a:p>
        </p:txBody>
      </p:sp>
      <p:sp>
        <p:nvSpPr>
          <p:cNvPr id="11" name="圆角矩形​​ 17"/>
          <p:cNvSpPr/>
          <p:nvPr/>
        </p:nvSpPr>
        <p:spPr>
          <a:xfrm>
            <a:off x="4904504" y="3033496"/>
            <a:ext cx="3168834" cy="368859"/>
          </a:xfrm>
          <a:prstGeom prst="roundRect">
            <a:avLst/>
          </a:prstGeom>
          <a:solidFill>
            <a:sysClr val="window" lastClr="FFFFFF">
              <a:lumMod val="50000"/>
            </a:sysClr>
          </a:solidFill>
          <a:ln w="25400" cap="flat" cmpd="sng" algn="ctr">
            <a:noFill/>
            <a:prstDash val="solid"/>
          </a:ln>
          <a:effectLst/>
        </p:spPr>
        <p:txBody>
          <a:bodyPr anchor="ctr"/>
          <a:lstStyle/>
          <a:p>
            <a:pPr algn="ctr">
              <a:defRPr/>
            </a:pPr>
            <a:r>
              <a:rPr lang="zh-CN" altLang="en-US" kern="0" dirty="0">
                <a:solidFill>
                  <a:prstClr val="white"/>
                </a:solidFill>
                <a:latin typeface="微软雅黑" pitchFamily="34" charset="-122"/>
                <a:ea typeface="微软雅黑" pitchFamily="34" charset="-122"/>
                <a:cs typeface="Arial Unicode MS" pitchFamily="34" charset="-122"/>
              </a:rPr>
              <a:t>点击录入内容</a:t>
            </a:r>
          </a:p>
        </p:txBody>
      </p:sp>
      <p:sp>
        <p:nvSpPr>
          <p:cNvPr id="12" name="圆角矩形​​ 18"/>
          <p:cNvSpPr/>
          <p:nvPr/>
        </p:nvSpPr>
        <p:spPr>
          <a:xfrm>
            <a:off x="4904504" y="3543273"/>
            <a:ext cx="3168837" cy="370257"/>
          </a:xfrm>
          <a:prstGeom prst="roundRect">
            <a:avLst/>
          </a:prstGeom>
          <a:solidFill>
            <a:sysClr val="window" lastClr="FFFFFF">
              <a:lumMod val="75000"/>
            </a:sysClr>
          </a:solidFill>
          <a:ln w="25400" cap="flat" cmpd="sng" algn="ctr">
            <a:noFill/>
            <a:prstDash val="solid"/>
          </a:ln>
          <a:effectLst/>
        </p:spPr>
        <p:txBody>
          <a:bodyPr anchor="ctr"/>
          <a:lstStyle/>
          <a:p>
            <a:pPr algn="ctr">
              <a:defRPr/>
            </a:pPr>
            <a:r>
              <a:rPr lang="zh-CN" altLang="en-US" kern="0" dirty="0">
                <a:solidFill>
                  <a:prstClr val="black"/>
                </a:solidFill>
                <a:latin typeface="微软雅黑" pitchFamily="34" charset="-122"/>
                <a:ea typeface="微软雅黑" pitchFamily="34" charset="-122"/>
                <a:cs typeface="Arial Unicode MS" pitchFamily="34" charset="-122"/>
              </a:rPr>
              <a:t>点击录入内容</a:t>
            </a:r>
          </a:p>
        </p:txBody>
      </p:sp>
      <p:sp>
        <p:nvSpPr>
          <p:cNvPr id="13" name="圆角矩形​​ 19"/>
          <p:cNvSpPr/>
          <p:nvPr/>
        </p:nvSpPr>
        <p:spPr>
          <a:xfrm>
            <a:off x="4904504" y="4052862"/>
            <a:ext cx="3168836" cy="370256"/>
          </a:xfrm>
          <a:prstGeom prst="roundRect">
            <a:avLst/>
          </a:prstGeom>
          <a:noFill/>
          <a:ln w="28575" cap="flat" cmpd="sng" algn="ctr">
            <a:solidFill>
              <a:srgbClr val="054487"/>
            </a:solidFill>
            <a:prstDash val="sysDash"/>
          </a:ln>
          <a:effectLst/>
        </p:spPr>
        <p:txBody>
          <a:bodyPr anchor="ctr"/>
          <a:lstStyle/>
          <a:p>
            <a:pPr algn="ctr"/>
            <a:r>
              <a:rPr lang="zh-CN" altLang="en-US" kern="0" dirty="0">
                <a:solidFill>
                  <a:prstClr val="black"/>
                </a:solidFill>
                <a:latin typeface="微软雅黑" pitchFamily="34" charset="-122"/>
                <a:ea typeface="微软雅黑" pitchFamily="34" charset="-122"/>
                <a:cs typeface="Arial Unicode MS" pitchFamily="34" charset="-122"/>
              </a:rPr>
              <a:t>点击录入内容</a:t>
            </a:r>
          </a:p>
        </p:txBody>
      </p:sp>
      <p:sp>
        <p:nvSpPr>
          <p:cNvPr id="14" name="矩形​​ 20"/>
          <p:cNvSpPr>
            <a:spLocks noChangeArrowheads="1"/>
          </p:cNvSpPr>
          <p:nvPr/>
        </p:nvSpPr>
        <p:spPr bwMode="auto">
          <a:xfrm>
            <a:off x="1861419" y="2355726"/>
            <a:ext cx="138182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fontAlgn="base">
              <a:spcBef>
                <a:spcPct val="0"/>
              </a:spcBef>
              <a:spcAft>
                <a:spcPct val="0"/>
              </a:spcAft>
            </a:pPr>
            <a:r>
              <a:rPr lang="zh-CN" altLang="en-US" sz="1400" dirty="0">
                <a:solidFill>
                  <a:prstClr val="white"/>
                </a:solidFill>
                <a:latin typeface="微软雅黑" pitchFamily="34" charset="-122"/>
                <a:ea typeface="微软雅黑" pitchFamily="34" charset="-122"/>
                <a:cs typeface="Arial Unicode MS" pitchFamily="34" charset="-122"/>
              </a:rPr>
              <a:t>点击录入内容</a:t>
            </a:r>
          </a:p>
        </p:txBody>
      </p:sp>
      <p:sp>
        <p:nvSpPr>
          <p:cNvPr id="15" name="矩形​​ 22"/>
          <p:cNvSpPr>
            <a:spLocks noChangeArrowheads="1"/>
          </p:cNvSpPr>
          <p:nvPr/>
        </p:nvSpPr>
        <p:spPr bwMode="auto">
          <a:xfrm>
            <a:off x="1475656" y="1812378"/>
            <a:ext cx="20594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fontAlgn="base">
              <a:spcBef>
                <a:spcPct val="0"/>
              </a:spcBef>
              <a:spcAft>
                <a:spcPct val="0"/>
              </a:spcAft>
            </a:pPr>
            <a:r>
              <a:rPr lang="zh-CN" altLang="en-US" sz="2400" dirty="0">
                <a:solidFill>
                  <a:prstClr val="white"/>
                </a:solidFill>
                <a:latin typeface="微软雅黑" pitchFamily="34" charset="-122"/>
                <a:ea typeface="微软雅黑" pitchFamily="34" charset="-122"/>
                <a:cs typeface="Arial Unicode MS" pitchFamily="34" charset="-122"/>
              </a:rPr>
              <a:t>点击添加标题</a:t>
            </a:r>
          </a:p>
        </p:txBody>
      </p:sp>
      <p:grpSp>
        <p:nvGrpSpPr>
          <p:cNvPr id="16" name="组合 15"/>
          <p:cNvGrpSpPr/>
          <p:nvPr/>
        </p:nvGrpSpPr>
        <p:grpSpPr>
          <a:xfrm>
            <a:off x="4904504" y="1325814"/>
            <a:ext cx="3168834" cy="1584417"/>
            <a:chOff x="4567878" y="1263966"/>
            <a:chExt cx="3600450" cy="1800225"/>
          </a:xfrm>
        </p:grpSpPr>
        <p:sp>
          <p:nvSpPr>
            <p:cNvPr id="17" name="圆角矩形​​ 14"/>
            <p:cNvSpPr/>
            <p:nvPr/>
          </p:nvSpPr>
          <p:spPr>
            <a:xfrm>
              <a:off x="4567878" y="1263966"/>
              <a:ext cx="3600450" cy="1800225"/>
            </a:xfrm>
            <a:prstGeom prst="roundRect">
              <a:avLst>
                <a:gd name="adj" fmla="val 9948"/>
              </a:avLst>
            </a:prstGeom>
            <a:solidFill>
              <a:srgbClr val="054487"/>
            </a:solidFill>
            <a:ln w="1905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prstClr val="white"/>
                </a:solidFill>
                <a:effectLst/>
                <a:uLnTx/>
                <a:uFillTx/>
                <a:latin typeface="微软雅黑" pitchFamily="34" charset="-122"/>
                <a:ea typeface="微软雅黑" pitchFamily="34" charset="-122"/>
              </a:endParaRPr>
            </a:p>
          </p:txBody>
        </p:sp>
        <p:sp>
          <p:nvSpPr>
            <p:cNvPr id="18" name="同侧圆角矩形 17"/>
            <p:cNvSpPr/>
            <p:nvPr/>
          </p:nvSpPr>
          <p:spPr>
            <a:xfrm>
              <a:off x="4567878" y="1263966"/>
              <a:ext cx="3600450" cy="792162"/>
            </a:xfrm>
            <a:prstGeom prst="round2SameRect">
              <a:avLst/>
            </a:prstGeom>
            <a:gradFill flip="none" rotWithShape="1">
              <a:gsLst>
                <a:gs pos="52000">
                  <a:sysClr val="window" lastClr="FFFFFF">
                    <a:alpha val="0"/>
                  </a:sysClr>
                </a:gs>
                <a:gs pos="0">
                  <a:sysClr val="window" lastClr="FFFFFF">
                    <a:alpha val="0"/>
                  </a:sysClr>
                </a:gs>
                <a:gs pos="50000">
                  <a:sysClr val="window" lastClr="FFFFFF">
                    <a:lumMod val="96000"/>
                    <a:alpha val="14000"/>
                  </a:sysClr>
                </a:gs>
              </a:gsLst>
              <a:lin ang="4680000" scaled="0"/>
              <a:tileRect/>
            </a:gra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endParaRPr>
            </a:p>
          </p:txBody>
        </p:sp>
      </p:grpSp>
      <p:sp>
        <p:nvSpPr>
          <p:cNvPr id="19" name="矩形​​ 23"/>
          <p:cNvSpPr>
            <a:spLocks noChangeArrowheads="1"/>
          </p:cNvSpPr>
          <p:nvPr/>
        </p:nvSpPr>
        <p:spPr bwMode="auto">
          <a:xfrm>
            <a:off x="5534742" y="1812378"/>
            <a:ext cx="20594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fontAlgn="base">
              <a:spcBef>
                <a:spcPct val="0"/>
              </a:spcBef>
              <a:spcAft>
                <a:spcPct val="0"/>
              </a:spcAft>
            </a:pPr>
            <a:r>
              <a:rPr lang="zh-CN" altLang="en-US" sz="2400" dirty="0">
                <a:solidFill>
                  <a:prstClr val="white"/>
                </a:solidFill>
                <a:latin typeface="微软雅黑" pitchFamily="34" charset="-122"/>
                <a:ea typeface="微软雅黑" pitchFamily="34" charset="-122"/>
                <a:cs typeface="Arial Unicode MS" pitchFamily="34" charset="-122"/>
              </a:rPr>
              <a:t>点击添加标题</a:t>
            </a:r>
          </a:p>
        </p:txBody>
      </p:sp>
      <p:pic>
        <p:nvPicPr>
          <p:cNvPr id="20" name="图片 2" descr="http://www.iconpng.com/png/vistasoftware/plus__orange.png"/>
          <p:cNvPicPr>
            <a:picLocks noChangeAspect="1" noChangeArrowheads="1"/>
          </p:cNvPicPr>
          <p:nvPr/>
        </p:nvPicPr>
        <p:blipFill>
          <a:blip r:embed="rId2">
            <a:duotone>
              <a:srgbClr val="4BACC6">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3901204" y="1698683"/>
            <a:ext cx="1140110" cy="114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矩形​​ 21"/>
          <p:cNvSpPr>
            <a:spLocks noChangeArrowheads="1"/>
          </p:cNvSpPr>
          <p:nvPr/>
        </p:nvSpPr>
        <p:spPr bwMode="auto">
          <a:xfrm>
            <a:off x="5918917" y="2355726"/>
            <a:ext cx="138182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fontAlgn="base">
              <a:spcBef>
                <a:spcPct val="0"/>
              </a:spcBef>
              <a:spcAft>
                <a:spcPct val="0"/>
              </a:spcAft>
            </a:pPr>
            <a:r>
              <a:rPr lang="zh-CN" altLang="en-US" sz="1400" dirty="0">
                <a:solidFill>
                  <a:prstClr val="white"/>
                </a:solidFill>
                <a:latin typeface="微软雅黑" pitchFamily="34" charset="-122"/>
                <a:ea typeface="微软雅黑" pitchFamily="34" charset="-122"/>
                <a:cs typeface="Arial Unicode MS" pitchFamily="34" charset="-122"/>
              </a:rPr>
              <a:t>点击录入内容</a:t>
            </a:r>
          </a:p>
        </p:txBody>
      </p:sp>
    </p:spTree>
    <p:extLst>
      <p:ext uri="{BB962C8B-B14F-4D97-AF65-F5344CB8AC3E}">
        <p14:creationId xmlns:p14="http://schemas.microsoft.com/office/powerpoint/2010/main" val="1285378704"/>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p:cTn id="8" dur="500" fill="hold"/>
                                        <p:tgtEl>
                                          <p:spTgt spid="5"/>
                                        </p:tgtEl>
                                        <p:attrNameLst>
                                          <p:attrName>ppt_x</p:attrName>
                                        </p:attrNameLst>
                                      </p:cBhvr>
                                      <p:tavLst>
                                        <p:tav tm="0">
                                          <p:val>
                                            <p:strVal val="#ppt_x"/>
                                          </p:val>
                                        </p:tav>
                                        <p:tav tm="100000">
                                          <p:val>
                                            <p:strVal val="#ppt_x"/>
                                          </p:val>
                                        </p:tav>
                                      </p:tavLst>
                                    </p:anim>
                                    <p:anim calcmode="lin" valueType="num">
                                      <p:cBhvr>
                                        <p:cTn id="9" dur="5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anim calcmode="lin" valueType="num">
                                      <p:cBhvr>
                                        <p:cTn id="13" dur="500" fill="hold"/>
                                        <p:tgtEl>
                                          <p:spTgt spid="8"/>
                                        </p:tgtEl>
                                        <p:attrNameLst>
                                          <p:attrName>ppt_x</p:attrName>
                                        </p:attrNameLst>
                                      </p:cBhvr>
                                      <p:tavLst>
                                        <p:tav tm="0">
                                          <p:val>
                                            <p:strVal val="#ppt_x"/>
                                          </p:val>
                                        </p:tav>
                                        <p:tav tm="100000">
                                          <p:val>
                                            <p:strVal val="#ppt_x"/>
                                          </p:val>
                                        </p:tav>
                                      </p:tavLst>
                                    </p:anim>
                                    <p:anim calcmode="lin" valueType="num">
                                      <p:cBhvr>
                                        <p:cTn id="14" dur="500" fill="hold"/>
                                        <p:tgtEl>
                                          <p:spTgt spid="8"/>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anim calcmode="lin" valueType="num">
                                      <p:cBhvr>
                                        <p:cTn id="18" dur="500" fill="hold"/>
                                        <p:tgtEl>
                                          <p:spTgt spid="9"/>
                                        </p:tgtEl>
                                        <p:attrNameLst>
                                          <p:attrName>ppt_x</p:attrName>
                                        </p:attrNameLst>
                                      </p:cBhvr>
                                      <p:tavLst>
                                        <p:tav tm="0">
                                          <p:val>
                                            <p:strVal val="#ppt_x"/>
                                          </p:val>
                                        </p:tav>
                                        <p:tav tm="100000">
                                          <p:val>
                                            <p:strVal val="#ppt_x"/>
                                          </p:val>
                                        </p:tav>
                                      </p:tavLst>
                                    </p:anim>
                                    <p:anim calcmode="lin" valueType="num">
                                      <p:cBhvr>
                                        <p:cTn id="19" dur="500" fill="hold"/>
                                        <p:tgtEl>
                                          <p:spTgt spid="9"/>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anim calcmode="lin" valueType="num">
                                      <p:cBhvr>
                                        <p:cTn id="23" dur="500" fill="hold"/>
                                        <p:tgtEl>
                                          <p:spTgt spid="10"/>
                                        </p:tgtEl>
                                        <p:attrNameLst>
                                          <p:attrName>ppt_x</p:attrName>
                                        </p:attrNameLst>
                                      </p:cBhvr>
                                      <p:tavLst>
                                        <p:tav tm="0">
                                          <p:val>
                                            <p:strVal val="#ppt_x"/>
                                          </p:val>
                                        </p:tav>
                                        <p:tav tm="100000">
                                          <p:val>
                                            <p:strVal val="#ppt_x"/>
                                          </p:val>
                                        </p:tav>
                                      </p:tavLst>
                                    </p:anim>
                                    <p:anim calcmode="lin" valueType="num">
                                      <p:cBhvr>
                                        <p:cTn id="24" dur="500" fill="hold"/>
                                        <p:tgtEl>
                                          <p:spTgt spid="10"/>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anim calcmode="lin" valueType="num">
                                      <p:cBhvr>
                                        <p:cTn id="28" dur="500" fill="hold"/>
                                        <p:tgtEl>
                                          <p:spTgt spid="14"/>
                                        </p:tgtEl>
                                        <p:attrNameLst>
                                          <p:attrName>ppt_x</p:attrName>
                                        </p:attrNameLst>
                                      </p:cBhvr>
                                      <p:tavLst>
                                        <p:tav tm="0">
                                          <p:val>
                                            <p:strVal val="#ppt_x"/>
                                          </p:val>
                                        </p:tav>
                                        <p:tav tm="100000">
                                          <p:val>
                                            <p:strVal val="#ppt_x"/>
                                          </p:val>
                                        </p:tav>
                                      </p:tavLst>
                                    </p:anim>
                                    <p:anim calcmode="lin" valueType="num">
                                      <p:cBhvr>
                                        <p:cTn id="29" dur="500" fill="hold"/>
                                        <p:tgtEl>
                                          <p:spTgt spid="14"/>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anim calcmode="lin" valueType="num">
                                      <p:cBhvr>
                                        <p:cTn id="33" dur="500" fill="hold"/>
                                        <p:tgtEl>
                                          <p:spTgt spid="15"/>
                                        </p:tgtEl>
                                        <p:attrNameLst>
                                          <p:attrName>ppt_x</p:attrName>
                                        </p:attrNameLst>
                                      </p:cBhvr>
                                      <p:tavLst>
                                        <p:tav tm="0">
                                          <p:val>
                                            <p:strVal val="#ppt_x"/>
                                          </p:val>
                                        </p:tav>
                                        <p:tav tm="100000">
                                          <p:val>
                                            <p:strVal val="#ppt_x"/>
                                          </p:val>
                                        </p:tav>
                                      </p:tavLst>
                                    </p:anim>
                                    <p:anim calcmode="lin" valueType="num">
                                      <p:cBhvr>
                                        <p:cTn id="34" dur="500" fill="hold"/>
                                        <p:tgtEl>
                                          <p:spTgt spid="15"/>
                                        </p:tgtEl>
                                        <p:attrNameLst>
                                          <p:attrName>ppt_y</p:attrName>
                                        </p:attrNameLst>
                                      </p:cBhvr>
                                      <p:tavLst>
                                        <p:tav tm="0">
                                          <p:val>
                                            <p:strVal val="#ppt_y+.1"/>
                                          </p:val>
                                        </p:tav>
                                        <p:tav tm="100000">
                                          <p:val>
                                            <p:strVal val="#ppt_y"/>
                                          </p:val>
                                        </p:tav>
                                      </p:tavLst>
                                    </p:anim>
                                  </p:childTnLst>
                                </p:cTn>
                              </p:par>
                            </p:childTnLst>
                          </p:cTn>
                        </p:par>
                        <p:par>
                          <p:cTn id="35" fill="hold">
                            <p:stCondLst>
                              <p:cond delay="500"/>
                            </p:stCondLst>
                            <p:childTnLst>
                              <p:par>
                                <p:cTn id="36" presetID="16" presetClass="entr" presetSubtype="37" fill="hold" nodeType="after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barn(outVertical)">
                                      <p:cBhvr>
                                        <p:cTn id="38" dur="500"/>
                                        <p:tgtEl>
                                          <p:spTgt spid="20"/>
                                        </p:tgtEl>
                                      </p:cBhvr>
                                    </p:animEffect>
                                  </p:childTnLst>
                                </p:cTn>
                              </p:par>
                            </p:childTnLst>
                          </p:cTn>
                        </p:par>
                        <p:par>
                          <p:cTn id="39" fill="hold">
                            <p:stCondLst>
                              <p:cond delay="1000"/>
                            </p:stCondLst>
                            <p:childTnLst>
                              <p:par>
                                <p:cTn id="40" presetID="42" presetClass="entr" presetSubtype="0" fill="hold" grpId="0" nodeType="after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anim calcmode="lin" valueType="num">
                                      <p:cBhvr>
                                        <p:cTn id="43" dur="500" fill="hold"/>
                                        <p:tgtEl>
                                          <p:spTgt spid="11"/>
                                        </p:tgtEl>
                                        <p:attrNameLst>
                                          <p:attrName>ppt_x</p:attrName>
                                        </p:attrNameLst>
                                      </p:cBhvr>
                                      <p:tavLst>
                                        <p:tav tm="0">
                                          <p:val>
                                            <p:strVal val="#ppt_x"/>
                                          </p:val>
                                        </p:tav>
                                        <p:tav tm="100000">
                                          <p:val>
                                            <p:strVal val="#ppt_x"/>
                                          </p:val>
                                        </p:tav>
                                      </p:tavLst>
                                    </p:anim>
                                    <p:anim calcmode="lin" valueType="num">
                                      <p:cBhvr>
                                        <p:cTn id="44" dur="500" fill="hold"/>
                                        <p:tgtEl>
                                          <p:spTgt spid="11"/>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00"/>
                                        <p:tgtEl>
                                          <p:spTgt spid="12"/>
                                        </p:tgtEl>
                                      </p:cBhvr>
                                    </p:animEffect>
                                    <p:anim calcmode="lin" valueType="num">
                                      <p:cBhvr>
                                        <p:cTn id="48" dur="500" fill="hold"/>
                                        <p:tgtEl>
                                          <p:spTgt spid="12"/>
                                        </p:tgtEl>
                                        <p:attrNameLst>
                                          <p:attrName>ppt_x</p:attrName>
                                        </p:attrNameLst>
                                      </p:cBhvr>
                                      <p:tavLst>
                                        <p:tav tm="0">
                                          <p:val>
                                            <p:strVal val="#ppt_x"/>
                                          </p:val>
                                        </p:tav>
                                        <p:tav tm="100000">
                                          <p:val>
                                            <p:strVal val="#ppt_x"/>
                                          </p:val>
                                        </p:tav>
                                      </p:tavLst>
                                    </p:anim>
                                    <p:anim calcmode="lin" valueType="num">
                                      <p:cBhvr>
                                        <p:cTn id="49" dur="500" fill="hold"/>
                                        <p:tgtEl>
                                          <p:spTgt spid="12"/>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anim calcmode="lin" valueType="num">
                                      <p:cBhvr>
                                        <p:cTn id="53" dur="500" fill="hold"/>
                                        <p:tgtEl>
                                          <p:spTgt spid="13"/>
                                        </p:tgtEl>
                                        <p:attrNameLst>
                                          <p:attrName>ppt_x</p:attrName>
                                        </p:attrNameLst>
                                      </p:cBhvr>
                                      <p:tavLst>
                                        <p:tav tm="0">
                                          <p:val>
                                            <p:strVal val="#ppt_x"/>
                                          </p:val>
                                        </p:tav>
                                        <p:tav tm="100000">
                                          <p:val>
                                            <p:strVal val="#ppt_x"/>
                                          </p:val>
                                        </p:tav>
                                      </p:tavLst>
                                    </p:anim>
                                    <p:anim calcmode="lin" valueType="num">
                                      <p:cBhvr>
                                        <p:cTn id="54" dur="500" fill="hold"/>
                                        <p:tgtEl>
                                          <p:spTgt spid="13"/>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500"/>
                                        <p:tgtEl>
                                          <p:spTgt spid="21"/>
                                        </p:tgtEl>
                                      </p:cBhvr>
                                    </p:animEffect>
                                    <p:anim calcmode="lin" valueType="num">
                                      <p:cBhvr>
                                        <p:cTn id="58" dur="500" fill="hold"/>
                                        <p:tgtEl>
                                          <p:spTgt spid="21"/>
                                        </p:tgtEl>
                                        <p:attrNameLst>
                                          <p:attrName>ppt_x</p:attrName>
                                        </p:attrNameLst>
                                      </p:cBhvr>
                                      <p:tavLst>
                                        <p:tav tm="0">
                                          <p:val>
                                            <p:strVal val="#ppt_x"/>
                                          </p:val>
                                        </p:tav>
                                        <p:tav tm="100000">
                                          <p:val>
                                            <p:strVal val="#ppt_x"/>
                                          </p:val>
                                        </p:tav>
                                      </p:tavLst>
                                    </p:anim>
                                    <p:anim calcmode="lin" valueType="num">
                                      <p:cBhvr>
                                        <p:cTn id="59" dur="500" fill="hold"/>
                                        <p:tgtEl>
                                          <p:spTgt spid="21"/>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500"/>
                                        <p:tgtEl>
                                          <p:spTgt spid="16"/>
                                        </p:tgtEl>
                                      </p:cBhvr>
                                    </p:animEffect>
                                    <p:anim calcmode="lin" valueType="num">
                                      <p:cBhvr>
                                        <p:cTn id="63" dur="500" fill="hold"/>
                                        <p:tgtEl>
                                          <p:spTgt spid="16"/>
                                        </p:tgtEl>
                                        <p:attrNameLst>
                                          <p:attrName>ppt_x</p:attrName>
                                        </p:attrNameLst>
                                      </p:cBhvr>
                                      <p:tavLst>
                                        <p:tav tm="0">
                                          <p:val>
                                            <p:strVal val="#ppt_x"/>
                                          </p:val>
                                        </p:tav>
                                        <p:tav tm="100000">
                                          <p:val>
                                            <p:strVal val="#ppt_x"/>
                                          </p:val>
                                        </p:tav>
                                      </p:tavLst>
                                    </p:anim>
                                    <p:anim calcmode="lin" valueType="num">
                                      <p:cBhvr>
                                        <p:cTn id="64" dur="500" fill="hold"/>
                                        <p:tgtEl>
                                          <p:spTgt spid="16"/>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500"/>
                                        <p:tgtEl>
                                          <p:spTgt spid="19"/>
                                        </p:tgtEl>
                                      </p:cBhvr>
                                    </p:animEffect>
                                    <p:anim calcmode="lin" valueType="num">
                                      <p:cBhvr>
                                        <p:cTn id="68" dur="500" fill="hold"/>
                                        <p:tgtEl>
                                          <p:spTgt spid="19"/>
                                        </p:tgtEl>
                                        <p:attrNameLst>
                                          <p:attrName>ppt_x</p:attrName>
                                        </p:attrNameLst>
                                      </p:cBhvr>
                                      <p:tavLst>
                                        <p:tav tm="0">
                                          <p:val>
                                            <p:strVal val="#ppt_x"/>
                                          </p:val>
                                        </p:tav>
                                        <p:tav tm="100000">
                                          <p:val>
                                            <p:strVal val="#ppt_x"/>
                                          </p:val>
                                        </p:tav>
                                      </p:tavLst>
                                    </p:anim>
                                    <p:anim calcmode="lin" valueType="num">
                                      <p:cBhvr>
                                        <p:cTn id="69" dur="5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p:bldP spid="15" grpId="0"/>
      <p:bldP spid="19" grpId="0"/>
      <p:bldP spid="2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3563888" y="1309653"/>
            <a:ext cx="3528392" cy="1569660"/>
          </a:xfrm>
          <a:prstGeom prst="rect">
            <a:avLst/>
          </a:prstGeom>
          <a:noFill/>
        </p:spPr>
        <p:txBody>
          <a:bodyPr wrap="square" rtlCol="0">
            <a:spAutoFit/>
          </a:bodyPr>
          <a:lstStyle/>
          <a:p>
            <a:r>
              <a:rPr lang="en-US" altLang="zh-CN" sz="9600" dirty="0">
                <a:solidFill>
                  <a:srgbClr val="054487"/>
                </a:solidFill>
                <a:latin typeface="Adobe Gothic Std B" pitchFamily="34" charset="-128"/>
                <a:ea typeface="Adobe Gothic Std B" pitchFamily="34" charset="-128"/>
              </a:rPr>
              <a:t>Part 3</a:t>
            </a:r>
            <a:endParaRPr lang="zh-CN" altLang="en-US" sz="9600" dirty="0">
              <a:solidFill>
                <a:srgbClr val="054487"/>
              </a:solidFill>
              <a:latin typeface="Adobe Gothic Std B" pitchFamily="34" charset="-128"/>
            </a:endParaRPr>
          </a:p>
        </p:txBody>
      </p:sp>
      <p:sp>
        <p:nvSpPr>
          <p:cNvPr id="9" name="Rectangle 22"/>
          <p:cNvSpPr>
            <a:spLocks noChangeArrowheads="1"/>
          </p:cNvSpPr>
          <p:nvPr/>
        </p:nvSpPr>
        <p:spPr bwMode="auto">
          <a:xfrm>
            <a:off x="3605359" y="2749356"/>
            <a:ext cx="4855073" cy="768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eaLnBrk="1" fontAlgn="base" hangingPunct="1">
              <a:lnSpc>
                <a:spcPct val="120000"/>
              </a:lnSpc>
              <a:buClrTx/>
              <a:buSzTx/>
            </a:pPr>
            <a:r>
              <a:rPr lang="zh-CN" altLang="en-US" sz="4000" b="1" dirty="0">
                <a:solidFill>
                  <a:srgbClr val="054487"/>
                </a:solidFill>
                <a:latin typeface="微软雅黑" pitchFamily="34" charset="-122"/>
                <a:ea typeface="微软雅黑" pitchFamily="34" charset="-122"/>
              </a:rPr>
              <a:t>工作中存在不足</a:t>
            </a:r>
          </a:p>
        </p:txBody>
      </p:sp>
      <p:cxnSp>
        <p:nvCxnSpPr>
          <p:cNvPr id="13" name="直接连接符 12"/>
          <p:cNvCxnSpPr/>
          <p:nvPr/>
        </p:nvCxnSpPr>
        <p:spPr>
          <a:xfrm>
            <a:off x="3344910" y="2749356"/>
            <a:ext cx="4179418" cy="0"/>
          </a:xfrm>
          <a:prstGeom prst="line">
            <a:avLst/>
          </a:prstGeom>
          <a:ln w="12700">
            <a:solidFill>
              <a:srgbClr val="054487"/>
            </a:solidFill>
          </a:ln>
        </p:spPr>
        <p:style>
          <a:lnRef idx="1">
            <a:schemeClr val="accent1"/>
          </a:lnRef>
          <a:fillRef idx="0">
            <a:schemeClr val="accent1"/>
          </a:fillRef>
          <a:effectRef idx="0">
            <a:schemeClr val="accent1"/>
          </a:effectRef>
          <a:fontRef idx="minor">
            <a:schemeClr val="tx1"/>
          </a:fontRef>
        </p:style>
      </p:cxnSp>
      <p:grpSp>
        <p:nvGrpSpPr>
          <p:cNvPr id="11" name="组合 10"/>
          <p:cNvGrpSpPr/>
          <p:nvPr/>
        </p:nvGrpSpPr>
        <p:grpSpPr>
          <a:xfrm>
            <a:off x="1187624" y="1564129"/>
            <a:ext cx="1785621" cy="2016224"/>
            <a:chOff x="1187624" y="1564129"/>
            <a:chExt cx="1785621" cy="2016224"/>
          </a:xfrm>
        </p:grpSpPr>
        <p:grpSp>
          <p:nvGrpSpPr>
            <p:cNvPr id="7" name="组合 6"/>
            <p:cNvGrpSpPr/>
            <p:nvPr/>
          </p:nvGrpSpPr>
          <p:grpSpPr>
            <a:xfrm>
              <a:off x="1187624" y="1564129"/>
              <a:ext cx="1785621" cy="2016224"/>
              <a:chOff x="1187624" y="1774887"/>
              <a:chExt cx="1152128" cy="1300919"/>
            </a:xfrm>
          </p:grpSpPr>
          <p:grpSp>
            <p:nvGrpSpPr>
              <p:cNvPr id="2" name="组合 1"/>
              <p:cNvGrpSpPr/>
              <p:nvPr/>
            </p:nvGrpSpPr>
            <p:grpSpPr>
              <a:xfrm>
                <a:off x="1187624" y="1774887"/>
                <a:ext cx="1152128" cy="1300919"/>
                <a:chOff x="1259632" y="1419622"/>
                <a:chExt cx="1152128" cy="1300919"/>
              </a:xfrm>
            </p:grpSpPr>
            <p:sp>
              <p:nvSpPr>
                <p:cNvPr id="3" name="椭圆 2"/>
                <p:cNvSpPr/>
                <p:nvPr/>
              </p:nvSpPr>
              <p:spPr>
                <a:xfrm>
                  <a:off x="1259632" y="1419622"/>
                  <a:ext cx="1152128" cy="1152128"/>
                </a:xfrm>
                <a:prstGeom prst="ellipse">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椭圆 2"/>
                <p:cNvSpPr/>
                <p:nvPr/>
              </p:nvSpPr>
              <p:spPr>
                <a:xfrm rot="1761192">
                  <a:off x="1806317" y="1568413"/>
                  <a:ext cx="576064" cy="1152128"/>
                </a:xfrm>
                <a:custGeom>
                  <a:avLst/>
                  <a:gdLst/>
                  <a:ahLst/>
                  <a:cxnLst/>
                  <a:rect l="l" t="t" r="r" b="b"/>
                  <a:pathLst>
                    <a:path w="576064" h="1152128">
                      <a:moveTo>
                        <a:pt x="0" y="0"/>
                      </a:moveTo>
                      <a:cubicBezTo>
                        <a:pt x="318151" y="0"/>
                        <a:pt x="576064" y="257913"/>
                        <a:pt x="576064" y="576064"/>
                      </a:cubicBezTo>
                      <a:cubicBezTo>
                        <a:pt x="576064" y="894215"/>
                        <a:pt x="318151" y="1152128"/>
                        <a:pt x="0" y="1152128"/>
                      </a:cubicBezTo>
                      <a:close/>
                    </a:path>
                  </a:pathLst>
                </a:custGeom>
                <a:solidFill>
                  <a:srgbClr val="EAEAEA">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 name="TextBox 4"/>
              <p:cNvSpPr txBox="1"/>
              <p:nvPr/>
            </p:nvSpPr>
            <p:spPr>
              <a:xfrm>
                <a:off x="1434530" y="2496128"/>
                <a:ext cx="728783" cy="337595"/>
              </a:xfrm>
              <a:prstGeom prst="rect">
                <a:avLst/>
              </a:prstGeom>
              <a:noFill/>
            </p:spPr>
            <p:txBody>
              <a:bodyPr wrap="square" rtlCol="0">
                <a:spAutoFit/>
              </a:bodyPr>
              <a:lstStyle/>
              <a:p>
                <a:r>
                  <a:rPr lang="en-US" altLang="zh-CN" sz="2800" dirty="0">
                    <a:solidFill>
                      <a:schemeClr val="bg1"/>
                    </a:solidFill>
                  </a:rPr>
                  <a:t>about</a:t>
                </a:r>
                <a:endParaRPr lang="zh-CN" altLang="en-US" sz="2800" dirty="0">
                  <a:solidFill>
                    <a:schemeClr val="bg1"/>
                  </a:solidFill>
                </a:endParaRPr>
              </a:p>
            </p:txBody>
          </p:sp>
        </p:grpSp>
        <p:sp>
          <p:nvSpPr>
            <p:cNvPr id="14" name="Freeform 16"/>
            <p:cNvSpPr>
              <a:spLocks noEditPoints="1"/>
            </p:cNvSpPr>
            <p:nvPr/>
          </p:nvSpPr>
          <p:spPr bwMode="auto">
            <a:xfrm>
              <a:off x="1695079" y="1872969"/>
              <a:ext cx="800920" cy="814573"/>
            </a:xfrm>
            <a:custGeom>
              <a:avLst/>
              <a:gdLst>
                <a:gd name="T0" fmla="*/ 252865 w 358"/>
                <a:gd name="T1" fmla="*/ 244941 h 355"/>
                <a:gd name="T2" fmla="*/ 223988 w 358"/>
                <a:gd name="T3" fmla="*/ 244941 h 355"/>
                <a:gd name="T4" fmla="*/ 183405 w 358"/>
                <a:gd name="T5" fmla="*/ 165695 h 355"/>
                <a:gd name="T6" fmla="*/ 178722 w 358"/>
                <a:gd name="T7" fmla="*/ 180904 h 355"/>
                <a:gd name="T8" fmla="*/ 156870 w 358"/>
                <a:gd name="T9" fmla="*/ 198514 h 355"/>
                <a:gd name="T10" fmla="*/ 229451 w 358"/>
                <a:gd name="T11" fmla="*/ 280961 h 355"/>
                <a:gd name="T12" fmla="*/ 275498 w 358"/>
                <a:gd name="T13" fmla="*/ 248943 h 355"/>
                <a:gd name="T14" fmla="*/ 241939 w 358"/>
                <a:gd name="T15" fmla="*/ 212122 h 355"/>
                <a:gd name="T16" fmla="*/ 190429 w 358"/>
                <a:gd name="T17" fmla="*/ 168897 h 355"/>
                <a:gd name="T18" fmla="*/ 100678 w 358"/>
                <a:gd name="T19" fmla="*/ 100858 h 355"/>
                <a:gd name="T20" fmla="*/ 116287 w 358"/>
                <a:gd name="T21" fmla="*/ 96856 h 355"/>
                <a:gd name="T22" fmla="*/ 120189 w 358"/>
                <a:gd name="T23" fmla="*/ 81647 h 355"/>
                <a:gd name="T24" fmla="*/ 124091 w 358"/>
                <a:gd name="T25" fmla="*/ 66438 h 355"/>
                <a:gd name="T26" fmla="*/ 53851 w 358"/>
                <a:gd name="T27" fmla="*/ 6404 h 355"/>
                <a:gd name="T28" fmla="*/ 44485 w 358"/>
                <a:gd name="T29" fmla="*/ 80846 h 355"/>
                <a:gd name="T30" fmla="*/ 0 w 358"/>
                <a:gd name="T31" fmla="*/ 61635 h 355"/>
                <a:gd name="T32" fmla="*/ 82727 w 358"/>
                <a:gd name="T33" fmla="*/ 122470 h 355"/>
                <a:gd name="T34" fmla="*/ 93654 w 358"/>
                <a:gd name="T35" fmla="*/ 108862 h 355"/>
                <a:gd name="T36" fmla="*/ 269254 w 358"/>
                <a:gd name="T37" fmla="*/ 28016 h 355"/>
                <a:gd name="T38" fmla="*/ 231793 w 358"/>
                <a:gd name="T39" fmla="*/ 800 h 355"/>
                <a:gd name="T40" fmla="*/ 131115 w 358"/>
                <a:gd name="T41" fmla="*/ 92853 h 355"/>
                <a:gd name="T42" fmla="*/ 117067 w 358"/>
                <a:gd name="T43" fmla="*/ 113665 h 355"/>
                <a:gd name="T44" fmla="*/ 104580 w 358"/>
                <a:gd name="T45" fmla="*/ 120069 h 355"/>
                <a:gd name="T46" fmla="*/ 106141 w 358"/>
                <a:gd name="T47" fmla="*/ 159291 h 355"/>
                <a:gd name="T48" fmla="*/ 24974 w 358"/>
                <a:gd name="T49" fmla="*/ 231333 h 355"/>
                <a:gd name="T50" fmla="*/ 15609 w 358"/>
                <a:gd name="T51" fmla="*/ 284163 h 355"/>
                <a:gd name="T52" fmla="*/ 57753 w 358"/>
                <a:gd name="T53" fmla="*/ 240938 h 355"/>
                <a:gd name="T54" fmla="*/ 124091 w 358"/>
                <a:gd name="T55" fmla="*/ 177702 h 355"/>
                <a:gd name="T56" fmla="*/ 160772 w 358"/>
                <a:gd name="T57" fmla="*/ 177702 h 355"/>
                <a:gd name="T58" fmla="*/ 171698 w 358"/>
                <a:gd name="T59" fmla="*/ 153688 h 355"/>
                <a:gd name="T60" fmla="*/ 187307 w 358"/>
                <a:gd name="T61" fmla="*/ 150486 h 355"/>
                <a:gd name="T62" fmla="*/ 269254 w 358"/>
                <a:gd name="T63" fmla="*/ 28016 h 35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58" h="355">
                  <a:moveTo>
                    <a:pt x="305" y="288"/>
                  </a:moveTo>
                  <a:cubicBezTo>
                    <a:pt x="316" y="288"/>
                    <a:pt x="324" y="296"/>
                    <a:pt x="324" y="306"/>
                  </a:cubicBezTo>
                  <a:cubicBezTo>
                    <a:pt x="324" y="316"/>
                    <a:pt x="316" y="325"/>
                    <a:pt x="305" y="325"/>
                  </a:cubicBezTo>
                  <a:cubicBezTo>
                    <a:pt x="295" y="325"/>
                    <a:pt x="287" y="316"/>
                    <a:pt x="287" y="306"/>
                  </a:cubicBezTo>
                  <a:cubicBezTo>
                    <a:pt x="287" y="296"/>
                    <a:pt x="295" y="288"/>
                    <a:pt x="305" y="288"/>
                  </a:cubicBezTo>
                  <a:close/>
                  <a:moveTo>
                    <a:pt x="235" y="207"/>
                  </a:moveTo>
                  <a:lnTo>
                    <a:pt x="239" y="216"/>
                  </a:lnTo>
                  <a:lnTo>
                    <a:pt x="229" y="226"/>
                  </a:lnTo>
                  <a:lnTo>
                    <a:pt x="220" y="235"/>
                  </a:lnTo>
                  <a:cubicBezTo>
                    <a:pt x="215" y="241"/>
                    <a:pt x="208" y="245"/>
                    <a:pt x="201" y="248"/>
                  </a:cubicBezTo>
                  <a:lnTo>
                    <a:pt x="264" y="311"/>
                  </a:lnTo>
                  <a:lnTo>
                    <a:pt x="294" y="351"/>
                  </a:lnTo>
                  <a:lnTo>
                    <a:pt x="309" y="355"/>
                  </a:lnTo>
                  <a:lnTo>
                    <a:pt x="353" y="311"/>
                  </a:lnTo>
                  <a:lnTo>
                    <a:pt x="349" y="295"/>
                  </a:lnTo>
                  <a:lnTo>
                    <a:pt x="310" y="265"/>
                  </a:lnTo>
                  <a:lnTo>
                    <a:pt x="250" y="205"/>
                  </a:lnTo>
                  <a:lnTo>
                    <a:pt x="244" y="211"/>
                  </a:lnTo>
                  <a:lnTo>
                    <a:pt x="235" y="207"/>
                  </a:lnTo>
                  <a:close/>
                  <a:moveTo>
                    <a:pt x="129" y="126"/>
                  </a:moveTo>
                  <a:lnTo>
                    <a:pt x="140" y="116"/>
                  </a:lnTo>
                  <a:lnTo>
                    <a:pt x="149" y="121"/>
                  </a:lnTo>
                  <a:lnTo>
                    <a:pt x="144" y="112"/>
                  </a:lnTo>
                  <a:lnTo>
                    <a:pt x="154" y="102"/>
                  </a:lnTo>
                  <a:lnTo>
                    <a:pt x="155" y="101"/>
                  </a:lnTo>
                  <a:cubicBezTo>
                    <a:pt x="158" y="95"/>
                    <a:pt x="159" y="89"/>
                    <a:pt x="159" y="83"/>
                  </a:cubicBezTo>
                  <a:cubicBezTo>
                    <a:pt x="159" y="41"/>
                    <a:pt x="119" y="0"/>
                    <a:pt x="76" y="1"/>
                  </a:cubicBezTo>
                  <a:cubicBezTo>
                    <a:pt x="76" y="1"/>
                    <a:pt x="72" y="6"/>
                    <a:pt x="69" y="8"/>
                  </a:cubicBezTo>
                  <a:cubicBezTo>
                    <a:pt x="103" y="42"/>
                    <a:pt x="100" y="37"/>
                    <a:pt x="100" y="57"/>
                  </a:cubicBezTo>
                  <a:cubicBezTo>
                    <a:pt x="100" y="74"/>
                    <a:pt x="73" y="101"/>
                    <a:pt x="57" y="101"/>
                  </a:cubicBezTo>
                  <a:cubicBezTo>
                    <a:pt x="35" y="101"/>
                    <a:pt x="42" y="104"/>
                    <a:pt x="8" y="70"/>
                  </a:cubicBezTo>
                  <a:cubicBezTo>
                    <a:pt x="5" y="72"/>
                    <a:pt x="0" y="77"/>
                    <a:pt x="0" y="77"/>
                  </a:cubicBezTo>
                  <a:cubicBezTo>
                    <a:pt x="1" y="119"/>
                    <a:pt x="40" y="160"/>
                    <a:pt x="83" y="160"/>
                  </a:cubicBezTo>
                  <a:cubicBezTo>
                    <a:pt x="90" y="160"/>
                    <a:pt x="98" y="157"/>
                    <a:pt x="106" y="153"/>
                  </a:cubicBezTo>
                  <a:lnTo>
                    <a:pt x="108" y="155"/>
                  </a:lnTo>
                  <a:cubicBezTo>
                    <a:pt x="111" y="148"/>
                    <a:pt x="115" y="141"/>
                    <a:pt x="120" y="136"/>
                  </a:cubicBezTo>
                  <a:lnTo>
                    <a:pt x="129" y="126"/>
                  </a:lnTo>
                  <a:close/>
                  <a:moveTo>
                    <a:pt x="345" y="35"/>
                  </a:moveTo>
                  <a:lnTo>
                    <a:pt x="321" y="10"/>
                  </a:lnTo>
                  <a:cubicBezTo>
                    <a:pt x="314" y="4"/>
                    <a:pt x="306" y="1"/>
                    <a:pt x="297" y="1"/>
                  </a:cubicBezTo>
                  <a:cubicBezTo>
                    <a:pt x="289" y="1"/>
                    <a:pt x="280" y="4"/>
                    <a:pt x="273" y="10"/>
                  </a:cubicBezTo>
                  <a:lnTo>
                    <a:pt x="168" y="116"/>
                  </a:lnTo>
                  <a:cubicBezTo>
                    <a:pt x="171" y="122"/>
                    <a:pt x="169" y="131"/>
                    <a:pt x="164" y="136"/>
                  </a:cubicBezTo>
                  <a:cubicBezTo>
                    <a:pt x="161" y="140"/>
                    <a:pt x="155" y="142"/>
                    <a:pt x="150" y="142"/>
                  </a:cubicBezTo>
                  <a:cubicBezTo>
                    <a:pt x="148" y="142"/>
                    <a:pt x="145" y="141"/>
                    <a:pt x="143" y="140"/>
                  </a:cubicBezTo>
                  <a:lnTo>
                    <a:pt x="134" y="150"/>
                  </a:lnTo>
                  <a:cubicBezTo>
                    <a:pt x="121" y="163"/>
                    <a:pt x="121" y="184"/>
                    <a:pt x="134" y="197"/>
                  </a:cubicBezTo>
                  <a:lnTo>
                    <a:pt x="136" y="199"/>
                  </a:lnTo>
                  <a:lnTo>
                    <a:pt x="54" y="281"/>
                  </a:lnTo>
                  <a:lnTo>
                    <a:pt x="32" y="289"/>
                  </a:lnTo>
                  <a:lnTo>
                    <a:pt x="0" y="335"/>
                  </a:lnTo>
                  <a:lnTo>
                    <a:pt x="20" y="355"/>
                  </a:lnTo>
                  <a:lnTo>
                    <a:pt x="66" y="323"/>
                  </a:lnTo>
                  <a:lnTo>
                    <a:pt x="74" y="301"/>
                  </a:lnTo>
                  <a:lnTo>
                    <a:pt x="156" y="219"/>
                  </a:lnTo>
                  <a:lnTo>
                    <a:pt x="159" y="222"/>
                  </a:lnTo>
                  <a:cubicBezTo>
                    <a:pt x="165" y="228"/>
                    <a:pt x="174" y="231"/>
                    <a:pt x="182" y="231"/>
                  </a:cubicBezTo>
                  <a:cubicBezTo>
                    <a:pt x="191" y="231"/>
                    <a:pt x="200" y="228"/>
                    <a:pt x="206" y="222"/>
                  </a:cubicBezTo>
                  <a:lnTo>
                    <a:pt x="215" y="212"/>
                  </a:lnTo>
                  <a:cubicBezTo>
                    <a:pt x="212" y="206"/>
                    <a:pt x="215" y="197"/>
                    <a:pt x="220" y="192"/>
                  </a:cubicBezTo>
                  <a:cubicBezTo>
                    <a:pt x="223" y="188"/>
                    <a:pt x="229" y="186"/>
                    <a:pt x="234" y="186"/>
                  </a:cubicBezTo>
                  <a:cubicBezTo>
                    <a:pt x="236" y="186"/>
                    <a:pt x="238" y="187"/>
                    <a:pt x="240" y="188"/>
                  </a:cubicBezTo>
                  <a:lnTo>
                    <a:pt x="345" y="82"/>
                  </a:lnTo>
                  <a:cubicBezTo>
                    <a:pt x="358" y="69"/>
                    <a:pt x="358" y="48"/>
                    <a:pt x="345" y="3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Tree>
    <p:extLst>
      <p:ext uri="{BB962C8B-B14F-4D97-AF65-F5344CB8AC3E}">
        <p14:creationId xmlns:p14="http://schemas.microsoft.com/office/powerpoint/2010/main" val="1699553876"/>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1000" fill="hold"/>
                                        <p:tgtEl>
                                          <p:spTgt spid="11"/>
                                        </p:tgtEl>
                                        <p:attrNameLst>
                                          <p:attrName>ppt_w</p:attrName>
                                        </p:attrNameLst>
                                      </p:cBhvr>
                                      <p:tavLst>
                                        <p:tav tm="0">
                                          <p:val>
                                            <p:fltVal val="0"/>
                                          </p:val>
                                        </p:tav>
                                        <p:tav tm="100000">
                                          <p:val>
                                            <p:strVal val="#ppt_w"/>
                                          </p:val>
                                        </p:tav>
                                      </p:tavLst>
                                    </p:anim>
                                    <p:anim calcmode="lin" valueType="num">
                                      <p:cBhvr>
                                        <p:cTn id="8" dur="1000" fill="hold"/>
                                        <p:tgtEl>
                                          <p:spTgt spid="11"/>
                                        </p:tgtEl>
                                        <p:attrNameLst>
                                          <p:attrName>ppt_h</p:attrName>
                                        </p:attrNameLst>
                                      </p:cBhvr>
                                      <p:tavLst>
                                        <p:tav tm="0">
                                          <p:val>
                                            <p:fltVal val="0"/>
                                          </p:val>
                                        </p:tav>
                                        <p:tav tm="100000">
                                          <p:val>
                                            <p:strVal val="#ppt_h"/>
                                          </p:val>
                                        </p:tav>
                                      </p:tavLst>
                                    </p:anim>
                                    <p:anim calcmode="lin" valueType="num">
                                      <p:cBhvr>
                                        <p:cTn id="9" dur="1000" fill="hold"/>
                                        <p:tgtEl>
                                          <p:spTgt spid="11"/>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1"/>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22" presetClass="entr" presetSubtype="8" fill="hold"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wipe(left)">
                                      <p:cBhvr>
                                        <p:cTn id="14" dur="500"/>
                                        <p:tgtEl>
                                          <p:spTgt spid="13"/>
                                        </p:tgtEl>
                                      </p:cBhvr>
                                    </p:animEffect>
                                  </p:childTnLst>
                                </p:cTn>
                              </p:par>
                            </p:childTnLst>
                          </p:cTn>
                        </p:par>
                        <p:par>
                          <p:cTn id="15" fill="hold">
                            <p:stCondLst>
                              <p:cond delay="1500"/>
                            </p:stCondLst>
                            <p:childTnLst>
                              <p:par>
                                <p:cTn id="16" presetID="42" presetClass="entr" presetSubtype="0" fill="hold" grpId="0"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1000"/>
                                        <p:tgtEl>
                                          <p:spTgt spid="8"/>
                                        </p:tgtEl>
                                      </p:cBhvr>
                                    </p:animEffect>
                                    <p:anim calcmode="lin" valueType="num">
                                      <p:cBhvr>
                                        <p:cTn id="19" dur="1000" fill="hold"/>
                                        <p:tgtEl>
                                          <p:spTgt spid="8"/>
                                        </p:tgtEl>
                                        <p:attrNameLst>
                                          <p:attrName>ppt_x</p:attrName>
                                        </p:attrNameLst>
                                      </p:cBhvr>
                                      <p:tavLst>
                                        <p:tav tm="0">
                                          <p:val>
                                            <p:strVal val="#ppt_x"/>
                                          </p:val>
                                        </p:tav>
                                        <p:tav tm="100000">
                                          <p:val>
                                            <p:strVal val="#ppt_x"/>
                                          </p:val>
                                        </p:tav>
                                      </p:tavLst>
                                    </p:anim>
                                    <p:anim calcmode="lin" valueType="num">
                                      <p:cBhvr>
                                        <p:cTn id="20" dur="1000" fill="hold"/>
                                        <p:tgtEl>
                                          <p:spTgt spid="8"/>
                                        </p:tgtEl>
                                        <p:attrNameLst>
                                          <p:attrName>ppt_y</p:attrName>
                                        </p:attrNameLst>
                                      </p:cBhvr>
                                      <p:tavLst>
                                        <p:tav tm="0">
                                          <p:val>
                                            <p:strVal val="#ppt_y+.1"/>
                                          </p:val>
                                        </p:tav>
                                        <p:tav tm="100000">
                                          <p:val>
                                            <p:strVal val="#ppt_y"/>
                                          </p:val>
                                        </p:tav>
                                      </p:tavLst>
                                    </p:anim>
                                  </p:childTnLst>
                                </p:cTn>
                              </p:par>
                              <p:par>
                                <p:cTn id="21" presetID="47"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1000"/>
                                        <p:tgtEl>
                                          <p:spTgt spid="9"/>
                                        </p:tgtEl>
                                      </p:cBhvr>
                                    </p:animEffect>
                                    <p:anim calcmode="lin" valueType="num">
                                      <p:cBhvr>
                                        <p:cTn id="24" dur="1000" fill="hold"/>
                                        <p:tgtEl>
                                          <p:spTgt spid="9"/>
                                        </p:tgtEl>
                                        <p:attrNameLst>
                                          <p:attrName>ppt_x</p:attrName>
                                        </p:attrNameLst>
                                      </p:cBhvr>
                                      <p:tavLst>
                                        <p:tav tm="0">
                                          <p:val>
                                            <p:strVal val="#ppt_x"/>
                                          </p:val>
                                        </p:tav>
                                        <p:tav tm="100000">
                                          <p:val>
                                            <p:strVal val="#ppt_x"/>
                                          </p:val>
                                        </p:tav>
                                      </p:tavLst>
                                    </p:anim>
                                    <p:anim calcmode="lin" valueType="num">
                                      <p:cBhvr>
                                        <p:cTn id="25"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95486"/>
            <a:ext cx="611560" cy="369332"/>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3"/>
          <p:cNvSpPr txBox="1"/>
          <p:nvPr/>
        </p:nvSpPr>
        <p:spPr>
          <a:xfrm>
            <a:off x="683568" y="195486"/>
            <a:ext cx="3816424" cy="646331"/>
          </a:xfrm>
          <a:prstGeom prst="rect">
            <a:avLst/>
          </a:prstGeom>
          <a:noFill/>
        </p:spPr>
        <p:txBody>
          <a:bodyPr wrap="square" rtlCol="0">
            <a:spAutoFit/>
          </a:bodyPr>
          <a:lstStyle/>
          <a:p>
            <a:r>
              <a:rPr lang="zh-CN" altLang="en-US" dirty="0">
                <a:solidFill>
                  <a:srgbClr val="054487"/>
                </a:solidFill>
                <a:latin typeface="微软雅黑" pitchFamily="34" charset="-122"/>
                <a:ea typeface="微软雅黑" pitchFamily="34" charset="-122"/>
              </a:rPr>
              <a:t>输入你的标题 </a:t>
            </a:r>
            <a:r>
              <a:rPr lang="en-US" altLang="zh-CN" dirty="0">
                <a:solidFill>
                  <a:srgbClr val="054487"/>
                </a:solidFill>
                <a:latin typeface="微软雅黑" pitchFamily="34" charset="-122"/>
                <a:ea typeface="微软雅黑" pitchFamily="34" charset="-122"/>
              </a:rPr>
              <a:t>/Add your title</a:t>
            </a:r>
            <a:endParaRPr lang="zh-CN" altLang="en-US" dirty="0">
              <a:solidFill>
                <a:srgbClr val="054487"/>
              </a:solidFill>
              <a:latin typeface="微软雅黑" pitchFamily="34" charset="-122"/>
              <a:ea typeface="微软雅黑" pitchFamily="34" charset="-122"/>
            </a:endParaRPr>
          </a:p>
          <a:p>
            <a:endParaRPr lang="zh-CN" altLang="en-US" dirty="0">
              <a:solidFill>
                <a:srgbClr val="F46970"/>
              </a:solidFill>
              <a:latin typeface="微软雅黑" pitchFamily="34" charset="-122"/>
              <a:ea typeface="微软雅黑" pitchFamily="34" charset="-122"/>
            </a:endParaRPr>
          </a:p>
        </p:txBody>
      </p:sp>
      <p:sp>
        <p:nvSpPr>
          <p:cNvPr id="5" name="Oval 6"/>
          <p:cNvSpPr>
            <a:spLocks noChangeArrowheads="1"/>
          </p:cNvSpPr>
          <p:nvPr/>
        </p:nvSpPr>
        <p:spPr bwMode="auto">
          <a:xfrm>
            <a:off x="1259632" y="1259235"/>
            <a:ext cx="2512800" cy="2511691"/>
          </a:xfrm>
          <a:prstGeom prst="ellipse">
            <a:avLst/>
          </a:prstGeom>
          <a:solidFill>
            <a:srgbClr val="9E9E9E"/>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latinLnBrk="1">
              <a:defRPr/>
            </a:pPr>
            <a:endParaRPr kumimoji="1" lang="zh-CN" altLang="en-US" kern="0">
              <a:solidFill>
                <a:srgbClr val="000000"/>
              </a:solidFill>
              <a:latin typeface="굴림" pitchFamily="34" charset="-127"/>
              <a:ea typeface="굴림" pitchFamily="34" charset="-127"/>
            </a:endParaRPr>
          </a:p>
        </p:txBody>
      </p:sp>
      <p:sp>
        <p:nvSpPr>
          <p:cNvPr id="6" name="Arc 7"/>
          <p:cNvSpPr>
            <a:spLocks/>
          </p:cNvSpPr>
          <p:nvPr/>
        </p:nvSpPr>
        <p:spPr bwMode="auto">
          <a:xfrm>
            <a:off x="2521695" y="1259237"/>
            <a:ext cx="1256400" cy="1256400"/>
          </a:xfrm>
          <a:custGeom>
            <a:avLst/>
            <a:gdLst>
              <a:gd name="T0" fmla="*/ 0 w 21600"/>
              <a:gd name="T1" fmla="*/ 0 h 21600"/>
              <a:gd name="T2" fmla="*/ 33 w 21600"/>
              <a:gd name="T3" fmla="*/ 33 h 21600"/>
              <a:gd name="T4" fmla="*/ 0 w 21600"/>
              <a:gd name="T5" fmla="*/ 33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054487"/>
          </a:solidFill>
          <a:ln w="25400" cap="flat" cmpd="sng" algn="ctr">
            <a:noFill/>
            <a:prstDash val="solid"/>
          </a:ln>
          <a:effectLst>
            <a:outerShdw blurRad="152400" dist="38100" dir="5400000" algn="t" rotWithShape="0">
              <a:prstClr val="black">
                <a:alpha val="96000"/>
              </a:prstClr>
            </a:outerShdw>
          </a:effectLst>
        </p:spPr>
        <p:txBody>
          <a:bodyPr lIns="93296" tIns="46648" rIns="93296" bIns="46648" anchor="ctr"/>
          <a:lstStyle/>
          <a:p>
            <a:pPr>
              <a:lnSpc>
                <a:spcPct val="120000"/>
              </a:lnSpc>
            </a:pPr>
            <a:endParaRPr lang="zh-CN" altLang="en-US" sz="4100" b="1" kern="0">
              <a:solidFill>
                <a:sysClr val="window" lastClr="FFFFFF"/>
              </a:solidFill>
              <a:latin typeface="微软雅黑" pitchFamily="34" charset="-122"/>
              <a:ea typeface="微软雅黑" pitchFamily="34" charset="-122"/>
            </a:endParaRPr>
          </a:p>
        </p:txBody>
      </p:sp>
      <p:sp>
        <p:nvSpPr>
          <p:cNvPr id="7" name="Line 8"/>
          <p:cNvSpPr>
            <a:spLocks noChangeShapeType="1"/>
          </p:cNvSpPr>
          <p:nvPr/>
        </p:nvSpPr>
        <p:spPr bwMode="auto">
          <a:xfrm flipH="1" flipV="1">
            <a:off x="2522647" y="894609"/>
            <a:ext cx="0" cy="1610397"/>
          </a:xfrm>
          <a:prstGeom prst="line">
            <a:avLst/>
          </a:prstGeom>
          <a:noFill/>
          <a:ln w="19050">
            <a:solidFill>
              <a:srgbClr val="054487"/>
            </a:solidFill>
            <a:round/>
            <a:headEnd/>
            <a:tailEnd/>
          </a:ln>
          <a:extLst>
            <a:ext uri="{909E8E84-426E-40DD-AFC4-6F175D3DCCD1}">
              <a14:hiddenFill xmlns:a14="http://schemas.microsoft.com/office/drawing/2010/main">
                <a:noFill/>
              </a14:hiddenFill>
            </a:ext>
          </a:extLst>
        </p:spPr>
        <p:txBody>
          <a:bodyPr wrap="none" anchor="ctr"/>
          <a:lstStyle/>
          <a:p>
            <a:pPr latinLnBrk="1">
              <a:defRPr/>
            </a:pPr>
            <a:endParaRPr kumimoji="1" lang="zh-CN" altLang="en-US" kern="0">
              <a:solidFill>
                <a:srgbClr val="000000"/>
              </a:solidFill>
              <a:latin typeface="굴림" pitchFamily="34" charset="-127"/>
              <a:ea typeface="굴림" pitchFamily="34" charset="-127"/>
            </a:endParaRPr>
          </a:p>
        </p:txBody>
      </p:sp>
      <p:sp>
        <p:nvSpPr>
          <p:cNvPr id="8" name="Line 9"/>
          <p:cNvSpPr>
            <a:spLocks noChangeShapeType="1"/>
          </p:cNvSpPr>
          <p:nvPr/>
        </p:nvSpPr>
        <p:spPr bwMode="auto">
          <a:xfrm flipV="1">
            <a:off x="2521696" y="2515080"/>
            <a:ext cx="1763713" cy="0"/>
          </a:xfrm>
          <a:prstGeom prst="line">
            <a:avLst/>
          </a:prstGeom>
          <a:noFill/>
          <a:ln w="19050">
            <a:solidFill>
              <a:srgbClr val="054487"/>
            </a:solidFill>
            <a:round/>
            <a:headEnd/>
            <a:tailEnd/>
          </a:ln>
          <a:extLst>
            <a:ext uri="{909E8E84-426E-40DD-AFC4-6F175D3DCCD1}">
              <a14:hiddenFill xmlns:a14="http://schemas.microsoft.com/office/drawing/2010/main">
                <a:noFill/>
              </a14:hiddenFill>
            </a:ext>
          </a:extLst>
        </p:spPr>
        <p:txBody>
          <a:bodyPr wrap="none" anchor="ctr"/>
          <a:lstStyle/>
          <a:p>
            <a:pPr latinLnBrk="1">
              <a:defRPr/>
            </a:pPr>
            <a:endParaRPr kumimoji="1" lang="zh-CN" altLang="en-US" kern="0">
              <a:solidFill>
                <a:srgbClr val="000000"/>
              </a:solidFill>
              <a:latin typeface="굴림" pitchFamily="34" charset="-127"/>
              <a:ea typeface="굴림" pitchFamily="34" charset="-127"/>
            </a:endParaRPr>
          </a:p>
        </p:txBody>
      </p:sp>
      <p:sp>
        <p:nvSpPr>
          <p:cNvPr id="9" name="Arc 10"/>
          <p:cNvSpPr>
            <a:spLocks/>
          </p:cNvSpPr>
          <p:nvPr/>
        </p:nvSpPr>
        <p:spPr bwMode="auto">
          <a:xfrm>
            <a:off x="2521695" y="1135412"/>
            <a:ext cx="1390029" cy="1398490"/>
          </a:xfrm>
          <a:custGeom>
            <a:avLst/>
            <a:gdLst>
              <a:gd name="T0" fmla="*/ 0 w 21600"/>
              <a:gd name="T1" fmla="*/ 0 h 21600"/>
              <a:gd name="T2" fmla="*/ 42 w 21600"/>
              <a:gd name="T3" fmla="*/ 42 h 21600"/>
              <a:gd name="T4" fmla="*/ 0 w 21600"/>
              <a:gd name="T5" fmla="*/ 42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0" cap="rnd">
            <a:solidFill>
              <a:srgbClr val="054487"/>
            </a:solidFill>
            <a:prstDash val="sysDot"/>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latinLnBrk="1">
              <a:defRPr/>
            </a:pPr>
            <a:endParaRPr kumimoji="1" lang="zh-CN" altLang="en-US" kern="0">
              <a:solidFill>
                <a:srgbClr val="000000"/>
              </a:solidFill>
              <a:latin typeface="굴림" pitchFamily="34" charset="-127"/>
              <a:ea typeface="굴림" pitchFamily="34" charset="-127"/>
            </a:endParaRPr>
          </a:p>
        </p:txBody>
      </p:sp>
      <p:sp>
        <p:nvSpPr>
          <p:cNvPr id="10" name="Oval 11"/>
          <p:cNvSpPr>
            <a:spLocks noChangeArrowheads="1"/>
          </p:cNvSpPr>
          <p:nvPr/>
        </p:nvSpPr>
        <p:spPr bwMode="auto">
          <a:xfrm>
            <a:off x="2408082" y="2406109"/>
            <a:ext cx="215900" cy="217942"/>
          </a:xfrm>
          <a:prstGeom prst="ellipse">
            <a:avLst/>
          </a:prstGeom>
          <a:solidFill>
            <a:srgbClr val="FFFFFF"/>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latinLnBrk="1">
              <a:defRPr/>
            </a:pPr>
            <a:endParaRPr kumimoji="1" lang="zh-CN" altLang="en-US" kern="0">
              <a:solidFill>
                <a:srgbClr val="000000"/>
              </a:solidFill>
              <a:latin typeface="굴림" pitchFamily="34" charset="-127"/>
              <a:ea typeface="굴림" pitchFamily="34" charset="-127"/>
            </a:endParaRPr>
          </a:p>
        </p:txBody>
      </p:sp>
      <p:sp>
        <p:nvSpPr>
          <p:cNvPr id="11" name="Text Box 12"/>
          <p:cNvSpPr txBox="1">
            <a:spLocks noChangeArrowheads="1"/>
          </p:cNvSpPr>
          <p:nvPr/>
        </p:nvSpPr>
        <p:spPr bwMode="auto">
          <a:xfrm>
            <a:off x="2591546" y="1770103"/>
            <a:ext cx="101021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굴림" pitchFamily="34" charset="-127"/>
                <a:ea typeface="굴림" pitchFamily="34" charset="-127"/>
              </a:defRPr>
            </a:lvl1pPr>
            <a:lvl2pPr marL="742950" indent="-285750" eaLnBrk="0" hangingPunct="0">
              <a:defRPr kumimoji="1">
                <a:solidFill>
                  <a:schemeClr val="tx1"/>
                </a:solidFill>
                <a:latin typeface="굴림" pitchFamily="34" charset="-127"/>
                <a:ea typeface="굴림" pitchFamily="34" charset="-127"/>
              </a:defRPr>
            </a:lvl2pPr>
            <a:lvl3pPr marL="1143000" indent="-228600" eaLnBrk="0" hangingPunct="0">
              <a:defRPr kumimoji="1">
                <a:solidFill>
                  <a:schemeClr val="tx1"/>
                </a:solidFill>
                <a:latin typeface="굴림" pitchFamily="34" charset="-127"/>
                <a:ea typeface="굴림" pitchFamily="34" charset="-127"/>
              </a:defRPr>
            </a:lvl3pPr>
            <a:lvl4pPr marL="1600200" indent="-228600" eaLnBrk="0" hangingPunct="0">
              <a:defRPr kumimoji="1">
                <a:solidFill>
                  <a:schemeClr val="tx1"/>
                </a:solidFill>
                <a:latin typeface="굴림" pitchFamily="34" charset="-127"/>
                <a:ea typeface="굴림" pitchFamily="34" charset="-127"/>
              </a:defRPr>
            </a:lvl4pPr>
            <a:lvl5pPr marL="2057400" indent="-228600" eaLnBrk="0" hangingPunct="0">
              <a:defRPr kumimoji="1">
                <a:solidFill>
                  <a:schemeClr val="tx1"/>
                </a:solidFill>
                <a:latin typeface="굴림" pitchFamily="34" charset="-127"/>
                <a:ea typeface="굴림" pitchFamily="34" charset="-127"/>
              </a:defRPr>
            </a:lvl5pPr>
            <a:lvl6pPr marL="2514600" indent="-228600" eaLnBrk="0" fontAlgn="base" latinLnBrk="1" hangingPunct="0">
              <a:spcBef>
                <a:spcPct val="0"/>
              </a:spcBef>
              <a:spcAft>
                <a:spcPct val="0"/>
              </a:spcAft>
              <a:defRPr kumimoji="1">
                <a:solidFill>
                  <a:schemeClr val="tx1"/>
                </a:solidFill>
                <a:latin typeface="굴림" pitchFamily="34" charset="-127"/>
                <a:ea typeface="굴림" pitchFamily="34" charset="-127"/>
              </a:defRPr>
            </a:lvl6pPr>
            <a:lvl7pPr marL="2971800" indent="-228600" eaLnBrk="0" fontAlgn="base" latinLnBrk="1" hangingPunct="0">
              <a:spcBef>
                <a:spcPct val="0"/>
              </a:spcBef>
              <a:spcAft>
                <a:spcPct val="0"/>
              </a:spcAft>
              <a:defRPr kumimoji="1">
                <a:solidFill>
                  <a:schemeClr val="tx1"/>
                </a:solidFill>
                <a:latin typeface="굴림" pitchFamily="34" charset="-127"/>
                <a:ea typeface="굴림" pitchFamily="34" charset="-127"/>
              </a:defRPr>
            </a:lvl7pPr>
            <a:lvl8pPr marL="3429000" indent="-228600" eaLnBrk="0" fontAlgn="base" latinLnBrk="1" hangingPunct="0">
              <a:spcBef>
                <a:spcPct val="0"/>
              </a:spcBef>
              <a:spcAft>
                <a:spcPct val="0"/>
              </a:spcAft>
              <a:defRPr kumimoji="1">
                <a:solidFill>
                  <a:schemeClr val="tx1"/>
                </a:solidFill>
                <a:latin typeface="굴림" pitchFamily="34" charset="-127"/>
                <a:ea typeface="굴림" pitchFamily="34" charset="-127"/>
              </a:defRPr>
            </a:lvl8pPr>
            <a:lvl9pPr marL="3886200" indent="-228600" eaLnBrk="0" fontAlgn="base" latinLnBrk="1" hangingPunct="0">
              <a:spcBef>
                <a:spcPct val="0"/>
              </a:spcBef>
              <a:spcAft>
                <a:spcPct val="0"/>
              </a:spcAft>
              <a:defRPr kumimoji="1">
                <a:solidFill>
                  <a:schemeClr val="tx1"/>
                </a:solidFill>
                <a:latin typeface="굴림" pitchFamily="34" charset="-127"/>
                <a:ea typeface="굴림" pitchFamily="34" charset="-127"/>
              </a:defRPr>
            </a:lvl9pPr>
          </a:lstStyle>
          <a:p>
            <a:pPr eaLnBrk="1" latinLnBrk="1" hangingPunct="1">
              <a:defRPr/>
            </a:pPr>
            <a:r>
              <a:rPr lang="en-US" altLang="ko-KR" sz="4000" kern="0" dirty="0">
                <a:solidFill>
                  <a:srgbClr val="FFFFFF"/>
                </a:solidFill>
                <a:latin typeface="Arial Black" pitchFamily="34" charset="0"/>
              </a:rPr>
              <a:t>1/3</a:t>
            </a:r>
            <a:endParaRPr lang="en-US" altLang="ko-KR" sz="2800" kern="0" dirty="0">
              <a:solidFill>
                <a:srgbClr val="FFFFFF"/>
              </a:solidFill>
              <a:latin typeface="Arial Black" pitchFamily="34" charset="0"/>
            </a:endParaRPr>
          </a:p>
        </p:txBody>
      </p:sp>
      <p:sp>
        <p:nvSpPr>
          <p:cNvPr id="12" name="Oval 16"/>
          <p:cNvSpPr>
            <a:spLocks noChangeArrowheads="1"/>
          </p:cNvSpPr>
          <p:nvPr/>
        </p:nvSpPr>
        <p:spPr bwMode="auto">
          <a:xfrm>
            <a:off x="4998253" y="1259235"/>
            <a:ext cx="2512800" cy="2511691"/>
          </a:xfrm>
          <a:prstGeom prst="ellipse">
            <a:avLst/>
          </a:prstGeom>
          <a:solidFill>
            <a:srgbClr val="054487"/>
          </a:solidFill>
          <a:ln w="25400" cap="flat" cmpd="sng" algn="ctr">
            <a:noFill/>
            <a:prstDash val="solid"/>
          </a:ln>
          <a:effectLst>
            <a:outerShdw blurRad="152400" dist="38100" dir="5400000" algn="t" rotWithShape="0">
              <a:prstClr val="black">
                <a:alpha val="96000"/>
              </a:prstClr>
            </a:outerShdw>
          </a:effectLst>
        </p:spPr>
        <p:txBody>
          <a:bodyPr lIns="93296" tIns="46648" rIns="93296" bIns="46648" anchor="ctr"/>
          <a:lstStyle/>
          <a:p>
            <a:pPr>
              <a:lnSpc>
                <a:spcPct val="120000"/>
              </a:lnSpc>
            </a:pPr>
            <a:endParaRPr lang="zh-CN" altLang="en-US" sz="4100" b="1" kern="0">
              <a:solidFill>
                <a:sysClr val="window" lastClr="FFFFFF"/>
              </a:solidFill>
              <a:latin typeface="微软雅黑" pitchFamily="34" charset="-122"/>
              <a:ea typeface="微软雅黑" pitchFamily="34" charset="-122"/>
            </a:endParaRPr>
          </a:p>
        </p:txBody>
      </p:sp>
      <p:sp>
        <p:nvSpPr>
          <p:cNvPr id="13" name="Arc 17"/>
          <p:cNvSpPr>
            <a:spLocks/>
          </p:cNvSpPr>
          <p:nvPr/>
        </p:nvSpPr>
        <p:spPr bwMode="auto">
          <a:xfrm>
            <a:off x="6260317" y="1259237"/>
            <a:ext cx="1256400" cy="1256400"/>
          </a:xfrm>
          <a:custGeom>
            <a:avLst/>
            <a:gdLst>
              <a:gd name="T0" fmla="*/ 0 w 21600"/>
              <a:gd name="T1" fmla="*/ 0 h 21600"/>
              <a:gd name="T2" fmla="*/ 33 w 21600"/>
              <a:gd name="T3" fmla="*/ 33 h 21600"/>
              <a:gd name="T4" fmla="*/ 0 w 21600"/>
              <a:gd name="T5" fmla="*/ 33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9E9E9E"/>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latinLnBrk="1">
              <a:defRPr/>
            </a:pPr>
            <a:endParaRPr kumimoji="1" lang="zh-CN" altLang="en-US" kern="0">
              <a:solidFill>
                <a:srgbClr val="000000"/>
              </a:solidFill>
              <a:latin typeface="굴림" pitchFamily="34" charset="-127"/>
              <a:ea typeface="굴림" pitchFamily="34" charset="-127"/>
            </a:endParaRPr>
          </a:p>
        </p:txBody>
      </p:sp>
      <p:sp>
        <p:nvSpPr>
          <p:cNvPr id="14" name="Line 18"/>
          <p:cNvSpPr>
            <a:spLocks noChangeShapeType="1"/>
          </p:cNvSpPr>
          <p:nvPr/>
        </p:nvSpPr>
        <p:spPr bwMode="auto">
          <a:xfrm flipV="1">
            <a:off x="6260316" y="771550"/>
            <a:ext cx="0" cy="1743530"/>
          </a:xfrm>
          <a:prstGeom prst="line">
            <a:avLst/>
          </a:prstGeom>
          <a:noFill/>
          <a:ln w="19050">
            <a:solidFill>
              <a:srgbClr val="054487"/>
            </a:solidFill>
            <a:round/>
            <a:headEnd/>
            <a:tailEnd/>
          </a:ln>
          <a:extLst>
            <a:ext uri="{909E8E84-426E-40DD-AFC4-6F175D3DCCD1}">
              <a14:hiddenFill xmlns:a14="http://schemas.microsoft.com/office/drawing/2010/main">
                <a:noFill/>
              </a14:hiddenFill>
            </a:ext>
          </a:extLst>
        </p:spPr>
        <p:txBody>
          <a:bodyPr wrap="none" anchor="ctr"/>
          <a:lstStyle/>
          <a:p>
            <a:pPr latinLnBrk="1">
              <a:defRPr/>
            </a:pPr>
            <a:endParaRPr kumimoji="1" lang="zh-CN" altLang="en-US" kern="0">
              <a:solidFill>
                <a:srgbClr val="000000"/>
              </a:solidFill>
              <a:latin typeface="굴림" pitchFamily="34" charset="-127"/>
              <a:ea typeface="굴림" pitchFamily="34" charset="-127"/>
            </a:endParaRPr>
          </a:p>
        </p:txBody>
      </p:sp>
      <p:sp>
        <p:nvSpPr>
          <p:cNvPr id="15" name="Line 19"/>
          <p:cNvSpPr>
            <a:spLocks noChangeShapeType="1"/>
          </p:cNvSpPr>
          <p:nvPr/>
        </p:nvSpPr>
        <p:spPr bwMode="auto">
          <a:xfrm flipV="1">
            <a:off x="6260317" y="2515080"/>
            <a:ext cx="1763713" cy="0"/>
          </a:xfrm>
          <a:prstGeom prst="line">
            <a:avLst/>
          </a:prstGeom>
          <a:noFill/>
          <a:ln w="19050">
            <a:solidFill>
              <a:srgbClr val="054487"/>
            </a:solidFill>
            <a:round/>
            <a:headEnd/>
            <a:tailEnd/>
          </a:ln>
          <a:extLst>
            <a:ext uri="{909E8E84-426E-40DD-AFC4-6F175D3DCCD1}">
              <a14:hiddenFill xmlns:a14="http://schemas.microsoft.com/office/drawing/2010/main">
                <a:noFill/>
              </a14:hiddenFill>
            </a:ext>
          </a:extLst>
        </p:spPr>
        <p:txBody>
          <a:bodyPr wrap="none" anchor="ctr"/>
          <a:lstStyle/>
          <a:p>
            <a:pPr latinLnBrk="1">
              <a:defRPr/>
            </a:pPr>
            <a:endParaRPr kumimoji="1" lang="zh-CN" altLang="en-US" kern="0">
              <a:solidFill>
                <a:srgbClr val="000000"/>
              </a:solidFill>
              <a:latin typeface="굴림" pitchFamily="34" charset="-127"/>
              <a:ea typeface="굴림" pitchFamily="34" charset="-127"/>
            </a:endParaRPr>
          </a:p>
        </p:txBody>
      </p:sp>
      <p:sp>
        <p:nvSpPr>
          <p:cNvPr id="16" name="Arc 20"/>
          <p:cNvSpPr>
            <a:spLocks/>
          </p:cNvSpPr>
          <p:nvPr/>
        </p:nvSpPr>
        <p:spPr bwMode="auto">
          <a:xfrm>
            <a:off x="4753778" y="1035301"/>
            <a:ext cx="3022600" cy="2938560"/>
          </a:xfrm>
          <a:custGeom>
            <a:avLst/>
            <a:gdLst>
              <a:gd name="T0" fmla="*/ 84 w 43200"/>
              <a:gd name="T1" fmla="*/ 42 h 43200"/>
              <a:gd name="T2" fmla="*/ 42 w 43200"/>
              <a:gd name="T3" fmla="*/ 0 h 43200"/>
              <a:gd name="T4" fmla="*/ 42 w 43200"/>
              <a:gd name="T5" fmla="*/ 42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43199" y="21644"/>
                </a:moveTo>
                <a:cubicBezTo>
                  <a:pt x="43175" y="33556"/>
                  <a:pt x="33511" y="43199"/>
                  <a:pt x="21600" y="43200"/>
                </a:cubicBezTo>
                <a:cubicBezTo>
                  <a:pt x="9670" y="43200"/>
                  <a:pt x="0" y="33529"/>
                  <a:pt x="0" y="21600"/>
                </a:cubicBezTo>
                <a:cubicBezTo>
                  <a:pt x="-1" y="9688"/>
                  <a:pt x="9643" y="24"/>
                  <a:pt x="21555" y="0"/>
                </a:cubicBezTo>
              </a:path>
              <a:path w="43200" h="43200" stroke="0" extrusionOk="0">
                <a:moveTo>
                  <a:pt x="43199" y="21644"/>
                </a:moveTo>
                <a:cubicBezTo>
                  <a:pt x="43175" y="33556"/>
                  <a:pt x="33511" y="43199"/>
                  <a:pt x="21600" y="43200"/>
                </a:cubicBezTo>
                <a:cubicBezTo>
                  <a:pt x="9670" y="43200"/>
                  <a:pt x="0" y="33529"/>
                  <a:pt x="0" y="21600"/>
                </a:cubicBezTo>
                <a:cubicBezTo>
                  <a:pt x="-1" y="9688"/>
                  <a:pt x="9643" y="24"/>
                  <a:pt x="21555" y="0"/>
                </a:cubicBezTo>
                <a:lnTo>
                  <a:pt x="21600" y="21600"/>
                </a:lnTo>
                <a:close/>
              </a:path>
            </a:pathLst>
          </a:custGeom>
          <a:noFill/>
          <a:ln w="31750" cap="rnd">
            <a:solidFill>
              <a:srgbClr val="054487"/>
            </a:solidFill>
            <a:prstDash val="sysDot"/>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latinLnBrk="1">
              <a:defRPr/>
            </a:pPr>
            <a:endParaRPr kumimoji="1" lang="zh-CN" altLang="en-US" kern="0">
              <a:solidFill>
                <a:srgbClr val="000000"/>
              </a:solidFill>
              <a:latin typeface="굴림" pitchFamily="34" charset="-127"/>
              <a:ea typeface="굴림" pitchFamily="34" charset="-127"/>
            </a:endParaRPr>
          </a:p>
        </p:txBody>
      </p:sp>
      <p:sp>
        <p:nvSpPr>
          <p:cNvPr id="17" name="Rectangle 9"/>
          <p:cNvSpPr>
            <a:spLocks noChangeArrowheads="1"/>
          </p:cNvSpPr>
          <p:nvPr/>
        </p:nvSpPr>
        <p:spPr bwMode="auto">
          <a:xfrm>
            <a:off x="1520321" y="4017403"/>
            <a:ext cx="2114550" cy="757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20000"/>
              </a:lnSpc>
              <a:spcBef>
                <a:spcPct val="0"/>
              </a:spcBef>
              <a:spcAft>
                <a:spcPct val="0"/>
              </a:spcAft>
              <a:buFontTx/>
              <a:buChar char="•"/>
            </a:pPr>
            <a:r>
              <a:rPr lang="zh-CN" altLang="en-US" sz="1200" dirty="0">
                <a:solidFill>
                  <a:srgbClr val="000000">
                    <a:lumMod val="95000"/>
                    <a:lumOff val="5000"/>
                  </a:srgbClr>
                </a:solidFill>
                <a:latin typeface="Arial" charset="0"/>
                <a:ea typeface="黑体" pitchFamily="2" charset="-122"/>
              </a:rPr>
              <a:t>单击此处添加段落文字内容</a:t>
            </a:r>
          </a:p>
          <a:p>
            <a:pPr fontAlgn="base">
              <a:lnSpc>
                <a:spcPct val="120000"/>
              </a:lnSpc>
              <a:spcBef>
                <a:spcPct val="0"/>
              </a:spcBef>
              <a:spcAft>
                <a:spcPct val="0"/>
              </a:spcAft>
              <a:buFontTx/>
              <a:buChar char="•"/>
            </a:pPr>
            <a:r>
              <a:rPr lang="zh-CN" altLang="en-US" sz="1200" dirty="0">
                <a:solidFill>
                  <a:srgbClr val="000000">
                    <a:lumMod val="95000"/>
                    <a:lumOff val="5000"/>
                  </a:srgbClr>
                </a:solidFill>
                <a:latin typeface="Arial" charset="0"/>
                <a:ea typeface="黑体" pitchFamily="2" charset="-122"/>
              </a:rPr>
              <a:t>单击此处添加段落文字内容</a:t>
            </a:r>
          </a:p>
          <a:p>
            <a:pPr fontAlgn="base">
              <a:lnSpc>
                <a:spcPct val="120000"/>
              </a:lnSpc>
              <a:spcBef>
                <a:spcPct val="0"/>
              </a:spcBef>
              <a:spcAft>
                <a:spcPct val="0"/>
              </a:spcAft>
              <a:buFontTx/>
              <a:buChar char="•"/>
            </a:pPr>
            <a:r>
              <a:rPr lang="zh-CN" altLang="en-US" sz="1200" dirty="0">
                <a:solidFill>
                  <a:srgbClr val="000000">
                    <a:lumMod val="95000"/>
                    <a:lumOff val="5000"/>
                  </a:srgbClr>
                </a:solidFill>
                <a:latin typeface="Arial" charset="0"/>
                <a:ea typeface="黑体" pitchFamily="2" charset="-122"/>
              </a:rPr>
              <a:t>单击此处添加段落文字内容</a:t>
            </a:r>
          </a:p>
        </p:txBody>
      </p:sp>
      <p:sp>
        <p:nvSpPr>
          <p:cNvPr id="18" name="Rectangle 10"/>
          <p:cNvSpPr>
            <a:spLocks noChangeArrowheads="1"/>
          </p:cNvSpPr>
          <p:nvPr/>
        </p:nvSpPr>
        <p:spPr bwMode="auto">
          <a:xfrm>
            <a:off x="5193061" y="4017403"/>
            <a:ext cx="2114550" cy="757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20000"/>
              </a:lnSpc>
              <a:spcBef>
                <a:spcPct val="0"/>
              </a:spcBef>
              <a:spcAft>
                <a:spcPct val="0"/>
              </a:spcAft>
              <a:buFontTx/>
              <a:buChar char="•"/>
            </a:pPr>
            <a:r>
              <a:rPr lang="zh-CN" altLang="en-US" sz="1200" dirty="0">
                <a:solidFill>
                  <a:srgbClr val="000000"/>
                </a:solidFill>
                <a:latin typeface="Arial" charset="0"/>
                <a:ea typeface="黑体" pitchFamily="2" charset="-122"/>
              </a:rPr>
              <a:t>单击此处添加段落文字内容</a:t>
            </a:r>
          </a:p>
          <a:p>
            <a:pPr fontAlgn="base">
              <a:lnSpc>
                <a:spcPct val="120000"/>
              </a:lnSpc>
              <a:spcBef>
                <a:spcPct val="0"/>
              </a:spcBef>
              <a:spcAft>
                <a:spcPct val="0"/>
              </a:spcAft>
              <a:buFontTx/>
              <a:buChar char="•"/>
            </a:pPr>
            <a:r>
              <a:rPr lang="zh-CN" altLang="en-US" sz="1200" dirty="0">
                <a:solidFill>
                  <a:srgbClr val="000000"/>
                </a:solidFill>
                <a:latin typeface="Arial" charset="0"/>
                <a:ea typeface="黑体" pitchFamily="2" charset="-122"/>
              </a:rPr>
              <a:t>单击此处添加段落文字内容</a:t>
            </a:r>
          </a:p>
          <a:p>
            <a:pPr fontAlgn="base">
              <a:lnSpc>
                <a:spcPct val="120000"/>
              </a:lnSpc>
              <a:spcBef>
                <a:spcPct val="0"/>
              </a:spcBef>
              <a:spcAft>
                <a:spcPct val="0"/>
              </a:spcAft>
              <a:buFontTx/>
              <a:buChar char="•"/>
            </a:pPr>
            <a:r>
              <a:rPr lang="zh-CN" altLang="en-US" sz="1200" dirty="0">
                <a:solidFill>
                  <a:srgbClr val="000000"/>
                </a:solidFill>
                <a:latin typeface="Arial" charset="0"/>
                <a:ea typeface="黑体" pitchFamily="2" charset="-122"/>
              </a:rPr>
              <a:t>单击此处添加段落文字内容</a:t>
            </a:r>
          </a:p>
        </p:txBody>
      </p:sp>
      <p:sp>
        <p:nvSpPr>
          <p:cNvPr id="19" name="Text Box 12"/>
          <p:cNvSpPr txBox="1">
            <a:spLocks noChangeArrowheads="1"/>
          </p:cNvSpPr>
          <p:nvPr/>
        </p:nvSpPr>
        <p:spPr bwMode="auto">
          <a:xfrm>
            <a:off x="6363504" y="1770103"/>
            <a:ext cx="101021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굴림" pitchFamily="34" charset="-127"/>
                <a:ea typeface="굴림" pitchFamily="34" charset="-127"/>
              </a:defRPr>
            </a:lvl1pPr>
            <a:lvl2pPr marL="742950" indent="-285750" eaLnBrk="0" hangingPunct="0">
              <a:defRPr kumimoji="1">
                <a:solidFill>
                  <a:schemeClr val="tx1"/>
                </a:solidFill>
                <a:latin typeface="굴림" pitchFamily="34" charset="-127"/>
                <a:ea typeface="굴림" pitchFamily="34" charset="-127"/>
              </a:defRPr>
            </a:lvl2pPr>
            <a:lvl3pPr marL="1143000" indent="-228600" eaLnBrk="0" hangingPunct="0">
              <a:defRPr kumimoji="1">
                <a:solidFill>
                  <a:schemeClr val="tx1"/>
                </a:solidFill>
                <a:latin typeface="굴림" pitchFamily="34" charset="-127"/>
                <a:ea typeface="굴림" pitchFamily="34" charset="-127"/>
              </a:defRPr>
            </a:lvl3pPr>
            <a:lvl4pPr marL="1600200" indent="-228600" eaLnBrk="0" hangingPunct="0">
              <a:defRPr kumimoji="1">
                <a:solidFill>
                  <a:schemeClr val="tx1"/>
                </a:solidFill>
                <a:latin typeface="굴림" pitchFamily="34" charset="-127"/>
                <a:ea typeface="굴림" pitchFamily="34" charset="-127"/>
              </a:defRPr>
            </a:lvl4pPr>
            <a:lvl5pPr marL="2057400" indent="-228600" eaLnBrk="0" hangingPunct="0">
              <a:defRPr kumimoji="1">
                <a:solidFill>
                  <a:schemeClr val="tx1"/>
                </a:solidFill>
                <a:latin typeface="굴림" pitchFamily="34" charset="-127"/>
                <a:ea typeface="굴림" pitchFamily="34" charset="-127"/>
              </a:defRPr>
            </a:lvl5pPr>
            <a:lvl6pPr marL="2514600" indent="-228600" eaLnBrk="0" fontAlgn="base" latinLnBrk="1" hangingPunct="0">
              <a:spcBef>
                <a:spcPct val="0"/>
              </a:spcBef>
              <a:spcAft>
                <a:spcPct val="0"/>
              </a:spcAft>
              <a:defRPr kumimoji="1">
                <a:solidFill>
                  <a:schemeClr val="tx1"/>
                </a:solidFill>
                <a:latin typeface="굴림" pitchFamily="34" charset="-127"/>
                <a:ea typeface="굴림" pitchFamily="34" charset="-127"/>
              </a:defRPr>
            </a:lvl6pPr>
            <a:lvl7pPr marL="2971800" indent="-228600" eaLnBrk="0" fontAlgn="base" latinLnBrk="1" hangingPunct="0">
              <a:spcBef>
                <a:spcPct val="0"/>
              </a:spcBef>
              <a:spcAft>
                <a:spcPct val="0"/>
              </a:spcAft>
              <a:defRPr kumimoji="1">
                <a:solidFill>
                  <a:schemeClr val="tx1"/>
                </a:solidFill>
                <a:latin typeface="굴림" pitchFamily="34" charset="-127"/>
                <a:ea typeface="굴림" pitchFamily="34" charset="-127"/>
              </a:defRPr>
            </a:lvl7pPr>
            <a:lvl8pPr marL="3429000" indent="-228600" eaLnBrk="0" fontAlgn="base" latinLnBrk="1" hangingPunct="0">
              <a:spcBef>
                <a:spcPct val="0"/>
              </a:spcBef>
              <a:spcAft>
                <a:spcPct val="0"/>
              </a:spcAft>
              <a:defRPr kumimoji="1">
                <a:solidFill>
                  <a:schemeClr val="tx1"/>
                </a:solidFill>
                <a:latin typeface="굴림" pitchFamily="34" charset="-127"/>
                <a:ea typeface="굴림" pitchFamily="34" charset="-127"/>
              </a:defRPr>
            </a:lvl8pPr>
            <a:lvl9pPr marL="3886200" indent="-228600" eaLnBrk="0" fontAlgn="base" latinLnBrk="1" hangingPunct="0">
              <a:spcBef>
                <a:spcPct val="0"/>
              </a:spcBef>
              <a:spcAft>
                <a:spcPct val="0"/>
              </a:spcAft>
              <a:defRPr kumimoji="1">
                <a:solidFill>
                  <a:schemeClr val="tx1"/>
                </a:solidFill>
                <a:latin typeface="굴림" pitchFamily="34" charset="-127"/>
                <a:ea typeface="굴림" pitchFamily="34" charset="-127"/>
              </a:defRPr>
            </a:lvl9pPr>
          </a:lstStyle>
          <a:p>
            <a:pPr eaLnBrk="1" latinLnBrk="1" hangingPunct="1">
              <a:defRPr/>
            </a:pPr>
            <a:r>
              <a:rPr lang="en-US" altLang="ko-KR" sz="4000" kern="0" dirty="0">
                <a:solidFill>
                  <a:srgbClr val="000000"/>
                </a:solidFill>
                <a:latin typeface="Arial Black" pitchFamily="34" charset="0"/>
              </a:rPr>
              <a:t>2/3</a:t>
            </a:r>
            <a:endParaRPr lang="en-US" altLang="ko-KR" sz="2800" kern="0" dirty="0">
              <a:solidFill>
                <a:srgbClr val="000000"/>
              </a:solidFill>
              <a:latin typeface="Arial Black" pitchFamily="34" charset="0"/>
            </a:endParaRPr>
          </a:p>
        </p:txBody>
      </p:sp>
      <p:sp>
        <p:nvSpPr>
          <p:cNvPr id="20" name="矩形 19"/>
          <p:cNvSpPr/>
          <p:nvPr/>
        </p:nvSpPr>
        <p:spPr>
          <a:xfrm>
            <a:off x="1806527" y="2860876"/>
            <a:ext cx="1430337" cy="523220"/>
          </a:xfrm>
          <a:prstGeom prst="rect">
            <a:avLst/>
          </a:prstGeom>
        </p:spPr>
        <p:txBody>
          <a:bodyPr>
            <a:spAutoFit/>
          </a:bodyPr>
          <a:lstStyle/>
          <a:p>
            <a:pPr marL="0" lvl="2" algn="ctr" defTabSz="912813" eaLnBrk="0" hangingPunct="0">
              <a:buClr>
                <a:srgbClr val="0070C0"/>
              </a:buClr>
              <a:buSzPct val="80000"/>
              <a:tabLst>
                <a:tab pos="136525" algn="l"/>
              </a:tabLst>
              <a:defRPr/>
            </a:pPr>
            <a:r>
              <a:rPr lang="zh-CN" altLang="en-US" sz="1400" b="1" spc="50" dirty="0">
                <a:ln w="11430"/>
                <a:solidFill>
                  <a:srgbClr val="FFFFFF"/>
                </a:solidFill>
                <a:latin typeface="微软雅黑" pitchFamily="34" charset="-122"/>
                <a:ea typeface="微软雅黑" pitchFamily="34" charset="-122"/>
              </a:rPr>
              <a:t>点击添加文本点击添加文本</a:t>
            </a:r>
          </a:p>
        </p:txBody>
      </p:sp>
      <p:sp>
        <p:nvSpPr>
          <p:cNvPr id="21" name="矩形 20"/>
          <p:cNvSpPr/>
          <p:nvPr/>
        </p:nvSpPr>
        <p:spPr>
          <a:xfrm>
            <a:off x="5549910" y="2860876"/>
            <a:ext cx="1430337" cy="523220"/>
          </a:xfrm>
          <a:prstGeom prst="rect">
            <a:avLst/>
          </a:prstGeom>
        </p:spPr>
        <p:txBody>
          <a:bodyPr>
            <a:spAutoFit/>
          </a:bodyPr>
          <a:lstStyle/>
          <a:p>
            <a:pPr marL="0" lvl="2" algn="ctr" defTabSz="912813" eaLnBrk="0" hangingPunct="0">
              <a:buClr>
                <a:srgbClr val="0070C0"/>
              </a:buClr>
              <a:buSzPct val="80000"/>
              <a:tabLst>
                <a:tab pos="136525" algn="l"/>
              </a:tabLst>
              <a:defRPr/>
            </a:pPr>
            <a:r>
              <a:rPr lang="zh-CN" altLang="en-US" sz="1400" b="1" spc="50" dirty="0">
                <a:ln w="11430"/>
                <a:solidFill>
                  <a:srgbClr val="FFFFFF"/>
                </a:solidFill>
                <a:latin typeface="微软雅黑" pitchFamily="34" charset="-122"/>
                <a:ea typeface="微软雅黑" pitchFamily="34" charset="-122"/>
              </a:rPr>
              <a:t>点击添加文本点击添加文本</a:t>
            </a:r>
          </a:p>
        </p:txBody>
      </p:sp>
    </p:spTree>
    <p:extLst>
      <p:ext uri="{BB962C8B-B14F-4D97-AF65-F5344CB8AC3E}">
        <p14:creationId xmlns:p14="http://schemas.microsoft.com/office/powerpoint/2010/main" val="1540226840"/>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par>
                          <p:cTn id="13" fill="hold">
                            <p:stCondLst>
                              <p:cond delay="1000"/>
                            </p:stCondLst>
                            <p:childTnLst>
                              <p:par>
                                <p:cTn id="14" presetID="22" presetClass="entr" presetSubtype="4"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down)">
                                      <p:cBhvr>
                                        <p:cTn id="16" dur="500"/>
                                        <p:tgtEl>
                                          <p:spTgt spid="7"/>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500"/>
                                        <p:tgtEl>
                                          <p:spTgt spid="8"/>
                                        </p:tgtEl>
                                      </p:cBhvr>
                                    </p:animEffect>
                                  </p:childTnLst>
                                </p:cTn>
                              </p:par>
                            </p:childTnLst>
                          </p:cTn>
                        </p:par>
                        <p:par>
                          <p:cTn id="20" fill="hold">
                            <p:stCondLst>
                              <p:cond delay="1500"/>
                            </p:stCondLst>
                            <p:childTnLst>
                              <p:par>
                                <p:cTn id="21" presetID="18" presetClass="entr" presetSubtype="3" fill="hold" grpId="0"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strips(upRight)">
                                      <p:cBhvr>
                                        <p:cTn id="23" dur="500"/>
                                        <p:tgtEl>
                                          <p:spTgt spid="6"/>
                                        </p:tgtEl>
                                      </p:cBhvr>
                                    </p:animEffect>
                                  </p:childTnLst>
                                </p:cTn>
                              </p:par>
                            </p:childTnLst>
                          </p:cTn>
                        </p:par>
                        <p:par>
                          <p:cTn id="24" fill="hold">
                            <p:stCondLst>
                              <p:cond delay="2000"/>
                            </p:stCondLst>
                            <p:childTnLst>
                              <p:par>
                                <p:cTn id="25" presetID="22" presetClass="entr" presetSubtype="4" fill="hold" grpId="0" nodeType="after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down)">
                                      <p:cBhvr>
                                        <p:cTn id="27" dur="500"/>
                                        <p:tgtEl>
                                          <p:spTgt spid="9"/>
                                        </p:tgtEl>
                                      </p:cBhvr>
                                    </p:animEffect>
                                  </p:childTnLst>
                                </p:cTn>
                              </p:par>
                              <p:par>
                                <p:cTn id="28" presetID="42"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anim calcmode="lin" valueType="num">
                                      <p:cBhvr>
                                        <p:cTn id="31" dur="500" fill="hold"/>
                                        <p:tgtEl>
                                          <p:spTgt spid="11"/>
                                        </p:tgtEl>
                                        <p:attrNameLst>
                                          <p:attrName>ppt_x</p:attrName>
                                        </p:attrNameLst>
                                      </p:cBhvr>
                                      <p:tavLst>
                                        <p:tav tm="0">
                                          <p:val>
                                            <p:strVal val="#ppt_x"/>
                                          </p:val>
                                        </p:tav>
                                        <p:tav tm="100000">
                                          <p:val>
                                            <p:strVal val="#ppt_x"/>
                                          </p:val>
                                        </p:tav>
                                      </p:tavLst>
                                    </p:anim>
                                    <p:anim calcmode="lin" valueType="num">
                                      <p:cBhvr>
                                        <p:cTn id="32" dur="500" fill="hold"/>
                                        <p:tgtEl>
                                          <p:spTgt spid="11"/>
                                        </p:tgtEl>
                                        <p:attrNameLst>
                                          <p:attrName>ppt_y</p:attrName>
                                        </p:attrNameLst>
                                      </p:cBhvr>
                                      <p:tavLst>
                                        <p:tav tm="0">
                                          <p:val>
                                            <p:strVal val="#ppt_y+.1"/>
                                          </p:val>
                                        </p:tav>
                                        <p:tav tm="100000">
                                          <p:val>
                                            <p:strVal val="#ppt_y"/>
                                          </p:val>
                                        </p:tav>
                                      </p:tavLst>
                                    </p:anim>
                                  </p:childTnLst>
                                </p:cTn>
                              </p:par>
                              <p:par>
                                <p:cTn id="33" presetID="53" presetClass="entr" presetSubtype="16"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anim calcmode="lin" valueType="num">
                                      <p:cBhvr>
                                        <p:cTn id="35" dur="500" fill="hold"/>
                                        <p:tgtEl>
                                          <p:spTgt spid="20"/>
                                        </p:tgtEl>
                                        <p:attrNameLst>
                                          <p:attrName>ppt_w</p:attrName>
                                        </p:attrNameLst>
                                      </p:cBhvr>
                                      <p:tavLst>
                                        <p:tav tm="0">
                                          <p:val>
                                            <p:fltVal val="0"/>
                                          </p:val>
                                        </p:tav>
                                        <p:tav tm="100000">
                                          <p:val>
                                            <p:strVal val="#ppt_w"/>
                                          </p:val>
                                        </p:tav>
                                      </p:tavLst>
                                    </p:anim>
                                    <p:anim calcmode="lin" valueType="num">
                                      <p:cBhvr>
                                        <p:cTn id="36" dur="500" fill="hold"/>
                                        <p:tgtEl>
                                          <p:spTgt spid="20"/>
                                        </p:tgtEl>
                                        <p:attrNameLst>
                                          <p:attrName>ppt_h</p:attrName>
                                        </p:attrNameLst>
                                      </p:cBhvr>
                                      <p:tavLst>
                                        <p:tav tm="0">
                                          <p:val>
                                            <p:fltVal val="0"/>
                                          </p:val>
                                        </p:tav>
                                        <p:tav tm="100000">
                                          <p:val>
                                            <p:strVal val="#ppt_h"/>
                                          </p:val>
                                        </p:tav>
                                      </p:tavLst>
                                    </p:anim>
                                    <p:animEffect transition="in" filter="fade">
                                      <p:cBhvr>
                                        <p:cTn id="37" dur="500"/>
                                        <p:tgtEl>
                                          <p:spTgt spid="20"/>
                                        </p:tgtEl>
                                      </p:cBhvr>
                                    </p:animEffect>
                                  </p:childTnLst>
                                </p:cTn>
                              </p:par>
                            </p:childTnLst>
                          </p:cTn>
                        </p:par>
                        <p:par>
                          <p:cTn id="38" fill="hold">
                            <p:stCondLst>
                              <p:cond delay="2500"/>
                            </p:stCondLst>
                            <p:childTnLst>
                              <p:par>
                                <p:cTn id="39" presetID="23" presetClass="entr" presetSubtype="16" fill="hold" grpId="0" nodeType="afterEffect">
                                  <p:stCondLst>
                                    <p:cond delay="0"/>
                                  </p:stCondLst>
                                  <p:childTnLst>
                                    <p:set>
                                      <p:cBhvr>
                                        <p:cTn id="40" dur="1" fill="hold">
                                          <p:stCondLst>
                                            <p:cond delay="0"/>
                                          </p:stCondLst>
                                        </p:cTn>
                                        <p:tgtEl>
                                          <p:spTgt spid="12"/>
                                        </p:tgtEl>
                                        <p:attrNameLst>
                                          <p:attrName>style.visibility</p:attrName>
                                        </p:attrNameLst>
                                      </p:cBhvr>
                                      <p:to>
                                        <p:strVal val="visible"/>
                                      </p:to>
                                    </p:set>
                                    <p:anim calcmode="lin" valueType="num">
                                      <p:cBhvr>
                                        <p:cTn id="41" dur="500" fill="hold"/>
                                        <p:tgtEl>
                                          <p:spTgt spid="12"/>
                                        </p:tgtEl>
                                        <p:attrNameLst>
                                          <p:attrName>ppt_w</p:attrName>
                                        </p:attrNameLst>
                                      </p:cBhvr>
                                      <p:tavLst>
                                        <p:tav tm="0">
                                          <p:val>
                                            <p:fltVal val="0"/>
                                          </p:val>
                                        </p:tav>
                                        <p:tav tm="100000">
                                          <p:val>
                                            <p:strVal val="#ppt_w"/>
                                          </p:val>
                                        </p:tav>
                                      </p:tavLst>
                                    </p:anim>
                                    <p:anim calcmode="lin" valueType="num">
                                      <p:cBhvr>
                                        <p:cTn id="42" dur="500" fill="hold"/>
                                        <p:tgtEl>
                                          <p:spTgt spid="12"/>
                                        </p:tgtEl>
                                        <p:attrNameLst>
                                          <p:attrName>ppt_h</p:attrName>
                                        </p:attrNameLst>
                                      </p:cBhvr>
                                      <p:tavLst>
                                        <p:tav tm="0">
                                          <p:val>
                                            <p:fltVal val="0"/>
                                          </p:val>
                                        </p:tav>
                                        <p:tav tm="100000">
                                          <p:val>
                                            <p:strVal val="#ppt_h"/>
                                          </p:val>
                                        </p:tav>
                                      </p:tavLst>
                                    </p:anim>
                                  </p:childTnLst>
                                </p:cTn>
                              </p:par>
                            </p:childTnLst>
                          </p:cTn>
                        </p:par>
                        <p:par>
                          <p:cTn id="43" fill="hold">
                            <p:stCondLst>
                              <p:cond delay="3000"/>
                            </p:stCondLst>
                            <p:childTnLst>
                              <p:par>
                                <p:cTn id="44" presetID="22" presetClass="entr" presetSubtype="4" fill="hold" grpId="0" nodeType="after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wipe(down)">
                                      <p:cBhvr>
                                        <p:cTn id="46" dur="500"/>
                                        <p:tgtEl>
                                          <p:spTgt spid="14"/>
                                        </p:tgtEl>
                                      </p:cBhvr>
                                    </p:animEffect>
                                  </p:childTnLst>
                                </p:cTn>
                              </p:par>
                              <p:par>
                                <p:cTn id="47" presetID="22" presetClass="entr" presetSubtype="8" fill="hold" grpId="0" nodeType="with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wipe(left)">
                                      <p:cBhvr>
                                        <p:cTn id="49" dur="500"/>
                                        <p:tgtEl>
                                          <p:spTgt spid="15"/>
                                        </p:tgtEl>
                                      </p:cBhvr>
                                    </p:animEffect>
                                  </p:childTnLst>
                                </p:cTn>
                              </p:par>
                            </p:childTnLst>
                          </p:cTn>
                        </p:par>
                        <p:par>
                          <p:cTn id="50" fill="hold">
                            <p:stCondLst>
                              <p:cond delay="3500"/>
                            </p:stCondLst>
                            <p:childTnLst>
                              <p:par>
                                <p:cTn id="51" presetID="18" presetClass="entr" presetSubtype="3" fill="hold" grpId="0" nodeType="afterEffect">
                                  <p:stCondLst>
                                    <p:cond delay="0"/>
                                  </p:stCondLst>
                                  <p:childTnLst>
                                    <p:set>
                                      <p:cBhvr>
                                        <p:cTn id="52" dur="1" fill="hold">
                                          <p:stCondLst>
                                            <p:cond delay="0"/>
                                          </p:stCondLst>
                                        </p:cTn>
                                        <p:tgtEl>
                                          <p:spTgt spid="13"/>
                                        </p:tgtEl>
                                        <p:attrNameLst>
                                          <p:attrName>style.visibility</p:attrName>
                                        </p:attrNameLst>
                                      </p:cBhvr>
                                      <p:to>
                                        <p:strVal val="visible"/>
                                      </p:to>
                                    </p:set>
                                    <p:animEffect transition="in" filter="strips(upRight)">
                                      <p:cBhvr>
                                        <p:cTn id="53" dur="500"/>
                                        <p:tgtEl>
                                          <p:spTgt spid="13"/>
                                        </p:tgtEl>
                                      </p:cBhvr>
                                    </p:animEffect>
                                  </p:childTnLst>
                                </p:cTn>
                              </p:par>
                              <p:par>
                                <p:cTn id="54" presetID="42" presetClass="entr" presetSubtype="0" fill="hold" grpId="0"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anim calcmode="lin" valueType="num">
                                      <p:cBhvr>
                                        <p:cTn id="57" dur="500" fill="hold"/>
                                        <p:tgtEl>
                                          <p:spTgt spid="19"/>
                                        </p:tgtEl>
                                        <p:attrNameLst>
                                          <p:attrName>ppt_x</p:attrName>
                                        </p:attrNameLst>
                                      </p:cBhvr>
                                      <p:tavLst>
                                        <p:tav tm="0">
                                          <p:val>
                                            <p:strVal val="#ppt_x"/>
                                          </p:val>
                                        </p:tav>
                                        <p:tav tm="100000">
                                          <p:val>
                                            <p:strVal val="#ppt_x"/>
                                          </p:val>
                                        </p:tav>
                                      </p:tavLst>
                                    </p:anim>
                                    <p:anim calcmode="lin" valueType="num">
                                      <p:cBhvr>
                                        <p:cTn id="58" dur="500" fill="hold"/>
                                        <p:tgtEl>
                                          <p:spTgt spid="19"/>
                                        </p:tgtEl>
                                        <p:attrNameLst>
                                          <p:attrName>ppt_y</p:attrName>
                                        </p:attrNameLst>
                                      </p:cBhvr>
                                      <p:tavLst>
                                        <p:tav tm="0">
                                          <p:val>
                                            <p:strVal val="#ppt_y+.1"/>
                                          </p:val>
                                        </p:tav>
                                        <p:tav tm="100000">
                                          <p:val>
                                            <p:strVal val="#ppt_y"/>
                                          </p:val>
                                        </p:tav>
                                      </p:tavLst>
                                    </p:anim>
                                  </p:childTnLst>
                                </p:cTn>
                              </p:par>
                              <p:par>
                                <p:cTn id="59" presetID="53" presetClass="entr" presetSubtype="16"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 calcmode="lin" valueType="num">
                                      <p:cBhvr>
                                        <p:cTn id="61" dur="500" fill="hold"/>
                                        <p:tgtEl>
                                          <p:spTgt spid="21"/>
                                        </p:tgtEl>
                                        <p:attrNameLst>
                                          <p:attrName>ppt_w</p:attrName>
                                        </p:attrNameLst>
                                      </p:cBhvr>
                                      <p:tavLst>
                                        <p:tav tm="0">
                                          <p:val>
                                            <p:fltVal val="0"/>
                                          </p:val>
                                        </p:tav>
                                        <p:tav tm="100000">
                                          <p:val>
                                            <p:strVal val="#ppt_w"/>
                                          </p:val>
                                        </p:tav>
                                      </p:tavLst>
                                    </p:anim>
                                    <p:anim calcmode="lin" valueType="num">
                                      <p:cBhvr>
                                        <p:cTn id="62" dur="500" fill="hold"/>
                                        <p:tgtEl>
                                          <p:spTgt spid="21"/>
                                        </p:tgtEl>
                                        <p:attrNameLst>
                                          <p:attrName>ppt_h</p:attrName>
                                        </p:attrNameLst>
                                      </p:cBhvr>
                                      <p:tavLst>
                                        <p:tav tm="0">
                                          <p:val>
                                            <p:fltVal val="0"/>
                                          </p:val>
                                        </p:tav>
                                        <p:tav tm="100000">
                                          <p:val>
                                            <p:strVal val="#ppt_h"/>
                                          </p:val>
                                        </p:tav>
                                      </p:tavLst>
                                    </p:anim>
                                    <p:animEffect transition="in" filter="fade">
                                      <p:cBhvr>
                                        <p:cTn id="63" dur="500"/>
                                        <p:tgtEl>
                                          <p:spTgt spid="21"/>
                                        </p:tgtEl>
                                      </p:cBhvr>
                                    </p:animEffect>
                                  </p:childTnLst>
                                </p:cTn>
                              </p:par>
                            </p:childTnLst>
                          </p:cTn>
                        </p:par>
                        <p:par>
                          <p:cTn id="64" fill="hold">
                            <p:stCondLst>
                              <p:cond delay="4000"/>
                            </p:stCondLst>
                            <p:childTnLst>
                              <p:par>
                                <p:cTn id="65" presetID="21" presetClass="entr" presetSubtype="1" fill="hold" grpId="0" nodeType="after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wheel(1)">
                                      <p:cBhvr>
                                        <p:cTn id="67" dur="1250"/>
                                        <p:tgtEl>
                                          <p:spTgt spid="16"/>
                                        </p:tgtEl>
                                      </p:cBhvr>
                                    </p:animEffect>
                                  </p:childTnLst>
                                </p:cTn>
                              </p:par>
                            </p:childTnLst>
                          </p:cTn>
                        </p:par>
                        <p:par>
                          <p:cTn id="68" fill="hold">
                            <p:stCondLst>
                              <p:cond delay="5250"/>
                            </p:stCondLst>
                            <p:childTnLst>
                              <p:par>
                                <p:cTn id="69" presetID="22" presetClass="entr" presetSubtype="1" fill="hold" grpId="0" nodeType="afterEffect">
                                  <p:stCondLst>
                                    <p:cond delay="0"/>
                                  </p:stCondLst>
                                  <p:childTnLst>
                                    <p:set>
                                      <p:cBhvr>
                                        <p:cTn id="70" dur="1" fill="hold">
                                          <p:stCondLst>
                                            <p:cond delay="0"/>
                                          </p:stCondLst>
                                        </p:cTn>
                                        <p:tgtEl>
                                          <p:spTgt spid="17"/>
                                        </p:tgtEl>
                                        <p:attrNameLst>
                                          <p:attrName>style.visibility</p:attrName>
                                        </p:attrNameLst>
                                      </p:cBhvr>
                                      <p:to>
                                        <p:strVal val="visible"/>
                                      </p:to>
                                    </p:set>
                                    <p:animEffect transition="in" filter="wipe(up)">
                                      <p:cBhvr>
                                        <p:cTn id="71" dur="750"/>
                                        <p:tgtEl>
                                          <p:spTgt spid="17"/>
                                        </p:tgtEl>
                                      </p:cBhvr>
                                    </p:animEffect>
                                  </p:childTnLst>
                                </p:cTn>
                              </p:par>
                              <p:par>
                                <p:cTn id="72" presetID="22" presetClass="entr" presetSubtype="4" fill="hold" grpId="0" nodeType="withEffect">
                                  <p:stCondLst>
                                    <p:cond delay="0"/>
                                  </p:stCondLst>
                                  <p:childTnLst>
                                    <p:set>
                                      <p:cBhvr>
                                        <p:cTn id="73" dur="1" fill="hold">
                                          <p:stCondLst>
                                            <p:cond delay="0"/>
                                          </p:stCondLst>
                                        </p:cTn>
                                        <p:tgtEl>
                                          <p:spTgt spid="18"/>
                                        </p:tgtEl>
                                        <p:attrNameLst>
                                          <p:attrName>style.visibility</p:attrName>
                                        </p:attrNameLst>
                                      </p:cBhvr>
                                      <p:to>
                                        <p:strVal val="visible"/>
                                      </p:to>
                                    </p:set>
                                    <p:animEffect transition="in" filter="wipe(down)">
                                      <p:cBhvr>
                                        <p:cTn id="74" dur="7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p:bldP spid="12" grpId="0" animBg="1"/>
      <p:bldP spid="13" grpId="0" animBg="1"/>
      <p:bldP spid="14" grpId="0" animBg="1"/>
      <p:bldP spid="15" grpId="0" animBg="1"/>
      <p:bldP spid="16" grpId="0" animBg="1"/>
      <p:bldP spid="17" grpId="0"/>
      <p:bldP spid="18" grpId="0"/>
      <p:bldP spid="19" grpId="0"/>
      <p:bldP spid="20" grpId="0"/>
      <p:bldP spid="2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95486"/>
            <a:ext cx="611560" cy="369332"/>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3"/>
          <p:cNvSpPr txBox="1"/>
          <p:nvPr/>
        </p:nvSpPr>
        <p:spPr>
          <a:xfrm>
            <a:off x="683568" y="195486"/>
            <a:ext cx="3816424" cy="646331"/>
          </a:xfrm>
          <a:prstGeom prst="rect">
            <a:avLst/>
          </a:prstGeom>
          <a:noFill/>
        </p:spPr>
        <p:txBody>
          <a:bodyPr wrap="square" rtlCol="0">
            <a:spAutoFit/>
          </a:bodyPr>
          <a:lstStyle/>
          <a:p>
            <a:r>
              <a:rPr lang="zh-CN" altLang="en-US" dirty="0">
                <a:solidFill>
                  <a:srgbClr val="054487"/>
                </a:solidFill>
                <a:latin typeface="微软雅黑" pitchFamily="34" charset="-122"/>
                <a:ea typeface="微软雅黑" pitchFamily="34" charset="-122"/>
              </a:rPr>
              <a:t>输入你的标题 </a:t>
            </a:r>
            <a:r>
              <a:rPr lang="en-US" altLang="zh-CN" dirty="0">
                <a:solidFill>
                  <a:srgbClr val="054487"/>
                </a:solidFill>
                <a:latin typeface="微软雅黑" pitchFamily="34" charset="-122"/>
                <a:ea typeface="微软雅黑" pitchFamily="34" charset="-122"/>
              </a:rPr>
              <a:t>/Add your title</a:t>
            </a:r>
            <a:endParaRPr lang="zh-CN" altLang="en-US" dirty="0">
              <a:solidFill>
                <a:srgbClr val="054487"/>
              </a:solidFill>
              <a:latin typeface="微软雅黑" pitchFamily="34" charset="-122"/>
              <a:ea typeface="微软雅黑" pitchFamily="34" charset="-122"/>
            </a:endParaRPr>
          </a:p>
          <a:p>
            <a:endParaRPr lang="zh-CN" altLang="en-US" dirty="0">
              <a:solidFill>
                <a:srgbClr val="F46970"/>
              </a:solidFill>
              <a:latin typeface="微软雅黑" pitchFamily="34" charset="-122"/>
              <a:ea typeface="微软雅黑" pitchFamily="34" charset="-122"/>
            </a:endParaRPr>
          </a:p>
        </p:txBody>
      </p:sp>
      <p:sp>
        <p:nvSpPr>
          <p:cNvPr id="5" name="椭圆 4"/>
          <p:cNvSpPr/>
          <p:nvPr/>
        </p:nvSpPr>
        <p:spPr>
          <a:xfrm>
            <a:off x="6011878" y="2318120"/>
            <a:ext cx="1961984" cy="1961984"/>
          </a:xfrm>
          <a:prstGeom prst="ellipse">
            <a:avLst/>
          </a:prstGeom>
          <a:gradFill>
            <a:gsLst>
              <a:gs pos="15000">
                <a:srgbClr val="00B0F0"/>
              </a:gs>
              <a:gs pos="31000">
                <a:srgbClr val="0070C0"/>
              </a:gs>
              <a:gs pos="63000">
                <a:srgbClr val="FFFB6C">
                  <a:alpha val="0"/>
                </a:srgbClr>
              </a:gs>
            </a:gsLst>
            <a:path path="shape">
              <a:fillToRect l="50000" t="50000" r="50000" b="50000"/>
            </a:path>
          </a:gradFill>
          <a:ln w="25400" cap="flat" cmpd="sng" algn="ctr">
            <a:noFill/>
            <a:prstDash val="solid"/>
          </a:ln>
          <a:effectLst>
            <a:glow rad="127000">
              <a:srgbClr val="5D552C">
                <a:alpha val="4000"/>
              </a:srgbClr>
            </a:glow>
            <a:softEdge rad="0"/>
          </a:effectLst>
        </p:spPr>
        <p:txBody>
          <a:bodyPr lIns="68580" tIns="34290" rIns="68580" bIns="34290" rtlCol="0" anchor="ctr"/>
          <a:lstStyle/>
          <a:p>
            <a:pPr algn="ctr">
              <a:defRPr/>
            </a:pPr>
            <a:endParaRPr lang="zh-CN" altLang="en-US" kern="0" dirty="0">
              <a:solidFill>
                <a:prstClr val="black"/>
              </a:solidFill>
              <a:ea typeface="微软雅黑" pitchFamily="34" charset="-122"/>
            </a:endParaRPr>
          </a:p>
        </p:txBody>
      </p:sp>
      <p:sp>
        <p:nvSpPr>
          <p:cNvPr id="6" name="椭圆 5"/>
          <p:cNvSpPr/>
          <p:nvPr/>
        </p:nvSpPr>
        <p:spPr>
          <a:xfrm>
            <a:off x="560773" y="808537"/>
            <a:ext cx="1961984" cy="1961984"/>
          </a:xfrm>
          <a:prstGeom prst="ellipse">
            <a:avLst/>
          </a:prstGeom>
          <a:gradFill>
            <a:gsLst>
              <a:gs pos="15000">
                <a:srgbClr val="00B0F0"/>
              </a:gs>
              <a:gs pos="31000">
                <a:srgbClr val="0070C0"/>
              </a:gs>
              <a:gs pos="63000">
                <a:srgbClr val="FFFB6C">
                  <a:alpha val="0"/>
                </a:srgbClr>
              </a:gs>
            </a:gsLst>
            <a:path path="shape">
              <a:fillToRect l="50000" t="50000" r="50000" b="50000"/>
            </a:path>
          </a:gradFill>
          <a:ln w="25400" cap="flat" cmpd="sng" algn="ctr">
            <a:noFill/>
            <a:prstDash val="solid"/>
          </a:ln>
          <a:effectLst>
            <a:glow rad="127000">
              <a:srgbClr val="5D552C">
                <a:alpha val="4000"/>
              </a:srgbClr>
            </a:glow>
            <a:softEdge rad="0"/>
          </a:effectLst>
        </p:spPr>
        <p:txBody>
          <a:bodyPr lIns="68580" tIns="34290" rIns="68580" bIns="34290" rtlCol="0" anchor="ctr"/>
          <a:lstStyle/>
          <a:p>
            <a:pPr algn="ctr">
              <a:defRPr/>
            </a:pPr>
            <a:endParaRPr lang="zh-CN" altLang="en-US" kern="0" dirty="0">
              <a:solidFill>
                <a:prstClr val="black"/>
              </a:solidFill>
              <a:ea typeface="微软雅黑" pitchFamily="34" charset="-122"/>
            </a:endParaRPr>
          </a:p>
        </p:txBody>
      </p:sp>
      <p:grpSp>
        <p:nvGrpSpPr>
          <p:cNvPr id="7" name="组合 6"/>
          <p:cNvGrpSpPr/>
          <p:nvPr/>
        </p:nvGrpSpPr>
        <p:grpSpPr>
          <a:xfrm>
            <a:off x="2634828" y="1123363"/>
            <a:ext cx="3874346" cy="3352152"/>
            <a:chOff x="935762" y="592249"/>
            <a:chExt cx="6572250" cy="5686425"/>
          </a:xfrm>
          <a:solidFill>
            <a:srgbClr val="054487"/>
          </a:solidFill>
        </p:grpSpPr>
        <p:sp>
          <p:nvSpPr>
            <p:cNvPr id="8" name="Freeform 215"/>
            <p:cNvSpPr>
              <a:spLocks/>
            </p:cNvSpPr>
            <p:nvPr/>
          </p:nvSpPr>
          <p:spPr bwMode="auto">
            <a:xfrm>
              <a:off x="3546413" y="5468732"/>
              <a:ext cx="22225" cy="26988"/>
            </a:xfrm>
            <a:custGeom>
              <a:avLst/>
              <a:gdLst>
                <a:gd name="T0" fmla="*/ 2 w 6"/>
                <a:gd name="T1" fmla="*/ 0 h 7"/>
                <a:gd name="T2" fmla="*/ 1 w 6"/>
                <a:gd name="T3" fmla="*/ 0 h 7"/>
                <a:gd name="T4" fmla="*/ 3 w 6"/>
                <a:gd name="T5" fmla="*/ 7 h 7"/>
                <a:gd name="T6" fmla="*/ 2 w 6"/>
                <a:gd name="T7" fmla="*/ 0 h 7"/>
              </a:gdLst>
              <a:ahLst/>
              <a:cxnLst>
                <a:cxn ang="0">
                  <a:pos x="T0" y="T1"/>
                </a:cxn>
                <a:cxn ang="0">
                  <a:pos x="T2" y="T3"/>
                </a:cxn>
                <a:cxn ang="0">
                  <a:pos x="T4" y="T5"/>
                </a:cxn>
                <a:cxn ang="0">
                  <a:pos x="T6" y="T7"/>
                </a:cxn>
              </a:cxnLst>
              <a:rect l="0" t="0" r="r" b="b"/>
              <a:pathLst>
                <a:path w="6" h="7">
                  <a:moveTo>
                    <a:pt x="2" y="0"/>
                  </a:moveTo>
                  <a:cubicBezTo>
                    <a:pt x="1" y="0"/>
                    <a:pt x="1" y="0"/>
                    <a:pt x="1" y="0"/>
                  </a:cubicBezTo>
                  <a:cubicBezTo>
                    <a:pt x="0" y="2"/>
                    <a:pt x="0" y="5"/>
                    <a:pt x="3" y="7"/>
                  </a:cubicBezTo>
                  <a:cubicBezTo>
                    <a:pt x="6" y="5"/>
                    <a:pt x="5" y="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dirty="0">
                <a:solidFill>
                  <a:prstClr val="black"/>
                </a:solidFill>
                <a:ea typeface="微软雅黑" pitchFamily="34" charset="-122"/>
              </a:endParaRPr>
            </a:p>
          </p:txBody>
        </p:sp>
        <p:sp>
          <p:nvSpPr>
            <p:cNvPr id="9" name="Freeform 9"/>
            <p:cNvSpPr>
              <a:spLocks/>
            </p:cNvSpPr>
            <p:nvPr/>
          </p:nvSpPr>
          <p:spPr bwMode="auto">
            <a:xfrm>
              <a:off x="935762" y="1319324"/>
              <a:ext cx="2665412" cy="2079625"/>
            </a:xfrm>
            <a:custGeom>
              <a:avLst/>
              <a:gdLst>
                <a:gd name="T0" fmla="*/ 2147483647 w 1456"/>
                <a:gd name="T1" fmla="*/ 2147483647 h 1090"/>
                <a:gd name="T2" fmla="*/ 2147483647 w 1456"/>
                <a:gd name="T3" fmla="*/ 2147483647 h 1090"/>
                <a:gd name="T4" fmla="*/ 2147483647 w 1456"/>
                <a:gd name="T5" fmla="*/ 2147483647 h 1090"/>
                <a:gd name="T6" fmla="*/ 2147483647 w 1456"/>
                <a:gd name="T7" fmla="*/ 2147483647 h 1090"/>
                <a:gd name="T8" fmla="*/ 2147483647 w 1456"/>
                <a:gd name="T9" fmla="*/ 2147483647 h 1090"/>
                <a:gd name="T10" fmla="*/ 2147483647 w 1456"/>
                <a:gd name="T11" fmla="*/ 2147483647 h 1090"/>
                <a:gd name="T12" fmla="*/ 2147483647 w 1456"/>
                <a:gd name="T13" fmla="*/ 2147483647 h 1090"/>
                <a:gd name="T14" fmla="*/ 2147483647 w 1456"/>
                <a:gd name="T15" fmla="*/ 2147483647 h 1090"/>
                <a:gd name="T16" fmla="*/ 2147483647 w 1456"/>
                <a:gd name="T17" fmla="*/ 2147483647 h 1090"/>
                <a:gd name="T18" fmla="*/ 2147483647 w 1456"/>
                <a:gd name="T19" fmla="*/ 2147483647 h 1090"/>
                <a:gd name="T20" fmla="*/ 2147483647 w 1456"/>
                <a:gd name="T21" fmla="*/ 2147483647 h 1090"/>
                <a:gd name="T22" fmla="*/ 2147483647 w 1456"/>
                <a:gd name="T23" fmla="*/ 2147483647 h 1090"/>
                <a:gd name="T24" fmla="*/ 2147483647 w 1456"/>
                <a:gd name="T25" fmla="*/ 2147483647 h 1090"/>
                <a:gd name="T26" fmla="*/ 2147483647 w 1456"/>
                <a:gd name="T27" fmla="*/ 2147483647 h 1090"/>
                <a:gd name="T28" fmla="*/ 2147483647 w 1456"/>
                <a:gd name="T29" fmla="*/ 2147483647 h 1090"/>
                <a:gd name="T30" fmla="*/ 2147483647 w 1456"/>
                <a:gd name="T31" fmla="*/ 2147483647 h 1090"/>
                <a:gd name="T32" fmla="*/ 2147483647 w 1456"/>
                <a:gd name="T33" fmla="*/ 2147483647 h 1090"/>
                <a:gd name="T34" fmla="*/ 2147483647 w 1456"/>
                <a:gd name="T35" fmla="*/ 2147483647 h 1090"/>
                <a:gd name="T36" fmla="*/ 2147483647 w 1456"/>
                <a:gd name="T37" fmla="*/ 2147483647 h 1090"/>
                <a:gd name="T38" fmla="*/ 2147483647 w 1456"/>
                <a:gd name="T39" fmla="*/ 2147483647 h 1090"/>
                <a:gd name="T40" fmla="*/ 2147483647 w 1456"/>
                <a:gd name="T41" fmla="*/ 2147483647 h 1090"/>
                <a:gd name="T42" fmla="*/ 2147483647 w 1456"/>
                <a:gd name="T43" fmla="*/ 2147483647 h 1090"/>
                <a:gd name="T44" fmla="*/ 2147483647 w 1456"/>
                <a:gd name="T45" fmla="*/ 2147483647 h 1090"/>
                <a:gd name="T46" fmla="*/ 2147483647 w 1456"/>
                <a:gd name="T47" fmla="*/ 2147483647 h 1090"/>
                <a:gd name="T48" fmla="*/ 2147483647 w 1456"/>
                <a:gd name="T49" fmla="*/ 2147483647 h 1090"/>
                <a:gd name="T50" fmla="*/ 2147483647 w 1456"/>
                <a:gd name="T51" fmla="*/ 2147483647 h 1090"/>
                <a:gd name="T52" fmla="*/ 2147483647 w 1456"/>
                <a:gd name="T53" fmla="*/ 2147483647 h 1090"/>
                <a:gd name="T54" fmla="*/ 2147483647 w 1456"/>
                <a:gd name="T55" fmla="*/ 2147483647 h 1090"/>
                <a:gd name="T56" fmla="*/ 2147483647 w 1456"/>
                <a:gd name="T57" fmla="*/ 2147483647 h 1090"/>
                <a:gd name="T58" fmla="*/ 2147483647 w 1456"/>
                <a:gd name="T59" fmla="*/ 2147483647 h 1090"/>
                <a:gd name="T60" fmla="*/ 2147483647 w 1456"/>
                <a:gd name="T61" fmla="*/ 2147483647 h 1090"/>
                <a:gd name="T62" fmla="*/ 2147483647 w 1456"/>
                <a:gd name="T63" fmla="*/ 2147483647 h 1090"/>
                <a:gd name="T64" fmla="*/ 2147483647 w 1456"/>
                <a:gd name="T65" fmla="*/ 2147483647 h 1090"/>
                <a:gd name="T66" fmla="*/ 2147483647 w 1456"/>
                <a:gd name="T67" fmla="*/ 2147483647 h 1090"/>
                <a:gd name="T68" fmla="*/ 2147483647 w 1456"/>
                <a:gd name="T69" fmla="*/ 2147483647 h 1090"/>
                <a:gd name="T70" fmla="*/ 2147483647 w 1456"/>
                <a:gd name="T71" fmla="*/ 2147483647 h 1090"/>
                <a:gd name="T72" fmla="*/ 2147483647 w 1456"/>
                <a:gd name="T73" fmla="*/ 2147483647 h 1090"/>
                <a:gd name="T74" fmla="*/ 2147483647 w 1456"/>
                <a:gd name="T75" fmla="*/ 2147483647 h 1090"/>
                <a:gd name="T76" fmla="*/ 2147483647 w 1456"/>
                <a:gd name="T77" fmla="*/ 2147483647 h 1090"/>
                <a:gd name="T78" fmla="*/ 2147483647 w 1456"/>
                <a:gd name="T79" fmla="*/ 2147483647 h 1090"/>
                <a:gd name="T80" fmla="*/ 2147483647 w 1456"/>
                <a:gd name="T81" fmla="*/ 2147483647 h 1090"/>
                <a:gd name="T82" fmla="*/ 2147483647 w 1456"/>
                <a:gd name="T83" fmla="*/ 2147483647 h 1090"/>
                <a:gd name="T84" fmla="*/ 2147483647 w 1456"/>
                <a:gd name="T85" fmla="*/ 2147483647 h 1090"/>
                <a:gd name="T86" fmla="*/ 2147483647 w 1456"/>
                <a:gd name="T87" fmla="*/ 2147483647 h 1090"/>
                <a:gd name="T88" fmla="*/ 2147483647 w 1456"/>
                <a:gd name="T89" fmla="*/ 2147483647 h 1090"/>
                <a:gd name="T90" fmla="*/ 2147483647 w 1456"/>
                <a:gd name="T91" fmla="*/ 2147483647 h 1090"/>
                <a:gd name="T92" fmla="*/ 2147483647 w 1456"/>
                <a:gd name="T93" fmla="*/ 2147483647 h 1090"/>
                <a:gd name="T94" fmla="*/ 2147483647 w 1456"/>
                <a:gd name="T95" fmla="*/ 2147483647 h 1090"/>
                <a:gd name="T96" fmla="*/ 2147483647 w 1456"/>
                <a:gd name="T97" fmla="*/ 2147483647 h 1090"/>
                <a:gd name="T98" fmla="*/ 2147483647 w 1456"/>
                <a:gd name="T99" fmla="*/ 2147483647 h 1090"/>
                <a:gd name="T100" fmla="*/ 2147483647 w 1456"/>
                <a:gd name="T101" fmla="*/ 2147483647 h 1090"/>
                <a:gd name="T102" fmla="*/ 2147483647 w 1456"/>
                <a:gd name="T103" fmla="*/ 2147483647 h 1090"/>
                <a:gd name="T104" fmla="*/ 2147483647 w 1456"/>
                <a:gd name="T105" fmla="*/ 2147483647 h 1090"/>
                <a:gd name="T106" fmla="*/ 2147483647 w 1456"/>
                <a:gd name="T107" fmla="*/ 2147483647 h 1090"/>
                <a:gd name="T108" fmla="*/ 2147483647 w 1456"/>
                <a:gd name="T109" fmla="*/ 2147483647 h 1090"/>
                <a:gd name="T110" fmla="*/ 2147483647 w 1456"/>
                <a:gd name="T111" fmla="*/ 2147483647 h 1090"/>
                <a:gd name="T112" fmla="*/ 2147483647 w 1456"/>
                <a:gd name="T113" fmla="*/ 2147483647 h 1090"/>
                <a:gd name="T114" fmla="*/ 2147483647 w 1456"/>
                <a:gd name="T115" fmla="*/ 2147483647 h 1090"/>
                <a:gd name="T116" fmla="*/ 2147483647 w 1456"/>
                <a:gd name="T117" fmla="*/ 2147483647 h 1090"/>
                <a:gd name="T118" fmla="*/ 2147483647 w 1456"/>
                <a:gd name="T119" fmla="*/ 2147483647 h 1090"/>
                <a:gd name="T120" fmla="*/ 2147483647 w 1456"/>
                <a:gd name="T121" fmla="*/ 2147483647 h 1090"/>
                <a:gd name="T122" fmla="*/ 2147483647 w 1456"/>
                <a:gd name="T123" fmla="*/ 2147483647 h 1090"/>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456"/>
                <a:gd name="T187" fmla="*/ 0 h 1090"/>
                <a:gd name="T188" fmla="*/ 1456 w 1456"/>
                <a:gd name="T189" fmla="*/ 1090 h 1090"/>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456" h="1090">
                  <a:moveTo>
                    <a:pt x="228" y="1074"/>
                  </a:moveTo>
                  <a:lnTo>
                    <a:pt x="220" y="1064"/>
                  </a:lnTo>
                  <a:lnTo>
                    <a:pt x="208" y="1056"/>
                  </a:lnTo>
                  <a:lnTo>
                    <a:pt x="197" y="1049"/>
                  </a:lnTo>
                  <a:lnTo>
                    <a:pt x="196" y="1048"/>
                  </a:lnTo>
                  <a:lnTo>
                    <a:pt x="195" y="1047"/>
                  </a:lnTo>
                  <a:lnTo>
                    <a:pt x="195" y="1046"/>
                  </a:lnTo>
                  <a:lnTo>
                    <a:pt x="192" y="1037"/>
                  </a:lnTo>
                  <a:lnTo>
                    <a:pt x="195" y="1018"/>
                  </a:lnTo>
                  <a:lnTo>
                    <a:pt x="193" y="988"/>
                  </a:lnTo>
                  <a:lnTo>
                    <a:pt x="194" y="976"/>
                  </a:lnTo>
                  <a:lnTo>
                    <a:pt x="176" y="972"/>
                  </a:lnTo>
                  <a:lnTo>
                    <a:pt x="161" y="964"/>
                  </a:lnTo>
                  <a:lnTo>
                    <a:pt x="143" y="954"/>
                  </a:lnTo>
                  <a:lnTo>
                    <a:pt x="122" y="938"/>
                  </a:lnTo>
                  <a:lnTo>
                    <a:pt x="114" y="925"/>
                  </a:lnTo>
                  <a:lnTo>
                    <a:pt x="112" y="924"/>
                  </a:lnTo>
                  <a:lnTo>
                    <a:pt x="111" y="924"/>
                  </a:lnTo>
                  <a:lnTo>
                    <a:pt x="110" y="923"/>
                  </a:lnTo>
                  <a:lnTo>
                    <a:pt x="109" y="922"/>
                  </a:lnTo>
                  <a:lnTo>
                    <a:pt x="107" y="922"/>
                  </a:lnTo>
                  <a:lnTo>
                    <a:pt x="106" y="921"/>
                  </a:lnTo>
                  <a:lnTo>
                    <a:pt x="105" y="920"/>
                  </a:lnTo>
                  <a:lnTo>
                    <a:pt x="103" y="919"/>
                  </a:lnTo>
                  <a:lnTo>
                    <a:pt x="101" y="918"/>
                  </a:lnTo>
                  <a:lnTo>
                    <a:pt x="99" y="918"/>
                  </a:lnTo>
                  <a:lnTo>
                    <a:pt x="97" y="917"/>
                  </a:lnTo>
                  <a:lnTo>
                    <a:pt x="95" y="916"/>
                  </a:lnTo>
                  <a:lnTo>
                    <a:pt x="93" y="915"/>
                  </a:lnTo>
                  <a:lnTo>
                    <a:pt x="91" y="915"/>
                  </a:lnTo>
                  <a:lnTo>
                    <a:pt x="90" y="914"/>
                  </a:lnTo>
                  <a:lnTo>
                    <a:pt x="88" y="913"/>
                  </a:lnTo>
                  <a:lnTo>
                    <a:pt x="87" y="913"/>
                  </a:lnTo>
                  <a:lnTo>
                    <a:pt x="84" y="912"/>
                  </a:lnTo>
                  <a:lnTo>
                    <a:pt x="85" y="903"/>
                  </a:lnTo>
                  <a:lnTo>
                    <a:pt x="85" y="902"/>
                  </a:lnTo>
                  <a:lnTo>
                    <a:pt x="84" y="902"/>
                  </a:lnTo>
                  <a:lnTo>
                    <a:pt x="84" y="901"/>
                  </a:lnTo>
                  <a:lnTo>
                    <a:pt x="84" y="900"/>
                  </a:lnTo>
                  <a:lnTo>
                    <a:pt x="83" y="899"/>
                  </a:lnTo>
                  <a:lnTo>
                    <a:pt x="83" y="898"/>
                  </a:lnTo>
                  <a:lnTo>
                    <a:pt x="83" y="896"/>
                  </a:lnTo>
                  <a:lnTo>
                    <a:pt x="82" y="895"/>
                  </a:lnTo>
                  <a:lnTo>
                    <a:pt x="82" y="894"/>
                  </a:lnTo>
                  <a:lnTo>
                    <a:pt x="81" y="892"/>
                  </a:lnTo>
                  <a:lnTo>
                    <a:pt x="81" y="891"/>
                  </a:lnTo>
                  <a:lnTo>
                    <a:pt x="81" y="889"/>
                  </a:lnTo>
                  <a:lnTo>
                    <a:pt x="81" y="888"/>
                  </a:lnTo>
                  <a:lnTo>
                    <a:pt x="81" y="886"/>
                  </a:lnTo>
                  <a:lnTo>
                    <a:pt x="81" y="884"/>
                  </a:lnTo>
                  <a:lnTo>
                    <a:pt x="81" y="883"/>
                  </a:lnTo>
                  <a:lnTo>
                    <a:pt x="81" y="881"/>
                  </a:lnTo>
                  <a:lnTo>
                    <a:pt x="81" y="880"/>
                  </a:lnTo>
                  <a:lnTo>
                    <a:pt x="81" y="878"/>
                  </a:lnTo>
                  <a:lnTo>
                    <a:pt x="82" y="877"/>
                  </a:lnTo>
                  <a:lnTo>
                    <a:pt x="83" y="875"/>
                  </a:lnTo>
                  <a:lnTo>
                    <a:pt x="84" y="874"/>
                  </a:lnTo>
                  <a:lnTo>
                    <a:pt x="85" y="872"/>
                  </a:lnTo>
                  <a:lnTo>
                    <a:pt x="85" y="871"/>
                  </a:lnTo>
                  <a:lnTo>
                    <a:pt x="86" y="870"/>
                  </a:lnTo>
                  <a:lnTo>
                    <a:pt x="87" y="868"/>
                  </a:lnTo>
                  <a:lnTo>
                    <a:pt x="88" y="867"/>
                  </a:lnTo>
                  <a:lnTo>
                    <a:pt x="89" y="866"/>
                  </a:lnTo>
                  <a:lnTo>
                    <a:pt x="90" y="865"/>
                  </a:lnTo>
                  <a:lnTo>
                    <a:pt x="90" y="864"/>
                  </a:lnTo>
                  <a:lnTo>
                    <a:pt x="90" y="863"/>
                  </a:lnTo>
                  <a:lnTo>
                    <a:pt x="90" y="862"/>
                  </a:lnTo>
                  <a:lnTo>
                    <a:pt x="90" y="860"/>
                  </a:lnTo>
                  <a:lnTo>
                    <a:pt x="90" y="859"/>
                  </a:lnTo>
                  <a:lnTo>
                    <a:pt x="89" y="858"/>
                  </a:lnTo>
                  <a:lnTo>
                    <a:pt x="89" y="857"/>
                  </a:lnTo>
                  <a:lnTo>
                    <a:pt x="89" y="856"/>
                  </a:lnTo>
                  <a:lnTo>
                    <a:pt x="89" y="855"/>
                  </a:lnTo>
                  <a:lnTo>
                    <a:pt x="88" y="854"/>
                  </a:lnTo>
                  <a:lnTo>
                    <a:pt x="88" y="853"/>
                  </a:lnTo>
                  <a:lnTo>
                    <a:pt x="88" y="852"/>
                  </a:lnTo>
                  <a:lnTo>
                    <a:pt x="88" y="850"/>
                  </a:lnTo>
                  <a:lnTo>
                    <a:pt x="87" y="846"/>
                  </a:lnTo>
                  <a:lnTo>
                    <a:pt x="84" y="837"/>
                  </a:lnTo>
                  <a:lnTo>
                    <a:pt x="83" y="836"/>
                  </a:lnTo>
                  <a:lnTo>
                    <a:pt x="83" y="835"/>
                  </a:lnTo>
                  <a:lnTo>
                    <a:pt x="82" y="834"/>
                  </a:lnTo>
                  <a:lnTo>
                    <a:pt x="81" y="834"/>
                  </a:lnTo>
                  <a:lnTo>
                    <a:pt x="68" y="828"/>
                  </a:lnTo>
                  <a:lnTo>
                    <a:pt x="61" y="808"/>
                  </a:lnTo>
                  <a:lnTo>
                    <a:pt x="32" y="795"/>
                  </a:lnTo>
                  <a:lnTo>
                    <a:pt x="27" y="789"/>
                  </a:lnTo>
                  <a:lnTo>
                    <a:pt x="27" y="788"/>
                  </a:lnTo>
                  <a:lnTo>
                    <a:pt x="26" y="788"/>
                  </a:lnTo>
                  <a:lnTo>
                    <a:pt x="25" y="787"/>
                  </a:lnTo>
                  <a:lnTo>
                    <a:pt x="24" y="787"/>
                  </a:lnTo>
                  <a:lnTo>
                    <a:pt x="22" y="786"/>
                  </a:lnTo>
                  <a:lnTo>
                    <a:pt x="21" y="786"/>
                  </a:lnTo>
                  <a:lnTo>
                    <a:pt x="20" y="785"/>
                  </a:lnTo>
                  <a:lnTo>
                    <a:pt x="18" y="784"/>
                  </a:lnTo>
                  <a:lnTo>
                    <a:pt x="17" y="784"/>
                  </a:lnTo>
                  <a:lnTo>
                    <a:pt x="15" y="783"/>
                  </a:lnTo>
                  <a:lnTo>
                    <a:pt x="14" y="782"/>
                  </a:lnTo>
                  <a:lnTo>
                    <a:pt x="13" y="781"/>
                  </a:lnTo>
                  <a:lnTo>
                    <a:pt x="12" y="780"/>
                  </a:lnTo>
                  <a:lnTo>
                    <a:pt x="11" y="778"/>
                  </a:lnTo>
                  <a:lnTo>
                    <a:pt x="10" y="777"/>
                  </a:lnTo>
                  <a:lnTo>
                    <a:pt x="10" y="776"/>
                  </a:lnTo>
                  <a:lnTo>
                    <a:pt x="10" y="774"/>
                  </a:lnTo>
                  <a:lnTo>
                    <a:pt x="10" y="773"/>
                  </a:lnTo>
                  <a:lnTo>
                    <a:pt x="10" y="772"/>
                  </a:lnTo>
                  <a:lnTo>
                    <a:pt x="10" y="770"/>
                  </a:lnTo>
                  <a:lnTo>
                    <a:pt x="11" y="769"/>
                  </a:lnTo>
                  <a:lnTo>
                    <a:pt x="11" y="767"/>
                  </a:lnTo>
                  <a:lnTo>
                    <a:pt x="12" y="766"/>
                  </a:lnTo>
                  <a:lnTo>
                    <a:pt x="13" y="765"/>
                  </a:lnTo>
                  <a:lnTo>
                    <a:pt x="14" y="763"/>
                  </a:lnTo>
                  <a:lnTo>
                    <a:pt x="15" y="762"/>
                  </a:lnTo>
                  <a:lnTo>
                    <a:pt x="15" y="761"/>
                  </a:lnTo>
                  <a:lnTo>
                    <a:pt x="16" y="760"/>
                  </a:lnTo>
                  <a:lnTo>
                    <a:pt x="17" y="760"/>
                  </a:lnTo>
                  <a:lnTo>
                    <a:pt x="18" y="759"/>
                  </a:lnTo>
                  <a:lnTo>
                    <a:pt x="19" y="758"/>
                  </a:lnTo>
                  <a:lnTo>
                    <a:pt x="20" y="758"/>
                  </a:lnTo>
                  <a:lnTo>
                    <a:pt x="20" y="757"/>
                  </a:lnTo>
                  <a:lnTo>
                    <a:pt x="21" y="757"/>
                  </a:lnTo>
                  <a:lnTo>
                    <a:pt x="22" y="757"/>
                  </a:lnTo>
                  <a:lnTo>
                    <a:pt x="22" y="756"/>
                  </a:lnTo>
                  <a:lnTo>
                    <a:pt x="23" y="756"/>
                  </a:lnTo>
                  <a:lnTo>
                    <a:pt x="24" y="756"/>
                  </a:lnTo>
                  <a:lnTo>
                    <a:pt x="25" y="756"/>
                  </a:lnTo>
                  <a:lnTo>
                    <a:pt x="26" y="757"/>
                  </a:lnTo>
                  <a:lnTo>
                    <a:pt x="27" y="757"/>
                  </a:lnTo>
                  <a:lnTo>
                    <a:pt x="28" y="757"/>
                  </a:lnTo>
                  <a:lnTo>
                    <a:pt x="30" y="758"/>
                  </a:lnTo>
                  <a:lnTo>
                    <a:pt x="32" y="759"/>
                  </a:lnTo>
                  <a:lnTo>
                    <a:pt x="34" y="759"/>
                  </a:lnTo>
                  <a:lnTo>
                    <a:pt x="36" y="760"/>
                  </a:lnTo>
                  <a:lnTo>
                    <a:pt x="38" y="761"/>
                  </a:lnTo>
                  <a:lnTo>
                    <a:pt x="41" y="761"/>
                  </a:lnTo>
                  <a:lnTo>
                    <a:pt x="43" y="762"/>
                  </a:lnTo>
                  <a:lnTo>
                    <a:pt x="45" y="763"/>
                  </a:lnTo>
                  <a:lnTo>
                    <a:pt x="47" y="763"/>
                  </a:lnTo>
                  <a:lnTo>
                    <a:pt x="48" y="764"/>
                  </a:lnTo>
                  <a:lnTo>
                    <a:pt x="50" y="764"/>
                  </a:lnTo>
                  <a:lnTo>
                    <a:pt x="51" y="764"/>
                  </a:lnTo>
                  <a:lnTo>
                    <a:pt x="53" y="765"/>
                  </a:lnTo>
                  <a:lnTo>
                    <a:pt x="54" y="765"/>
                  </a:lnTo>
                  <a:lnTo>
                    <a:pt x="55" y="765"/>
                  </a:lnTo>
                  <a:lnTo>
                    <a:pt x="56" y="765"/>
                  </a:lnTo>
                  <a:lnTo>
                    <a:pt x="56" y="764"/>
                  </a:lnTo>
                  <a:lnTo>
                    <a:pt x="57" y="764"/>
                  </a:lnTo>
                  <a:lnTo>
                    <a:pt x="58" y="763"/>
                  </a:lnTo>
                  <a:lnTo>
                    <a:pt x="58" y="762"/>
                  </a:lnTo>
                  <a:lnTo>
                    <a:pt x="59" y="762"/>
                  </a:lnTo>
                  <a:lnTo>
                    <a:pt x="58" y="761"/>
                  </a:lnTo>
                  <a:lnTo>
                    <a:pt x="58" y="760"/>
                  </a:lnTo>
                  <a:lnTo>
                    <a:pt x="57" y="759"/>
                  </a:lnTo>
                  <a:lnTo>
                    <a:pt x="57" y="758"/>
                  </a:lnTo>
                  <a:lnTo>
                    <a:pt x="56" y="757"/>
                  </a:lnTo>
                  <a:lnTo>
                    <a:pt x="56" y="756"/>
                  </a:lnTo>
                  <a:lnTo>
                    <a:pt x="55" y="755"/>
                  </a:lnTo>
                  <a:lnTo>
                    <a:pt x="54" y="753"/>
                  </a:lnTo>
                  <a:lnTo>
                    <a:pt x="54" y="752"/>
                  </a:lnTo>
                  <a:lnTo>
                    <a:pt x="53" y="750"/>
                  </a:lnTo>
                  <a:lnTo>
                    <a:pt x="52" y="749"/>
                  </a:lnTo>
                  <a:lnTo>
                    <a:pt x="52" y="748"/>
                  </a:lnTo>
                  <a:lnTo>
                    <a:pt x="51" y="746"/>
                  </a:lnTo>
                  <a:lnTo>
                    <a:pt x="51" y="745"/>
                  </a:lnTo>
                  <a:lnTo>
                    <a:pt x="51" y="744"/>
                  </a:lnTo>
                  <a:lnTo>
                    <a:pt x="51" y="743"/>
                  </a:lnTo>
                  <a:lnTo>
                    <a:pt x="51" y="742"/>
                  </a:lnTo>
                  <a:lnTo>
                    <a:pt x="51" y="741"/>
                  </a:lnTo>
                  <a:lnTo>
                    <a:pt x="51" y="740"/>
                  </a:lnTo>
                  <a:lnTo>
                    <a:pt x="51" y="738"/>
                  </a:lnTo>
                  <a:lnTo>
                    <a:pt x="52" y="738"/>
                  </a:lnTo>
                  <a:lnTo>
                    <a:pt x="52" y="737"/>
                  </a:lnTo>
                  <a:lnTo>
                    <a:pt x="53" y="736"/>
                  </a:lnTo>
                  <a:lnTo>
                    <a:pt x="54" y="735"/>
                  </a:lnTo>
                  <a:lnTo>
                    <a:pt x="54" y="734"/>
                  </a:lnTo>
                  <a:lnTo>
                    <a:pt x="56" y="732"/>
                  </a:lnTo>
                  <a:lnTo>
                    <a:pt x="56" y="731"/>
                  </a:lnTo>
                  <a:lnTo>
                    <a:pt x="56" y="730"/>
                  </a:lnTo>
                  <a:lnTo>
                    <a:pt x="57" y="729"/>
                  </a:lnTo>
                  <a:lnTo>
                    <a:pt x="57" y="728"/>
                  </a:lnTo>
                  <a:lnTo>
                    <a:pt x="58" y="727"/>
                  </a:lnTo>
                  <a:lnTo>
                    <a:pt x="58" y="725"/>
                  </a:lnTo>
                  <a:lnTo>
                    <a:pt x="59" y="724"/>
                  </a:lnTo>
                  <a:lnTo>
                    <a:pt x="59" y="723"/>
                  </a:lnTo>
                  <a:lnTo>
                    <a:pt x="59" y="721"/>
                  </a:lnTo>
                  <a:lnTo>
                    <a:pt x="59" y="720"/>
                  </a:lnTo>
                  <a:lnTo>
                    <a:pt x="59" y="718"/>
                  </a:lnTo>
                  <a:lnTo>
                    <a:pt x="59" y="717"/>
                  </a:lnTo>
                  <a:lnTo>
                    <a:pt x="59" y="716"/>
                  </a:lnTo>
                  <a:lnTo>
                    <a:pt x="59" y="714"/>
                  </a:lnTo>
                  <a:lnTo>
                    <a:pt x="59" y="713"/>
                  </a:lnTo>
                  <a:lnTo>
                    <a:pt x="58" y="712"/>
                  </a:lnTo>
                  <a:lnTo>
                    <a:pt x="58" y="711"/>
                  </a:lnTo>
                  <a:lnTo>
                    <a:pt x="58" y="710"/>
                  </a:lnTo>
                  <a:lnTo>
                    <a:pt x="58" y="709"/>
                  </a:lnTo>
                  <a:lnTo>
                    <a:pt x="58" y="708"/>
                  </a:lnTo>
                  <a:lnTo>
                    <a:pt x="57" y="708"/>
                  </a:lnTo>
                  <a:lnTo>
                    <a:pt x="57" y="707"/>
                  </a:lnTo>
                  <a:lnTo>
                    <a:pt x="57" y="706"/>
                  </a:lnTo>
                  <a:lnTo>
                    <a:pt x="57" y="705"/>
                  </a:lnTo>
                  <a:lnTo>
                    <a:pt x="57" y="704"/>
                  </a:lnTo>
                  <a:lnTo>
                    <a:pt x="57" y="703"/>
                  </a:lnTo>
                  <a:lnTo>
                    <a:pt x="56" y="702"/>
                  </a:lnTo>
                  <a:lnTo>
                    <a:pt x="57" y="701"/>
                  </a:lnTo>
                  <a:lnTo>
                    <a:pt x="57" y="699"/>
                  </a:lnTo>
                  <a:lnTo>
                    <a:pt x="57" y="697"/>
                  </a:lnTo>
                  <a:lnTo>
                    <a:pt x="57" y="696"/>
                  </a:lnTo>
                  <a:lnTo>
                    <a:pt x="57" y="694"/>
                  </a:lnTo>
                  <a:lnTo>
                    <a:pt x="58" y="692"/>
                  </a:lnTo>
                  <a:lnTo>
                    <a:pt x="58" y="691"/>
                  </a:lnTo>
                  <a:lnTo>
                    <a:pt x="58" y="690"/>
                  </a:lnTo>
                  <a:lnTo>
                    <a:pt x="58" y="689"/>
                  </a:lnTo>
                  <a:lnTo>
                    <a:pt x="59" y="688"/>
                  </a:lnTo>
                  <a:lnTo>
                    <a:pt x="59" y="687"/>
                  </a:lnTo>
                  <a:lnTo>
                    <a:pt x="59" y="686"/>
                  </a:lnTo>
                  <a:lnTo>
                    <a:pt x="59" y="685"/>
                  </a:lnTo>
                  <a:lnTo>
                    <a:pt x="60" y="684"/>
                  </a:lnTo>
                  <a:lnTo>
                    <a:pt x="67" y="675"/>
                  </a:lnTo>
                  <a:lnTo>
                    <a:pt x="62" y="667"/>
                  </a:lnTo>
                  <a:lnTo>
                    <a:pt x="51" y="661"/>
                  </a:lnTo>
                  <a:lnTo>
                    <a:pt x="50" y="660"/>
                  </a:lnTo>
                  <a:lnTo>
                    <a:pt x="49" y="659"/>
                  </a:lnTo>
                  <a:lnTo>
                    <a:pt x="48" y="659"/>
                  </a:lnTo>
                  <a:lnTo>
                    <a:pt x="47" y="659"/>
                  </a:lnTo>
                  <a:lnTo>
                    <a:pt x="46" y="658"/>
                  </a:lnTo>
                  <a:lnTo>
                    <a:pt x="45" y="658"/>
                  </a:lnTo>
                  <a:lnTo>
                    <a:pt x="44" y="657"/>
                  </a:lnTo>
                  <a:lnTo>
                    <a:pt x="43" y="657"/>
                  </a:lnTo>
                  <a:lnTo>
                    <a:pt x="42" y="657"/>
                  </a:lnTo>
                  <a:lnTo>
                    <a:pt x="40" y="656"/>
                  </a:lnTo>
                  <a:lnTo>
                    <a:pt x="39" y="656"/>
                  </a:lnTo>
                  <a:lnTo>
                    <a:pt x="38" y="656"/>
                  </a:lnTo>
                  <a:lnTo>
                    <a:pt x="37" y="656"/>
                  </a:lnTo>
                  <a:lnTo>
                    <a:pt x="36" y="656"/>
                  </a:lnTo>
                  <a:lnTo>
                    <a:pt x="35" y="656"/>
                  </a:lnTo>
                  <a:lnTo>
                    <a:pt x="34" y="656"/>
                  </a:lnTo>
                  <a:lnTo>
                    <a:pt x="33" y="656"/>
                  </a:lnTo>
                  <a:lnTo>
                    <a:pt x="32" y="656"/>
                  </a:lnTo>
                  <a:lnTo>
                    <a:pt x="29" y="657"/>
                  </a:lnTo>
                  <a:lnTo>
                    <a:pt x="28" y="657"/>
                  </a:lnTo>
                  <a:lnTo>
                    <a:pt x="27" y="657"/>
                  </a:lnTo>
                  <a:lnTo>
                    <a:pt x="26" y="657"/>
                  </a:lnTo>
                  <a:lnTo>
                    <a:pt x="25" y="658"/>
                  </a:lnTo>
                  <a:lnTo>
                    <a:pt x="23" y="658"/>
                  </a:lnTo>
                  <a:lnTo>
                    <a:pt x="22" y="658"/>
                  </a:lnTo>
                  <a:lnTo>
                    <a:pt x="20" y="657"/>
                  </a:lnTo>
                  <a:lnTo>
                    <a:pt x="19" y="657"/>
                  </a:lnTo>
                  <a:lnTo>
                    <a:pt x="17" y="657"/>
                  </a:lnTo>
                  <a:lnTo>
                    <a:pt x="16" y="656"/>
                  </a:lnTo>
                  <a:lnTo>
                    <a:pt x="15" y="655"/>
                  </a:lnTo>
                  <a:lnTo>
                    <a:pt x="13" y="654"/>
                  </a:lnTo>
                  <a:lnTo>
                    <a:pt x="12" y="653"/>
                  </a:lnTo>
                  <a:lnTo>
                    <a:pt x="10" y="651"/>
                  </a:lnTo>
                  <a:lnTo>
                    <a:pt x="9" y="650"/>
                  </a:lnTo>
                  <a:lnTo>
                    <a:pt x="8" y="648"/>
                  </a:lnTo>
                  <a:lnTo>
                    <a:pt x="7" y="646"/>
                  </a:lnTo>
                  <a:lnTo>
                    <a:pt x="6" y="644"/>
                  </a:lnTo>
                  <a:lnTo>
                    <a:pt x="5" y="642"/>
                  </a:lnTo>
                  <a:lnTo>
                    <a:pt x="4" y="640"/>
                  </a:lnTo>
                  <a:lnTo>
                    <a:pt x="3" y="638"/>
                  </a:lnTo>
                  <a:lnTo>
                    <a:pt x="2" y="636"/>
                  </a:lnTo>
                  <a:lnTo>
                    <a:pt x="2" y="635"/>
                  </a:lnTo>
                  <a:lnTo>
                    <a:pt x="1" y="633"/>
                  </a:lnTo>
                  <a:lnTo>
                    <a:pt x="0" y="630"/>
                  </a:lnTo>
                  <a:lnTo>
                    <a:pt x="1" y="618"/>
                  </a:lnTo>
                  <a:lnTo>
                    <a:pt x="16" y="612"/>
                  </a:lnTo>
                  <a:lnTo>
                    <a:pt x="10" y="602"/>
                  </a:lnTo>
                  <a:lnTo>
                    <a:pt x="10" y="585"/>
                  </a:lnTo>
                  <a:lnTo>
                    <a:pt x="10" y="584"/>
                  </a:lnTo>
                  <a:lnTo>
                    <a:pt x="10" y="583"/>
                  </a:lnTo>
                  <a:lnTo>
                    <a:pt x="10" y="582"/>
                  </a:lnTo>
                  <a:lnTo>
                    <a:pt x="10" y="581"/>
                  </a:lnTo>
                  <a:lnTo>
                    <a:pt x="10" y="580"/>
                  </a:lnTo>
                  <a:lnTo>
                    <a:pt x="11" y="579"/>
                  </a:lnTo>
                  <a:lnTo>
                    <a:pt x="11" y="578"/>
                  </a:lnTo>
                  <a:lnTo>
                    <a:pt x="12" y="577"/>
                  </a:lnTo>
                  <a:lnTo>
                    <a:pt x="12" y="576"/>
                  </a:lnTo>
                  <a:lnTo>
                    <a:pt x="13" y="575"/>
                  </a:lnTo>
                  <a:lnTo>
                    <a:pt x="14" y="574"/>
                  </a:lnTo>
                  <a:lnTo>
                    <a:pt x="15" y="573"/>
                  </a:lnTo>
                  <a:lnTo>
                    <a:pt x="16" y="572"/>
                  </a:lnTo>
                  <a:lnTo>
                    <a:pt x="17" y="572"/>
                  </a:lnTo>
                  <a:lnTo>
                    <a:pt x="18" y="571"/>
                  </a:lnTo>
                  <a:lnTo>
                    <a:pt x="19" y="571"/>
                  </a:lnTo>
                  <a:lnTo>
                    <a:pt x="20" y="570"/>
                  </a:lnTo>
                  <a:lnTo>
                    <a:pt x="21" y="570"/>
                  </a:lnTo>
                  <a:lnTo>
                    <a:pt x="22" y="569"/>
                  </a:lnTo>
                  <a:lnTo>
                    <a:pt x="23" y="569"/>
                  </a:lnTo>
                  <a:lnTo>
                    <a:pt x="24" y="569"/>
                  </a:lnTo>
                  <a:lnTo>
                    <a:pt x="25" y="569"/>
                  </a:lnTo>
                  <a:lnTo>
                    <a:pt x="26" y="569"/>
                  </a:lnTo>
                  <a:lnTo>
                    <a:pt x="27" y="569"/>
                  </a:lnTo>
                  <a:lnTo>
                    <a:pt x="38" y="573"/>
                  </a:lnTo>
                  <a:lnTo>
                    <a:pt x="41" y="568"/>
                  </a:lnTo>
                  <a:lnTo>
                    <a:pt x="41" y="565"/>
                  </a:lnTo>
                  <a:lnTo>
                    <a:pt x="41" y="564"/>
                  </a:lnTo>
                  <a:lnTo>
                    <a:pt x="40" y="563"/>
                  </a:lnTo>
                  <a:lnTo>
                    <a:pt x="40" y="561"/>
                  </a:lnTo>
                  <a:lnTo>
                    <a:pt x="40" y="560"/>
                  </a:lnTo>
                  <a:lnTo>
                    <a:pt x="40" y="558"/>
                  </a:lnTo>
                  <a:lnTo>
                    <a:pt x="40" y="557"/>
                  </a:lnTo>
                  <a:lnTo>
                    <a:pt x="40" y="556"/>
                  </a:lnTo>
                  <a:lnTo>
                    <a:pt x="41" y="555"/>
                  </a:lnTo>
                  <a:lnTo>
                    <a:pt x="41" y="554"/>
                  </a:lnTo>
                  <a:lnTo>
                    <a:pt x="41" y="553"/>
                  </a:lnTo>
                  <a:lnTo>
                    <a:pt x="42" y="552"/>
                  </a:lnTo>
                  <a:lnTo>
                    <a:pt x="42" y="551"/>
                  </a:lnTo>
                  <a:lnTo>
                    <a:pt x="42" y="550"/>
                  </a:lnTo>
                  <a:lnTo>
                    <a:pt x="43" y="549"/>
                  </a:lnTo>
                  <a:lnTo>
                    <a:pt x="43" y="548"/>
                  </a:lnTo>
                  <a:lnTo>
                    <a:pt x="44" y="548"/>
                  </a:lnTo>
                  <a:lnTo>
                    <a:pt x="44" y="547"/>
                  </a:lnTo>
                  <a:lnTo>
                    <a:pt x="45" y="546"/>
                  </a:lnTo>
                  <a:lnTo>
                    <a:pt x="50" y="541"/>
                  </a:lnTo>
                  <a:lnTo>
                    <a:pt x="51" y="540"/>
                  </a:lnTo>
                  <a:lnTo>
                    <a:pt x="52" y="539"/>
                  </a:lnTo>
                  <a:lnTo>
                    <a:pt x="52" y="538"/>
                  </a:lnTo>
                  <a:lnTo>
                    <a:pt x="53" y="538"/>
                  </a:lnTo>
                  <a:lnTo>
                    <a:pt x="54" y="537"/>
                  </a:lnTo>
                  <a:lnTo>
                    <a:pt x="56" y="536"/>
                  </a:lnTo>
                  <a:lnTo>
                    <a:pt x="57" y="535"/>
                  </a:lnTo>
                  <a:lnTo>
                    <a:pt x="58" y="534"/>
                  </a:lnTo>
                  <a:lnTo>
                    <a:pt x="60" y="533"/>
                  </a:lnTo>
                  <a:lnTo>
                    <a:pt x="61" y="532"/>
                  </a:lnTo>
                  <a:lnTo>
                    <a:pt x="63" y="531"/>
                  </a:lnTo>
                  <a:lnTo>
                    <a:pt x="64" y="531"/>
                  </a:lnTo>
                  <a:lnTo>
                    <a:pt x="66" y="531"/>
                  </a:lnTo>
                  <a:lnTo>
                    <a:pt x="67" y="531"/>
                  </a:lnTo>
                  <a:lnTo>
                    <a:pt x="68" y="531"/>
                  </a:lnTo>
                  <a:lnTo>
                    <a:pt x="70" y="531"/>
                  </a:lnTo>
                  <a:lnTo>
                    <a:pt x="71" y="532"/>
                  </a:lnTo>
                  <a:lnTo>
                    <a:pt x="72" y="532"/>
                  </a:lnTo>
                  <a:lnTo>
                    <a:pt x="73" y="532"/>
                  </a:lnTo>
                  <a:lnTo>
                    <a:pt x="75" y="532"/>
                  </a:lnTo>
                  <a:lnTo>
                    <a:pt x="76" y="532"/>
                  </a:lnTo>
                  <a:lnTo>
                    <a:pt x="77" y="533"/>
                  </a:lnTo>
                  <a:lnTo>
                    <a:pt x="78" y="533"/>
                  </a:lnTo>
                  <a:lnTo>
                    <a:pt x="79" y="533"/>
                  </a:lnTo>
                  <a:lnTo>
                    <a:pt x="80" y="533"/>
                  </a:lnTo>
                  <a:lnTo>
                    <a:pt x="81" y="533"/>
                  </a:lnTo>
                  <a:lnTo>
                    <a:pt x="82" y="534"/>
                  </a:lnTo>
                  <a:lnTo>
                    <a:pt x="83" y="534"/>
                  </a:lnTo>
                  <a:lnTo>
                    <a:pt x="84" y="535"/>
                  </a:lnTo>
                  <a:lnTo>
                    <a:pt x="85" y="535"/>
                  </a:lnTo>
                  <a:lnTo>
                    <a:pt x="86" y="536"/>
                  </a:lnTo>
                  <a:lnTo>
                    <a:pt x="87" y="536"/>
                  </a:lnTo>
                  <a:lnTo>
                    <a:pt x="88" y="536"/>
                  </a:lnTo>
                  <a:lnTo>
                    <a:pt x="89" y="536"/>
                  </a:lnTo>
                  <a:lnTo>
                    <a:pt x="90" y="535"/>
                  </a:lnTo>
                  <a:lnTo>
                    <a:pt x="91" y="535"/>
                  </a:lnTo>
                  <a:lnTo>
                    <a:pt x="92" y="535"/>
                  </a:lnTo>
                  <a:lnTo>
                    <a:pt x="93" y="535"/>
                  </a:lnTo>
                  <a:lnTo>
                    <a:pt x="94" y="535"/>
                  </a:lnTo>
                  <a:lnTo>
                    <a:pt x="94" y="534"/>
                  </a:lnTo>
                  <a:lnTo>
                    <a:pt x="95" y="534"/>
                  </a:lnTo>
                  <a:lnTo>
                    <a:pt x="98" y="531"/>
                  </a:lnTo>
                  <a:lnTo>
                    <a:pt x="99" y="531"/>
                  </a:lnTo>
                  <a:lnTo>
                    <a:pt x="99" y="530"/>
                  </a:lnTo>
                  <a:lnTo>
                    <a:pt x="100" y="530"/>
                  </a:lnTo>
                  <a:lnTo>
                    <a:pt x="101" y="530"/>
                  </a:lnTo>
                  <a:lnTo>
                    <a:pt x="101" y="529"/>
                  </a:lnTo>
                  <a:lnTo>
                    <a:pt x="102" y="529"/>
                  </a:lnTo>
                  <a:lnTo>
                    <a:pt x="103" y="529"/>
                  </a:lnTo>
                  <a:lnTo>
                    <a:pt x="104" y="529"/>
                  </a:lnTo>
                  <a:lnTo>
                    <a:pt x="105" y="529"/>
                  </a:lnTo>
                  <a:lnTo>
                    <a:pt x="107" y="528"/>
                  </a:lnTo>
                  <a:lnTo>
                    <a:pt x="108" y="528"/>
                  </a:lnTo>
                  <a:lnTo>
                    <a:pt x="109" y="528"/>
                  </a:lnTo>
                  <a:lnTo>
                    <a:pt x="110" y="528"/>
                  </a:lnTo>
                  <a:lnTo>
                    <a:pt x="111" y="527"/>
                  </a:lnTo>
                  <a:lnTo>
                    <a:pt x="112" y="527"/>
                  </a:lnTo>
                  <a:lnTo>
                    <a:pt x="113" y="527"/>
                  </a:lnTo>
                  <a:lnTo>
                    <a:pt x="114" y="527"/>
                  </a:lnTo>
                  <a:lnTo>
                    <a:pt x="115" y="527"/>
                  </a:lnTo>
                  <a:lnTo>
                    <a:pt x="116" y="527"/>
                  </a:lnTo>
                  <a:lnTo>
                    <a:pt x="117" y="527"/>
                  </a:lnTo>
                  <a:lnTo>
                    <a:pt x="117" y="526"/>
                  </a:lnTo>
                  <a:lnTo>
                    <a:pt x="117" y="525"/>
                  </a:lnTo>
                  <a:lnTo>
                    <a:pt x="117" y="524"/>
                  </a:lnTo>
                  <a:lnTo>
                    <a:pt x="118" y="524"/>
                  </a:lnTo>
                  <a:lnTo>
                    <a:pt x="118" y="523"/>
                  </a:lnTo>
                  <a:lnTo>
                    <a:pt x="118" y="522"/>
                  </a:lnTo>
                  <a:lnTo>
                    <a:pt x="118" y="521"/>
                  </a:lnTo>
                  <a:lnTo>
                    <a:pt x="118" y="520"/>
                  </a:lnTo>
                  <a:lnTo>
                    <a:pt x="118" y="519"/>
                  </a:lnTo>
                  <a:lnTo>
                    <a:pt x="119" y="518"/>
                  </a:lnTo>
                  <a:lnTo>
                    <a:pt x="120" y="517"/>
                  </a:lnTo>
                  <a:lnTo>
                    <a:pt x="121" y="517"/>
                  </a:lnTo>
                  <a:lnTo>
                    <a:pt x="122" y="516"/>
                  </a:lnTo>
                  <a:lnTo>
                    <a:pt x="123" y="515"/>
                  </a:lnTo>
                  <a:lnTo>
                    <a:pt x="124" y="515"/>
                  </a:lnTo>
                  <a:lnTo>
                    <a:pt x="125" y="515"/>
                  </a:lnTo>
                  <a:lnTo>
                    <a:pt x="126" y="515"/>
                  </a:lnTo>
                  <a:lnTo>
                    <a:pt x="127" y="515"/>
                  </a:lnTo>
                  <a:lnTo>
                    <a:pt x="128" y="515"/>
                  </a:lnTo>
                  <a:lnTo>
                    <a:pt x="129" y="514"/>
                  </a:lnTo>
                  <a:lnTo>
                    <a:pt x="130" y="515"/>
                  </a:lnTo>
                  <a:lnTo>
                    <a:pt x="131" y="515"/>
                  </a:lnTo>
                  <a:lnTo>
                    <a:pt x="132" y="515"/>
                  </a:lnTo>
                  <a:lnTo>
                    <a:pt x="133" y="516"/>
                  </a:lnTo>
                  <a:lnTo>
                    <a:pt x="134" y="516"/>
                  </a:lnTo>
                  <a:lnTo>
                    <a:pt x="135" y="517"/>
                  </a:lnTo>
                  <a:lnTo>
                    <a:pt x="136" y="518"/>
                  </a:lnTo>
                  <a:lnTo>
                    <a:pt x="137" y="519"/>
                  </a:lnTo>
                  <a:lnTo>
                    <a:pt x="138" y="520"/>
                  </a:lnTo>
                  <a:lnTo>
                    <a:pt x="139" y="521"/>
                  </a:lnTo>
                  <a:lnTo>
                    <a:pt x="139" y="522"/>
                  </a:lnTo>
                  <a:lnTo>
                    <a:pt x="140" y="522"/>
                  </a:lnTo>
                  <a:lnTo>
                    <a:pt x="141" y="523"/>
                  </a:lnTo>
                  <a:lnTo>
                    <a:pt x="142" y="524"/>
                  </a:lnTo>
                  <a:lnTo>
                    <a:pt x="143" y="524"/>
                  </a:lnTo>
                  <a:lnTo>
                    <a:pt x="144" y="524"/>
                  </a:lnTo>
                  <a:lnTo>
                    <a:pt x="145" y="524"/>
                  </a:lnTo>
                  <a:lnTo>
                    <a:pt x="146" y="524"/>
                  </a:lnTo>
                  <a:lnTo>
                    <a:pt x="147" y="524"/>
                  </a:lnTo>
                  <a:lnTo>
                    <a:pt x="148" y="524"/>
                  </a:lnTo>
                  <a:lnTo>
                    <a:pt x="149" y="524"/>
                  </a:lnTo>
                  <a:lnTo>
                    <a:pt x="150" y="524"/>
                  </a:lnTo>
                  <a:lnTo>
                    <a:pt x="151" y="524"/>
                  </a:lnTo>
                  <a:lnTo>
                    <a:pt x="152" y="524"/>
                  </a:lnTo>
                  <a:lnTo>
                    <a:pt x="153" y="523"/>
                  </a:lnTo>
                  <a:lnTo>
                    <a:pt x="155" y="523"/>
                  </a:lnTo>
                  <a:lnTo>
                    <a:pt x="156" y="523"/>
                  </a:lnTo>
                  <a:lnTo>
                    <a:pt x="156" y="522"/>
                  </a:lnTo>
                  <a:lnTo>
                    <a:pt x="157" y="522"/>
                  </a:lnTo>
                  <a:lnTo>
                    <a:pt x="158" y="522"/>
                  </a:lnTo>
                  <a:lnTo>
                    <a:pt x="159" y="521"/>
                  </a:lnTo>
                  <a:lnTo>
                    <a:pt x="160" y="521"/>
                  </a:lnTo>
                  <a:lnTo>
                    <a:pt x="161" y="521"/>
                  </a:lnTo>
                  <a:lnTo>
                    <a:pt x="161" y="520"/>
                  </a:lnTo>
                  <a:lnTo>
                    <a:pt x="162" y="520"/>
                  </a:lnTo>
                  <a:lnTo>
                    <a:pt x="163" y="520"/>
                  </a:lnTo>
                  <a:lnTo>
                    <a:pt x="164" y="520"/>
                  </a:lnTo>
                  <a:lnTo>
                    <a:pt x="165" y="519"/>
                  </a:lnTo>
                  <a:lnTo>
                    <a:pt x="166" y="519"/>
                  </a:lnTo>
                  <a:lnTo>
                    <a:pt x="167" y="519"/>
                  </a:lnTo>
                  <a:lnTo>
                    <a:pt x="168" y="519"/>
                  </a:lnTo>
                  <a:lnTo>
                    <a:pt x="169" y="518"/>
                  </a:lnTo>
                  <a:lnTo>
                    <a:pt x="170" y="518"/>
                  </a:lnTo>
                  <a:lnTo>
                    <a:pt x="171" y="519"/>
                  </a:lnTo>
                  <a:lnTo>
                    <a:pt x="175" y="519"/>
                  </a:lnTo>
                  <a:lnTo>
                    <a:pt x="176" y="519"/>
                  </a:lnTo>
                  <a:lnTo>
                    <a:pt x="176" y="520"/>
                  </a:lnTo>
                  <a:lnTo>
                    <a:pt x="177" y="520"/>
                  </a:lnTo>
                  <a:lnTo>
                    <a:pt x="180" y="525"/>
                  </a:lnTo>
                  <a:lnTo>
                    <a:pt x="180" y="534"/>
                  </a:lnTo>
                  <a:lnTo>
                    <a:pt x="180" y="549"/>
                  </a:lnTo>
                  <a:lnTo>
                    <a:pt x="182" y="550"/>
                  </a:lnTo>
                  <a:lnTo>
                    <a:pt x="183" y="550"/>
                  </a:lnTo>
                  <a:lnTo>
                    <a:pt x="184" y="550"/>
                  </a:lnTo>
                  <a:lnTo>
                    <a:pt x="185" y="550"/>
                  </a:lnTo>
                  <a:lnTo>
                    <a:pt x="186" y="550"/>
                  </a:lnTo>
                  <a:lnTo>
                    <a:pt x="188" y="550"/>
                  </a:lnTo>
                  <a:lnTo>
                    <a:pt x="189" y="550"/>
                  </a:lnTo>
                  <a:lnTo>
                    <a:pt x="190" y="550"/>
                  </a:lnTo>
                  <a:lnTo>
                    <a:pt x="191" y="549"/>
                  </a:lnTo>
                  <a:lnTo>
                    <a:pt x="192" y="549"/>
                  </a:lnTo>
                  <a:lnTo>
                    <a:pt x="194" y="549"/>
                  </a:lnTo>
                  <a:lnTo>
                    <a:pt x="195" y="548"/>
                  </a:lnTo>
                  <a:lnTo>
                    <a:pt x="196" y="548"/>
                  </a:lnTo>
                  <a:lnTo>
                    <a:pt x="197" y="547"/>
                  </a:lnTo>
                  <a:lnTo>
                    <a:pt x="198" y="547"/>
                  </a:lnTo>
                  <a:lnTo>
                    <a:pt x="199" y="547"/>
                  </a:lnTo>
                  <a:lnTo>
                    <a:pt x="200" y="547"/>
                  </a:lnTo>
                  <a:lnTo>
                    <a:pt x="201" y="546"/>
                  </a:lnTo>
                  <a:lnTo>
                    <a:pt x="202" y="546"/>
                  </a:lnTo>
                  <a:lnTo>
                    <a:pt x="203" y="546"/>
                  </a:lnTo>
                  <a:lnTo>
                    <a:pt x="204" y="546"/>
                  </a:lnTo>
                  <a:lnTo>
                    <a:pt x="205" y="546"/>
                  </a:lnTo>
                  <a:lnTo>
                    <a:pt x="206" y="547"/>
                  </a:lnTo>
                  <a:lnTo>
                    <a:pt x="213" y="553"/>
                  </a:lnTo>
                  <a:lnTo>
                    <a:pt x="213" y="554"/>
                  </a:lnTo>
                  <a:lnTo>
                    <a:pt x="214" y="554"/>
                  </a:lnTo>
                  <a:lnTo>
                    <a:pt x="215" y="554"/>
                  </a:lnTo>
                  <a:lnTo>
                    <a:pt x="216" y="554"/>
                  </a:lnTo>
                  <a:lnTo>
                    <a:pt x="217" y="553"/>
                  </a:lnTo>
                  <a:lnTo>
                    <a:pt x="218" y="552"/>
                  </a:lnTo>
                  <a:lnTo>
                    <a:pt x="219" y="552"/>
                  </a:lnTo>
                  <a:lnTo>
                    <a:pt x="219" y="551"/>
                  </a:lnTo>
                  <a:lnTo>
                    <a:pt x="220" y="550"/>
                  </a:lnTo>
                  <a:lnTo>
                    <a:pt x="221" y="549"/>
                  </a:lnTo>
                  <a:lnTo>
                    <a:pt x="222" y="548"/>
                  </a:lnTo>
                  <a:lnTo>
                    <a:pt x="222" y="547"/>
                  </a:lnTo>
                  <a:lnTo>
                    <a:pt x="223" y="547"/>
                  </a:lnTo>
                  <a:lnTo>
                    <a:pt x="223" y="546"/>
                  </a:lnTo>
                  <a:lnTo>
                    <a:pt x="224" y="545"/>
                  </a:lnTo>
                  <a:lnTo>
                    <a:pt x="224" y="544"/>
                  </a:lnTo>
                  <a:lnTo>
                    <a:pt x="225" y="544"/>
                  </a:lnTo>
                  <a:lnTo>
                    <a:pt x="225" y="543"/>
                  </a:lnTo>
                  <a:lnTo>
                    <a:pt x="226" y="542"/>
                  </a:lnTo>
                  <a:lnTo>
                    <a:pt x="226" y="541"/>
                  </a:lnTo>
                  <a:lnTo>
                    <a:pt x="227" y="541"/>
                  </a:lnTo>
                  <a:lnTo>
                    <a:pt x="235" y="527"/>
                  </a:lnTo>
                  <a:lnTo>
                    <a:pt x="236" y="526"/>
                  </a:lnTo>
                  <a:lnTo>
                    <a:pt x="236" y="525"/>
                  </a:lnTo>
                  <a:lnTo>
                    <a:pt x="237" y="524"/>
                  </a:lnTo>
                  <a:lnTo>
                    <a:pt x="241" y="519"/>
                  </a:lnTo>
                  <a:lnTo>
                    <a:pt x="242" y="518"/>
                  </a:lnTo>
                  <a:lnTo>
                    <a:pt x="242" y="517"/>
                  </a:lnTo>
                  <a:lnTo>
                    <a:pt x="243" y="517"/>
                  </a:lnTo>
                  <a:lnTo>
                    <a:pt x="244" y="516"/>
                  </a:lnTo>
                  <a:lnTo>
                    <a:pt x="245" y="516"/>
                  </a:lnTo>
                  <a:lnTo>
                    <a:pt x="246" y="515"/>
                  </a:lnTo>
                  <a:lnTo>
                    <a:pt x="247" y="515"/>
                  </a:lnTo>
                  <a:lnTo>
                    <a:pt x="248" y="514"/>
                  </a:lnTo>
                  <a:lnTo>
                    <a:pt x="249" y="514"/>
                  </a:lnTo>
                  <a:lnTo>
                    <a:pt x="251" y="513"/>
                  </a:lnTo>
                  <a:lnTo>
                    <a:pt x="252" y="513"/>
                  </a:lnTo>
                  <a:lnTo>
                    <a:pt x="253" y="513"/>
                  </a:lnTo>
                  <a:lnTo>
                    <a:pt x="255" y="513"/>
                  </a:lnTo>
                  <a:lnTo>
                    <a:pt x="257" y="513"/>
                  </a:lnTo>
                  <a:lnTo>
                    <a:pt x="258" y="513"/>
                  </a:lnTo>
                  <a:lnTo>
                    <a:pt x="260" y="513"/>
                  </a:lnTo>
                  <a:lnTo>
                    <a:pt x="261" y="513"/>
                  </a:lnTo>
                  <a:lnTo>
                    <a:pt x="263" y="513"/>
                  </a:lnTo>
                  <a:lnTo>
                    <a:pt x="264" y="513"/>
                  </a:lnTo>
                  <a:lnTo>
                    <a:pt x="265" y="513"/>
                  </a:lnTo>
                  <a:lnTo>
                    <a:pt x="266" y="513"/>
                  </a:lnTo>
                  <a:lnTo>
                    <a:pt x="268" y="513"/>
                  </a:lnTo>
                  <a:lnTo>
                    <a:pt x="268" y="514"/>
                  </a:lnTo>
                  <a:lnTo>
                    <a:pt x="269" y="514"/>
                  </a:lnTo>
                  <a:lnTo>
                    <a:pt x="270" y="514"/>
                  </a:lnTo>
                  <a:lnTo>
                    <a:pt x="271" y="514"/>
                  </a:lnTo>
                  <a:lnTo>
                    <a:pt x="272" y="514"/>
                  </a:lnTo>
                  <a:lnTo>
                    <a:pt x="273" y="515"/>
                  </a:lnTo>
                  <a:lnTo>
                    <a:pt x="275" y="516"/>
                  </a:lnTo>
                  <a:lnTo>
                    <a:pt x="276" y="517"/>
                  </a:lnTo>
                  <a:lnTo>
                    <a:pt x="277" y="518"/>
                  </a:lnTo>
                  <a:lnTo>
                    <a:pt x="278" y="519"/>
                  </a:lnTo>
                  <a:lnTo>
                    <a:pt x="280" y="519"/>
                  </a:lnTo>
                  <a:lnTo>
                    <a:pt x="281" y="520"/>
                  </a:lnTo>
                  <a:lnTo>
                    <a:pt x="282" y="521"/>
                  </a:lnTo>
                  <a:lnTo>
                    <a:pt x="284" y="521"/>
                  </a:lnTo>
                  <a:lnTo>
                    <a:pt x="285" y="522"/>
                  </a:lnTo>
                  <a:lnTo>
                    <a:pt x="286" y="522"/>
                  </a:lnTo>
                  <a:lnTo>
                    <a:pt x="287" y="523"/>
                  </a:lnTo>
                  <a:lnTo>
                    <a:pt x="288" y="523"/>
                  </a:lnTo>
                  <a:lnTo>
                    <a:pt x="289" y="523"/>
                  </a:lnTo>
                  <a:lnTo>
                    <a:pt x="290" y="523"/>
                  </a:lnTo>
                  <a:lnTo>
                    <a:pt x="291" y="524"/>
                  </a:lnTo>
                  <a:lnTo>
                    <a:pt x="297" y="526"/>
                  </a:lnTo>
                  <a:lnTo>
                    <a:pt x="300" y="525"/>
                  </a:lnTo>
                  <a:lnTo>
                    <a:pt x="302" y="525"/>
                  </a:lnTo>
                  <a:lnTo>
                    <a:pt x="303" y="524"/>
                  </a:lnTo>
                  <a:lnTo>
                    <a:pt x="304" y="524"/>
                  </a:lnTo>
                  <a:lnTo>
                    <a:pt x="306" y="523"/>
                  </a:lnTo>
                  <a:lnTo>
                    <a:pt x="308" y="523"/>
                  </a:lnTo>
                  <a:lnTo>
                    <a:pt x="309" y="522"/>
                  </a:lnTo>
                  <a:lnTo>
                    <a:pt x="310" y="521"/>
                  </a:lnTo>
                  <a:lnTo>
                    <a:pt x="312" y="521"/>
                  </a:lnTo>
                  <a:lnTo>
                    <a:pt x="313" y="521"/>
                  </a:lnTo>
                  <a:lnTo>
                    <a:pt x="314" y="520"/>
                  </a:lnTo>
                  <a:lnTo>
                    <a:pt x="315" y="519"/>
                  </a:lnTo>
                  <a:lnTo>
                    <a:pt x="316" y="519"/>
                  </a:lnTo>
                  <a:lnTo>
                    <a:pt x="317" y="519"/>
                  </a:lnTo>
                  <a:lnTo>
                    <a:pt x="317" y="518"/>
                  </a:lnTo>
                  <a:lnTo>
                    <a:pt x="318" y="518"/>
                  </a:lnTo>
                  <a:lnTo>
                    <a:pt x="319" y="518"/>
                  </a:lnTo>
                  <a:lnTo>
                    <a:pt x="320" y="518"/>
                  </a:lnTo>
                  <a:lnTo>
                    <a:pt x="321" y="518"/>
                  </a:lnTo>
                  <a:lnTo>
                    <a:pt x="322" y="518"/>
                  </a:lnTo>
                  <a:lnTo>
                    <a:pt x="323" y="517"/>
                  </a:lnTo>
                  <a:lnTo>
                    <a:pt x="324" y="517"/>
                  </a:lnTo>
                  <a:lnTo>
                    <a:pt x="325" y="517"/>
                  </a:lnTo>
                  <a:lnTo>
                    <a:pt x="326" y="517"/>
                  </a:lnTo>
                  <a:lnTo>
                    <a:pt x="327" y="517"/>
                  </a:lnTo>
                  <a:lnTo>
                    <a:pt x="328" y="517"/>
                  </a:lnTo>
                  <a:lnTo>
                    <a:pt x="329" y="517"/>
                  </a:lnTo>
                  <a:lnTo>
                    <a:pt x="330" y="516"/>
                  </a:lnTo>
                  <a:lnTo>
                    <a:pt x="331" y="516"/>
                  </a:lnTo>
                  <a:lnTo>
                    <a:pt x="332" y="516"/>
                  </a:lnTo>
                  <a:lnTo>
                    <a:pt x="333" y="515"/>
                  </a:lnTo>
                  <a:lnTo>
                    <a:pt x="334" y="514"/>
                  </a:lnTo>
                  <a:lnTo>
                    <a:pt x="335" y="514"/>
                  </a:lnTo>
                  <a:lnTo>
                    <a:pt x="336" y="514"/>
                  </a:lnTo>
                  <a:lnTo>
                    <a:pt x="336" y="513"/>
                  </a:lnTo>
                  <a:lnTo>
                    <a:pt x="337" y="512"/>
                  </a:lnTo>
                  <a:lnTo>
                    <a:pt x="338" y="512"/>
                  </a:lnTo>
                  <a:lnTo>
                    <a:pt x="339" y="512"/>
                  </a:lnTo>
                  <a:lnTo>
                    <a:pt x="339" y="511"/>
                  </a:lnTo>
                  <a:lnTo>
                    <a:pt x="340" y="511"/>
                  </a:lnTo>
                  <a:lnTo>
                    <a:pt x="341" y="511"/>
                  </a:lnTo>
                  <a:lnTo>
                    <a:pt x="342" y="510"/>
                  </a:lnTo>
                  <a:lnTo>
                    <a:pt x="343" y="510"/>
                  </a:lnTo>
                  <a:lnTo>
                    <a:pt x="344" y="509"/>
                  </a:lnTo>
                  <a:lnTo>
                    <a:pt x="345" y="509"/>
                  </a:lnTo>
                  <a:lnTo>
                    <a:pt x="346" y="508"/>
                  </a:lnTo>
                  <a:lnTo>
                    <a:pt x="347" y="508"/>
                  </a:lnTo>
                  <a:lnTo>
                    <a:pt x="348" y="508"/>
                  </a:lnTo>
                  <a:lnTo>
                    <a:pt x="350" y="507"/>
                  </a:lnTo>
                  <a:lnTo>
                    <a:pt x="351" y="507"/>
                  </a:lnTo>
                  <a:lnTo>
                    <a:pt x="352" y="507"/>
                  </a:lnTo>
                  <a:lnTo>
                    <a:pt x="353" y="507"/>
                  </a:lnTo>
                  <a:lnTo>
                    <a:pt x="355" y="507"/>
                  </a:lnTo>
                  <a:lnTo>
                    <a:pt x="357" y="507"/>
                  </a:lnTo>
                  <a:lnTo>
                    <a:pt x="358" y="507"/>
                  </a:lnTo>
                  <a:lnTo>
                    <a:pt x="359" y="507"/>
                  </a:lnTo>
                  <a:lnTo>
                    <a:pt x="360" y="507"/>
                  </a:lnTo>
                  <a:lnTo>
                    <a:pt x="360" y="506"/>
                  </a:lnTo>
                  <a:lnTo>
                    <a:pt x="361" y="506"/>
                  </a:lnTo>
                  <a:lnTo>
                    <a:pt x="362" y="506"/>
                  </a:lnTo>
                  <a:lnTo>
                    <a:pt x="363" y="506"/>
                  </a:lnTo>
                  <a:lnTo>
                    <a:pt x="364" y="506"/>
                  </a:lnTo>
                  <a:lnTo>
                    <a:pt x="365" y="506"/>
                  </a:lnTo>
                  <a:lnTo>
                    <a:pt x="373" y="504"/>
                  </a:lnTo>
                  <a:lnTo>
                    <a:pt x="389" y="498"/>
                  </a:lnTo>
                  <a:lnTo>
                    <a:pt x="406" y="494"/>
                  </a:lnTo>
                  <a:lnTo>
                    <a:pt x="420" y="490"/>
                  </a:lnTo>
                  <a:lnTo>
                    <a:pt x="421" y="489"/>
                  </a:lnTo>
                  <a:lnTo>
                    <a:pt x="422" y="489"/>
                  </a:lnTo>
                  <a:lnTo>
                    <a:pt x="423" y="489"/>
                  </a:lnTo>
                  <a:lnTo>
                    <a:pt x="424" y="489"/>
                  </a:lnTo>
                  <a:lnTo>
                    <a:pt x="425" y="489"/>
                  </a:lnTo>
                  <a:lnTo>
                    <a:pt x="426" y="488"/>
                  </a:lnTo>
                  <a:lnTo>
                    <a:pt x="427" y="488"/>
                  </a:lnTo>
                  <a:lnTo>
                    <a:pt x="443" y="486"/>
                  </a:lnTo>
                  <a:lnTo>
                    <a:pt x="444" y="486"/>
                  </a:lnTo>
                  <a:lnTo>
                    <a:pt x="445" y="485"/>
                  </a:lnTo>
                  <a:lnTo>
                    <a:pt x="446" y="485"/>
                  </a:lnTo>
                  <a:lnTo>
                    <a:pt x="447" y="485"/>
                  </a:lnTo>
                  <a:lnTo>
                    <a:pt x="448" y="485"/>
                  </a:lnTo>
                  <a:lnTo>
                    <a:pt x="449" y="484"/>
                  </a:lnTo>
                  <a:lnTo>
                    <a:pt x="456" y="479"/>
                  </a:lnTo>
                  <a:lnTo>
                    <a:pt x="457" y="479"/>
                  </a:lnTo>
                  <a:lnTo>
                    <a:pt x="458" y="478"/>
                  </a:lnTo>
                  <a:lnTo>
                    <a:pt x="459" y="478"/>
                  </a:lnTo>
                  <a:lnTo>
                    <a:pt x="460" y="478"/>
                  </a:lnTo>
                  <a:lnTo>
                    <a:pt x="466" y="477"/>
                  </a:lnTo>
                  <a:lnTo>
                    <a:pt x="467" y="477"/>
                  </a:lnTo>
                  <a:lnTo>
                    <a:pt x="468" y="476"/>
                  </a:lnTo>
                  <a:lnTo>
                    <a:pt x="474" y="474"/>
                  </a:lnTo>
                  <a:lnTo>
                    <a:pt x="474" y="472"/>
                  </a:lnTo>
                  <a:lnTo>
                    <a:pt x="474" y="471"/>
                  </a:lnTo>
                  <a:lnTo>
                    <a:pt x="474" y="470"/>
                  </a:lnTo>
                  <a:lnTo>
                    <a:pt x="474" y="469"/>
                  </a:lnTo>
                  <a:lnTo>
                    <a:pt x="474" y="468"/>
                  </a:lnTo>
                  <a:lnTo>
                    <a:pt x="475" y="467"/>
                  </a:lnTo>
                  <a:lnTo>
                    <a:pt x="475" y="466"/>
                  </a:lnTo>
                  <a:lnTo>
                    <a:pt x="475" y="464"/>
                  </a:lnTo>
                  <a:lnTo>
                    <a:pt x="475" y="462"/>
                  </a:lnTo>
                  <a:lnTo>
                    <a:pt x="475" y="461"/>
                  </a:lnTo>
                  <a:lnTo>
                    <a:pt x="475" y="458"/>
                  </a:lnTo>
                  <a:lnTo>
                    <a:pt x="475" y="457"/>
                  </a:lnTo>
                  <a:lnTo>
                    <a:pt x="476" y="453"/>
                  </a:lnTo>
                  <a:lnTo>
                    <a:pt x="476" y="451"/>
                  </a:lnTo>
                  <a:lnTo>
                    <a:pt x="476" y="449"/>
                  </a:lnTo>
                  <a:lnTo>
                    <a:pt x="476" y="447"/>
                  </a:lnTo>
                  <a:lnTo>
                    <a:pt x="476" y="446"/>
                  </a:lnTo>
                  <a:lnTo>
                    <a:pt x="476" y="444"/>
                  </a:lnTo>
                  <a:lnTo>
                    <a:pt x="477" y="443"/>
                  </a:lnTo>
                  <a:lnTo>
                    <a:pt x="477" y="441"/>
                  </a:lnTo>
                  <a:lnTo>
                    <a:pt x="477" y="440"/>
                  </a:lnTo>
                  <a:lnTo>
                    <a:pt x="478" y="439"/>
                  </a:lnTo>
                  <a:lnTo>
                    <a:pt x="478" y="438"/>
                  </a:lnTo>
                  <a:lnTo>
                    <a:pt x="479" y="437"/>
                  </a:lnTo>
                  <a:lnTo>
                    <a:pt x="479" y="436"/>
                  </a:lnTo>
                  <a:lnTo>
                    <a:pt x="480" y="435"/>
                  </a:lnTo>
                  <a:lnTo>
                    <a:pt x="481" y="434"/>
                  </a:lnTo>
                  <a:lnTo>
                    <a:pt x="482" y="433"/>
                  </a:lnTo>
                  <a:lnTo>
                    <a:pt x="483" y="432"/>
                  </a:lnTo>
                  <a:lnTo>
                    <a:pt x="484" y="431"/>
                  </a:lnTo>
                  <a:lnTo>
                    <a:pt x="485" y="430"/>
                  </a:lnTo>
                  <a:lnTo>
                    <a:pt x="486" y="429"/>
                  </a:lnTo>
                  <a:lnTo>
                    <a:pt x="487" y="428"/>
                  </a:lnTo>
                  <a:lnTo>
                    <a:pt x="488" y="427"/>
                  </a:lnTo>
                  <a:lnTo>
                    <a:pt x="489" y="426"/>
                  </a:lnTo>
                  <a:lnTo>
                    <a:pt x="490" y="425"/>
                  </a:lnTo>
                  <a:lnTo>
                    <a:pt x="491" y="424"/>
                  </a:lnTo>
                  <a:lnTo>
                    <a:pt x="492" y="424"/>
                  </a:lnTo>
                  <a:lnTo>
                    <a:pt x="493" y="423"/>
                  </a:lnTo>
                  <a:lnTo>
                    <a:pt x="494" y="423"/>
                  </a:lnTo>
                  <a:lnTo>
                    <a:pt x="496" y="423"/>
                  </a:lnTo>
                  <a:lnTo>
                    <a:pt x="497" y="423"/>
                  </a:lnTo>
                  <a:lnTo>
                    <a:pt x="499" y="423"/>
                  </a:lnTo>
                  <a:lnTo>
                    <a:pt x="500" y="423"/>
                  </a:lnTo>
                  <a:lnTo>
                    <a:pt x="501" y="423"/>
                  </a:lnTo>
                  <a:lnTo>
                    <a:pt x="502" y="423"/>
                  </a:lnTo>
                  <a:lnTo>
                    <a:pt x="503" y="423"/>
                  </a:lnTo>
                  <a:lnTo>
                    <a:pt x="506" y="423"/>
                  </a:lnTo>
                  <a:lnTo>
                    <a:pt x="504" y="422"/>
                  </a:lnTo>
                  <a:lnTo>
                    <a:pt x="503" y="421"/>
                  </a:lnTo>
                  <a:lnTo>
                    <a:pt x="503" y="420"/>
                  </a:lnTo>
                  <a:lnTo>
                    <a:pt x="502" y="419"/>
                  </a:lnTo>
                  <a:lnTo>
                    <a:pt x="501" y="418"/>
                  </a:lnTo>
                  <a:lnTo>
                    <a:pt x="500" y="417"/>
                  </a:lnTo>
                  <a:lnTo>
                    <a:pt x="500" y="416"/>
                  </a:lnTo>
                  <a:lnTo>
                    <a:pt x="499" y="415"/>
                  </a:lnTo>
                  <a:lnTo>
                    <a:pt x="499" y="414"/>
                  </a:lnTo>
                  <a:lnTo>
                    <a:pt x="499" y="412"/>
                  </a:lnTo>
                  <a:lnTo>
                    <a:pt x="499" y="410"/>
                  </a:lnTo>
                  <a:lnTo>
                    <a:pt x="500" y="410"/>
                  </a:lnTo>
                  <a:lnTo>
                    <a:pt x="500" y="409"/>
                  </a:lnTo>
                  <a:lnTo>
                    <a:pt x="501" y="408"/>
                  </a:lnTo>
                  <a:lnTo>
                    <a:pt x="502" y="407"/>
                  </a:lnTo>
                  <a:lnTo>
                    <a:pt x="503" y="406"/>
                  </a:lnTo>
                  <a:lnTo>
                    <a:pt x="504" y="406"/>
                  </a:lnTo>
                  <a:lnTo>
                    <a:pt x="505" y="405"/>
                  </a:lnTo>
                  <a:lnTo>
                    <a:pt x="506" y="404"/>
                  </a:lnTo>
                  <a:lnTo>
                    <a:pt x="507" y="404"/>
                  </a:lnTo>
                  <a:lnTo>
                    <a:pt x="508" y="403"/>
                  </a:lnTo>
                  <a:lnTo>
                    <a:pt x="510" y="403"/>
                  </a:lnTo>
                  <a:lnTo>
                    <a:pt x="511" y="402"/>
                  </a:lnTo>
                  <a:lnTo>
                    <a:pt x="512" y="402"/>
                  </a:lnTo>
                  <a:lnTo>
                    <a:pt x="514" y="402"/>
                  </a:lnTo>
                  <a:lnTo>
                    <a:pt x="515" y="402"/>
                  </a:lnTo>
                  <a:lnTo>
                    <a:pt x="516" y="402"/>
                  </a:lnTo>
                  <a:lnTo>
                    <a:pt x="518" y="403"/>
                  </a:lnTo>
                  <a:lnTo>
                    <a:pt x="519" y="403"/>
                  </a:lnTo>
                  <a:lnTo>
                    <a:pt x="521" y="403"/>
                  </a:lnTo>
                  <a:lnTo>
                    <a:pt x="522" y="403"/>
                  </a:lnTo>
                  <a:lnTo>
                    <a:pt x="523" y="403"/>
                  </a:lnTo>
                  <a:lnTo>
                    <a:pt x="524" y="403"/>
                  </a:lnTo>
                  <a:lnTo>
                    <a:pt x="525" y="403"/>
                  </a:lnTo>
                  <a:lnTo>
                    <a:pt x="526" y="403"/>
                  </a:lnTo>
                  <a:lnTo>
                    <a:pt x="527" y="403"/>
                  </a:lnTo>
                  <a:lnTo>
                    <a:pt x="527" y="402"/>
                  </a:lnTo>
                  <a:lnTo>
                    <a:pt x="528" y="391"/>
                  </a:lnTo>
                  <a:lnTo>
                    <a:pt x="528" y="390"/>
                  </a:lnTo>
                  <a:lnTo>
                    <a:pt x="528" y="389"/>
                  </a:lnTo>
                  <a:lnTo>
                    <a:pt x="527" y="383"/>
                  </a:lnTo>
                  <a:lnTo>
                    <a:pt x="527" y="382"/>
                  </a:lnTo>
                  <a:lnTo>
                    <a:pt x="527" y="381"/>
                  </a:lnTo>
                  <a:lnTo>
                    <a:pt x="527" y="380"/>
                  </a:lnTo>
                  <a:lnTo>
                    <a:pt x="527" y="366"/>
                  </a:lnTo>
                  <a:lnTo>
                    <a:pt x="527" y="365"/>
                  </a:lnTo>
                  <a:lnTo>
                    <a:pt x="527" y="364"/>
                  </a:lnTo>
                  <a:lnTo>
                    <a:pt x="527" y="363"/>
                  </a:lnTo>
                  <a:lnTo>
                    <a:pt x="526" y="362"/>
                  </a:lnTo>
                  <a:lnTo>
                    <a:pt x="526" y="361"/>
                  </a:lnTo>
                  <a:lnTo>
                    <a:pt x="526" y="360"/>
                  </a:lnTo>
                  <a:lnTo>
                    <a:pt x="524" y="342"/>
                  </a:lnTo>
                  <a:lnTo>
                    <a:pt x="524" y="341"/>
                  </a:lnTo>
                  <a:lnTo>
                    <a:pt x="524" y="340"/>
                  </a:lnTo>
                  <a:lnTo>
                    <a:pt x="524" y="339"/>
                  </a:lnTo>
                  <a:lnTo>
                    <a:pt x="523" y="338"/>
                  </a:lnTo>
                  <a:lnTo>
                    <a:pt x="523" y="337"/>
                  </a:lnTo>
                  <a:lnTo>
                    <a:pt x="523" y="336"/>
                  </a:lnTo>
                  <a:lnTo>
                    <a:pt x="520" y="322"/>
                  </a:lnTo>
                  <a:lnTo>
                    <a:pt x="520" y="321"/>
                  </a:lnTo>
                  <a:lnTo>
                    <a:pt x="520" y="320"/>
                  </a:lnTo>
                  <a:lnTo>
                    <a:pt x="520" y="319"/>
                  </a:lnTo>
                  <a:lnTo>
                    <a:pt x="520" y="318"/>
                  </a:lnTo>
                  <a:lnTo>
                    <a:pt x="520" y="317"/>
                  </a:lnTo>
                  <a:lnTo>
                    <a:pt x="520" y="316"/>
                  </a:lnTo>
                  <a:lnTo>
                    <a:pt x="520" y="315"/>
                  </a:lnTo>
                  <a:lnTo>
                    <a:pt x="520" y="313"/>
                  </a:lnTo>
                  <a:lnTo>
                    <a:pt x="521" y="312"/>
                  </a:lnTo>
                  <a:lnTo>
                    <a:pt x="521" y="310"/>
                  </a:lnTo>
                  <a:lnTo>
                    <a:pt x="521" y="308"/>
                  </a:lnTo>
                  <a:lnTo>
                    <a:pt x="522" y="307"/>
                  </a:lnTo>
                  <a:lnTo>
                    <a:pt x="522" y="305"/>
                  </a:lnTo>
                  <a:lnTo>
                    <a:pt x="523" y="303"/>
                  </a:lnTo>
                  <a:lnTo>
                    <a:pt x="523" y="302"/>
                  </a:lnTo>
                  <a:lnTo>
                    <a:pt x="524" y="300"/>
                  </a:lnTo>
                  <a:lnTo>
                    <a:pt x="525" y="299"/>
                  </a:lnTo>
                  <a:lnTo>
                    <a:pt x="525" y="298"/>
                  </a:lnTo>
                  <a:lnTo>
                    <a:pt x="526" y="297"/>
                  </a:lnTo>
                  <a:lnTo>
                    <a:pt x="526" y="296"/>
                  </a:lnTo>
                  <a:lnTo>
                    <a:pt x="527" y="295"/>
                  </a:lnTo>
                  <a:lnTo>
                    <a:pt x="528" y="294"/>
                  </a:lnTo>
                  <a:lnTo>
                    <a:pt x="528" y="293"/>
                  </a:lnTo>
                  <a:lnTo>
                    <a:pt x="528" y="292"/>
                  </a:lnTo>
                  <a:lnTo>
                    <a:pt x="528" y="291"/>
                  </a:lnTo>
                  <a:lnTo>
                    <a:pt x="528" y="283"/>
                  </a:lnTo>
                  <a:lnTo>
                    <a:pt x="527" y="282"/>
                  </a:lnTo>
                  <a:lnTo>
                    <a:pt x="526" y="281"/>
                  </a:lnTo>
                  <a:lnTo>
                    <a:pt x="525" y="280"/>
                  </a:lnTo>
                  <a:lnTo>
                    <a:pt x="525" y="279"/>
                  </a:lnTo>
                  <a:lnTo>
                    <a:pt x="524" y="278"/>
                  </a:lnTo>
                  <a:lnTo>
                    <a:pt x="523" y="277"/>
                  </a:lnTo>
                  <a:lnTo>
                    <a:pt x="523" y="276"/>
                  </a:lnTo>
                  <a:lnTo>
                    <a:pt x="522" y="274"/>
                  </a:lnTo>
                  <a:lnTo>
                    <a:pt x="521" y="273"/>
                  </a:lnTo>
                  <a:lnTo>
                    <a:pt x="520" y="272"/>
                  </a:lnTo>
                  <a:lnTo>
                    <a:pt x="518" y="271"/>
                  </a:lnTo>
                  <a:lnTo>
                    <a:pt x="518" y="270"/>
                  </a:lnTo>
                  <a:lnTo>
                    <a:pt x="516" y="269"/>
                  </a:lnTo>
                  <a:lnTo>
                    <a:pt x="516" y="268"/>
                  </a:lnTo>
                  <a:lnTo>
                    <a:pt x="515" y="267"/>
                  </a:lnTo>
                  <a:lnTo>
                    <a:pt x="515" y="266"/>
                  </a:lnTo>
                  <a:lnTo>
                    <a:pt x="514" y="265"/>
                  </a:lnTo>
                  <a:lnTo>
                    <a:pt x="514" y="264"/>
                  </a:lnTo>
                  <a:lnTo>
                    <a:pt x="514" y="263"/>
                  </a:lnTo>
                  <a:lnTo>
                    <a:pt x="514" y="261"/>
                  </a:lnTo>
                  <a:lnTo>
                    <a:pt x="515" y="260"/>
                  </a:lnTo>
                  <a:lnTo>
                    <a:pt x="515" y="259"/>
                  </a:lnTo>
                  <a:lnTo>
                    <a:pt x="515" y="258"/>
                  </a:lnTo>
                  <a:lnTo>
                    <a:pt x="516" y="257"/>
                  </a:lnTo>
                  <a:lnTo>
                    <a:pt x="516" y="256"/>
                  </a:lnTo>
                  <a:lnTo>
                    <a:pt x="518" y="254"/>
                  </a:lnTo>
                  <a:lnTo>
                    <a:pt x="519" y="254"/>
                  </a:lnTo>
                  <a:lnTo>
                    <a:pt x="520" y="253"/>
                  </a:lnTo>
                  <a:lnTo>
                    <a:pt x="521" y="253"/>
                  </a:lnTo>
                  <a:lnTo>
                    <a:pt x="522" y="252"/>
                  </a:lnTo>
                  <a:lnTo>
                    <a:pt x="523" y="251"/>
                  </a:lnTo>
                  <a:lnTo>
                    <a:pt x="525" y="250"/>
                  </a:lnTo>
                  <a:lnTo>
                    <a:pt x="527" y="250"/>
                  </a:lnTo>
                  <a:lnTo>
                    <a:pt x="528" y="249"/>
                  </a:lnTo>
                  <a:lnTo>
                    <a:pt x="530" y="248"/>
                  </a:lnTo>
                  <a:lnTo>
                    <a:pt x="532" y="248"/>
                  </a:lnTo>
                  <a:lnTo>
                    <a:pt x="534" y="247"/>
                  </a:lnTo>
                  <a:lnTo>
                    <a:pt x="536" y="247"/>
                  </a:lnTo>
                  <a:lnTo>
                    <a:pt x="538" y="247"/>
                  </a:lnTo>
                  <a:lnTo>
                    <a:pt x="539" y="247"/>
                  </a:lnTo>
                  <a:lnTo>
                    <a:pt x="541" y="246"/>
                  </a:lnTo>
                  <a:lnTo>
                    <a:pt x="542" y="246"/>
                  </a:lnTo>
                  <a:lnTo>
                    <a:pt x="543" y="246"/>
                  </a:lnTo>
                  <a:lnTo>
                    <a:pt x="544" y="246"/>
                  </a:lnTo>
                  <a:lnTo>
                    <a:pt x="545" y="246"/>
                  </a:lnTo>
                  <a:lnTo>
                    <a:pt x="546" y="245"/>
                  </a:lnTo>
                  <a:lnTo>
                    <a:pt x="547" y="245"/>
                  </a:lnTo>
                  <a:lnTo>
                    <a:pt x="556" y="244"/>
                  </a:lnTo>
                  <a:lnTo>
                    <a:pt x="557" y="243"/>
                  </a:lnTo>
                  <a:lnTo>
                    <a:pt x="558" y="243"/>
                  </a:lnTo>
                  <a:lnTo>
                    <a:pt x="559" y="243"/>
                  </a:lnTo>
                  <a:lnTo>
                    <a:pt x="560" y="244"/>
                  </a:lnTo>
                  <a:lnTo>
                    <a:pt x="561" y="244"/>
                  </a:lnTo>
                  <a:lnTo>
                    <a:pt x="575" y="248"/>
                  </a:lnTo>
                  <a:lnTo>
                    <a:pt x="576" y="249"/>
                  </a:lnTo>
                  <a:lnTo>
                    <a:pt x="577" y="249"/>
                  </a:lnTo>
                  <a:lnTo>
                    <a:pt x="578" y="249"/>
                  </a:lnTo>
                  <a:lnTo>
                    <a:pt x="579" y="249"/>
                  </a:lnTo>
                  <a:lnTo>
                    <a:pt x="580" y="249"/>
                  </a:lnTo>
                  <a:lnTo>
                    <a:pt x="581" y="248"/>
                  </a:lnTo>
                  <a:lnTo>
                    <a:pt x="582" y="248"/>
                  </a:lnTo>
                  <a:lnTo>
                    <a:pt x="584" y="247"/>
                  </a:lnTo>
                  <a:lnTo>
                    <a:pt x="586" y="247"/>
                  </a:lnTo>
                  <a:lnTo>
                    <a:pt x="588" y="246"/>
                  </a:lnTo>
                  <a:lnTo>
                    <a:pt x="591" y="246"/>
                  </a:lnTo>
                  <a:lnTo>
                    <a:pt x="593" y="245"/>
                  </a:lnTo>
                  <a:lnTo>
                    <a:pt x="596" y="244"/>
                  </a:lnTo>
                  <a:lnTo>
                    <a:pt x="599" y="244"/>
                  </a:lnTo>
                  <a:lnTo>
                    <a:pt x="602" y="243"/>
                  </a:lnTo>
                  <a:lnTo>
                    <a:pt x="605" y="243"/>
                  </a:lnTo>
                  <a:lnTo>
                    <a:pt x="608" y="242"/>
                  </a:lnTo>
                  <a:lnTo>
                    <a:pt x="610" y="242"/>
                  </a:lnTo>
                  <a:lnTo>
                    <a:pt x="613" y="242"/>
                  </a:lnTo>
                  <a:lnTo>
                    <a:pt x="616" y="242"/>
                  </a:lnTo>
                  <a:lnTo>
                    <a:pt x="618" y="242"/>
                  </a:lnTo>
                  <a:lnTo>
                    <a:pt x="621" y="242"/>
                  </a:lnTo>
                  <a:lnTo>
                    <a:pt x="623" y="243"/>
                  </a:lnTo>
                  <a:lnTo>
                    <a:pt x="625" y="243"/>
                  </a:lnTo>
                  <a:lnTo>
                    <a:pt x="627" y="243"/>
                  </a:lnTo>
                  <a:lnTo>
                    <a:pt x="629" y="244"/>
                  </a:lnTo>
                  <a:lnTo>
                    <a:pt x="631" y="244"/>
                  </a:lnTo>
                  <a:lnTo>
                    <a:pt x="633" y="245"/>
                  </a:lnTo>
                  <a:lnTo>
                    <a:pt x="634" y="245"/>
                  </a:lnTo>
                  <a:lnTo>
                    <a:pt x="635" y="246"/>
                  </a:lnTo>
                  <a:lnTo>
                    <a:pt x="637" y="247"/>
                  </a:lnTo>
                  <a:lnTo>
                    <a:pt x="638" y="247"/>
                  </a:lnTo>
                  <a:lnTo>
                    <a:pt x="639" y="248"/>
                  </a:lnTo>
                  <a:lnTo>
                    <a:pt x="639" y="249"/>
                  </a:lnTo>
                  <a:lnTo>
                    <a:pt x="640" y="250"/>
                  </a:lnTo>
                  <a:lnTo>
                    <a:pt x="641" y="251"/>
                  </a:lnTo>
                  <a:lnTo>
                    <a:pt x="642" y="252"/>
                  </a:lnTo>
                  <a:lnTo>
                    <a:pt x="643" y="253"/>
                  </a:lnTo>
                  <a:lnTo>
                    <a:pt x="644" y="254"/>
                  </a:lnTo>
                  <a:lnTo>
                    <a:pt x="645" y="255"/>
                  </a:lnTo>
                  <a:lnTo>
                    <a:pt x="646" y="256"/>
                  </a:lnTo>
                  <a:lnTo>
                    <a:pt x="648" y="258"/>
                  </a:lnTo>
                  <a:lnTo>
                    <a:pt x="649" y="259"/>
                  </a:lnTo>
                  <a:lnTo>
                    <a:pt x="650" y="260"/>
                  </a:lnTo>
                  <a:lnTo>
                    <a:pt x="652" y="261"/>
                  </a:lnTo>
                  <a:lnTo>
                    <a:pt x="653" y="262"/>
                  </a:lnTo>
                  <a:lnTo>
                    <a:pt x="654" y="262"/>
                  </a:lnTo>
                  <a:lnTo>
                    <a:pt x="655" y="263"/>
                  </a:lnTo>
                  <a:lnTo>
                    <a:pt x="656" y="264"/>
                  </a:lnTo>
                  <a:lnTo>
                    <a:pt x="657" y="264"/>
                  </a:lnTo>
                  <a:lnTo>
                    <a:pt x="658" y="264"/>
                  </a:lnTo>
                  <a:lnTo>
                    <a:pt x="669" y="268"/>
                  </a:lnTo>
                  <a:lnTo>
                    <a:pt x="668" y="266"/>
                  </a:lnTo>
                  <a:lnTo>
                    <a:pt x="668" y="265"/>
                  </a:lnTo>
                  <a:lnTo>
                    <a:pt x="667" y="264"/>
                  </a:lnTo>
                  <a:lnTo>
                    <a:pt x="667" y="263"/>
                  </a:lnTo>
                  <a:lnTo>
                    <a:pt x="667" y="262"/>
                  </a:lnTo>
                  <a:lnTo>
                    <a:pt x="666" y="260"/>
                  </a:lnTo>
                  <a:lnTo>
                    <a:pt x="666" y="259"/>
                  </a:lnTo>
                  <a:lnTo>
                    <a:pt x="665" y="257"/>
                  </a:lnTo>
                  <a:lnTo>
                    <a:pt x="664" y="256"/>
                  </a:lnTo>
                  <a:lnTo>
                    <a:pt x="663" y="254"/>
                  </a:lnTo>
                  <a:lnTo>
                    <a:pt x="662" y="252"/>
                  </a:lnTo>
                  <a:lnTo>
                    <a:pt x="661" y="251"/>
                  </a:lnTo>
                  <a:lnTo>
                    <a:pt x="660" y="249"/>
                  </a:lnTo>
                  <a:lnTo>
                    <a:pt x="659" y="247"/>
                  </a:lnTo>
                  <a:lnTo>
                    <a:pt x="658" y="245"/>
                  </a:lnTo>
                  <a:lnTo>
                    <a:pt x="657" y="244"/>
                  </a:lnTo>
                  <a:lnTo>
                    <a:pt x="657" y="242"/>
                  </a:lnTo>
                  <a:lnTo>
                    <a:pt x="656" y="240"/>
                  </a:lnTo>
                  <a:lnTo>
                    <a:pt x="656" y="239"/>
                  </a:lnTo>
                  <a:lnTo>
                    <a:pt x="656" y="237"/>
                  </a:lnTo>
                  <a:lnTo>
                    <a:pt x="656" y="235"/>
                  </a:lnTo>
                  <a:lnTo>
                    <a:pt x="656" y="234"/>
                  </a:lnTo>
                  <a:lnTo>
                    <a:pt x="656" y="233"/>
                  </a:lnTo>
                  <a:lnTo>
                    <a:pt x="656" y="232"/>
                  </a:lnTo>
                  <a:lnTo>
                    <a:pt x="657" y="231"/>
                  </a:lnTo>
                  <a:lnTo>
                    <a:pt x="657" y="229"/>
                  </a:lnTo>
                  <a:lnTo>
                    <a:pt x="666" y="213"/>
                  </a:lnTo>
                  <a:lnTo>
                    <a:pt x="669" y="208"/>
                  </a:lnTo>
                  <a:lnTo>
                    <a:pt x="669" y="207"/>
                  </a:lnTo>
                  <a:lnTo>
                    <a:pt x="671" y="205"/>
                  </a:lnTo>
                  <a:lnTo>
                    <a:pt x="672" y="203"/>
                  </a:lnTo>
                  <a:lnTo>
                    <a:pt x="673" y="201"/>
                  </a:lnTo>
                  <a:lnTo>
                    <a:pt x="674" y="199"/>
                  </a:lnTo>
                  <a:lnTo>
                    <a:pt x="676" y="197"/>
                  </a:lnTo>
                  <a:lnTo>
                    <a:pt x="677" y="195"/>
                  </a:lnTo>
                  <a:lnTo>
                    <a:pt x="679" y="193"/>
                  </a:lnTo>
                  <a:lnTo>
                    <a:pt x="680" y="190"/>
                  </a:lnTo>
                  <a:lnTo>
                    <a:pt x="682" y="188"/>
                  </a:lnTo>
                  <a:lnTo>
                    <a:pt x="683" y="186"/>
                  </a:lnTo>
                  <a:lnTo>
                    <a:pt x="685" y="183"/>
                  </a:lnTo>
                  <a:lnTo>
                    <a:pt x="686" y="182"/>
                  </a:lnTo>
                  <a:lnTo>
                    <a:pt x="687" y="180"/>
                  </a:lnTo>
                  <a:lnTo>
                    <a:pt x="688" y="179"/>
                  </a:lnTo>
                  <a:lnTo>
                    <a:pt x="690" y="175"/>
                  </a:lnTo>
                  <a:lnTo>
                    <a:pt x="697" y="164"/>
                  </a:lnTo>
                  <a:lnTo>
                    <a:pt x="706" y="145"/>
                  </a:lnTo>
                  <a:lnTo>
                    <a:pt x="707" y="144"/>
                  </a:lnTo>
                  <a:lnTo>
                    <a:pt x="708" y="143"/>
                  </a:lnTo>
                  <a:lnTo>
                    <a:pt x="708" y="142"/>
                  </a:lnTo>
                  <a:lnTo>
                    <a:pt x="708" y="141"/>
                  </a:lnTo>
                  <a:lnTo>
                    <a:pt x="709" y="141"/>
                  </a:lnTo>
                  <a:lnTo>
                    <a:pt x="709" y="140"/>
                  </a:lnTo>
                  <a:lnTo>
                    <a:pt x="710" y="139"/>
                  </a:lnTo>
                  <a:lnTo>
                    <a:pt x="710" y="138"/>
                  </a:lnTo>
                  <a:lnTo>
                    <a:pt x="711" y="137"/>
                  </a:lnTo>
                  <a:lnTo>
                    <a:pt x="713" y="134"/>
                  </a:lnTo>
                  <a:lnTo>
                    <a:pt x="715" y="132"/>
                  </a:lnTo>
                  <a:lnTo>
                    <a:pt x="716" y="131"/>
                  </a:lnTo>
                  <a:lnTo>
                    <a:pt x="718" y="129"/>
                  </a:lnTo>
                  <a:lnTo>
                    <a:pt x="719" y="127"/>
                  </a:lnTo>
                  <a:lnTo>
                    <a:pt x="722" y="123"/>
                  </a:lnTo>
                  <a:lnTo>
                    <a:pt x="723" y="121"/>
                  </a:lnTo>
                  <a:lnTo>
                    <a:pt x="725" y="120"/>
                  </a:lnTo>
                  <a:lnTo>
                    <a:pt x="726" y="118"/>
                  </a:lnTo>
                  <a:lnTo>
                    <a:pt x="727" y="117"/>
                  </a:lnTo>
                  <a:lnTo>
                    <a:pt x="728" y="115"/>
                  </a:lnTo>
                  <a:lnTo>
                    <a:pt x="730" y="114"/>
                  </a:lnTo>
                  <a:lnTo>
                    <a:pt x="731" y="113"/>
                  </a:lnTo>
                  <a:lnTo>
                    <a:pt x="732" y="113"/>
                  </a:lnTo>
                  <a:lnTo>
                    <a:pt x="734" y="112"/>
                  </a:lnTo>
                  <a:lnTo>
                    <a:pt x="735" y="112"/>
                  </a:lnTo>
                  <a:lnTo>
                    <a:pt x="737" y="112"/>
                  </a:lnTo>
                  <a:lnTo>
                    <a:pt x="739" y="113"/>
                  </a:lnTo>
                  <a:lnTo>
                    <a:pt x="740" y="113"/>
                  </a:lnTo>
                  <a:lnTo>
                    <a:pt x="743" y="115"/>
                  </a:lnTo>
                  <a:lnTo>
                    <a:pt x="745" y="116"/>
                  </a:lnTo>
                  <a:lnTo>
                    <a:pt x="748" y="118"/>
                  </a:lnTo>
                  <a:lnTo>
                    <a:pt x="752" y="121"/>
                  </a:lnTo>
                  <a:lnTo>
                    <a:pt x="755" y="124"/>
                  </a:lnTo>
                  <a:lnTo>
                    <a:pt x="759" y="127"/>
                  </a:lnTo>
                  <a:lnTo>
                    <a:pt x="762" y="130"/>
                  </a:lnTo>
                  <a:lnTo>
                    <a:pt x="766" y="132"/>
                  </a:lnTo>
                  <a:lnTo>
                    <a:pt x="769" y="135"/>
                  </a:lnTo>
                  <a:lnTo>
                    <a:pt x="773" y="137"/>
                  </a:lnTo>
                  <a:lnTo>
                    <a:pt x="776" y="139"/>
                  </a:lnTo>
                  <a:lnTo>
                    <a:pt x="778" y="141"/>
                  </a:lnTo>
                  <a:lnTo>
                    <a:pt x="781" y="142"/>
                  </a:lnTo>
                  <a:lnTo>
                    <a:pt x="783" y="142"/>
                  </a:lnTo>
                  <a:lnTo>
                    <a:pt x="784" y="143"/>
                  </a:lnTo>
                  <a:lnTo>
                    <a:pt x="786" y="144"/>
                  </a:lnTo>
                  <a:lnTo>
                    <a:pt x="787" y="144"/>
                  </a:lnTo>
                  <a:lnTo>
                    <a:pt x="788" y="144"/>
                  </a:lnTo>
                  <a:lnTo>
                    <a:pt x="791" y="145"/>
                  </a:lnTo>
                  <a:lnTo>
                    <a:pt x="805" y="147"/>
                  </a:lnTo>
                  <a:lnTo>
                    <a:pt x="818" y="149"/>
                  </a:lnTo>
                  <a:lnTo>
                    <a:pt x="819" y="149"/>
                  </a:lnTo>
                  <a:lnTo>
                    <a:pt x="820" y="150"/>
                  </a:lnTo>
                  <a:lnTo>
                    <a:pt x="821" y="150"/>
                  </a:lnTo>
                  <a:lnTo>
                    <a:pt x="822" y="150"/>
                  </a:lnTo>
                  <a:lnTo>
                    <a:pt x="829" y="152"/>
                  </a:lnTo>
                  <a:lnTo>
                    <a:pt x="830" y="152"/>
                  </a:lnTo>
                  <a:lnTo>
                    <a:pt x="831" y="152"/>
                  </a:lnTo>
                  <a:lnTo>
                    <a:pt x="831" y="153"/>
                  </a:lnTo>
                  <a:lnTo>
                    <a:pt x="835" y="157"/>
                  </a:lnTo>
                  <a:lnTo>
                    <a:pt x="836" y="158"/>
                  </a:lnTo>
                  <a:lnTo>
                    <a:pt x="836" y="159"/>
                  </a:lnTo>
                  <a:lnTo>
                    <a:pt x="836" y="160"/>
                  </a:lnTo>
                  <a:lnTo>
                    <a:pt x="836" y="161"/>
                  </a:lnTo>
                  <a:lnTo>
                    <a:pt x="837" y="161"/>
                  </a:lnTo>
                  <a:lnTo>
                    <a:pt x="837" y="162"/>
                  </a:lnTo>
                  <a:lnTo>
                    <a:pt x="838" y="163"/>
                  </a:lnTo>
                  <a:lnTo>
                    <a:pt x="839" y="164"/>
                  </a:lnTo>
                  <a:lnTo>
                    <a:pt x="840" y="164"/>
                  </a:lnTo>
                  <a:lnTo>
                    <a:pt x="841" y="164"/>
                  </a:lnTo>
                  <a:lnTo>
                    <a:pt x="842" y="165"/>
                  </a:lnTo>
                  <a:lnTo>
                    <a:pt x="843" y="165"/>
                  </a:lnTo>
                  <a:lnTo>
                    <a:pt x="844" y="165"/>
                  </a:lnTo>
                  <a:lnTo>
                    <a:pt x="845" y="164"/>
                  </a:lnTo>
                  <a:lnTo>
                    <a:pt x="853" y="160"/>
                  </a:lnTo>
                  <a:lnTo>
                    <a:pt x="864" y="156"/>
                  </a:lnTo>
                  <a:lnTo>
                    <a:pt x="865" y="156"/>
                  </a:lnTo>
                  <a:lnTo>
                    <a:pt x="866" y="156"/>
                  </a:lnTo>
                  <a:lnTo>
                    <a:pt x="866" y="155"/>
                  </a:lnTo>
                  <a:lnTo>
                    <a:pt x="867" y="155"/>
                  </a:lnTo>
                  <a:lnTo>
                    <a:pt x="867" y="154"/>
                  </a:lnTo>
                  <a:lnTo>
                    <a:pt x="868" y="154"/>
                  </a:lnTo>
                  <a:lnTo>
                    <a:pt x="869" y="153"/>
                  </a:lnTo>
                  <a:lnTo>
                    <a:pt x="870" y="152"/>
                  </a:lnTo>
                  <a:lnTo>
                    <a:pt x="871" y="151"/>
                  </a:lnTo>
                  <a:lnTo>
                    <a:pt x="871" y="149"/>
                  </a:lnTo>
                  <a:lnTo>
                    <a:pt x="872" y="148"/>
                  </a:lnTo>
                  <a:lnTo>
                    <a:pt x="872" y="147"/>
                  </a:lnTo>
                  <a:lnTo>
                    <a:pt x="872" y="146"/>
                  </a:lnTo>
                  <a:lnTo>
                    <a:pt x="872" y="145"/>
                  </a:lnTo>
                  <a:lnTo>
                    <a:pt x="873" y="143"/>
                  </a:lnTo>
                  <a:lnTo>
                    <a:pt x="873" y="142"/>
                  </a:lnTo>
                  <a:lnTo>
                    <a:pt x="873" y="141"/>
                  </a:lnTo>
                  <a:lnTo>
                    <a:pt x="873" y="140"/>
                  </a:lnTo>
                  <a:lnTo>
                    <a:pt x="873" y="138"/>
                  </a:lnTo>
                  <a:lnTo>
                    <a:pt x="875" y="111"/>
                  </a:lnTo>
                  <a:lnTo>
                    <a:pt x="876" y="96"/>
                  </a:lnTo>
                  <a:lnTo>
                    <a:pt x="876" y="95"/>
                  </a:lnTo>
                  <a:lnTo>
                    <a:pt x="876" y="94"/>
                  </a:lnTo>
                  <a:lnTo>
                    <a:pt x="876" y="93"/>
                  </a:lnTo>
                  <a:lnTo>
                    <a:pt x="877" y="92"/>
                  </a:lnTo>
                  <a:lnTo>
                    <a:pt x="877" y="91"/>
                  </a:lnTo>
                  <a:lnTo>
                    <a:pt x="877" y="90"/>
                  </a:lnTo>
                  <a:lnTo>
                    <a:pt x="877" y="89"/>
                  </a:lnTo>
                  <a:lnTo>
                    <a:pt x="877" y="88"/>
                  </a:lnTo>
                  <a:lnTo>
                    <a:pt x="878" y="86"/>
                  </a:lnTo>
                  <a:lnTo>
                    <a:pt x="878" y="84"/>
                  </a:lnTo>
                  <a:lnTo>
                    <a:pt x="879" y="83"/>
                  </a:lnTo>
                  <a:lnTo>
                    <a:pt x="879" y="81"/>
                  </a:lnTo>
                  <a:lnTo>
                    <a:pt x="880" y="79"/>
                  </a:lnTo>
                  <a:lnTo>
                    <a:pt x="880" y="77"/>
                  </a:lnTo>
                  <a:lnTo>
                    <a:pt x="881" y="75"/>
                  </a:lnTo>
                  <a:lnTo>
                    <a:pt x="882" y="73"/>
                  </a:lnTo>
                  <a:lnTo>
                    <a:pt x="883" y="71"/>
                  </a:lnTo>
                  <a:lnTo>
                    <a:pt x="883" y="69"/>
                  </a:lnTo>
                  <a:lnTo>
                    <a:pt x="884" y="68"/>
                  </a:lnTo>
                  <a:lnTo>
                    <a:pt x="885" y="66"/>
                  </a:lnTo>
                  <a:lnTo>
                    <a:pt x="886" y="64"/>
                  </a:lnTo>
                  <a:lnTo>
                    <a:pt x="888" y="62"/>
                  </a:lnTo>
                  <a:lnTo>
                    <a:pt x="889" y="60"/>
                  </a:lnTo>
                  <a:lnTo>
                    <a:pt x="890" y="58"/>
                  </a:lnTo>
                  <a:lnTo>
                    <a:pt x="891" y="57"/>
                  </a:lnTo>
                  <a:lnTo>
                    <a:pt x="893" y="55"/>
                  </a:lnTo>
                  <a:lnTo>
                    <a:pt x="894" y="53"/>
                  </a:lnTo>
                  <a:lnTo>
                    <a:pt x="896" y="52"/>
                  </a:lnTo>
                  <a:lnTo>
                    <a:pt x="897" y="51"/>
                  </a:lnTo>
                  <a:lnTo>
                    <a:pt x="899" y="50"/>
                  </a:lnTo>
                  <a:lnTo>
                    <a:pt x="900" y="49"/>
                  </a:lnTo>
                  <a:lnTo>
                    <a:pt x="902" y="49"/>
                  </a:lnTo>
                  <a:lnTo>
                    <a:pt x="904" y="48"/>
                  </a:lnTo>
                  <a:lnTo>
                    <a:pt x="906" y="48"/>
                  </a:lnTo>
                  <a:lnTo>
                    <a:pt x="908" y="48"/>
                  </a:lnTo>
                  <a:lnTo>
                    <a:pt x="910" y="48"/>
                  </a:lnTo>
                  <a:lnTo>
                    <a:pt x="913" y="48"/>
                  </a:lnTo>
                  <a:lnTo>
                    <a:pt x="915" y="48"/>
                  </a:lnTo>
                  <a:lnTo>
                    <a:pt x="918" y="48"/>
                  </a:lnTo>
                  <a:lnTo>
                    <a:pt x="921" y="48"/>
                  </a:lnTo>
                  <a:lnTo>
                    <a:pt x="924" y="49"/>
                  </a:lnTo>
                  <a:lnTo>
                    <a:pt x="927" y="49"/>
                  </a:lnTo>
                  <a:lnTo>
                    <a:pt x="929" y="49"/>
                  </a:lnTo>
                  <a:lnTo>
                    <a:pt x="932" y="49"/>
                  </a:lnTo>
                  <a:lnTo>
                    <a:pt x="934" y="49"/>
                  </a:lnTo>
                  <a:lnTo>
                    <a:pt x="936" y="49"/>
                  </a:lnTo>
                  <a:lnTo>
                    <a:pt x="938" y="48"/>
                  </a:lnTo>
                  <a:lnTo>
                    <a:pt x="939" y="48"/>
                  </a:lnTo>
                  <a:lnTo>
                    <a:pt x="941" y="47"/>
                  </a:lnTo>
                  <a:lnTo>
                    <a:pt x="942" y="47"/>
                  </a:lnTo>
                  <a:lnTo>
                    <a:pt x="943" y="47"/>
                  </a:lnTo>
                  <a:lnTo>
                    <a:pt x="944" y="46"/>
                  </a:lnTo>
                  <a:lnTo>
                    <a:pt x="946" y="45"/>
                  </a:lnTo>
                  <a:lnTo>
                    <a:pt x="947" y="44"/>
                  </a:lnTo>
                  <a:lnTo>
                    <a:pt x="948" y="44"/>
                  </a:lnTo>
                  <a:lnTo>
                    <a:pt x="948" y="43"/>
                  </a:lnTo>
                  <a:lnTo>
                    <a:pt x="949" y="43"/>
                  </a:lnTo>
                  <a:lnTo>
                    <a:pt x="950" y="42"/>
                  </a:lnTo>
                  <a:lnTo>
                    <a:pt x="951" y="41"/>
                  </a:lnTo>
                  <a:lnTo>
                    <a:pt x="952" y="40"/>
                  </a:lnTo>
                  <a:lnTo>
                    <a:pt x="952" y="39"/>
                  </a:lnTo>
                  <a:lnTo>
                    <a:pt x="953" y="38"/>
                  </a:lnTo>
                  <a:lnTo>
                    <a:pt x="953" y="37"/>
                  </a:lnTo>
                  <a:lnTo>
                    <a:pt x="954" y="36"/>
                  </a:lnTo>
                  <a:lnTo>
                    <a:pt x="954" y="35"/>
                  </a:lnTo>
                  <a:lnTo>
                    <a:pt x="954" y="34"/>
                  </a:lnTo>
                  <a:lnTo>
                    <a:pt x="954" y="33"/>
                  </a:lnTo>
                  <a:lnTo>
                    <a:pt x="954" y="32"/>
                  </a:lnTo>
                  <a:lnTo>
                    <a:pt x="954" y="31"/>
                  </a:lnTo>
                  <a:lnTo>
                    <a:pt x="954" y="30"/>
                  </a:lnTo>
                  <a:lnTo>
                    <a:pt x="954" y="29"/>
                  </a:lnTo>
                  <a:lnTo>
                    <a:pt x="954" y="28"/>
                  </a:lnTo>
                  <a:lnTo>
                    <a:pt x="953" y="27"/>
                  </a:lnTo>
                  <a:lnTo>
                    <a:pt x="953" y="26"/>
                  </a:lnTo>
                  <a:lnTo>
                    <a:pt x="953" y="25"/>
                  </a:lnTo>
                  <a:lnTo>
                    <a:pt x="952" y="24"/>
                  </a:lnTo>
                  <a:lnTo>
                    <a:pt x="952" y="23"/>
                  </a:lnTo>
                  <a:lnTo>
                    <a:pt x="952" y="22"/>
                  </a:lnTo>
                  <a:lnTo>
                    <a:pt x="952" y="21"/>
                  </a:lnTo>
                  <a:lnTo>
                    <a:pt x="952" y="20"/>
                  </a:lnTo>
                  <a:lnTo>
                    <a:pt x="952" y="19"/>
                  </a:lnTo>
                  <a:lnTo>
                    <a:pt x="952" y="17"/>
                  </a:lnTo>
                  <a:lnTo>
                    <a:pt x="953" y="16"/>
                  </a:lnTo>
                  <a:lnTo>
                    <a:pt x="954" y="15"/>
                  </a:lnTo>
                  <a:lnTo>
                    <a:pt x="955" y="13"/>
                  </a:lnTo>
                  <a:lnTo>
                    <a:pt x="956" y="12"/>
                  </a:lnTo>
                  <a:lnTo>
                    <a:pt x="958" y="10"/>
                  </a:lnTo>
                  <a:lnTo>
                    <a:pt x="960" y="9"/>
                  </a:lnTo>
                  <a:lnTo>
                    <a:pt x="962" y="7"/>
                  </a:lnTo>
                  <a:lnTo>
                    <a:pt x="964" y="6"/>
                  </a:lnTo>
                  <a:lnTo>
                    <a:pt x="966" y="4"/>
                  </a:lnTo>
                  <a:lnTo>
                    <a:pt x="969" y="3"/>
                  </a:lnTo>
                  <a:lnTo>
                    <a:pt x="971" y="2"/>
                  </a:lnTo>
                  <a:lnTo>
                    <a:pt x="973" y="1"/>
                  </a:lnTo>
                  <a:lnTo>
                    <a:pt x="974" y="1"/>
                  </a:lnTo>
                  <a:lnTo>
                    <a:pt x="976" y="0"/>
                  </a:lnTo>
                  <a:lnTo>
                    <a:pt x="978" y="0"/>
                  </a:lnTo>
                  <a:lnTo>
                    <a:pt x="979" y="0"/>
                  </a:lnTo>
                  <a:lnTo>
                    <a:pt x="981" y="0"/>
                  </a:lnTo>
                  <a:lnTo>
                    <a:pt x="982" y="1"/>
                  </a:lnTo>
                  <a:lnTo>
                    <a:pt x="984" y="1"/>
                  </a:lnTo>
                  <a:lnTo>
                    <a:pt x="986" y="2"/>
                  </a:lnTo>
                  <a:lnTo>
                    <a:pt x="988" y="2"/>
                  </a:lnTo>
                  <a:lnTo>
                    <a:pt x="990" y="3"/>
                  </a:lnTo>
                  <a:lnTo>
                    <a:pt x="993" y="4"/>
                  </a:lnTo>
                  <a:lnTo>
                    <a:pt x="995" y="5"/>
                  </a:lnTo>
                  <a:lnTo>
                    <a:pt x="997" y="6"/>
                  </a:lnTo>
                  <a:lnTo>
                    <a:pt x="1000" y="6"/>
                  </a:lnTo>
                  <a:lnTo>
                    <a:pt x="1002" y="7"/>
                  </a:lnTo>
                  <a:lnTo>
                    <a:pt x="1004" y="7"/>
                  </a:lnTo>
                  <a:lnTo>
                    <a:pt x="1006" y="7"/>
                  </a:lnTo>
                  <a:lnTo>
                    <a:pt x="1008" y="7"/>
                  </a:lnTo>
                  <a:lnTo>
                    <a:pt x="1010" y="7"/>
                  </a:lnTo>
                  <a:lnTo>
                    <a:pt x="1012" y="7"/>
                  </a:lnTo>
                  <a:lnTo>
                    <a:pt x="1014" y="6"/>
                  </a:lnTo>
                  <a:lnTo>
                    <a:pt x="1015" y="6"/>
                  </a:lnTo>
                  <a:lnTo>
                    <a:pt x="1017" y="6"/>
                  </a:lnTo>
                  <a:lnTo>
                    <a:pt x="1018" y="6"/>
                  </a:lnTo>
                  <a:lnTo>
                    <a:pt x="1020" y="6"/>
                  </a:lnTo>
                  <a:lnTo>
                    <a:pt x="1021" y="6"/>
                  </a:lnTo>
                  <a:lnTo>
                    <a:pt x="1022" y="6"/>
                  </a:lnTo>
                  <a:lnTo>
                    <a:pt x="1024" y="6"/>
                  </a:lnTo>
                  <a:lnTo>
                    <a:pt x="1025" y="7"/>
                  </a:lnTo>
                  <a:lnTo>
                    <a:pt x="1026" y="7"/>
                  </a:lnTo>
                  <a:lnTo>
                    <a:pt x="1027" y="8"/>
                  </a:lnTo>
                  <a:lnTo>
                    <a:pt x="1028" y="9"/>
                  </a:lnTo>
                  <a:lnTo>
                    <a:pt x="1029" y="10"/>
                  </a:lnTo>
                  <a:lnTo>
                    <a:pt x="1030" y="11"/>
                  </a:lnTo>
                  <a:lnTo>
                    <a:pt x="1031" y="11"/>
                  </a:lnTo>
                  <a:lnTo>
                    <a:pt x="1032" y="12"/>
                  </a:lnTo>
                  <a:lnTo>
                    <a:pt x="1032" y="13"/>
                  </a:lnTo>
                  <a:lnTo>
                    <a:pt x="1033" y="14"/>
                  </a:lnTo>
                  <a:lnTo>
                    <a:pt x="1033" y="15"/>
                  </a:lnTo>
                  <a:lnTo>
                    <a:pt x="1034" y="15"/>
                  </a:lnTo>
                  <a:lnTo>
                    <a:pt x="1034" y="16"/>
                  </a:lnTo>
                  <a:lnTo>
                    <a:pt x="1034" y="17"/>
                  </a:lnTo>
                  <a:lnTo>
                    <a:pt x="1034" y="18"/>
                  </a:lnTo>
                  <a:lnTo>
                    <a:pt x="1034" y="19"/>
                  </a:lnTo>
                  <a:lnTo>
                    <a:pt x="1034" y="20"/>
                  </a:lnTo>
                  <a:lnTo>
                    <a:pt x="1034" y="21"/>
                  </a:lnTo>
                  <a:lnTo>
                    <a:pt x="1034" y="22"/>
                  </a:lnTo>
                  <a:lnTo>
                    <a:pt x="1034" y="23"/>
                  </a:lnTo>
                  <a:lnTo>
                    <a:pt x="1034" y="25"/>
                  </a:lnTo>
                  <a:lnTo>
                    <a:pt x="1034" y="26"/>
                  </a:lnTo>
                  <a:lnTo>
                    <a:pt x="1034" y="28"/>
                  </a:lnTo>
                  <a:lnTo>
                    <a:pt x="1034" y="29"/>
                  </a:lnTo>
                  <a:lnTo>
                    <a:pt x="1033" y="30"/>
                  </a:lnTo>
                  <a:lnTo>
                    <a:pt x="1033" y="31"/>
                  </a:lnTo>
                  <a:lnTo>
                    <a:pt x="1032" y="32"/>
                  </a:lnTo>
                  <a:lnTo>
                    <a:pt x="1032" y="33"/>
                  </a:lnTo>
                  <a:lnTo>
                    <a:pt x="1031" y="34"/>
                  </a:lnTo>
                  <a:lnTo>
                    <a:pt x="1031" y="35"/>
                  </a:lnTo>
                  <a:lnTo>
                    <a:pt x="1030" y="36"/>
                  </a:lnTo>
                  <a:lnTo>
                    <a:pt x="1030" y="37"/>
                  </a:lnTo>
                  <a:lnTo>
                    <a:pt x="1030" y="38"/>
                  </a:lnTo>
                  <a:lnTo>
                    <a:pt x="1030" y="39"/>
                  </a:lnTo>
                  <a:lnTo>
                    <a:pt x="1031" y="40"/>
                  </a:lnTo>
                  <a:lnTo>
                    <a:pt x="1032" y="41"/>
                  </a:lnTo>
                  <a:lnTo>
                    <a:pt x="1032" y="42"/>
                  </a:lnTo>
                  <a:lnTo>
                    <a:pt x="1033" y="43"/>
                  </a:lnTo>
                  <a:lnTo>
                    <a:pt x="1034" y="45"/>
                  </a:lnTo>
                  <a:lnTo>
                    <a:pt x="1034" y="46"/>
                  </a:lnTo>
                  <a:lnTo>
                    <a:pt x="1035" y="47"/>
                  </a:lnTo>
                  <a:lnTo>
                    <a:pt x="1035" y="48"/>
                  </a:lnTo>
                  <a:lnTo>
                    <a:pt x="1036" y="49"/>
                  </a:lnTo>
                  <a:lnTo>
                    <a:pt x="1036" y="50"/>
                  </a:lnTo>
                  <a:lnTo>
                    <a:pt x="1037" y="51"/>
                  </a:lnTo>
                  <a:lnTo>
                    <a:pt x="1037" y="52"/>
                  </a:lnTo>
                  <a:lnTo>
                    <a:pt x="1038" y="53"/>
                  </a:lnTo>
                  <a:lnTo>
                    <a:pt x="1038" y="55"/>
                  </a:lnTo>
                  <a:lnTo>
                    <a:pt x="1038" y="56"/>
                  </a:lnTo>
                  <a:lnTo>
                    <a:pt x="1038" y="57"/>
                  </a:lnTo>
                  <a:lnTo>
                    <a:pt x="1038" y="58"/>
                  </a:lnTo>
                  <a:lnTo>
                    <a:pt x="1038" y="59"/>
                  </a:lnTo>
                  <a:lnTo>
                    <a:pt x="1039" y="60"/>
                  </a:lnTo>
                  <a:lnTo>
                    <a:pt x="1039" y="61"/>
                  </a:lnTo>
                  <a:lnTo>
                    <a:pt x="1040" y="61"/>
                  </a:lnTo>
                  <a:lnTo>
                    <a:pt x="1040" y="62"/>
                  </a:lnTo>
                  <a:lnTo>
                    <a:pt x="1041" y="63"/>
                  </a:lnTo>
                  <a:lnTo>
                    <a:pt x="1042" y="63"/>
                  </a:lnTo>
                  <a:lnTo>
                    <a:pt x="1043" y="64"/>
                  </a:lnTo>
                  <a:lnTo>
                    <a:pt x="1044" y="64"/>
                  </a:lnTo>
                  <a:lnTo>
                    <a:pt x="1044" y="65"/>
                  </a:lnTo>
                  <a:lnTo>
                    <a:pt x="1045" y="65"/>
                  </a:lnTo>
                  <a:lnTo>
                    <a:pt x="1046" y="66"/>
                  </a:lnTo>
                  <a:lnTo>
                    <a:pt x="1047" y="67"/>
                  </a:lnTo>
                  <a:lnTo>
                    <a:pt x="1055" y="74"/>
                  </a:lnTo>
                  <a:lnTo>
                    <a:pt x="1056" y="74"/>
                  </a:lnTo>
                  <a:lnTo>
                    <a:pt x="1056" y="75"/>
                  </a:lnTo>
                  <a:lnTo>
                    <a:pt x="1057" y="75"/>
                  </a:lnTo>
                  <a:lnTo>
                    <a:pt x="1057" y="76"/>
                  </a:lnTo>
                  <a:lnTo>
                    <a:pt x="1058" y="77"/>
                  </a:lnTo>
                  <a:lnTo>
                    <a:pt x="1058" y="78"/>
                  </a:lnTo>
                  <a:lnTo>
                    <a:pt x="1059" y="79"/>
                  </a:lnTo>
                  <a:lnTo>
                    <a:pt x="1059" y="80"/>
                  </a:lnTo>
                  <a:lnTo>
                    <a:pt x="1060" y="81"/>
                  </a:lnTo>
                  <a:lnTo>
                    <a:pt x="1060" y="82"/>
                  </a:lnTo>
                  <a:lnTo>
                    <a:pt x="1061" y="83"/>
                  </a:lnTo>
                  <a:lnTo>
                    <a:pt x="1061" y="84"/>
                  </a:lnTo>
                  <a:lnTo>
                    <a:pt x="1062" y="86"/>
                  </a:lnTo>
                  <a:lnTo>
                    <a:pt x="1062" y="87"/>
                  </a:lnTo>
                  <a:lnTo>
                    <a:pt x="1062" y="88"/>
                  </a:lnTo>
                  <a:lnTo>
                    <a:pt x="1062" y="89"/>
                  </a:lnTo>
                  <a:lnTo>
                    <a:pt x="1063" y="90"/>
                  </a:lnTo>
                  <a:lnTo>
                    <a:pt x="1063" y="91"/>
                  </a:lnTo>
                  <a:lnTo>
                    <a:pt x="1063" y="92"/>
                  </a:lnTo>
                  <a:lnTo>
                    <a:pt x="1063" y="93"/>
                  </a:lnTo>
                  <a:lnTo>
                    <a:pt x="1063" y="94"/>
                  </a:lnTo>
                  <a:lnTo>
                    <a:pt x="1063" y="95"/>
                  </a:lnTo>
                  <a:lnTo>
                    <a:pt x="1064" y="95"/>
                  </a:lnTo>
                  <a:lnTo>
                    <a:pt x="1064" y="96"/>
                  </a:lnTo>
                  <a:lnTo>
                    <a:pt x="1065" y="97"/>
                  </a:lnTo>
                  <a:lnTo>
                    <a:pt x="1065" y="98"/>
                  </a:lnTo>
                  <a:lnTo>
                    <a:pt x="1066" y="98"/>
                  </a:lnTo>
                  <a:lnTo>
                    <a:pt x="1066" y="99"/>
                  </a:lnTo>
                  <a:lnTo>
                    <a:pt x="1067" y="99"/>
                  </a:lnTo>
                  <a:lnTo>
                    <a:pt x="1067" y="100"/>
                  </a:lnTo>
                  <a:lnTo>
                    <a:pt x="1068" y="100"/>
                  </a:lnTo>
                  <a:lnTo>
                    <a:pt x="1068" y="101"/>
                  </a:lnTo>
                  <a:lnTo>
                    <a:pt x="1069" y="101"/>
                  </a:lnTo>
                  <a:lnTo>
                    <a:pt x="1070" y="102"/>
                  </a:lnTo>
                  <a:lnTo>
                    <a:pt x="1070" y="103"/>
                  </a:lnTo>
                  <a:lnTo>
                    <a:pt x="1071" y="103"/>
                  </a:lnTo>
                  <a:lnTo>
                    <a:pt x="1072" y="104"/>
                  </a:lnTo>
                  <a:lnTo>
                    <a:pt x="1073" y="105"/>
                  </a:lnTo>
                  <a:lnTo>
                    <a:pt x="1073" y="106"/>
                  </a:lnTo>
                  <a:lnTo>
                    <a:pt x="1074" y="106"/>
                  </a:lnTo>
                  <a:lnTo>
                    <a:pt x="1075" y="107"/>
                  </a:lnTo>
                  <a:lnTo>
                    <a:pt x="1075" y="108"/>
                  </a:lnTo>
                  <a:lnTo>
                    <a:pt x="1076" y="108"/>
                  </a:lnTo>
                  <a:lnTo>
                    <a:pt x="1077" y="109"/>
                  </a:lnTo>
                  <a:lnTo>
                    <a:pt x="1078" y="109"/>
                  </a:lnTo>
                  <a:lnTo>
                    <a:pt x="1078" y="110"/>
                  </a:lnTo>
                  <a:lnTo>
                    <a:pt x="1079" y="110"/>
                  </a:lnTo>
                  <a:lnTo>
                    <a:pt x="1088" y="114"/>
                  </a:lnTo>
                  <a:lnTo>
                    <a:pt x="1088" y="115"/>
                  </a:lnTo>
                  <a:lnTo>
                    <a:pt x="1089" y="115"/>
                  </a:lnTo>
                  <a:lnTo>
                    <a:pt x="1090" y="115"/>
                  </a:lnTo>
                  <a:lnTo>
                    <a:pt x="1090" y="116"/>
                  </a:lnTo>
                  <a:lnTo>
                    <a:pt x="1091" y="116"/>
                  </a:lnTo>
                  <a:lnTo>
                    <a:pt x="1092" y="116"/>
                  </a:lnTo>
                  <a:lnTo>
                    <a:pt x="1094" y="116"/>
                  </a:lnTo>
                  <a:lnTo>
                    <a:pt x="1095" y="116"/>
                  </a:lnTo>
                  <a:lnTo>
                    <a:pt x="1097" y="117"/>
                  </a:lnTo>
                  <a:lnTo>
                    <a:pt x="1099" y="117"/>
                  </a:lnTo>
                  <a:lnTo>
                    <a:pt x="1101" y="117"/>
                  </a:lnTo>
                  <a:lnTo>
                    <a:pt x="1102" y="118"/>
                  </a:lnTo>
                  <a:lnTo>
                    <a:pt x="1104" y="118"/>
                  </a:lnTo>
                  <a:lnTo>
                    <a:pt x="1106" y="118"/>
                  </a:lnTo>
                  <a:lnTo>
                    <a:pt x="1107" y="119"/>
                  </a:lnTo>
                  <a:lnTo>
                    <a:pt x="1108" y="120"/>
                  </a:lnTo>
                  <a:lnTo>
                    <a:pt x="1110" y="120"/>
                  </a:lnTo>
                  <a:lnTo>
                    <a:pt x="1111" y="121"/>
                  </a:lnTo>
                  <a:lnTo>
                    <a:pt x="1112" y="121"/>
                  </a:lnTo>
                  <a:lnTo>
                    <a:pt x="1113" y="122"/>
                  </a:lnTo>
                  <a:lnTo>
                    <a:pt x="1114" y="123"/>
                  </a:lnTo>
                  <a:lnTo>
                    <a:pt x="1115" y="124"/>
                  </a:lnTo>
                  <a:lnTo>
                    <a:pt x="1116" y="125"/>
                  </a:lnTo>
                  <a:lnTo>
                    <a:pt x="1117" y="126"/>
                  </a:lnTo>
                  <a:lnTo>
                    <a:pt x="1117" y="127"/>
                  </a:lnTo>
                  <a:lnTo>
                    <a:pt x="1118" y="128"/>
                  </a:lnTo>
                  <a:lnTo>
                    <a:pt x="1119" y="130"/>
                  </a:lnTo>
                  <a:lnTo>
                    <a:pt x="1120" y="130"/>
                  </a:lnTo>
                  <a:lnTo>
                    <a:pt x="1121" y="131"/>
                  </a:lnTo>
                  <a:lnTo>
                    <a:pt x="1122" y="132"/>
                  </a:lnTo>
                  <a:lnTo>
                    <a:pt x="1122" y="133"/>
                  </a:lnTo>
                  <a:lnTo>
                    <a:pt x="1123" y="133"/>
                  </a:lnTo>
                  <a:lnTo>
                    <a:pt x="1124" y="134"/>
                  </a:lnTo>
                  <a:lnTo>
                    <a:pt x="1125" y="134"/>
                  </a:lnTo>
                  <a:lnTo>
                    <a:pt x="1126" y="134"/>
                  </a:lnTo>
                  <a:lnTo>
                    <a:pt x="1127" y="134"/>
                  </a:lnTo>
                  <a:lnTo>
                    <a:pt x="1128" y="134"/>
                  </a:lnTo>
                  <a:lnTo>
                    <a:pt x="1128" y="133"/>
                  </a:lnTo>
                  <a:lnTo>
                    <a:pt x="1129" y="133"/>
                  </a:lnTo>
                  <a:lnTo>
                    <a:pt x="1130" y="133"/>
                  </a:lnTo>
                  <a:lnTo>
                    <a:pt x="1131" y="132"/>
                  </a:lnTo>
                  <a:lnTo>
                    <a:pt x="1132" y="132"/>
                  </a:lnTo>
                  <a:lnTo>
                    <a:pt x="1133" y="133"/>
                  </a:lnTo>
                  <a:lnTo>
                    <a:pt x="1134" y="133"/>
                  </a:lnTo>
                  <a:lnTo>
                    <a:pt x="1135" y="133"/>
                  </a:lnTo>
                  <a:lnTo>
                    <a:pt x="1136" y="134"/>
                  </a:lnTo>
                  <a:lnTo>
                    <a:pt x="1137" y="134"/>
                  </a:lnTo>
                  <a:lnTo>
                    <a:pt x="1137" y="135"/>
                  </a:lnTo>
                  <a:lnTo>
                    <a:pt x="1138" y="136"/>
                  </a:lnTo>
                  <a:lnTo>
                    <a:pt x="1138" y="137"/>
                  </a:lnTo>
                  <a:lnTo>
                    <a:pt x="1138" y="138"/>
                  </a:lnTo>
                  <a:lnTo>
                    <a:pt x="1138" y="139"/>
                  </a:lnTo>
                  <a:lnTo>
                    <a:pt x="1138" y="140"/>
                  </a:lnTo>
                  <a:lnTo>
                    <a:pt x="1138" y="141"/>
                  </a:lnTo>
                  <a:lnTo>
                    <a:pt x="1137" y="141"/>
                  </a:lnTo>
                  <a:lnTo>
                    <a:pt x="1137" y="142"/>
                  </a:lnTo>
                  <a:lnTo>
                    <a:pt x="1138" y="142"/>
                  </a:lnTo>
                  <a:lnTo>
                    <a:pt x="1138" y="143"/>
                  </a:lnTo>
                  <a:lnTo>
                    <a:pt x="1138" y="144"/>
                  </a:lnTo>
                  <a:lnTo>
                    <a:pt x="1139" y="145"/>
                  </a:lnTo>
                  <a:lnTo>
                    <a:pt x="1140" y="146"/>
                  </a:lnTo>
                  <a:lnTo>
                    <a:pt x="1153" y="163"/>
                  </a:lnTo>
                  <a:lnTo>
                    <a:pt x="1156" y="180"/>
                  </a:lnTo>
                  <a:lnTo>
                    <a:pt x="1154" y="186"/>
                  </a:lnTo>
                  <a:lnTo>
                    <a:pt x="1154" y="187"/>
                  </a:lnTo>
                  <a:lnTo>
                    <a:pt x="1154" y="188"/>
                  </a:lnTo>
                  <a:lnTo>
                    <a:pt x="1155" y="189"/>
                  </a:lnTo>
                  <a:lnTo>
                    <a:pt x="1157" y="196"/>
                  </a:lnTo>
                  <a:lnTo>
                    <a:pt x="1158" y="196"/>
                  </a:lnTo>
                  <a:lnTo>
                    <a:pt x="1158" y="197"/>
                  </a:lnTo>
                  <a:lnTo>
                    <a:pt x="1158" y="198"/>
                  </a:lnTo>
                  <a:lnTo>
                    <a:pt x="1162" y="204"/>
                  </a:lnTo>
                  <a:lnTo>
                    <a:pt x="1165" y="208"/>
                  </a:lnTo>
                  <a:lnTo>
                    <a:pt x="1165" y="209"/>
                  </a:lnTo>
                  <a:lnTo>
                    <a:pt x="1165" y="210"/>
                  </a:lnTo>
                  <a:lnTo>
                    <a:pt x="1166" y="210"/>
                  </a:lnTo>
                  <a:lnTo>
                    <a:pt x="1167" y="212"/>
                  </a:lnTo>
                  <a:lnTo>
                    <a:pt x="1168" y="214"/>
                  </a:lnTo>
                  <a:lnTo>
                    <a:pt x="1168" y="215"/>
                  </a:lnTo>
                  <a:lnTo>
                    <a:pt x="1169" y="217"/>
                  </a:lnTo>
                  <a:lnTo>
                    <a:pt x="1170" y="218"/>
                  </a:lnTo>
                  <a:lnTo>
                    <a:pt x="1171" y="220"/>
                  </a:lnTo>
                  <a:lnTo>
                    <a:pt x="1172" y="221"/>
                  </a:lnTo>
                  <a:lnTo>
                    <a:pt x="1173" y="223"/>
                  </a:lnTo>
                  <a:lnTo>
                    <a:pt x="1174" y="225"/>
                  </a:lnTo>
                  <a:lnTo>
                    <a:pt x="1175" y="226"/>
                  </a:lnTo>
                  <a:lnTo>
                    <a:pt x="1175" y="228"/>
                  </a:lnTo>
                  <a:lnTo>
                    <a:pt x="1176" y="229"/>
                  </a:lnTo>
                  <a:lnTo>
                    <a:pt x="1176" y="230"/>
                  </a:lnTo>
                  <a:lnTo>
                    <a:pt x="1177" y="231"/>
                  </a:lnTo>
                  <a:lnTo>
                    <a:pt x="1177" y="232"/>
                  </a:lnTo>
                  <a:lnTo>
                    <a:pt x="1177" y="233"/>
                  </a:lnTo>
                  <a:lnTo>
                    <a:pt x="1178" y="234"/>
                  </a:lnTo>
                  <a:lnTo>
                    <a:pt x="1178" y="235"/>
                  </a:lnTo>
                  <a:lnTo>
                    <a:pt x="1178" y="236"/>
                  </a:lnTo>
                  <a:lnTo>
                    <a:pt x="1178" y="237"/>
                  </a:lnTo>
                  <a:lnTo>
                    <a:pt x="1178" y="244"/>
                  </a:lnTo>
                  <a:lnTo>
                    <a:pt x="1176" y="259"/>
                  </a:lnTo>
                  <a:lnTo>
                    <a:pt x="1176" y="260"/>
                  </a:lnTo>
                  <a:lnTo>
                    <a:pt x="1176" y="261"/>
                  </a:lnTo>
                  <a:lnTo>
                    <a:pt x="1176" y="262"/>
                  </a:lnTo>
                  <a:lnTo>
                    <a:pt x="1175" y="263"/>
                  </a:lnTo>
                  <a:lnTo>
                    <a:pt x="1174" y="264"/>
                  </a:lnTo>
                  <a:lnTo>
                    <a:pt x="1173" y="265"/>
                  </a:lnTo>
                  <a:lnTo>
                    <a:pt x="1173" y="267"/>
                  </a:lnTo>
                  <a:lnTo>
                    <a:pt x="1172" y="269"/>
                  </a:lnTo>
                  <a:lnTo>
                    <a:pt x="1170" y="270"/>
                  </a:lnTo>
                  <a:lnTo>
                    <a:pt x="1170" y="272"/>
                  </a:lnTo>
                  <a:lnTo>
                    <a:pt x="1169" y="274"/>
                  </a:lnTo>
                  <a:lnTo>
                    <a:pt x="1168" y="277"/>
                  </a:lnTo>
                  <a:lnTo>
                    <a:pt x="1167" y="279"/>
                  </a:lnTo>
                  <a:lnTo>
                    <a:pt x="1167" y="281"/>
                  </a:lnTo>
                  <a:lnTo>
                    <a:pt x="1166" y="284"/>
                  </a:lnTo>
                  <a:lnTo>
                    <a:pt x="1166" y="287"/>
                  </a:lnTo>
                  <a:lnTo>
                    <a:pt x="1166" y="289"/>
                  </a:lnTo>
                  <a:lnTo>
                    <a:pt x="1166" y="292"/>
                  </a:lnTo>
                  <a:lnTo>
                    <a:pt x="1166" y="294"/>
                  </a:lnTo>
                  <a:lnTo>
                    <a:pt x="1165" y="296"/>
                  </a:lnTo>
                  <a:lnTo>
                    <a:pt x="1165" y="298"/>
                  </a:lnTo>
                  <a:lnTo>
                    <a:pt x="1165" y="300"/>
                  </a:lnTo>
                  <a:lnTo>
                    <a:pt x="1164" y="302"/>
                  </a:lnTo>
                  <a:lnTo>
                    <a:pt x="1163" y="303"/>
                  </a:lnTo>
                  <a:lnTo>
                    <a:pt x="1163" y="305"/>
                  </a:lnTo>
                  <a:lnTo>
                    <a:pt x="1162" y="306"/>
                  </a:lnTo>
                  <a:lnTo>
                    <a:pt x="1161" y="307"/>
                  </a:lnTo>
                  <a:lnTo>
                    <a:pt x="1160" y="308"/>
                  </a:lnTo>
                  <a:lnTo>
                    <a:pt x="1159" y="309"/>
                  </a:lnTo>
                  <a:lnTo>
                    <a:pt x="1159" y="310"/>
                  </a:lnTo>
                  <a:lnTo>
                    <a:pt x="1158" y="310"/>
                  </a:lnTo>
                  <a:lnTo>
                    <a:pt x="1158" y="311"/>
                  </a:lnTo>
                  <a:lnTo>
                    <a:pt x="1157" y="311"/>
                  </a:lnTo>
                  <a:lnTo>
                    <a:pt x="1156" y="312"/>
                  </a:lnTo>
                  <a:lnTo>
                    <a:pt x="1156" y="313"/>
                  </a:lnTo>
                  <a:lnTo>
                    <a:pt x="1155" y="313"/>
                  </a:lnTo>
                  <a:lnTo>
                    <a:pt x="1154" y="314"/>
                  </a:lnTo>
                  <a:lnTo>
                    <a:pt x="1153" y="315"/>
                  </a:lnTo>
                  <a:lnTo>
                    <a:pt x="1152" y="317"/>
                  </a:lnTo>
                  <a:lnTo>
                    <a:pt x="1151" y="318"/>
                  </a:lnTo>
                  <a:lnTo>
                    <a:pt x="1151" y="319"/>
                  </a:lnTo>
                  <a:lnTo>
                    <a:pt x="1150" y="321"/>
                  </a:lnTo>
                  <a:lnTo>
                    <a:pt x="1149" y="322"/>
                  </a:lnTo>
                  <a:lnTo>
                    <a:pt x="1148" y="324"/>
                  </a:lnTo>
                  <a:lnTo>
                    <a:pt x="1147" y="326"/>
                  </a:lnTo>
                  <a:lnTo>
                    <a:pt x="1146" y="327"/>
                  </a:lnTo>
                  <a:lnTo>
                    <a:pt x="1146" y="329"/>
                  </a:lnTo>
                  <a:lnTo>
                    <a:pt x="1146" y="331"/>
                  </a:lnTo>
                  <a:lnTo>
                    <a:pt x="1145" y="332"/>
                  </a:lnTo>
                  <a:lnTo>
                    <a:pt x="1145" y="333"/>
                  </a:lnTo>
                  <a:lnTo>
                    <a:pt x="1145" y="334"/>
                  </a:lnTo>
                  <a:lnTo>
                    <a:pt x="1145" y="336"/>
                  </a:lnTo>
                  <a:lnTo>
                    <a:pt x="1145" y="337"/>
                  </a:lnTo>
                  <a:lnTo>
                    <a:pt x="1146" y="338"/>
                  </a:lnTo>
                  <a:lnTo>
                    <a:pt x="1146" y="339"/>
                  </a:lnTo>
                  <a:lnTo>
                    <a:pt x="1146" y="340"/>
                  </a:lnTo>
                  <a:lnTo>
                    <a:pt x="1147" y="341"/>
                  </a:lnTo>
                  <a:lnTo>
                    <a:pt x="1148" y="342"/>
                  </a:lnTo>
                  <a:lnTo>
                    <a:pt x="1148" y="343"/>
                  </a:lnTo>
                  <a:lnTo>
                    <a:pt x="1148" y="344"/>
                  </a:lnTo>
                  <a:lnTo>
                    <a:pt x="1149" y="345"/>
                  </a:lnTo>
                  <a:lnTo>
                    <a:pt x="1150" y="347"/>
                  </a:lnTo>
                  <a:lnTo>
                    <a:pt x="1152" y="354"/>
                  </a:lnTo>
                  <a:lnTo>
                    <a:pt x="1155" y="357"/>
                  </a:lnTo>
                  <a:lnTo>
                    <a:pt x="1156" y="357"/>
                  </a:lnTo>
                  <a:lnTo>
                    <a:pt x="1156" y="358"/>
                  </a:lnTo>
                  <a:lnTo>
                    <a:pt x="1157" y="358"/>
                  </a:lnTo>
                  <a:lnTo>
                    <a:pt x="1158" y="358"/>
                  </a:lnTo>
                  <a:lnTo>
                    <a:pt x="1167" y="363"/>
                  </a:lnTo>
                  <a:lnTo>
                    <a:pt x="1168" y="363"/>
                  </a:lnTo>
                  <a:lnTo>
                    <a:pt x="1169" y="363"/>
                  </a:lnTo>
                  <a:lnTo>
                    <a:pt x="1170" y="364"/>
                  </a:lnTo>
                  <a:lnTo>
                    <a:pt x="1171" y="364"/>
                  </a:lnTo>
                  <a:lnTo>
                    <a:pt x="1172" y="365"/>
                  </a:lnTo>
                  <a:lnTo>
                    <a:pt x="1173" y="365"/>
                  </a:lnTo>
                  <a:lnTo>
                    <a:pt x="1175" y="366"/>
                  </a:lnTo>
                  <a:lnTo>
                    <a:pt x="1176" y="366"/>
                  </a:lnTo>
                  <a:lnTo>
                    <a:pt x="1177" y="367"/>
                  </a:lnTo>
                  <a:lnTo>
                    <a:pt x="1178" y="368"/>
                  </a:lnTo>
                  <a:lnTo>
                    <a:pt x="1180" y="368"/>
                  </a:lnTo>
                  <a:lnTo>
                    <a:pt x="1181" y="369"/>
                  </a:lnTo>
                  <a:lnTo>
                    <a:pt x="1182" y="370"/>
                  </a:lnTo>
                  <a:lnTo>
                    <a:pt x="1183" y="370"/>
                  </a:lnTo>
                  <a:lnTo>
                    <a:pt x="1184" y="371"/>
                  </a:lnTo>
                  <a:lnTo>
                    <a:pt x="1185" y="371"/>
                  </a:lnTo>
                  <a:lnTo>
                    <a:pt x="1185" y="372"/>
                  </a:lnTo>
                  <a:lnTo>
                    <a:pt x="1186" y="372"/>
                  </a:lnTo>
                  <a:lnTo>
                    <a:pt x="1187" y="373"/>
                  </a:lnTo>
                  <a:lnTo>
                    <a:pt x="1196" y="374"/>
                  </a:lnTo>
                  <a:lnTo>
                    <a:pt x="1209" y="376"/>
                  </a:lnTo>
                  <a:lnTo>
                    <a:pt x="1224" y="380"/>
                  </a:lnTo>
                  <a:lnTo>
                    <a:pt x="1225" y="380"/>
                  </a:lnTo>
                  <a:lnTo>
                    <a:pt x="1225" y="381"/>
                  </a:lnTo>
                  <a:lnTo>
                    <a:pt x="1226" y="381"/>
                  </a:lnTo>
                  <a:lnTo>
                    <a:pt x="1227" y="381"/>
                  </a:lnTo>
                  <a:lnTo>
                    <a:pt x="1228" y="381"/>
                  </a:lnTo>
                  <a:lnTo>
                    <a:pt x="1235" y="383"/>
                  </a:lnTo>
                  <a:lnTo>
                    <a:pt x="1236" y="383"/>
                  </a:lnTo>
                  <a:lnTo>
                    <a:pt x="1237" y="383"/>
                  </a:lnTo>
                  <a:lnTo>
                    <a:pt x="1238" y="383"/>
                  </a:lnTo>
                  <a:lnTo>
                    <a:pt x="1239" y="383"/>
                  </a:lnTo>
                  <a:lnTo>
                    <a:pt x="1250" y="380"/>
                  </a:lnTo>
                  <a:lnTo>
                    <a:pt x="1265" y="383"/>
                  </a:lnTo>
                  <a:lnTo>
                    <a:pt x="1274" y="385"/>
                  </a:lnTo>
                  <a:lnTo>
                    <a:pt x="1275" y="385"/>
                  </a:lnTo>
                  <a:lnTo>
                    <a:pt x="1275" y="386"/>
                  </a:lnTo>
                  <a:lnTo>
                    <a:pt x="1276" y="386"/>
                  </a:lnTo>
                  <a:lnTo>
                    <a:pt x="1277" y="386"/>
                  </a:lnTo>
                  <a:lnTo>
                    <a:pt x="1287" y="390"/>
                  </a:lnTo>
                  <a:lnTo>
                    <a:pt x="1289" y="390"/>
                  </a:lnTo>
                  <a:lnTo>
                    <a:pt x="1289" y="391"/>
                  </a:lnTo>
                  <a:lnTo>
                    <a:pt x="1290" y="391"/>
                  </a:lnTo>
                  <a:lnTo>
                    <a:pt x="1292" y="392"/>
                  </a:lnTo>
                  <a:lnTo>
                    <a:pt x="1293" y="392"/>
                  </a:lnTo>
                  <a:lnTo>
                    <a:pt x="1294" y="393"/>
                  </a:lnTo>
                  <a:lnTo>
                    <a:pt x="1296" y="393"/>
                  </a:lnTo>
                  <a:lnTo>
                    <a:pt x="1298" y="394"/>
                  </a:lnTo>
                  <a:lnTo>
                    <a:pt x="1299" y="395"/>
                  </a:lnTo>
                  <a:lnTo>
                    <a:pt x="1301" y="397"/>
                  </a:lnTo>
                  <a:lnTo>
                    <a:pt x="1303" y="398"/>
                  </a:lnTo>
                  <a:lnTo>
                    <a:pt x="1305" y="399"/>
                  </a:lnTo>
                  <a:lnTo>
                    <a:pt x="1307" y="401"/>
                  </a:lnTo>
                  <a:lnTo>
                    <a:pt x="1309" y="402"/>
                  </a:lnTo>
                  <a:lnTo>
                    <a:pt x="1311" y="404"/>
                  </a:lnTo>
                  <a:lnTo>
                    <a:pt x="1314" y="406"/>
                  </a:lnTo>
                  <a:lnTo>
                    <a:pt x="1316" y="408"/>
                  </a:lnTo>
                  <a:lnTo>
                    <a:pt x="1322" y="412"/>
                  </a:lnTo>
                  <a:lnTo>
                    <a:pt x="1325" y="415"/>
                  </a:lnTo>
                  <a:lnTo>
                    <a:pt x="1328" y="417"/>
                  </a:lnTo>
                  <a:lnTo>
                    <a:pt x="1331" y="419"/>
                  </a:lnTo>
                  <a:lnTo>
                    <a:pt x="1333" y="422"/>
                  </a:lnTo>
                  <a:lnTo>
                    <a:pt x="1336" y="424"/>
                  </a:lnTo>
                  <a:lnTo>
                    <a:pt x="1339" y="427"/>
                  </a:lnTo>
                  <a:lnTo>
                    <a:pt x="1342" y="429"/>
                  </a:lnTo>
                  <a:lnTo>
                    <a:pt x="1344" y="431"/>
                  </a:lnTo>
                  <a:lnTo>
                    <a:pt x="1346" y="433"/>
                  </a:lnTo>
                  <a:lnTo>
                    <a:pt x="1348" y="435"/>
                  </a:lnTo>
                  <a:lnTo>
                    <a:pt x="1350" y="437"/>
                  </a:lnTo>
                  <a:lnTo>
                    <a:pt x="1352" y="439"/>
                  </a:lnTo>
                  <a:lnTo>
                    <a:pt x="1353" y="440"/>
                  </a:lnTo>
                  <a:lnTo>
                    <a:pt x="1355" y="441"/>
                  </a:lnTo>
                  <a:lnTo>
                    <a:pt x="1356" y="443"/>
                  </a:lnTo>
                  <a:lnTo>
                    <a:pt x="1357" y="443"/>
                  </a:lnTo>
                  <a:lnTo>
                    <a:pt x="1357" y="444"/>
                  </a:lnTo>
                  <a:lnTo>
                    <a:pt x="1358" y="444"/>
                  </a:lnTo>
                  <a:lnTo>
                    <a:pt x="1358" y="445"/>
                  </a:lnTo>
                  <a:lnTo>
                    <a:pt x="1359" y="445"/>
                  </a:lnTo>
                  <a:lnTo>
                    <a:pt x="1360" y="446"/>
                  </a:lnTo>
                  <a:lnTo>
                    <a:pt x="1361" y="447"/>
                  </a:lnTo>
                  <a:lnTo>
                    <a:pt x="1362" y="448"/>
                  </a:lnTo>
                  <a:lnTo>
                    <a:pt x="1363" y="449"/>
                  </a:lnTo>
                  <a:lnTo>
                    <a:pt x="1365" y="450"/>
                  </a:lnTo>
                  <a:lnTo>
                    <a:pt x="1366" y="451"/>
                  </a:lnTo>
                  <a:lnTo>
                    <a:pt x="1367" y="453"/>
                  </a:lnTo>
                  <a:lnTo>
                    <a:pt x="1368" y="453"/>
                  </a:lnTo>
                  <a:lnTo>
                    <a:pt x="1370" y="455"/>
                  </a:lnTo>
                  <a:lnTo>
                    <a:pt x="1371" y="456"/>
                  </a:lnTo>
                  <a:lnTo>
                    <a:pt x="1373" y="457"/>
                  </a:lnTo>
                  <a:lnTo>
                    <a:pt x="1374" y="458"/>
                  </a:lnTo>
                  <a:lnTo>
                    <a:pt x="1376" y="459"/>
                  </a:lnTo>
                  <a:lnTo>
                    <a:pt x="1378" y="459"/>
                  </a:lnTo>
                  <a:lnTo>
                    <a:pt x="1379" y="460"/>
                  </a:lnTo>
                  <a:lnTo>
                    <a:pt x="1381" y="461"/>
                  </a:lnTo>
                  <a:lnTo>
                    <a:pt x="1383" y="461"/>
                  </a:lnTo>
                  <a:lnTo>
                    <a:pt x="1385" y="461"/>
                  </a:lnTo>
                  <a:lnTo>
                    <a:pt x="1386" y="461"/>
                  </a:lnTo>
                  <a:lnTo>
                    <a:pt x="1388" y="462"/>
                  </a:lnTo>
                  <a:lnTo>
                    <a:pt x="1390" y="462"/>
                  </a:lnTo>
                  <a:lnTo>
                    <a:pt x="1391" y="462"/>
                  </a:lnTo>
                  <a:lnTo>
                    <a:pt x="1393" y="462"/>
                  </a:lnTo>
                  <a:lnTo>
                    <a:pt x="1395" y="462"/>
                  </a:lnTo>
                  <a:lnTo>
                    <a:pt x="1396" y="462"/>
                  </a:lnTo>
                  <a:lnTo>
                    <a:pt x="1398" y="462"/>
                  </a:lnTo>
                  <a:lnTo>
                    <a:pt x="1399" y="462"/>
                  </a:lnTo>
                  <a:lnTo>
                    <a:pt x="1401" y="462"/>
                  </a:lnTo>
                  <a:lnTo>
                    <a:pt x="1402" y="463"/>
                  </a:lnTo>
                  <a:lnTo>
                    <a:pt x="1403" y="463"/>
                  </a:lnTo>
                  <a:lnTo>
                    <a:pt x="1404" y="463"/>
                  </a:lnTo>
                  <a:lnTo>
                    <a:pt x="1405" y="463"/>
                  </a:lnTo>
                  <a:lnTo>
                    <a:pt x="1406" y="463"/>
                  </a:lnTo>
                  <a:lnTo>
                    <a:pt x="1406" y="464"/>
                  </a:lnTo>
                  <a:lnTo>
                    <a:pt x="1408" y="470"/>
                  </a:lnTo>
                  <a:lnTo>
                    <a:pt x="1409" y="470"/>
                  </a:lnTo>
                  <a:lnTo>
                    <a:pt x="1409" y="471"/>
                  </a:lnTo>
                  <a:lnTo>
                    <a:pt x="1409" y="472"/>
                  </a:lnTo>
                  <a:lnTo>
                    <a:pt x="1408" y="472"/>
                  </a:lnTo>
                  <a:lnTo>
                    <a:pt x="1408" y="473"/>
                  </a:lnTo>
                  <a:lnTo>
                    <a:pt x="1404" y="481"/>
                  </a:lnTo>
                  <a:lnTo>
                    <a:pt x="1410" y="486"/>
                  </a:lnTo>
                  <a:lnTo>
                    <a:pt x="1410" y="487"/>
                  </a:lnTo>
                  <a:lnTo>
                    <a:pt x="1411" y="487"/>
                  </a:lnTo>
                  <a:lnTo>
                    <a:pt x="1411" y="488"/>
                  </a:lnTo>
                  <a:lnTo>
                    <a:pt x="1411" y="489"/>
                  </a:lnTo>
                  <a:lnTo>
                    <a:pt x="1412" y="490"/>
                  </a:lnTo>
                  <a:lnTo>
                    <a:pt x="1416" y="499"/>
                  </a:lnTo>
                  <a:lnTo>
                    <a:pt x="1417" y="511"/>
                  </a:lnTo>
                  <a:lnTo>
                    <a:pt x="1421" y="522"/>
                  </a:lnTo>
                  <a:lnTo>
                    <a:pt x="1426" y="535"/>
                  </a:lnTo>
                  <a:lnTo>
                    <a:pt x="1428" y="548"/>
                  </a:lnTo>
                  <a:lnTo>
                    <a:pt x="1439" y="563"/>
                  </a:lnTo>
                  <a:lnTo>
                    <a:pt x="1449" y="577"/>
                  </a:lnTo>
                  <a:lnTo>
                    <a:pt x="1455" y="591"/>
                  </a:lnTo>
                  <a:lnTo>
                    <a:pt x="1456" y="592"/>
                  </a:lnTo>
                  <a:lnTo>
                    <a:pt x="1456" y="593"/>
                  </a:lnTo>
                  <a:lnTo>
                    <a:pt x="1441" y="602"/>
                  </a:lnTo>
                  <a:lnTo>
                    <a:pt x="1433" y="612"/>
                  </a:lnTo>
                  <a:lnTo>
                    <a:pt x="1428" y="615"/>
                  </a:lnTo>
                  <a:lnTo>
                    <a:pt x="1424" y="620"/>
                  </a:lnTo>
                  <a:lnTo>
                    <a:pt x="1425" y="627"/>
                  </a:lnTo>
                  <a:lnTo>
                    <a:pt x="1430" y="632"/>
                  </a:lnTo>
                  <a:lnTo>
                    <a:pt x="1428" y="637"/>
                  </a:lnTo>
                  <a:lnTo>
                    <a:pt x="1428" y="643"/>
                  </a:lnTo>
                  <a:lnTo>
                    <a:pt x="1435" y="650"/>
                  </a:lnTo>
                  <a:lnTo>
                    <a:pt x="1428" y="658"/>
                  </a:lnTo>
                  <a:lnTo>
                    <a:pt x="1423" y="661"/>
                  </a:lnTo>
                  <a:lnTo>
                    <a:pt x="1421" y="661"/>
                  </a:lnTo>
                  <a:lnTo>
                    <a:pt x="1421" y="663"/>
                  </a:lnTo>
                  <a:lnTo>
                    <a:pt x="1416" y="663"/>
                  </a:lnTo>
                  <a:lnTo>
                    <a:pt x="1415" y="664"/>
                  </a:lnTo>
                  <a:lnTo>
                    <a:pt x="1402" y="665"/>
                  </a:lnTo>
                  <a:lnTo>
                    <a:pt x="1400" y="666"/>
                  </a:lnTo>
                  <a:lnTo>
                    <a:pt x="1395" y="667"/>
                  </a:lnTo>
                  <a:lnTo>
                    <a:pt x="1390" y="670"/>
                  </a:lnTo>
                  <a:lnTo>
                    <a:pt x="1384" y="678"/>
                  </a:lnTo>
                  <a:lnTo>
                    <a:pt x="1374" y="670"/>
                  </a:lnTo>
                  <a:lnTo>
                    <a:pt x="1352" y="672"/>
                  </a:lnTo>
                  <a:lnTo>
                    <a:pt x="1344" y="676"/>
                  </a:lnTo>
                  <a:lnTo>
                    <a:pt x="1341" y="679"/>
                  </a:lnTo>
                  <a:lnTo>
                    <a:pt x="1313" y="696"/>
                  </a:lnTo>
                  <a:lnTo>
                    <a:pt x="1288" y="724"/>
                  </a:lnTo>
                  <a:lnTo>
                    <a:pt x="1288" y="726"/>
                  </a:lnTo>
                  <a:lnTo>
                    <a:pt x="1262" y="754"/>
                  </a:lnTo>
                  <a:lnTo>
                    <a:pt x="1250" y="760"/>
                  </a:lnTo>
                  <a:lnTo>
                    <a:pt x="1248" y="762"/>
                  </a:lnTo>
                  <a:lnTo>
                    <a:pt x="1246" y="760"/>
                  </a:lnTo>
                  <a:lnTo>
                    <a:pt x="1236" y="759"/>
                  </a:lnTo>
                  <a:lnTo>
                    <a:pt x="1235" y="758"/>
                  </a:lnTo>
                  <a:lnTo>
                    <a:pt x="1226" y="757"/>
                  </a:lnTo>
                  <a:lnTo>
                    <a:pt x="1225" y="756"/>
                  </a:lnTo>
                  <a:lnTo>
                    <a:pt x="1218" y="756"/>
                  </a:lnTo>
                  <a:lnTo>
                    <a:pt x="1214" y="760"/>
                  </a:lnTo>
                  <a:lnTo>
                    <a:pt x="1215" y="765"/>
                  </a:lnTo>
                  <a:lnTo>
                    <a:pt x="1214" y="766"/>
                  </a:lnTo>
                  <a:lnTo>
                    <a:pt x="1214" y="771"/>
                  </a:lnTo>
                  <a:lnTo>
                    <a:pt x="1212" y="775"/>
                  </a:lnTo>
                  <a:lnTo>
                    <a:pt x="1213" y="778"/>
                  </a:lnTo>
                  <a:lnTo>
                    <a:pt x="1212" y="780"/>
                  </a:lnTo>
                  <a:lnTo>
                    <a:pt x="1210" y="793"/>
                  </a:lnTo>
                  <a:lnTo>
                    <a:pt x="1208" y="799"/>
                  </a:lnTo>
                  <a:lnTo>
                    <a:pt x="1206" y="801"/>
                  </a:lnTo>
                  <a:lnTo>
                    <a:pt x="1204" y="806"/>
                  </a:lnTo>
                  <a:lnTo>
                    <a:pt x="1207" y="849"/>
                  </a:lnTo>
                  <a:lnTo>
                    <a:pt x="1206" y="851"/>
                  </a:lnTo>
                  <a:lnTo>
                    <a:pt x="1206" y="855"/>
                  </a:lnTo>
                  <a:lnTo>
                    <a:pt x="1204" y="855"/>
                  </a:lnTo>
                  <a:lnTo>
                    <a:pt x="1204" y="858"/>
                  </a:lnTo>
                  <a:lnTo>
                    <a:pt x="1200" y="864"/>
                  </a:lnTo>
                  <a:lnTo>
                    <a:pt x="1186" y="864"/>
                  </a:lnTo>
                  <a:lnTo>
                    <a:pt x="1174" y="867"/>
                  </a:lnTo>
                  <a:lnTo>
                    <a:pt x="1172" y="868"/>
                  </a:lnTo>
                  <a:lnTo>
                    <a:pt x="1154" y="869"/>
                  </a:lnTo>
                  <a:lnTo>
                    <a:pt x="1153" y="870"/>
                  </a:lnTo>
                  <a:lnTo>
                    <a:pt x="1134" y="871"/>
                  </a:lnTo>
                  <a:lnTo>
                    <a:pt x="1132" y="873"/>
                  </a:lnTo>
                  <a:lnTo>
                    <a:pt x="1115" y="874"/>
                  </a:lnTo>
                  <a:lnTo>
                    <a:pt x="1113" y="875"/>
                  </a:lnTo>
                  <a:lnTo>
                    <a:pt x="1101" y="876"/>
                  </a:lnTo>
                  <a:lnTo>
                    <a:pt x="1100" y="877"/>
                  </a:lnTo>
                  <a:lnTo>
                    <a:pt x="1086" y="879"/>
                  </a:lnTo>
                  <a:lnTo>
                    <a:pt x="1085" y="881"/>
                  </a:lnTo>
                  <a:lnTo>
                    <a:pt x="1072" y="883"/>
                  </a:lnTo>
                  <a:lnTo>
                    <a:pt x="1070" y="884"/>
                  </a:lnTo>
                  <a:lnTo>
                    <a:pt x="1056" y="886"/>
                  </a:lnTo>
                  <a:lnTo>
                    <a:pt x="1054" y="888"/>
                  </a:lnTo>
                  <a:lnTo>
                    <a:pt x="1049" y="888"/>
                  </a:lnTo>
                  <a:lnTo>
                    <a:pt x="1047" y="889"/>
                  </a:lnTo>
                  <a:lnTo>
                    <a:pt x="1041" y="890"/>
                  </a:lnTo>
                  <a:lnTo>
                    <a:pt x="1040" y="891"/>
                  </a:lnTo>
                  <a:lnTo>
                    <a:pt x="1034" y="891"/>
                  </a:lnTo>
                  <a:lnTo>
                    <a:pt x="1033" y="893"/>
                  </a:lnTo>
                  <a:lnTo>
                    <a:pt x="1027" y="893"/>
                  </a:lnTo>
                  <a:lnTo>
                    <a:pt x="1023" y="897"/>
                  </a:lnTo>
                  <a:lnTo>
                    <a:pt x="1025" y="909"/>
                  </a:lnTo>
                  <a:lnTo>
                    <a:pt x="1028" y="914"/>
                  </a:lnTo>
                  <a:lnTo>
                    <a:pt x="1029" y="918"/>
                  </a:lnTo>
                  <a:lnTo>
                    <a:pt x="1032" y="923"/>
                  </a:lnTo>
                  <a:lnTo>
                    <a:pt x="1033" y="932"/>
                  </a:lnTo>
                  <a:lnTo>
                    <a:pt x="1035" y="934"/>
                  </a:lnTo>
                  <a:lnTo>
                    <a:pt x="1036" y="953"/>
                  </a:lnTo>
                  <a:lnTo>
                    <a:pt x="1070" y="984"/>
                  </a:lnTo>
                  <a:lnTo>
                    <a:pt x="1073" y="1001"/>
                  </a:lnTo>
                  <a:lnTo>
                    <a:pt x="1080" y="1010"/>
                  </a:lnTo>
                  <a:lnTo>
                    <a:pt x="1080" y="1018"/>
                  </a:lnTo>
                  <a:lnTo>
                    <a:pt x="1079" y="1020"/>
                  </a:lnTo>
                  <a:lnTo>
                    <a:pt x="1063" y="1020"/>
                  </a:lnTo>
                  <a:lnTo>
                    <a:pt x="1061" y="1022"/>
                  </a:lnTo>
                  <a:lnTo>
                    <a:pt x="1060" y="1021"/>
                  </a:lnTo>
                  <a:lnTo>
                    <a:pt x="1048" y="1026"/>
                  </a:lnTo>
                  <a:lnTo>
                    <a:pt x="1041" y="1030"/>
                  </a:lnTo>
                  <a:lnTo>
                    <a:pt x="1039" y="1030"/>
                  </a:lnTo>
                  <a:lnTo>
                    <a:pt x="1036" y="1033"/>
                  </a:lnTo>
                  <a:lnTo>
                    <a:pt x="1036" y="1049"/>
                  </a:lnTo>
                  <a:lnTo>
                    <a:pt x="1038" y="1052"/>
                  </a:lnTo>
                  <a:lnTo>
                    <a:pt x="1046" y="1053"/>
                  </a:lnTo>
                  <a:lnTo>
                    <a:pt x="1046" y="1054"/>
                  </a:lnTo>
                  <a:lnTo>
                    <a:pt x="1054" y="1055"/>
                  </a:lnTo>
                  <a:lnTo>
                    <a:pt x="1057" y="1058"/>
                  </a:lnTo>
                  <a:lnTo>
                    <a:pt x="1058" y="1089"/>
                  </a:lnTo>
                  <a:lnTo>
                    <a:pt x="1040" y="1090"/>
                  </a:lnTo>
                  <a:lnTo>
                    <a:pt x="1033" y="1083"/>
                  </a:lnTo>
                  <a:lnTo>
                    <a:pt x="1031" y="1083"/>
                  </a:lnTo>
                  <a:lnTo>
                    <a:pt x="1030" y="1082"/>
                  </a:lnTo>
                  <a:lnTo>
                    <a:pt x="1027" y="1082"/>
                  </a:lnTo>
                  <a:lnTo>
                    <a:pt x="1021" y="1079"/>
                  </a:lnTo>
                  <a:lnTo>
                    <a:pt x="1013" y="1078"/>
                  </a:lnTo>
                  <a:lnTo>
                    <a:pt x="1012" y="1077"/>
                  </a:lnTo>
                  <a:lnTo>
                    <a:pt x="1009" y="1077"/>
                  </a:lnTo>
                  <a:lnTo>
                    <a:pt x="1003" y="1073"/>
                  </a:lnTo>
                  <a:lnTo>
                    <a:pt x="1002" y="1074"/>
                  </a:lnTo>
                  <a:lnTo>
                    <a:pt x="998" y="1070"/>
                  </a:lnTo>
                  <a:lnTo>
                    <a:pt x="996" y="1070"/>
                  </a:lnTo>
                  <a:lnTo>
                    <a:pt x="993" y="1067"/>
                  </a:lnTo>
                  <a:lnTo>
                    <a:pt x="989" y="1068"/>
                  </a:lnTo>
                  <a:lnTo>
                    <a:pt x="986" y="1074"/>
                  </a:lnTo>
                  <a:lnTo>
                    <a:pt x="983" y="1077"/>
                  </a:lnTo>
                  <a:lnTo>
                    <a:pt x="967" y="1078"/>
                  </a:lnTo>
                  <a:lnTo>
                    <a:pt x="929" y="1051"/>
                  </a:lnTo>
                  <a:lnTo>
                    <a:pt x="918" y="1050"/>
                  </a:lnTo>
                  <a:lnTo>
                    <a:pt x="917" y="1049"/>
                  </a:lnTo>
                  <a:lnTo>
                    <a:pt x="913" y="1048"/>
                  </a:lnTo>
                  <a:lnTo>
                    <a:pt x="912" y="1049"/>
                  </a:lnTo>
                  <a:lnTo>
                    <a:pt x="910" y="1048"/>
                  </a:lnTo>
                  <a:lnTo>
                    <a:pt x="908" y="1048"/>
                  </a:lnTo>
                  <a:lnTo>
                    <a:pt x="904" y="1042"/>
                  </a:lnTo>
                  <a:lnTo>
                    <a:pt x="904" y="1038"/>
                  </a:lnTo>
                  <a:lnTo>
                    <a:pt x="897" y="1034"/>
                  </a:lnTo>
                  <a:lnTo>
                    <a:pt x="895" y="1035"/>
                  </a:lnTo>
                  <a:lnTo>
                    <a:pt x="892" y="1033"/>
                  </a:lnTo>
                  <a:lnTo>
                    <a:pt x="888" y="1033"/>
                  </a:lnTo>
                  <a:lnTo>
                    <a:pt x="886" y="1032"/>
                  </a:lnTo>
                  <a:lnTo>
                    <a:pt x="882" y="1033"/>
                  </a:lnTo>
                  <a:lnTo>
                    <a:pt x="880" y="1031"/>
                  </a:lnTo>
                  <a:lnTo>
                    <a:pt x="876" y="1031"/>
                  </a:lnTo>
                  <a:lnTo>
                    <a:pt x="875" y="1030"/>
                  </a:lnTo>
                  <a:lnTo>
                    <a:pt x="856" y="1032"/>
                  </a:lnTo>
                  <a:lnTo>
                    <a:pt x="854" y="1030"/>
                  </a:lnTo>
                  <a:lnTo>
                    <a:pt x="824" y="1032"/>
                  </a:lnTo>
                  <a:lnTo>
                    <a:pt x="821" y="1030"/>
                  </a:lnTo>
                  <a:lnTo>
                    <a:pt x="789" y="1032"/>
                  </a:lnTo>
                  <a:lnTo>
                    <a:pt x="785" y="1031"/>
                  </a:lnTo>
                  <a:lnTo>
                    <a:pt x="771" y="1032"/>
                  </a:lnTo>
                  <a:lnTo>
                    <a:pt x="765" y="1029"/>
                  </a:lnTo>
                  <a:lnTo>
                    <a:pt x="758" y="1029"/>
                  </a:lnTo>
                  <a:lnTo>
                    <a:pt x="757" y="1031"/>
                  </a:lnTo>
                  <a:lnTo>
                    <a:pt x="750" y="1032"/>
                  </a:lnTo>
                  <a:lnTo>
                    <a:pt x="748" y="1031"/>
                  </a:lnTo>
                  <a:lnTo>
                    <a:pt x="746" y="1033"/>
                  </a:lnTo>
                  <a:lnTo>
                    <a:pt x="744" y="1033"/>
                  </a:lnTo>
                  <a:lnTo>
                    <a:pt x="736" y="1043"/>
                  </a:lnTo>
                  <a:lnTo>
                    <a:pt x="734" y="1049"/>
                  </a:lnTo>
                  <a:lnTo>
                    <a:pt x="731" y="1052"/>
                  </a:lnTo>
                  <a:lnTo>
                    <a:pt x="731" y="1054"/>
                  </a:lnTo>
                  <a:lnTo>
                    <a:pt x="696" y="1059"/>
                  </a:lnTo>
                  <a:lnTo>
                    <a:pt x="691" y="1056"/>
                  </a:lnTo>
                  <a:lnTo>
                    <a:pt x="688" y="1055"/>
                  </a:lnTo>
                  <a:lnTo>
                    <a:pt x="676" y="1050"/>
                  </a:lnTo>
                  <a:lnTo>
                    <a:pt x="669" y="1050"/>
                  </a:lnTo>
                  <a:lnTo>
                    <a:pt x="664" y="1053"/>
                  </a:lnTo>
                  <a:lnTo>
                    <a:pt x="647" y="1054"/>
                  </a:lnTo>
                  <a:lnTo>
                    <a:pt x="645" y="1055"/>
                  </a:lnTo>
                  <a:lnTo>
                    <a:pt x="638" y="1055"/>
                  </a:lnTo>
                  <a:lnTo>
                    <a:pt x="636" y="1057"/>
                  </a:lnTo>
                  <a:lnTo>
                    <a:pt x="625" y="1057"/>
                  </a:lnTo>
                  <a:lnTo>
                    <a:pt x="620" y="1059"/>
                  </a:lnTo>
                  <a:lnTo>
                    <a:pt x="616" y="1062"/>
                  </a:lnTo>
                  <a:lnTo>
                    <a:pt x="614" y="1061"/>
                  </a:lnTo>
                  <a:lnTo>
                    <a:pt x="613" y="1064"/>
                  </a:lnTo>
                  <a:lnTo>
                    <a:pt x="610" y="1064"/>
                  </a:lnTo>
                  <a:lnTo>
                    <a:pt x="606" y="1066"/>
                  </a:lnTo>
                  <a:lnTo>
                    <a:pt x="603" y="1067"/>
                  </a:lnTo>
                  <a:lnTo>
                    <a:pt x="601" y="1065"/>
                  </a:lnTo>
                  <a:lnTo>
                    <a:pt x="598" y="1065"/>
                  </a:lnTo>
                  <a:lnTo>
                    <a:pt x="592" y="1066"/>
                  </a:lnTo>
                  <a:lnTo>
                    <a:pt x="590" y="1065"/>
                  </a:lnTo>
                  <a:lnTo>
                    <a:pt x="580" y="1065"/>
                  </a:lnTo>
                  <a:lnTo>
                    <a:pt x="579" y="1064"/>
                  </a:lnTo>
                  <a:lnTo>
                    <a:pt x="575" y="1064"/>
                  </a:lnTo>
                  <a:lnTo>
                    <a:pt x="572" y="1064"/>
                  </a:lnTo>
                  <a:lnTo>
                    <a:pt x="569" y="1063"/>
                  </a:lnTo>
                  <a:lnTo>
                    <a:pt x="565" y="1063"/>
                  </a:lnTo>
                  <a:lnTo>
                    <a:pt x="536" y="1051"/>
                  </a:lnTo>
                  <a:lnTo>
                    <a:pt x="532" y="1047"/>
                  </a:lnTo>
                  <a:lnTo>
                    <a:pt x="529" y="1042"/>
                  </a:lnTo>
                  <a:lnTo>
                    <a:pt x="529" y="1039"/>
                  </a:lnTo>
                  <a:lnTo>
                    <a:pt x="526" y="1036"/>
                  </a:lnTo>
                  <a:lnTo>
                    <a:pt x="526" y="1033"/>
                  </a:lnTo>
                  <a:lnTo>
                    <a:pt x="525" y="1032"/>
                  </a:lnTo>
                  <a:lnTo>
                    <a:pt x="523" y="1027"/>
                  </a:lnTo>
                  <a:lnTo>
                    <a:pt x="522" y="1027"/>
                  </a:lnTo>
                  <a:lnTo>
                    <a:pt x="521" y="1025"/>
                  </a:lnTo>
                  <a:lnTo>
                    <a:pt x="518" y="1021"/>
                  </a:lnTo>
                  <a:lnTo>
                    <a:pt x="517" y="1021"/>
                  </a:lnTo>
                  <a:lnTo>
                    <a:pt x="516" y="1022"/>
                  </a:lnTo>
                  <a:lnTo>
                    <a:pt x="513" y="1022"/>
                  </a:lnTo>
                  <a:lnTo>
                    <a:pt x="511" y="1024"/>
                  </a:lnTo>
                  <a:lnTo>
                    <a:pt x="509" y="1024"/>
                  </a:lnTo>
                  <a:lnTo>
                    <a:pt x="495" y="1018"/>
                  </a:lnTo>
                  <a:lnTo>
                    <a:pt x="490" y="1018"/>
                  </a:lnTo>
                  <a:lnTo>
                    <a:pt x="490" y="1020"/>
                  </a:lnTo>
                  <a:lnTo>
                    <a:pt x="461" y="1036"/>
                  </a:lnTo>
                  <a:lnTo>
                    <a:pt x="458" y="1036"/>
                  </a:lnTo>
                  <a:lnTo>
                    <a:pt x="454" y="1039"/>
                  </a:lnTo>
                  <a:lnTo>
                    <a:pt x="438" y="1040"/>
                  </a:lnTo>
                  <a:lnTo>
                    <a:pt x="424" y="1030"/>
                  </a:lnTo>
                  <a:lnTo>
                    <a:pt x="411" y="1025"/>
                  </a:lnTo>
                  <a:lnTo>
                    <a:pt x="409" y="1022"/>
                  </a:lnTo>
                  <a:lnTo>
                    <a:pt x="404" y="1023"/>
                  </a:lnTo>
                  <a:lnTo>
                    <a:pt x="403" y="1021"/>
                  </a:lnTo>
                  <a:lnTo>
                    <a:pt x="393" y="1022"/>
                  </a:lnTo>
                  <a:lnTo>
                    <a:pt x="392" y="1021"/>
                  </a:lnTo>
                  <a:lnTo>
                    <a:pt x="385" y="1021"/>
                  </a:lnTo>
                  <a:lnTo>
                    <a:pt x="372" y="1010"/>
                  </a:lnTo>
                  <a:lnTo>
                    <a:pt x="370" y="1008"/>
                  </a:lnTo>
                  <a:lnTo>
                    <a:pt x="366" y="1008"/>
                  </a:lnTo>
                  <a:lnTo>
                    <a:pt x="363" y="1006"/>
                  </a:lnTo>
                  <a:lnTo>
                    <a:pt x="360" y="1006"/>
                  </a:lnTo>
                  <a:lnTo>
                    <a:pt x="359" y="1005"/>
                  </a:lnTo>
                  <a:lnTo>
                    <a:pt x="355" y="1005"/>
                  </a:lnTo>
                  <a:lnTo>
                    <a:pt x="352" y="1009"/>
                  </a:lnTo>
                  <a:lnTo>
                    <a:pt x="352" y="1011"/>
                  </a:lnTo>
                  <a:lnTo>
                    <a:pt x="342" y="1023"/>
                  </a:lnTo>
                  <a:lnTo>
                    <a:pt x="336" y="1025"/>
                  </a:lnTo>
                  <a:lnTo>
                    <a:pt x="335" y="1026"/>
                  </a:lnTo>
                  <a:lnTo>
                    <a:pt x="330" y="1027"/>
                  </a:lnTo>
                  <a:lnTo>
                    <a:pt x="329" y="1028"/>
                  </a:lnTo>
                  <a:lnTo>
                    <a:pt x="326" y="1028"/>
                  </a:lnTo>
                  <a:lnTo>
                    <a:pt x="321" y="1032"/>
                  </a:lnTo>
                  <a:lnTo>
                    <a:pt x="321" y="1034"/>
                  </a:lnTo>
                  <a:lnTo>
                    <a:pt x="317" y="1038"/>
                  </a:lnTo>
                  <a:lnTo>
                    <a:pt x="318" y="1040"/>
                  </a:lnTo>
                  <a:lnTo>
                    <a:pt x="314" y="1046"/>
                  </a:lnTo>
                  <a:lnTo>
                    <a:pt x="312" y="1056"/>
                  </a:lnTo>
                  <a:lnTo>
                    <a:pt x="310" y="1058"/>
                  </a:lnTo>
                  <a:lnTo>
                    <a:pt x="311" y="1061"/>
                  </a:lnTo>
                  <a:lnTo>
                    <a:pt x="307" y="1066"/>
                  </a:lnTo>
                  <a:lnTo>
                    <a:pt x="285" y="1067"/>
                  </a:lnTo>
                  <a:lnTo>
                    <a:pt x="280" y="1066"/>
                  </a:lnTo>
                  <a:lnTo>
                    <a:pt x="274" y="1066"/>
                  </a:lnTo>
                  <a:lnTo>
                    <a:pt x="273" y="1065"/>
                  </a:lnTo>
                  <a:lnTo>
                    <a:pt x="268" y="1066"/>
                  </a:lnTo>
                  <a:lnTo>
                    <a:pt x="264" y="1064"/>
                  </a:lnTo>
                  <a:lnTo>
                    <a:pt x="259" y="1065"/>
                  </a:lnTo>
                  <a:lnTo>
                    <a:pt x="257" y="1064"/>
                  </a:lnTo>
                  <a:lnTo>
                    <a:pt x="251" y="1063"/>
                  </a:lnTo>
                  <a:lnTo>
                    <a:pt x="228" y="1074"/>
                  </a:lnTo>
                  <a:close/>
                </a:path>
              </a:pathLst>
            </a:custGeom>
            <a:grpFill/>
            <a:ln w="28575">
              <a:noFill/>
              <a:prstDash val="sysDot"/>
              <a:round/>
              <a:headEnd/>
              <a:tailEnd/>
            </a:ln>
          </p:spPr>
          <p:txBody>
            <a:bodyPr/>
            <a:lstStyle/>
            <a:p>
              <a:endParaRPr lang="zh-CN" altLang="en-US" kern="0" dirty="0">
                <a:solidFill>
                  <a:prstClr val="black"/>
                </a:solidFill>
                <a:ea typeface="微软雅黑" pitchFamily="34" charset="-122"/>
              </a:endParaRPr>
            </a:p>
          </p:txBody>
        </p:sp>
        <p:sp>
          <p:nvSpPr>
            <p:cNvPr id="10" name="Freeform 10"/>
            <p:cNvSpPr>
              <a:spLocks/>
            </p:cNvSpPr>
            <p:nvPr/>
          </p:nvSpPr>
          <p:spPr bwMode="auto">
            <a:xfrm>
              <a:off x="1211987" y="3235436"/>
              <a:ext cx="2552700" cy="1625600"/>
            </a:xfrm>
            <a:custGeom>
              <a:avLst/>
              <a:gdLst>
                <a:gd name="T0" fmla="*/ 2147483647 w 1395"/>
                <a:gd name="T1" fmla="*/ 2147483647 h 852"/>
                <a:gd name="T2" fmla="*/ 2147483647 w 1395"/>
                <a:gd name="T3" fmla="*/ 2147483647 h 852"/>
                <a:gd name="T4" fmla="*/ 2147483647 w 1395"/>
                <a:gd name="T5" fmla="*/ 2147483647 h 852"/>
                <a:gd name="T6" fmla="*/ 2147483647 w 1395"/>
                <a:gd name="T7" fmla="*/ 2147483647 h 852"/>
                <a:gd name="T8" fmla="*/ 2147483647 w 1395"/>
                <a:gd name="T9" fmla="*/ 2147483647 h 852"/>
                <a:gd name="T10" fmla="*/ 2147483647 w 1395"/>
                <a:gd name="T11" fmla="*/ 2147483647 h 852"/>
                <a:gd name="T12" fmla="*/ 2147483647 w 1395"/>
                <a:gd name="T13" fmla="*/ 2147483647 h 852"/>
                <a:gd name="T14" fmla="*/ 2147483647 w 1395"/>
                <a:gd name="T15" fmla="*/ 2147483647 h 852"/>
                <a:gd name="T16" fmla="*/ 2147483647 w 1395"/>
                <a:gd name="T17" fmla="*/ 2147483647 h 852"/>
                <a:gd name="T18" fmla="*/ 2147483647 w 1395"/>
                <a:gd name="T19" fmla="*/ 2147483647 h 852"/>
                <a:gd name="T20" fmla="*/ 2147483647 w 1395"/>
                <a:gd name="T21" fmla="*/ 2147483647 h 852"/>
                <a:gd name="T22" fmla="*/ 2147483647 w 1395"/>
                <a:gd name="T23" fmla="*/ 2147483647 h 852"/>
                <a:gd name="T24" fmla="*/ 2147483647 w 1395"/>
                <a:gd name="T25" fmla="*/ 2147483647 h 852"/>
                <a:gd name="T26" fmla="*/ 2147483647 w 1395"/>
                <a:gd name="T27" fmla="*/ 2147483647 h 852"/>
                <a:gd name="T28" fmla="*/ 2147483647 w 1395"/>
                <a:gd name="T29" fmla="*/ 2147483647 h 852"/>
                <a:gd name="T30" fmla="*/ 2147483647 w 1395"/>
                <a:gd name="T31" fmla="*/ 2147483647 h 852"/>
                <a:gd name="T32" fmla="*/ 2147483647 w 1395"/>
                <a:gd name="T33" fmla="*/ 2147483647 h 852"/>
                <a:gd name="T34" fmla="*/ 2147483647 w 1395"/>
                <a:gd name="T35" fmla="*/ 2147483647 h 852"/>
                <a:gd name="T36" fmla="*/ 2147483647 w 1395"/>
                <a:gd name="T37" fmla="*/ 2147483647 h 852"/>
                <a:gd name="T38" fmla="*/ 2147483647 w 1395"/>
                <a:gd name="T39" fmla="*/ 2147483647 h 852"/>
                <a:gd name="T40" fmla="*/ 2147483647 w 1395"/>
                <a:gd name="T41" fmla="*/ 2147483647 h 852"/>
                <a:gd name="T42" fmla="*/ 2147483647 w 1395"/>
                <a:gd name="T43" fmla="*/ 2147483647 h 852"/>
                <a:gd name="T44" fmla="*/ 2147483647 w 1395"/>
                <a:gd name="T45" fmla="*/ 2147483647 h 852"/>
                <a:gd name="T46" fmla="*/ 2147483647 w 1395"/>
                <a:gd name="T47" fmla="*/ 2147483647 h 852"/>
                <a:gd name="T48" fmla="*/ 2147483647 w 1395"/>
                <a:gd name="T49" fmla="*/ 2147483647 h 852"/>
                <a:gd name="T50" fmla="*/ 2147483647 w 1395"/>
                <a:gd name="T51" fmla="*/ 2147483647 h 852"/>
                <a:gd name="T52" fmla="*/ 2147483647 w 1395"/>
                <a:gd name="T53" fmla="*/ 2147483647 h 852"/>
                <a:gd name="T54" fmla="*/ 2147483647 w 1395"/>
                <a:gd name="T55" fmla="*/ 2147483647 h 852"/>
                <a:gd name="T56" fmla="*/ 2147483647 w 1395"/>
                <a:gd name="T57" fmla="*/ 2147483647 h 852"/>
                <a:gd name="T58" fmla="*/ 2147483647 w 1395"/>
                <a:gd name="T59" fmla="*/ 2147483647 h 852"/>
                <a:gd name="T60" fmla="*/ 2147483647 w 1395"/>
                <a:gd name="T61" fmla="*/ 2147483647 h 852"/>
                <a:gd name="T62" fmla="*/ 2147483647 w 1395"/>
                <a:gd name="T63" fmla="*/ 2147483647 h 852"/>
                <a:gd name="T64" fmla="*/ 2147483647 w 1395"/>
                <a:gd name="T65" fmla="*/ 2147483647 h 852"/>
                <a:gd name="T66" fmla="*/ 2147483647 w 1395"/>
                <a:gd name="T67" fmla="*/ 2147483647 h 852"/>
                <a:gd name="T68" fmla="*/ 2147483647 w 1395"/>
                <a:gd name="T69" fmla="*/ 2147483647 h 852"/>
                <a:gd name="T70" fmla="*/ 2147483647 w 1395"/>
                <a:gd name="T71" fmla="*/ 2147483647 h 852"/>
                <a:gd name="T72" fmla="*/ 2147483647 w 1395"/>
                <a:gd name="T73" fmla="*/ 2147483647 h 852"/>
                <a:gd name="T74" fmla="*/ 2147483647 w 1395"/>
                <a:gd name="T75" fmla="*/ 2147483647 h 852"/>
                <a:gd name="T76" fmla="*/ 2147483647 w 1395"/>
                <a:gd name="T77" fmla="*/ 2147483647 h 852"/>
                <a:gd name="T78" fmla="*/ 2147483647 w 1395"/>
                <a:gd name="T79" fmla="*/ 2147483647 h 852"/>
                <a:gd name="T80" fmla="*/ 2147483647 w 1395"/>
                <a:gd name="T81" fmla="*/ 2147483647 h 852"/>
                <a:gd name="T82" fmla="*/ 2147483647 w 1395"/>
                <a:gd name="T83" fmla="*/ 2147483647 h 852"/>
                <a:gd name="T84" fmla="*/ 2147483647 w 1395"/>
                <a:gd name="T85" fmla="*/ 2147483647 h 852"/>
                <a:gd name="T86" fmla="*/ 2147483647 w 1395"/>
                <a:gd name="T87" fmla="*/ 2147483647 h 852"/>
                <a:gd name="T88" fmla="*/ 2147483647 w 1395"/>
                <a:gd name="T89" fmla="*/ 2147483647 h 852"/>
                <a:gd name="T90" fmla="*/ 2147483647 w 1395"/>
                <a:gd name="T91" fmla="*/ 2147483647 h 852"/>
                <a:gd name="T92" fmla="*/ 2147483647 w 1395"/>
                <a:gd name="T93" fmla="*/ 2147483647 h 852"/>
                <a:gd name="T94" fmla="*/ 2147483647 w 1395"/>
                <a:gd name="T95" fmla="*/ 2147483647 h 852"/>
                <a:gd name="T96" fmla="*/ 2147483647 w 1395"/>
                <a:gd name="T97" fmla="*/ 2147483647 h 852"/>
                <a:gd name="T98" fmla="*/ 2147483647 w 1395"/>
                <a:gd name="T99" fmla="*/ 2147483647 h 852"/>
                <a:gd name="T100" fmla="*/ 2147483647 w 1395"/>
                <a:gd name="T101" fmla="*/ 2147483647 h 852"/>
                <a:gd name="T102" fmla="*/ 2147483647 w 1395"/>
                <a:gd name="T103" fmla="*/ 2147483647 h 852"/>
                <a:gd name="T104" fmla="*/ 2147483647 w 1395"/>
                <a:gd name="T105" fmla="*/ 2147483647 h 852"/>
                <a:gd name="T106" fmla="*/ 2147483647 w 1395"/>
                <a:gd name="T107" fmla="*/ 2147483647 h 852"/>
                <a:gd name="T108" fmla="*/ 2147483647 w 1395"/>
                <a:gd name="T109" fmla="*/ 2147483647 h 852"/>
                <a:gd name="T110" fmla="*/ 2147483647 w 1395"/>
                <a:gd name="T111" fmla="*/ 2147483647 h 852"/>
                <a:gd name="T112" fmla="*/ 2147483647 w 1395"/>
                <a:gd name="T113" fmla="*/ 2147483647 h 852"/>
                <a:gd name="T114" fmla="*/ 2147483647 w 1395"/>
                <a:gd name="T115" fmla="*/ 2147483647 h 852"/>
                <a:gd name="T116" fmla="*/ 2147483647 w 1395"/>
                <a:gd name="T117" fmla="*/ 2147483647 h 852"/>
                <a:gd name="T118" fmla="*/ 2147483647 w 1395"/>
                <a:gd name="T119" fmla="*/ 2147483647 h 852"/>
                <a:gd name="T120" fmla="*/ 2147483647 w 1395"/>
                <a:gd name="T121" fmla="*/ 2147483647 h 85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395"/>
                <a:gd name="T184" fmla="*/ 0 h 852"/>
                <a:gd name="T185" fmla="*/ 1395 w 1395"/>
                <a:gd name="T186" fmla="*/ 852 h 85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395" h="852">
                  <a:moveTo>
                    <a:pt x="1314" y="779"/>
                  </a:moveTo>
                  <a:lnTo>
                    <a:pt x="1311" y="775"/>
                  </a:lnTo>
                  <a:lnTo>
                    <a:pt x="1311" y="774"/>
                  </a:lnTo>
                  <a:lnTo>
                    <a:pt x="1310" y="774"/>
                  </a:lnTo>
                  <a:lnTo>
                    <a:pt x="1309" y="773"/>
                  </a:lnTo>
                  <a:lnTo>
                    <a:pt x="1309" y="772"/>
                  </a:lnTo>
                  <a:lnTo>
                    <a:pt x="1308" y="771"/>
                  </a:lnTo>
                  <a:lnTo>
                    <a:pt x="1307" y="770"/>
                  </a:lnTo>
                  <a:lnTo>
                    <a:pt x="1306" y="769"/>
                  </a:lnTo>
                  <a:lnTo>
                    <a:pt x="1305" y="768"/>
                  </a:lnTo>
                  <a:lnTo>
                    <a:pt x="1304" y="767"/>
                  </a:lnTo>
                  <a:lnTo>
                    <a:pt x="1303" y="766"/>
                  </a:lnTo>
                  <a:lnTo>
                    <a:pt x="1302" y="766"/>
                  </a:lnTo>
                  <a:lnTo>
                    <a:pt x="1302" y="765"/>
                  </a:lnTo>
                  <a:lnTo>
                    <a:pt x="1301" y="765"/>
                  </a:lnTo>
                  <a:lnTo>
                    <a:pt x="1300" y="764"/>
                  </a:lnTo>
                  <a:lnTo>
                    <a:pt x="1299" y="763"/>
                  </a:lnTo>
                  <a:lnTo>
                    <a:pt x="1298" y="763"/>
                  </a:lnTo>
                  <a:lnTo>
                    <a:pt x="1298" y="762"/>
                  </a:lnTo>
                  <a:lnTo>
                    <a:pt x="1296" y="761"/>
                  </a:lnTo>
                  <a:lnTo>
                    <a:pt x="1295" y="761"/>
                  </a:lnTo>
                  <a:lnTo>
                    <a:pt x="1295" y="760"/>
                  </a:lnTo>
                  <a:lnTo>
                    <a:pt x="1294" y="760"/>
                  </a:lnTo>
                  <a:lnTo>
                    <a:pt x="1291" y="758"/>
                  </a:lnTo>
                  <a:lnTo>
                    <a:pt x="1286" y="753"/>
                  </a:lnTo>
                  <a:lnTo>
                    <a:pt x="1285" y="753"/>
                  </a:lnTo>
                  <a:lnTo>
                    <a:pt x="1285" y="752"/>
                  </a:lnTo>
                  <a:lnTo>
                    <a:pt x="1284" y="752"/>
                  </a:lnTo>
                  <a:lnTo>
                    <a:pt x="1284" y="753"/>
                  </a:lnTo>
                  <a:lnTo>
                    <a:pt x="1283" y="754"/>
                  </a:lnTo>
                  <a:lnTo>
                    <a:pt x="1282" y="754"/>
                  </a:lnTo>
                  <a:lnTo>
                    <a:pt x="1282" y="755"/>
                  </a:lnTo>
                  <a:lnTo>
                    <a:pt x="1281" y="756"/>
                  </a:lnTo>
                  <a:lnTo>
                    <a:pt x="1281" y="757"/>
                  </a:lnTo>
                  <a:lnTo>
                    <a:pt x="1280" y="757"/>
                  </a:lnTo>
                  <a:lnTo>
                    <a:pt x="1280" y="758"/>
                  </a:lnTo>
                  <a:lnTo>
                    <a:pt x="1279" y="758"/>
                  </a:lnTo>
                  <a:lnTo>
                    <a:pt x="1279" y="759"/>
                  </a:lnTo>
                  <a:lnTo>
                    <a:pt x="1278" y="760"/>
                  </a:lnTo>
                  <a:lnTo>
                    <a:pt x="1278" y="761"/>
                  </a:lnTo>
                  <a:lnTo>
                    <a:pt x="1277" y="762"/>
                  </a:lnTo>
                  <a:lnTo>
                    <a:pt x="1277" y="763"/>
                  </a:lnTo>
                  <a:lnTo>
                    <a:pt x="1276" y="764"/>
                  </a:lnTo>
                  <a:lnTo>
                    <a:pt x="1275" y="765"/>
                  </a:lnTo>
                  <a:lnTo>
                    <a:pt x="1275" y="766"/>
                  </a:lnTo>
                  <a:lnTo>
                    <a:pt x="1274" y="766"/>
                  </a:lnTo>
                  <a:lnTo>
                    <a:pt x="1274" y="767"/>
                  </a:lnTo>
                  <a:lnTo>
                    <a:pt x="1273" y="767"/>
                  </a:lnTo>
                  <a:lnTo>
                    <a:pt x="1273" y="768"/>
                  </a:lnTo>
                  <a:lnTo>
                    <a:pt x="1273" y="769"/>
                  </a:lnTo>
                  <a:lnTo>
                    <a:pt x="1272" y="769"/>
                  </a:lnTo>
                  <a:lnTo>
                    <a:pt x="1272" y="770"/>
                  </a:lnTo>
                  <a:lnTo>
                    <a:pt x="1272" y="771"/>
                  </a:lnTo>
                  <a:lnTo>
                    <a:pt x="1272" y="772"/>
                  </a:lnTo>
                  <a:lnTo>
                    <a:pt x="1271" y="773"/>
                  </a:lnTo>
                  <a:lnTo>
                    <a:pt x="1271" y="774"/>
                  </a:lnTo>
                  <a:lnTo>
                    <a:pt x="1271" y="775"/>
                  </a:lnTo>
                  <a:lnTo>
                    <a:pt x="1271" y="776"/>
                  </a:lnTo>
                  <a:lnTo>
                    <a:pt x="1271" y="777"/>
                  </a:lnTo>
                  <a:lnTo>
                    <a:pt x="1272" y="778"/>
                  </a:lnTo>
                  <a:lnTo>
                    <a:pt x="1272" y="779"/>
                  </a:lnTo>
                  <a:lnTo>
                    <a:pt x="1272" y="780"/>
                  </a:lnTo>
                  <a:lnTo>
                    <a:pt x="1272" y="781"/>
                  </a:lnTo>
                  <a:lnTo>
                    <a:pt x="1272" y="782"/>
                  </a:lnTo>
                  <a:lnTo>
                    <a:pt x="1272" y="783"/>
                  </a:lnTo>
                  <a:lnTo>
                    <a:pt x="1272" y="784"/>
                  </a:lnTo>
                  <a:lnTo>
                    <a:pt x="1272" y="785"/>
                  </a:lnTo>
                  <a:lnTo>
                    <a:pt x="1272" y="787"/>
                  </a:lnTo>
                  <a:lnTo>
                    <a:pt x="1272" y="788"/>
                  </a:lnTo>
                  <a:lnTo>
                    <a:pt x="1272" y="789"/>
                  </a:lnTo>
                  <a:lnTo>
                    <a:pt x="1272" y="790"/>
                  </a:lnTo>
                  <a:lnTo>
                    <a:pt x="1272" y="791"/>
                  </a:lnTo>
                  <a:lnTo>
                    <a:pt x="1272" y="792"/>
                  </a:lnTo>
                  <a:lnTo>
                    <a:pt x="1272" y="793"/>
                  </a:lnTo>
                  <a:lnTo>
                    <a:pt x="1271" y="793"/>
                  </a:lnTo>
                  <a:lnTo>
                    <a:pt x="1271" y="794"/>
                  </a:lnTo>
                  <a:lnTo>
                    <a:pt x="1270" y="795"/>
                  </a:lnTo>
                  <a:lnTo>
                    <a:pt x="1269" y="795"/>
                  </a:lnTo>
                  <a:lnTo>
                    <a:pt x="1268" y="796"/>
                  </a:lnTo>
                  <a:lnTo>
                    <a:pt x="1267" y="797"/>
                  </a:lnTo>
                  <a:lnTo>
                    <a:pt x="1266" y="797"/>
                  </a:lnTo>
                  <a:lnTo>
                    <a:pt x="1266" y="798"/>
                  </a:lnTo>
                  <a:lnTo>
                    <a:pt x="1265" y="798"/>
                  </a:lnTo>
                  <a:lnTo>
                    <a:pt x="1264" y="798"/>
                  </a:lnTo>
                  <a:lnTo>
                    <a:pt x="1263" y="798"/>
                  </a:lnTo>
                  <a:lnTo>
                    <a:pt x="1263" y="799"/>
                  </a:lnTo>
                  <a:lnTo>
                    <a:pt x="1262" y="799"/>
                  </a:lnTo>
                  <a:lnTo>
                    <a:pt x="1262" y="800"/>
                  </a:lnTo>
                  <a:lnTo>
                    <a:pt x="1261" y="800"/>
                  </a:lnTo>
                  <a:lnTo>
                    <a:pt x="1260" y="801"/>
                  </a:lnTo>
                  <a:lnTo>
                    <a:pt x="1259" y="801"/>
                  </a:lnTo>
                  <a:lnTo>
                    <a:pt x="1258" y="802"/>
                  </a:lnTo>
                  <a:lnTo>
                    <a:pt x="1257" y="802"/>
                  </a:lnTo>
                  <a:lnTo>
                    <a:pt x="1256" y="803"/>
                  </a:lnTo>
                  <a:lnTo>
                    <a:pt x="1255" y="803"/>
                  </a:lnTo>
                  <a:lnTo>
                    <a:pt x="1254" y="804"/>
                  </a:lnTo>
                  <a:lnTo>
                    <a:pt x="1253" y="804"/>
                  </a:lnTo>
                  <a:lnTo>
                    <a:pt x="1251" y="805"/>
                  </a:lnTo>
                  <a:lnTo>
                    <a:pt x="1250" y="806"/>
                  </a:lnTo>
                  <a:lnTo>
                    <a:pt x="1249" y="806"/>
                  </a:lnTo>
                  <a:lnTo>
                    <a:pt x="1248" y="806"/>
                  </a:lnTo>
                  <a:lnTo>
                    <a:pt x="1247" y="806"/>
                  </a:lnTo>
                  <a:lnTo>
                    <a:pt x="1246" y="806"/>
                  </a:lnTo>
                  <a:lnTo>
                    <a:pt x="1245" y="806"/>
                  </a:lnTo>
                  <a:lnTo>
                    <a:pt x="1244" y="806"/>
                  </a:lnTo>
                  <a:lnTo>
                    <a:pt x="1243" y="806"/>
                  </a:lnTo>
                  <a:lnTo>
                    <a:pt x="1242" y="805"/>
                  </a:lnTo>
                  <a:lnTo>
                    <a:pt x="1241" y="805"/>
                  </a:lnTo>
                  <a:lnTo>
                    <a:pt x="1240" y="804"/>
                  </a:lnTo>
                  <a:lnTo>
                    <a:pt x="1239" y="803"/>
                  </a:lnTo>
                  <a:lnTo>
                    <a:pt x="1238" y="803"/>
                  </a:lnTo>
                  <a:lnTo>
                    <a:pt x="1238" y="802"/>
                  </a:lnTo>
                  <a:lnTo>
                    <a:pt x="1236" y="802"/>
                  </a:lnTo>
                  <a:lnTo>
                    <a:pt x="1235" y="801"/>
                  </a:lnTo>
                  <a:lnTo>
                    <a:pt x="1234" y="800"/>
                  </a:lnTo>
                  <a:lnTo>
                    <a:pt x="1233" y="800"/>
                  </a:lnTo>
                  <a:lnTo>
                    <a:pt x="1232" y="799"/>
                  </a:lnTo>
                  <a:lnTo>
                    <a:pt x="1230" y="798"/>
                  </a:lnTo>
                  <a:lnTo>
                    <a:pt x="1228" y="797"/>
                  </a:lnTo>
                  <a:lnTo>
                    <a:pt x="1227" y="797"/>
                  </a:lnTo>
                  <a:lnTo>
                    <a:pt x="1225" y="796"/>
                  </a:lnTo>
                  <a:lnTo>
                    <a:pt x="1223" y="795"/>
                  </a:lnTo>
                  <a:lnTo>
                    <a:pt x="1221" y="793"/>
                  </a:lnTo>
                  <a:lnTo>
                    <a:pt x="1219" y="792"/>
                  </a:lnTo>
                  <a:lnTo>
                    <a:pt x="1217" y="791"/>
                  </a:lnTo>
                  <a:lnTo>
                    <a:pt x="1215" y="789"/>
                  </a:lnTo>
                  <a:lnTo>
                    <a:pt x="1213" y="788"/>
                  </a:lnTo>
                  <a:lnTo>
                    <a:pt x="1210" y="786"/>
                  </a:lnTo>
                  <a:lnTo>
                    <a:pt x="1208" y="784"/>
                  </a:lnTo>
                  <a:lnTo>
                    <a:pt x="1206" y="783"/>
                  </a:lnTo>
                  <a:lnTo>
                    <a:pt x="1204" y="782"/>
                  </a:lnTo>
                  <a:lnTo>
                    <a:pt x="1202" y="781"/>
                  </a:lnTo>
                  <a:lnTo>
                    <a:pt x="1201" y="779"/>
                  </a:lnTo>
                  <a:lnTo>
                    <a:pt x="1199" y="778"/>
                  </a:lnTo>
                  <a:lnTo>
                    <a:pt x="1198" y="777"/>
                  </a:lnTo>
                  <a:lnTo>
                    <a:pt x="1196" y="776"/>
                  </a:lnTo>
                  <a:lnTo>
                    <a:pt x="1195" y="776"/>
                  </a:lnTo>
                  <a:lnTo>
                    <a:pt x="1194" y="775"/>
                  </a:lnTo>
                  <a:lnTo>
                    <a:pt x="1193" y="774"/>
                  </a:lnTo>
                  <a:lnTo>
                    <a:pt x="1191" y="774"/>
                  </a:lnTo>
                  <a:lnTo>
                    <a:pt x="1190" y="773"/>
                  </a:lnTo>
                  <a:lnTo>
                    <a:pt x="1189" y="772"/>
                  </a:lnTo>
                  <a:lnTo>
                    <a:pt x="1188" y="771"/>
                  </a:lnTo>
                  <a:lnTo>
                    <a:pt x="1187" y="771"/>
                  </a:lnTo>
                  <a:lnTo>
                    <a:pt x="1186" y="770"/>
                  </a:lnTo>
                  <a:lnTo>
                    <a:pt x="1186" y="769"/>
                  </a:lnTo>
                  <a:lnTo>
                    <a:pt x="1185" y="769"/>
                  </a:lnTo>
                  <a:lnTo>
                    <a:pt x="1184" y="768"/>
                  </a:lnTo>
                  <a:lnTo>
                    <a:pt x="1183" y="768"/>
                  </a:lnTo>
                  <a:lnTo>
                    <a:pt x="1182" y="768"/>
                  </a:lnTo>
                  <a:lnTo>
                    <a:pt x="1181" y="768"/>
                  </a:lnTo>
                  <a:lnTo>
                    <a:pt x="1170" y="766"/>
                  </a:lnTo>
                  <a:lnTo>
                    <a:pt x="1169" y="766"/>
                  </a:lnTo>
                  <a:lnTo>
                    <a:pt x="1168" y="766"/>
                  </a:lnTo>
                  <a:lnTo>
                    <a:pt x="1163" y="763"/>
                  </a:lnTo>
                  <a:lnTo>
                    <a:pt x="1162" y="763"/>
                  </a:lnTo>
                  <a:lnTo>
                    <a:pt x="1161" y="763"/>
                  </a:lnTo>
                  <a:lnTo>
                    <a:pt x="1161" y="762"/>
                  </a:lnTo>
                  <a:lnTo>
                    <a:pt x="1160" y="762"/>
                  </a:lnTo>
                  <a:lnTo>
                    <a:pt x="1159" y="761"/>
                  </a:lnTo>
                  <a:lnTo>
                    <a:pt x="1158" y="761"/>
                  </a:lnTo>
                  <a:lnTo>
                    <a:pt x="1157" y="761"/>
                  </a:lnTo>
                  <a:lnTo>
                    <a:pt x="1156" y="760"/>
                  </a:lnTo>
                  <a:lnTo>
                    <a:pt x="1155" y="760"/>
                  </a:lnTo>
                  <a:lnTo>
                    <a:pt x="1154" y="760"/>
                  </a:lnTo>
                  <a:lnTo>
                    <a:pt x="1153" y="759"/>
                  </a:lnTo>
                  <a:lnTo>
                    <a:pt x="1152" y="759"/>
                  </a:lnTo>
                  <a:lnTo>
                    <a:pt x="1150" y="759"/>
                  </a:lnTo>
                  <a:lnTo>
                    <a:pt x="1149" y="759"/>
                  </a:lnTo>
                  <a:lnTo>
                    <a:pt x="1148" y="759"/>
                  </a:lnTo>
                  <a:lnTo>
                    <a:pt x="1147" y="759"/>
                  </a:lnTo>
                  <a:lnTo>
                    <a:pt x="1146" y="759"/>
                  </a:lnTo>
                  <a:lnTo>
                    <a:pt x="1145" y="759"/>
                  </a:lnTo>
                  <a:lnTo>
                    <a:pt x="1134" y="762"/>
                  </a:lnTo>
                  <a:lnTo>
                    <a:pt x="1129" y="768"/>
                  </a:lnTo>
                  <a:lnTo>
                    <a:pt x="1128" y="768"/>
                  </a:lnTo>
                  <a:lnTo>
                    <a:pt x="1128" y="769"/>
                  </a:lnTo>
                  <a:lnTo>
                    <a:pt x="1127" y="769"/>
                  </a:lnTo>
                  <a:lnTo>
                    <a:pt x="1126" y="770"/>
                  </a:lnTo>
                  <a:lnTo>
                    <a:pt x="1126" y="771"/>
                  </a:lnTo>
                  <a:lnTo>
                    <a:pt x="1125" y="772"/>
                  </a:lnTo>
                  <a:lnTo>
                    <a:pt x="1124" y="772"/>
                  </a:lnTo>
                  <a:lnTo>
                    <a:pt x="1124" y="773"/>
                  </a:lnTo>
                  <a:lnTo>
                    <a:pt x="1123" y="774"/>
                  </a:lnTo>
                  <a:lnTo>
                    <a:pt x="1122" y="775"/>
                  </a:lnTo>
                  <a:lnTo>
                    <a:pt x="1121" y="776"/>
                  </a:lnTo>
                  <a:lnTo>
                    <a:pt x="1120" y="777"/>
                  </a:lnTo>
                  <a:lnTo>
                    <a:pt x="1119" y="778"/>
                  </a:lnTo>
                  <a:lnTo>
                    <a:pt x="1118" y="778"/>
                  </a:lnTo>
                  <a:lnTo>
                    <a:pt x="1117" y="779"/>
                  </a:lnTo>
                  <a:lnTo>
                    <a:pt x="1116" y="780"/>
                  </a:lnTo>
                  <a:lnTo>
                    <a:pt x="1115" y="781"/>
                  </a:lnTo>
                  <a:lnTo>
                    <a:pt x="1114" y="781"/>
                  </a:lnTo>
                  <a:lnTo>
                    <a:pt x="1113" y="782"/>
                  </a:lnTo>
                  <a:lnTo>
                    <a:pt x="1108" y="786"/>
                  </a:lnTo>
                  <a:lnTo>
                    <a:pt x="1107" y="786"/>
                  </a:lnTo>
                  <a:lnTo>
                    <a:pt x="1106" y="787"/>
                  </a:lnTo>
                  <a:lnTo>
                    <a:pt x="1099" y="790"/>
                  </a:lnTo>
                  <a:lnTo>
                    <a:pt x="1098" y="790"/>
                  </a:lnTo>
                  <a:lnTo>
                    <a:pt x="1098" y="791"/>
                  </a:lnTo>
                  <a:lnTo>
                    <a:pt x="1097" y="791"/>
                  </a:lnTo>
                  <a:lnTo>
                    <a:pt x="1091" y="791"/>
                  </a:lnTo>
                  <a:lnTo>
                    <a:pt x="1091" y="792"/>
                  </a:lnTo>
                  <a:lnTo>
                    <a:pt x="1090" y="792"/>
                  </a:lnTo>
                  <a:lnTo>
                    <a:pt x="1085" y="794"/>
                  </a:lnTo>
                  <a:lnTo>
                    <a:pt x="1084" y="794"/>
                  </a:lnTo>
                  <a:lnTo>
                    <a:pt x="1084" y="795"/>
                  </a:lnTo>
                  <a:lnTo>
                    <a:pt x="1083" y="795"/>
                  </a:lnTo>
                  <a:lnTo>
                    <a:pt x="1082" y="795"/>
                  </a:lnTo>
                  <a:lnTo>
                    <a:pt x="1082" y="796"/>
                  </a:lnTo>
                  <a:lnTo>
                    <a:pt x="1081" y="796"/>
                  </a:lnTo>
                  <a:lnTo>
                    <a:pt x="1080" y="797"/>
                  </a:lnTo>
                  <a:lnTo>
                    <a:pt x="1079" y="797"/>
                  </a:lnTo>
                  <a:lnTo>
                    <a:pt x="1078" y="798"/>
                  </a:lnTo>
                  <a:lnTo>
                    <a:pt x="1077" y="798"/>
                  </a:lnTo>
                  <a:lnTo>
                    <a:pt x="1076" y="798"/>
                  </a:lnTo>
                  <a:lnTo>
                    <a:pt x="1075" y="799"/>
                  </a:lnTo>
                  <a:lnTo>
                    <a:pt x="1074" y="799"/>
                  </a:lnTo>
                  <a:lnTo>
                    <a:pt x="1073" y="800"/>
                  </a:lnTo>
                  <a:lnTo>
                    <a:pt x="1072" y="800"/>
                  </a:lnTo>
                  <a:lnTo>
                    <a:pt x="1071" y="800"/>
                  </a:lnTo>
                  <a:lnTo>
                    <a:pt x="1070" y="800"/>
                  </a:lnTo>
                  <a:lnTo>
                    <a:pt x="1070" y="801"/>
                  </a:lnTo>
                  <a:lnTo>
                    <a:pt x="1069" y="801"/>
                  </a:lnTo>
                  <a:lnTo>
                    <a:pt x="1068" y="801"/>
                  </a:lnTo>
                  <a:lnTo>
                    <a:pt x="1054" y="803"/>
                  </a:lnTo>
                  <a:lnTo>
                    <a:pt x="1053" y="803"/>
                  </a:lnTo>
                  <a:lnTo>
                    <a:pt x="1052" y="803"/>
                  </a:lnTo>
                  <a:lnTo>
                    <a:pt x="1051" y="803"/>
                  </a:lnTo>
                  <a:lnTo>
                    <a:pt x="1050" y="803"/>
                  </a:lnTo>
                  <a:lnTo>
                    <a:pt x="1048" y="803"/>
                  </a:lnTo>
                  <a:lnTo>
                    <a:pt x="1047" y="803"/>
                  </a:lnTo>
                  <a:lnTo>
                    <a:pt x="1046" y="803"/>
                  </a:lnTo>
                  <a:lnTo>
                    <a:pt x="1045" y="803"/>
                  </a:lnTo>
                  <a:lnTo>
                    <a:pt x="1043" y="803"/>
                  </a:lnTo>
                  <a:lnTo>
                    <a:pt x="1042" y="803"/>
                  </a:lnTo>
                  <a:lnTo>
                    <a:pt x="1041" y="803"/>
                  </a:lnTo>
                  <a:lnTo>
                    <a:pt x="1040" y="803"/>
                  </a:lnTo>
                  <a:lnTo>
                    <a:pt x="1039" y="804"/>
                  </a:lnTo>
                  <a:lnTo>
                    <a:pt x="1038" y="804"/>
                  </a:lnTo>
                  <a:lnTo>
                    <a:pt x="1037" y="805"/>
                  </a:lnTo>
                  <a:lnTo>
                    <a:pt x="1036" y="806"/>
                  </a:lnTo>
                  <a:lnTo>
                    <a:pt x="1035" y="807"/>
                  </a:lnTo>
                  <a:lnTo>
                    <a:pt x="1034" y="808"/>
                  </a:lnTo>
                  <a:lnTo>
                    <a:pt x="1033" y="809"/>
                  </a:lnTo>
                  <a:lnTo>
                    <a:pt x="1032" y="811"/>
                  </a:lnTo>
                  <a:lnTo>
                    <a:pt x="1029" y="813"/>
                  </a:lnTo>
                  <a:lnTo>
                    <a:pt x="1026" y="816"/>
                  </a:lnTo>
                  <a:lnTo>
                    <a:pt x="1022" y="820"/>
                  </a:lnTo>
                  <a:lnTo>
                    <a:pt x="1021" y="821"/>
                  </a:lnTo>
                  <a:lnTo>
                    <a:pt x="1020" y="822"/>
                  </a:lnTo>
                  <a:lnTo>
                    <a:pt x="1019" y="823"/>
                  </a:lnTo>
                  <a:lnTo>
                    <a:pt x="1014" y="829"/>
                  </a:lnTo>
                  <a:lnTo>
                    <a:pt x="1014" y="830"/>
                  </a:lnTo>
                  <a:lnTo>
                    <a:pt x="1013" y="831"/>
                  </a:lnTo>
                  <a:lnTo>
                    <a:pt x="1013" y="832"/>
                  </a:lnTo>
                  <a:lnTo>
                    <a:pt x="1012" y="832"/>
                  </a:lnTo>
                  <a:lnTo>
                    <a:pt x="1003" y="844"/>
                  </a:lnTo>
                  <a:lnTo>
                    <a:pt x="1002" y="844"/>
                  </a:lnTo>
                  <a:lnTo>
                    <a:pt x="1002" y="845"/>
                  </a:lnTo>
                  <a:lnTo>
                    <a:pt x="1001" y="846"/>
                  </a:lnTo>
                  <a:lnTo>
                    <a:pt x="1000" y="846"/>
                  </a:lnTo>
                  <a:lnTo>
                    <a:pt x="999" y="847"/>
                  </a:lnTo>
                  <a:lnTo>
                    <a:pt x="991" y="849"/>
                  </a:lnTo>
                  <a:lnTo>
                    <a:pt x="990" y="850"/>
                  </a:lnTo>
                  <a:lnTo>
                    <a:pt x="989" y="850"/>
                  </a:lnTo>
                  <a:lnTo>
                    <a:pt x="988" y="850"/>
                  </a:lnTo>
                  <a:lnTo>
                    <a:pt x="987" y="850"/>
                  </a:lnTo>
                  <a:lnTo>
                    <a:pt x="986" y="850"/>
                  </a:lnTo>
                  <a:lnTo>
                    <a:pt x="973" y="851"/>
                  </a:lnTo>
                  <a:lnTo>
                    <a:pt x="972" y="851"/>
                  </a:lnTo>
                  <a:lnTo>
                    <a:pt x="971" y="851"/>
                  </a:lnTo>
                  <a:lnTo>
                    <a:pt x="970" y="851"/>
                  </a:lnTo>
                  <a:lnTo>
                    <a:pt x="961" y="852"/>
                  </a:lnTo>
                  <a:lnTo>
                    <a:pt x="960" y="852"/>
                  </a:lnTo>
                  <a:lnTo>
                    <a:pt x="959" y="852"/>
                  </a:lnTo>
                  <a:lnTo>
                    <a:pt x="958" y="852"/>
                  </a:lnTo>
                  <a:lnTo>
                    <a:pt x="957" y="852"/>
                  </a:lnTo>
                  <a:lnTo>
                    <a:pt x="944" y="851"/>
                  </a:lnTo>
                  <a:lnTo>
                    <a:pt x="932" y="848"/>
                  </a:lnTo>
                  <a:lnTo>
                    <a:pt x="931" y="848"/>
                  </a:lnTo>
                  <a:lnTo>
                    <a:pt x="931" y="847"/>
                  </a:lnTo>
                  <a:lnTo>
                    <a:pt x="930" y="847"/>
                  </a:lnTo>
                  <a:lnTo>
                    <a:pt x="929" y="847"/>
                  </a:lnTo>
                  <a:lnTo>
                    <a:pt x="928" y="846"/>
                  </a:lnTo>
                  <a:lnTo>
                    <a:pt x="927" y="846"/>
                  </a:lnTo>
                  <a:lnTo>
                    <a:pt x="926" y="846"/>
                  </a:lnTo>
                  <a:lnTo>
                    <a:pt x="925" y="845"/>
                  </a:lnTo>
                  <a:lnTo>
                    <a:pt x="924" y="845"/>
                  </a:lnTo>
                  <a:lnTo>
                    <a:pt x="922" y="845"/>
                  </a:lnTo>
                  <a:lnTo>
                    <a:pt x="921" y="844"/>
                  </a:lnTo>
                  <a:lnTo>
                    <a:pt x="920" y="844"/>
                  </a:lnTo>
                  <a:lnTo>
                    <a:pt x="918" y="844"/>
                  </a:lnTo>
                  <a:lnTo>
                    <a:pt x="916" y="844"/>
                  </a:lnTo>
                  <a:lnTo>
                    <a:pt x="914" y="843"/>
                  </a:lnTo>
                  <a:lnTo>
                    <a:pt x="911" y="843"/>
                  </a:lnTo>
                  <a:lnTo>
                    <a:pt x="908" y="843"/>
                  </a:lnTo>
                  <a:lnTo>
                    <a:pt x="905" y="843"/>
                  </a:lnTo>
                  <a:lnTo>
                    <a:pt x="902" y="843"/>
                  </a:lnTo>
                  <a:lnTo>
                    <a:pt x="898" y="843"/>
                  </a:lnTo>
                  <a:lnTo>
                    <a:pt x="894" y="843"/>
                  </a:lnTo>
                  <a:lnTo>
                    <a:pt x="890" y="843"/>
                  </a:lnTo>
                  <a:lnTo>
                    <a:pt x="887" y="843"/>
                  </a:lnTo>
                  <a:lnTo>
                    <a:pt x="883" y="843"/>
                  </a:lnTo>
                  <a:lnTo>
                    <a:pt x="880" y="842"/>
                  </a:lnTo>
                  <a:lnTo>
                    <a:pt x="878" y="842"/>
                  </a:lnTo>
                  <a:lnTo>
                    <a:pt x="876" y="842"/>
                  </a:lnTo>
                  <a:lnTo>
                    <a:pt x="874" y="841"/>
                  </a:lnTo>
                  <a:lnTo>
                    <a:pt x="872" y="840"/>
                  </a:lnTo>
                  <a:lnTo>
                    <a:pt x="871" y="840"/>
                  </a:lnTo>
                  <a:lnTo>
                    <a:pt x="870" y="839"/>
                  </a:lnTo>
                  <a:lnTo>
                    <a:pt x="869" y="838"/>
                  </a:lnTo>
                  <a:lnTo>
                    <a:pt x="869" y="837"/>
                  </a:lnTo>
                  <a:lnTo>
                    <a:pt x="868" y="836"/>
                  </a:lnTo>
                  <a:lnTo>
                    <a:pt x="868" y="835"/>
                  </a:lnTo>
                  <a:lnTo>
                    <a:pt x="867" y="834"/>
                  </a:lnTo>
                  <a:lnTo>
                    <a:pt x="867" y="833"/>
                  </a:lnTo>
                  <a:lnTo>
                    <a:pt x="867" y="832"/>
                  </a:lnTo>
                  <a:lnTo>
                    <a:pt x="867" y="830"/>
                  </a:lnTo>
                  <a:lnTo>
                    <a:pt x="867" y="829"/>
                  </a:lnTo>
                  <a:lnTo>
                    <a:pt x="866" y="827"/>
                  </a:lnTo>
                  <a:lnTo>
                    <a:pt x="867" y="826"/>
                  </a:lnTo>
                  <a:lnTo>
                    <a:pt x="867" y="824"/>
                  </a:lnTo>
                  <a:lnTo>
                    <a:pt x="867" y="822"/>
                  </a:lnTo>
                  <a:lnTo>
                    <a:pt x="867" y="820"/>
                  </a:lnTo>
                  <a:lnTo>
                    <a:pt x="867" y="819"/>
                  </a:lnTo>
                  <a:lnTo>
                    <a:pt x="867" y="817"/>
                  </a:lnTo>
                  <a:lnTo>
                    <a:pt x="868" y="816"/>
                  </a:lnTo>
                  <a:lnTo>
                    <a:pt x="868" y="815"/>
                  </a:lnTo>
                  <a:lnTo>
                    <a:pt x="868" y="814"/>
                  </a:lnTo>
                  <a:lnTo>
                    <a:pt x="868" y="813"/>
                  </a:lnTo>
                  <a:lnTo>
                    <a:pt x="868" y="812"/>
                  </a:lnTo>
                  <a:lnTo>
                    <a:pt x="868" y="811"/>
                  </a:lnTo>
                  <a:lnTo>
                    <a:pt x="869" y="811"/>
                  </a:lnTo>
                  <a:lnTo>
                    <a:pt x="869" y="810"/>
                  </a:lnTo>
                  <a:lnTo>
                    <a:pt x="875" y="799"/>
                  </a:lnTo>
                  <a:lnTo>
                    <a:pt x="865" y="793"/>
                  </a:lnTo>
                  <a:lnTo>
                    <a:pt x="864" y="792"/>
                  </a:lnTo>
                  <a:lnTo>
                    <a:pt x="863" y="791"/>
                  </a:lnTo>
                  <a:lnTo>
                    <a:pt x="862" y="791"/>
                  </a:lnTo>
                  <a:lnTo>
                    <a:pt x="861" y="791"/>
                  </a:lnTo>
                  <a:lnTo>
                    <a:pt x="861" y="790"/>
                  </a:lnTo>
                  <a:lnTo>
                    <a:pt x="847" y="785"/>
                  </a:lnTo>
                  <a:lnTo>
                    <a:pt x="841" y="775"/>
                  </a:lnTo>
                  <a:lnTo>
                    <a:pt x="840" y="774"/>
                  </a:lnTo>
                  <a:lnTo>
                    <a:pt x="840" y="773"/>
                  </a:lnTo>
                  <a:lnTo>
                    <a:pt x="840" y="772"/>
                  </a:lnTo>
                  <a:lnTo>
                    <a:pt x="840" y="771"/>
                  </a:lnTo>
                  <a:lnTo>
                    <a:pt x="840" y="762"/>
                  </a:lnTo>
                  <a:lnTo>
                    <a:pt x="839" y="753"/>
                  </a:lnTo>
                  <a:lnTo>
                    <a:pt x="830" y="744"/>
                  </a:lnTo>
                  <a:lnTo>
                    <a:pt x="829" y="745"/>
                  </a:lnTo>
                  <a:lnTo>
                    <a:pt x="828" y="745"/>
                  </a:lnTo>
                  <a:lnTo>
                    <a:pt x="827" y="746"/>
                  </a:lnTo>
                  <a:lnTo>
                    <a:pt x="826" y="747"/>
                  </a:lnTo>
                  <a:lnTo>
                    <a:pt x="825" y="747"/>
                  </a:lnTo>
                  <a:lnTo>
                    <a:pt x="824" y="747"/>
                  </a:lnTo>
                  <a:lnTo>
                    <a:pt x="823" y="748"/>
                  </a:lnTo>
                  <a:lnTo>
                    <a:pt x="822" y="748"/>
                  </a:lnTo>
                  <a:lnTo>
                    <a:pt x="821" y="749"/>
                  </a:lnTo>
                  <a:lnTo>
                    <a:pt x="820" y="749"/>
                  </a:lnTo>
                  <a:lnTo>
                    <a:pt x="819" y="749"/>
                  </a:lnTo>
                  <a:lnTo>
                    <a:pt x="818" y="749"/>
                  </a:lnTo>
                  <a:lnTo>
                    <a:pt x="817" y="749"/>
                  </a:lnTo>
                  <a:lnTo>
                    <a:pt x="816" y="749"/>
                  </a:lnTo>
                  <a:lnTo>
                    <a:pt x="815" y="749"/>
                  </a:lnTo>
                  <a:lnTo>
                    <a:pt x="813" y="749"/>
                  </a:lnTo>
                  <a:lnTo>
                    <a:pt x="812" y="749"/>
                  </a:lnTo>
                  <a:lnTo>
                    <a:pt x="811" y="748"/>
                  </a:lnTo>
                  <a:lnTo>
                    <a:pt x="810" y="748"/>
                  </a:lnTo>
                  <a:lnTo>
                    <a:pt x="808" y="748"/>
                  </a:lnTo>
                  <a:lnTo>
                    <a:pt x="807" y="747"/>
                  </a:lnTo>
                  <a:lnTo>
                    <a:pt x="806" y="747"/>
                  </a:lnTo>
                  <a:lnTo>
                    <a:pt x="804" y="746"/>
                  </a:lnTo>
                  <a:lnTo>
                    <a:pt x="803" y="746"/>
                  </a:lnTo>
                  <a:lnTo>
                    <a:pt x="802" y="745"/>
                  </a:lnTo>
                  <a:lnTo>
                    <a:pt x="801" y="744"/>
                  </a:lnTo>
                  <a:lnTo>
                    <a:pt x="800" y="744"/>
                  </a:lnTo>
                  <a:lnTo>
                    <a:pt x="798" y="743"/>
                  </a:lnTo>
                  <a:lnTo>
                    <a:pt x="798" y="742"/>
                  </a:lnTo>
                  <a:lnTo>
                    <a:pt x="797" y="742"/>
                  </a:lnTo>
                  <a:lnTo>
                    <a:pt x="795" y="741"/>
                  </a:lnTo>
                  <a:lnTo>
                    <a:pt x="794" y="741"/>
                  </a:lnTo>
                  <a:lnTo>
                    <a:pt x="794" y="740"/>
                  </a:lnTo>
                  <a:lnTo>
                    <a:pt x="793" y="740"/>
                  </a:lnTo>
                  <a:lnTo>
                    <a:pt x="786" y="736"/>
                  </a:lnTo>
                  <a:lnTo>
                    <a:pt x="785" y="735"/>
                  </a:lnTo>
                  <a:lnTo>
                    <a:pt x="784" y="735"/>
                  </a:lnTo>
                  <a:lnTo>
                    <a:pt x="783" y="735"/>
                  </a:lnTo>
                  <a:lnTo>
                    <a:pt x="782" y="734"/>
                  </a:lnTo>
                  <a:lnTo>
                    <a:pt x="772" y="732"/>
                  </a:lnTo>
                  <a:lnTo>
                    <a:pt x="771" y="732"/>
                  </a:lnTo>
                  <a:lnTo>
                    <a:pt x="771" y="731"/>
                  </a:lnTo>
                  <a:lnTo>
                    <a:pt x="770" y="731"/>
                  </a:lnTo>
                  <a:lnTo>
                    <a:pt x="769" y="731"/>
                  </a:lnTo>
                  <a:lnTo>
                    <a:pt x="768" y="730"/>
                  </a:lnTo>
                  <a:lnTo>
                    <a:pt x="767" y="730"/>
                  </a:lnTo>
                  <a:lnTo>
                    <a:pt x="756" y="724"/>
                  </a:lnTo>
                  <a:lnTo>
                    <a:pt x="756" y="723"/>
                  </a:lnTo>
                  <a:lnTo>
                    <a:pt x="755" y="723"/>
                  </a:lnTo>
                  <a:lnTo>
                    <a:pt x="754" y="723"/>
                  </a:lnTo>
                  <a:lnTo>
                    <a:pt x="754" y="722"/>
                  </a:lnTo>
                  <a:lnTo>
                    <a:pt x="753" y="722"/>
                  </a:lnTo>
                  <a:lnTo>
                    <a:pt x="752" y="722"/>
                  </a:lnTo>
                  <a:lnTo>
                    <a:pt x="751" y="722"/>
                  </a:lnTo>
                  <a:lnTo>
                    <a:pt x="750" y="722"/>
                  </a:lnTo>
                  <a:lnTo>
                    <a:pt x="749" y="721"/>
                  </a:lnTo>
                  <a:lnTo>
                    <a:pt x="748" y="721"/>
                  </a:lnTo>
                  <a:lnTo>
                    <a:pt x="747" y="721"/>
                  </a:lnTo>
                  <a:lnTo>
                    <a:pt x="746" y="721"/>
                  </a:lnTo>
                  <a:lnTo>
                    <a:pt x="744" y="720"/>
                  </a:lnTo>
                  <a:lnTo>
                    <a:pt x="743" y="720"/>
                  </a:lnTo>
                  <a:lnTo>
                    <a:pt x="742" y="720"/>
                  </a:lnTo>
                  <a:lnTo>
                    <a:pt x="740" y="720"/>
                  </a:lnTo>
                  <a:lnTo>
                    <a:pt x="739" y="720"/>
                  </a:lnTo>
                  <a:lnTo>
                    <a:pt x="738" y="720"/>
                  </a:lnTo>
                  <a:lnTo>
                    <a:pt x="737" y="719"/>
                  </a:lnTo>
                  <a:lnTo>
                    <a:pt x="735" y="719"/>
                  </a:lnTo>
                  <a:lnTo>
                    <a:pt x="734" y="719"/>
                  </a:lnTo>
                  <a:lnTo>
                    <a:pt x="733" y="719"/>
                  </a:lnTo>
                  <a:lnTo>
                    <a:pt x="727" y="717"/>
                  </a:lnTo>
                  <a:lnTo>
                    <a:pt x="713" y="714"/>
                  </a:lnTo>
                  <a:lnTo>
                    <a:pt x="707" y="715"/>
                  </a:lnTo>
                  <a:lnTo>
                    <a:pt x="706" y="715"/>
                  </a:lnTo>
                  <a:lnTo>
                    <a:pt x="706" y="716"/>
                  </a:lnTo>
                  <a:lnTo>
                    <a:pt x="705" y="716"/>
                  </a:lnTo>
                  <a:lnTo>
                    <a:pt x="705" y="717"/>
                  </a:lnTo>
                  <a:lnTo>
                    <a:pt x="704" y="717"/>
                  </a:lnTo>
                  <a:lnTo>
                    <a:pt x="703" y="718"/>
                  </a:lnTo>
                  <a:lnTo>
                    <a:pt x="701" y="720"/>
                  </a:lnTo>
                  <a:lnTo>
                    <a:pt x="683" y="736"/>
                  </a:lnTo>
                  <a:lnTo>
                    <a:pt x="682" y="737"/>
                  </a:lnTo>
                  <a:lnTo>
                    <a:pt x="681" y="737"/>
                  </a:lnTo>
                  <a:lnTo>
                    <a:pt x="681" y="738"/>
                  </a:lnTo>
                  <a:lnTo>
                    <a:pt x="680" y="739"/>
                  </a:lnTo>
                  <a:lnTo>
                    <a:pt x="679" y="739"/>
                  </a:lnTo>
                  <a:lnTo>
                    <a:pt x="679" y="740"/>
                  </a:lnTo>
                  <a:lnTo>
                    <a:pt x="673" y="748"/>
                  </a:lnTo>
                  <a:lnTo>
                    <a:pt x="672" y="749"/>
                  </a:lnTo>
                  <a:lnTo>
                    <a:pt x="672" y="750"/>
                  </a:lnTo>
                  <a:lnTo>
                    <a:pt x="672" y="751"/>
                  </a:lnTo>
                  <a:lnTo>
                    <a:pt x="671" y="752"/>
                  </a:lnTo>
                  <a:lnTo>
                    <a:pt x="671" y="753"/>
                  </a:lnTo>
                  <a:lnTo>
                    <a:pt x="671" y="754"/>
                  </a:lnTo>
                  <a:lnTo>
                    <a:pt x="670" y="755"/>
                  </a:lnTo>
                  <a:lnTo>
                    <a:pt x="670" y="756"/>
                  </a:lnTo>
                  <a:lnTo>
                    <a:pt x="670" y="757"/>
                  </a:lnTo>
                  <a:lnTo>
                    <a:pt x="670" y="758"/>
                  </a:lnTo>
                  <a:lnTo>
                    <a:pt x="670" y="759"/>
                  </a:lnTo>
                  <a:lnTo>
                    <a:pt x="670" y="760"/>
                  </a:lnTo>
                  <a:lnTo>
                    <a:pt x="670" y="761"/>
                  </a:lnTo>
                  <a:lnTo>
                    <a:pt x="670" y="762"/>
                  </a:lnTo>
                  <a:lnTo>
                    <a:pt x="670" y="763"/>
                  </a:lnTo>
                  <a:lnTo>
                    <a:pt x="670" y="764"/>
                  </a:lnTo>
                  <a:lnTo>
                    <a:pt x="670" y="765"/>
                  </a:lnTo>
                  <a:lnTo>
                    <a:pt x="670" y="766"/>
                  </a:lnTo>
                  <a:lnTo>
                    <a:pt x="670" y="767"/>
                  </a:lnTo>
                  <a:lnTo>
                    <a:pt x="669" y="767"/>
                  </a:lnTo>
                  <a:lnTo>
                    <a:pt x="669" y="768"/>
                  </a:lnTo>
                  <a:lnTo>
                    <a:pt x="669" y="769"/>
                  </a:lnTo>
                  <a:lnTo>
                    <a:pt x="669" y="770"/>
                  </a:lnTo>
                  <a:lnTo>
                    <a:pt x="669" y="771"/>
                  </a:lnTo>
                  <a:lnTo>
                    <a:pt x="668" y="771"/>
                  </a:lnTo>
                  <a:lnTo>
                    <a:pt x="664" y="774"/>
                  </a:lnTo>
                  <a:lnTo>
                    <a:pt x="664" y="775"/>
                  </a:lnTo>
                  <a:lnTo>
                    <a:pt x="663" y="775"/>
                  </a:lnTo>
                  <a:lnTo>
                    <a:pt x="662" y="775"/>
                  </a:lnTo>
                  <a:lnTo>
                    <a:pt x="662" y="776"/>
                  </a:lnTo>
                  <a:lnTo>
                    <a:pt x="661" y="776"/>
                  </a:lnTo>
                  <a:lnTo>
                    <a:pt x="656" y="777"/>
                  </a:lnTo>
                  <a:lnTo>
                    <a:pt x="655" y="777"/>
                  </a:lnTo>
                  <a:lnTo>
                    <a:pt x="654" y="778"/>
                  </a:lnTo>
                  <a:lnTo>
                    <a:pt x="654" y="777"/>
                  </a:lnTo>
                  <a:lnTo>
                    <a:pt x="653" y="777"/>
                  </a:lnTo>
                  <a:lnTo>
                    <a:pt x="648" y="775"/>
                  </a:lnTo>
                  <a:lnTo>
                    <a:pt x="647" y="775"/>
                  </a:lnTo>
                  <a:lnTo>
                    <a:pt x="647" y="774"/>
                  </a:lnTo>
                  <a:lnTo>
                    <a:pt x="646" y="774"/>
                  </a:lnTo>
                  <a:lnTo>
                    <a:pt x="640" y="770"/>
                  </a:lnTo>
                  <a:lnTo>
                    <a:pt x="635" y="753"/>
                  </a:lnTo>
                  <a:lnTo>
                    <a:pt x="637" y="739"/>
                  </a:lnTo>
                  <a:lnTo>
                    <a:pt x="644" y="727"/>
                  </a:lnTo>
                  <a:lnTo>
                    <a:pt x="645" y="726"/>
                  </a:lnTo>
                  <a:lnTo>
                    <a:pt x="645" y="725"/>
                  </a:lnTo>
                  <a:lnTo>
                    <a:pt x="645" y="724"/>
                  </a:lnTo>
                  <a:lnTo>
                    <a:pt x="645" y="723"/>
                  </a:lnTo>
                  <a:lnTo>
                    <a:pt x="645" y="722"/>
                  </a:lnTo>
                  <a:lnTo>
                    <a:pt x="644" y="720"/>
                  </a:lnTo>
                  <a:lnTo>
                    <a:pt x="644" y="719"/>
                  </a:lnTo>
                  <a:lnTo>
                    <a:pt x="643" y="718"/>
                  </a:lnTo>
                  <a:lnTo>
                    <a:pt x="643" y="716"/>
                  </a:lnTo>
                  <a:lnTo>
                    <a:pt x="642" y="715"/>
                  </a:lnTo>
                  <a:lnTo>
                    <a:pt x="642" y="714"/>
                  </a:lnTo>
                  <a:lnTo>
                    <a:pt x="641" y="713"/>
                  </a:lnTo>
                  <a:lnTo>
                    <a:pt x="640" y="712"/>
                  </a:lnTo>
                  <a:lnTo>
                    <a:pt x="640" y="711"/>
                  </a:lnTo>
                  <a:lnTo>
                    <a:pt x="639" y="710"/>
                  </a:lnTo>
                  <a:lnTo>
                    <a:pt x="639" y="709"/>
                  </a:lnTo>
                  <a:lnTo>
                    <a:pt x="638" y="709"/>
                  </a:lnTo>
                  <a:lnTo>
                    <a:pt x="637" y="708"/>
                  </a:lnTo>
                  <a:lnTo>
                    <a:pt x="636" y="708"/>
                  </a:lnTo>
                  <a:lnTo>
                    <a:pt x="635" y="708"/>
                  </a:lnTo>
                  <a:lnTo>
                    <a:pt x="634" y="708"/>
                  </a:lnTo>
                  <a:lnTo>
                    <a:pt x="632" y="708"/>
                  </a:lnTo>
                  <a:lnTo>
                    <a:pt x="631" y="709"/>
                  </a:lnTo>
                  <a:lnTo>
                    <a:pt x="610" y="715"/>
                  </a:lnTo>
                  <a:lnTo>
                    <a:pt x="609" y="715"/>
                  </a:lnTo>
                  <a:lnTo>
                    <a:pt x="607" y="716"/>
                  </a:lnTo>
                  <a:lnTo>
                    <a:pt x="606" y="716"/>
                  </a:lnTo>
                  <a:lnTo>
                    <a:pt x="605" y="716"/>
                  </a:lnTo>
                  <a:lnTo>
                    <a:pt x="604" y="716"/>
                  </a:lnTo>
                  <a:lnTo>
                    <a:pt x="603" y="716"/>
                  </a:lnTo>
                  <a:lnTo>
                    <a:pt x="602" y="716"/>
                  </a:lnTo>
                  <a:lnTo>
                    <a:pt x="588" y="717"/>
                  </a:lnTo>
                  <a:lnTo>
                    <a:pt x="578" y="710"/>
                  </a:lnTo>
                  <a:lnTo>
                    <a:pt x="577" y="710"/>
                  </a:lnTo>
                  <a:lnTo>
                    <a:pt x="576" y="709"/>
                  </a:lnTo>
                  <a:lnTo>
                    <a:pt x="575" y="709"/>
                  </a:lnTo>
                  <a:lnTo>
                    <a:pt x="575" y="710"/>
                  </a:lnTo>
                  <a:lnTo>
                    <a:pt x="574" y="710"/>
                  </a:lnTo>
                  <a:lnTo>
                    <a:pt x="573" y="711"/>
                  </a:lnTo>
                  <a:lnTo>
                    <a:pt x="572" y="712"/>
                  </a:lnTo>
                  <a:lnTo>
                    <a:pt x="571" y="712"/>
                  </a:lnTo>
                  <a:lnTo>
                    <a:pt x="569" y="713"/>
                  </a:lnTo>
                  <a:lnTo>
                    <a:pt x="568" y="713"/>
                  </a:lnTo>
                  <a:lnTo>
                    <a:pt x="566" y="714"/>
                  </a:lnTo>
                  <a:lnTo>
                    <a:pt x="564" y="714"/>
                  </a:lnTo>
                  <a:lnTo>
                    <a:pt x="562" y="714"/>
                  </a:lnTo>
                  <a:lnTo>
                    <a:pt x="560" y="714"/>
                  </a:lnTo>
                  <a:lnTo>
                    <a:pt x="557" y="714"/>
                  </a:lnTo>
                  <a:lnTo>
                    <a:pt x="555" y="714"/>
                  </a:lnTo>
                  <a:lnTo>
                    <a:pt x="553" y="714"/>
                  </a:lnTo>
                  <a:lnTo>
                    <a:pt x="551" y="713"/>
                  </a:lnTo>
                  <a:lnTo>
                    <a:pt x="549" y="713"/>
                  </a:lnTo>
                  <a:lnTo>
                    <a:pt x="547" y="713"/>
                  </a:lnTo>
                  <a:lnTo>
                    <a:pt x="546" y="713"/>
                  </a:lnTo>
                  <a:lnTo>
                    <a:pt x="545" y="713"/>
                  </a:lnTo>
                  <a:lnTo>
                    <a:pt x="544" y="712"/>
                  </a:lnTo>
                  <a:lnTo>
                    <a:pt x="543" y="712"/>
                  </a:lnTo>
                  <a:lnTo>
                    <a:pt x="542" y="712"/>
                  </a:lnTo>
                  <a:lnTo>
                    <a:pt x="541" y="712"/>
                  </a:lnTo>
                  <a:lnTo>
                    <a:pt x="540" y="712"/>
                  </a:lnTo>
                  <a:lnTo>
                    <a:pt x="539" y="712"/>
                  </a:lnTo>
                  <a:lnTo>
                    <a:pt x="538" y="712"/>
                  </a:lnTo>
                  <a:lnTo>
                    <a:pt x="537" y="712"/>
                  </a:lnTo>
                  <a:lnTo>
                    <a:pt x="536" y="712"/>
                  </a:lnTo>
                  <a:lnTo>
                    <a:pt x="535" y="712"/>
                  </a:lnTo>
                  <a:lnTo>
                    <a:pt x="534" y="712"/>
                  </a:lnTo>
                  <a:lnTo>
                    <a:pt x="533" y="711"/>
                  </a:lnTo>
                  <a:lnTo>
                    <a:pt x="532" y="711"/>
                  </a:lnTo>
                  <a:lnTo>
                    <a:pt x="531" y="711"/>
                  </a:lnTo>
                  <a:lnTo>
                    <a:pt x="530" y="710"/>
                  </a:lnTo>
                  <a:lnTo>
                    <a:pt x="529" y="710"/>
                  </a:lnTo>
                  <a:lnTo>
                    <a:pt x="528" y="709"/>
                  </a:lnTo>
                  <a:lnTo>
                    <a:pt x="526" y="708"/>
                  </a:lnTo>
                  <a:lnTo>
                    <a:pt x="525" y="708"/>
                  </a:lnTo>
                  <a:lnTo>
                    <a:pt x="524" y="707"/>
                  </a:lnTo>
                  <a:lnTo>
                    <a:pt x="523" y="706"/>
                  </a:lnTo>
                  <a:lnTo>
                    <a:pt x="522" y="705"/>
                  </a:lnTo>
                  <a:lnTo>
                    <a:pt x="521" y="703"/>
                  </a:lnTo>
                  <a:lnTo>
                    <a:pt x="519" y="702"/>
                  </a:lnTo>
                  <a:lnTo>
                    <a:pt x="518" y="701"/>
                  </a:lnTo>
                  <a:lnTo>
                    <a:pt x="517" y="700"/>
                  </a:lnTo>
                  <a:lnTo>
                    <a:pt x="516" y="699"/>
                  </a:lnTo>
                  <a:lnTo>
                    <a:pt x="514" y="698"/>
                  </a:lnTo>
                  <a:lnTo>
                    <a:pt x="513" y="697"/>
                  </a:lnTo>
                  <a:lnTo>
                    <a:pt x="512" y="696"/>
                  </a:lnTo>
                  <a:lnTo>
                    <a:pt x="511" y="695"/>
                  </a:lnTo>
                  <a:lnTo>
                    <a:pt x="509" y="694"/>
                  </a:lnTo>
                  <a:lnTo>
                    <a:pt x="508" y="693"/>
                  </a:lnTo>
                  <a:lnTo>
                    <a:pt x="507" y="692"/>
                  </a:lnTo>
                  <a:lnTo>
                    <a:pt x="506" y="691"/>
                  </a:lnTo>
                  <a:lnTo>
                    <a:pt x="505" y="690"/>
                  </a:lnTo>
                  <a:lnTo>
                    <a:pt x="504" y="689"/>
                  </a:lnTo>
                  <a:lnTo>
                    <a:pt x="503" y="688"/>
                  </a:lnTo>
                  <a:lnTo>
                    <a:pt x="502" y="687"/>
                  </a:lnTo>
                  <a:lnTo>
                    <a:pt x="501" y="686"/>
                  </a:lnTo>
                  <a:lnTo>
                    <a:pt x="500" y="685"/>
                  </a:lnTo>
                  <a:lnTo>
                    <a:pt x="499" y="684"/>
                  </a:lnTo>
                  <a:lnTo>
                    <a:pt x="498" y="684"/>
                  </a:lnTo>
                  <a:lnTo>
                    <a:pt x="497" y="683"/>
                  </a:lnTo>
                  <a:lnTo>
                    <a:pt x="496" y="682"/>
                  </a:lnTo>
                  <a:lnTo>
                    <a:pt x="496" y="681"/>
                  </a:lnTo>
                  <a:lnTo>
                    <a:pt x="494" y="679"/>
                  </a:lnTo>
                  <a:lnTo>
                    <a:pt x="492" y="677"/>
                  </a:lnTo>
                  <a:lnTo>
                    <a:pt x="491" y="679"/>
                  </a:lnTo>
                  <a:lnTo>
                    <a:pt x="490" y="680"/>
                  </a:lnTo>
                  <a:lnTo>
                    <a:pt x="490" y="681"/>
                  </a:lnTo>
                  <a:lnTo>
                    <a:pt x="489" y="681"/>
                  </a:lnTo>
                  <a:lnTo>
                    <a:pt x="489" y="682"/>
                  </a:lnTo>
                  <a:lnTo>
                    <a:pt x="488" y="684"/>
                  </a:lnTo>
                  <a:lnTo>
                    <a:pt x="487" y="684"/>
                  </a:lnTo>
                  <a:lnTo>
                    <a:pt x="487" y="685"/>
                  </a:lnTo>
                  <a:lnTo>
                    <a:pt x="486" y="686"/>
                  </a:lnTo>
                  <a:lnTo>
                    <a:pt x="485" y="687"/>
                  </a:lnTo>
                  <a:lnTo>
                    <a:pt x="484" y="688"/>
                  </a:lnTo>
                  <a:lnTo>
                    <a:pt x="484" y="689"/>
                  </a:lnTo>
                  <a:lnTo>
                    <a:pt x="483" y="690"/>
                  </a:lnTo>
                  <a:lnTo>
                    <a:pt x="482" y="690"/>
                  </a:lnTo>
                  <a:lnTo>
                    <a:pt x="481" y="691"/>
                  </a:lnTo>
                  <a:lnTo>
                    <a:pt x="480" y="691"/>
                  </a:lnTo>
                  <a:lnTo>
                    <a:pt x="479" y="691"/>
                  </a:lnTo>
                  <a:lnTo>
                    <a:pt x="478" y="692"/>
                  </a:lnTo>
                  <a:lnTo>
                    <a:pt x="477" y="692"/>
                  </a:lnTo>
                  <a:lnTo>
                    <a:pt x="476" y="692"/>
                  </a:lnTo>
                  <a:lnTo>
                    <a:pt x="475" y="692"/>
                  </a:lnTo>
                  <a:lnTo>
                    <a:pt x="474" y="692"/>
                  </a:lnTo>
                  <a:lnTo>
                    <a:pt x="473" y="692"/>
                  </a:lnTo>
                  <a:lnTo>
                    <a:pt x="472" y="692"/>
                  </a:lnTo>
                  <a:lnTo>
                    <a:pt x="471" y="692"/>
                  </a:lnTo>
                  <a:lnTo>
                    <a:pt x="470" y="691"/>
                  </a:lnTo>
                  <a:lnTo>
                    <a:pt x="465" y="686"/>
                  </a:lnTo>
                  <a:lnTo>
                    <a:pt x="459" y="675"/>
                  </a:lnTo>
                  <a:lnTo>
                    <a:pt x="458" y="674"/>
                  </a:lnTo>
                  <a:lnTo>
                    <a:pt x="457" y="674"/>
                  </a:lnTo>
                  <a:lnTo>
                    <a:pt x="457" y="675"/>
                  </a:lnTo>
                  <a:lnTo>
                    <a:pt x="451" y="687"/>
                  </a:lnTo>
                  <a:lnTo>
                    <a:pt x="440" y="681"/>
                  </a:lnTo>
                  <a:lnTo>
                    <a:pt x="433" y="666"/>
                  </a:lnTo>
                  <a:lnTo>
                    <a:pt x="428" y="649"/>
                  </a:lnTo>
                  <a:lnTo>
                    <a:pt x="411" y="645"/>
                  </a:lnTo>
                  <a:lnTo>
                    <a:pt x="410" y="645"/>
                  </a:lnTo>
                  <a:lnTo>
                    <a:pt x="409" y="645"/>
                  </a:lnTo>
                  <a:lnTo>
                    <a:pt x="408" y="645"/>
                  </a:lnTo>
                  <a:lnTo>
                    <a:pt x="407" y="644"/>
                  </a:lnTo>
                  <a:lnTo>
                    <a:pt x="406" y="644"/>
                  </a:lnTo>
                  <a:lnTo>
                    <a:pt x="405" y="643"/>
                  </a:lnTo>
                  <a:lnTo>
                    <a:pt x="392" y="636"/>
                  </a:lnTo>
                  <a:lnTo>
                    <a:pt x="390" y="636"/>
                  </a:lnTo>
                  <a:lnTo>
                    <a:pt x="389" y="635"/>
                  </a:lnTo>
                  <a:lnTo>
                    <a:pt x="388" y="635"/>
                  </a:lnTo>
                  <a:lnTo>
                    <a:pt x="388" y="634"/>
                  </a:lnTo>
                  <a:lnTo>
                    <a:pt x="387" y="634"/>
                  </a:lnTo>
                  <a:lnTo>
                    <a:pt x="387" y="633"/>
                  </a:lnTo>
                  <a:lnTo>
                    <a:pt x="382" y="625"/>
                  </a:lnTo>
                  <a:lnTo>
                    <a:pt x="384" y="623"/>
                  </a:lnTo>
                  <a:lnTo>
                    <a:pt x="384" y="622"/>
                  </a:lnTo>
                  <a:lnTo>
                    <a:pt x="385" y="620"/>
                  </a:lnTo>
                  <a:lnTo>
                    <a:pt x="386" y="619"/>
                  </a:lnTo>
                  <a:lnTo>
                    <a:pt x="387" y="618"/>
                  </a:lnTo>
                  <a:lnTo>
                    <a:pt x="388" y="616"/>
                  </a:lnTo>
                  <a:lnTo>
                    <a:pt x="388" y="615"/>
                  </a:lnTo>
                  <a:lnTo>
                    <a:pt x="389" y="613"/>
                  </a:lnTo>
                  <a:lnTo>
                    <a:pt x="389" y="612"/>
                  </a:lnTo>
                  <a:lnTo>
                    <a:pt x="389" y="611"/>
                  </a:lnTo>
                  <a:lnTo>
                    <a:pt x="389" y="610"/>
                  </a:lnTo>
                  <a:lnTo>
                    <a:pt x="389" y="609"/>
                  </a:lnTo>
                  <a:lnTo>
                    <a:pt x="388" y="608"/>
                  </a:lnTo>
                  <a:lnTo>
                    <a:pt x="387" y="608"/>
                  </a:lnTo>
                  <a:lnTo>
                    <a:pt x="387" y="607"/>
                  </a:lnTo>
                  <a:lnTo>
                    <a:pt x="386" y="607"/>
                  </a:lnTo>
                  <a:lnTo>
                    <a:pt x="377" y="617"/>
                  </a:lnTo>
                  <a:lnTo>
                    <a:pt x="353" y="602"/>
                  </a:lnTo>
                  <a:lnTo>
                    <a:pt x="336" y="586"/>
                  </a:lnTo>
                  <a:lnTo>
                    <a:pt x="330" y="574"/>
                  </a:lnTo>
                  <a:lnTo>
                    <a:pt x="330" y="573"/>
                  </a:lnTo>
                  <a:lnTo>
                    <a:pt x="330" y="572"/>
                  </a:lnTo>
                  <a:lnTo>
                    <a:pt x="330" y="571"/>
                  </a:lnTo>
                  <a:lnTo>
                    <a:pt x="330" y="570"/>
                  </a:lnTo>
                  <a:lnTo>
                    <a:pt x="331" y="569"/>
                  </a:lnTo>
                  <a:lnTo>
                    <a:pt x="331" y="567"/>
                  </a:lnTo>
                  <a:lnTo>
                    <a:pt x="330" y="566"/>
                  </a:lnTo>
                  <a:lnTo>
                    <a:pt x="330" y="564"/>
                  </a:lnTo>
                  <a:lnTo>
                    <a:pt x="330" y="562"/>
                  </a:lnTo>
                  <a:lnTo>
                    <a:pt x="329" y="560"/>
                  </a:lnTo>
                  <a:lnTo>
                    <a:pt x="328" y="558"/>
                  </a:lnTo>
                  <a:lnTo>
                    <a:pt x="327" y="557"/>
                  </a:lnTo>
                  <a:lnTo>
                    <a:pt x="326" y="555"/>
                  </a:lnTo>
                  <a:lnTo>
                    <a:pt x="325" y="553"/>
                  </a:lnTo>
                  <a:lnTo>
                    <a:pt x="324" y="551"/>
                  </a:lnTo>
                  <a:lnTo>
                    <a:pt x="323" y="550"/>
                  </a:lnTo>
                  <a:lnTo>
                    <a:pt x="323" y="548"/>
                  </a:lnTo>
                  <a:lnTo>
                    <a:pt x="321" y="545"/>
                  </a:lnTo>
                  <a:lnTo>
                    <a:pt x="309" y="547"/>
                  </a:lnTo>
                  <a:lnTo>
                    <a:pt x="308" y="547"/>
                  </a:lnTo>
                  <a:lnTo>
                    <a:pt x="307" y="547"/>
                  </a:lnTo>
                  <a:lnTo>
                    <a:pt x="304" y="548"/>
                  </a:lnTo>
                  <a:lnTo>
                    <a:pt x="303" y="548"/>
                  </a:lnTo>
                  <a:lnTo>
                    <a:pt x="302" y="548"/>
                  </a:lnTo>
                  <a:lnTo>
                    <a:pt x="301" y="548"/>
                  </a:lnTo>
                  <a:lnTo>
                    <a:pt x="300" y="548"/>
                  </a:lnTo>
                  <a:lnTo>
                    <a:pt x="299" y="548"/>
                  </a:lnTo>
                  <a:lnTo>
                    <a:pt x="297" y="548"/>
                  </a:lnTo>
                  <a:lnTo>
                    <a:pt x="296" y="548"/>
                  </a:lnTo>
                  <a:lnTo>
                    <a:pt x="295" y="548"/>
                  </a:lnTo>
                  <a:lnTo>
                    <a:pt x="294" y="547"/>
                  </a:lnTo>
                  <a:lnTo>
                    <a:pt x="292" y="547"/>
                  </a:lnTo>
                  <a:lnTo>
                    <a:pt x="291" y="546"/>
                  </a:lnTo>
                  <a:lnTo>
                    <a:pt x="290" y="546"/>
                  </a:lnTo>
                  <a:lnTo>
                    <a:pt x="289" y="545"/>
                  </a:lnTo>
                  <a:lnTo>
                    <a:pt x="288" y="544"/>
                  </a:lnTo>
                  <a:lnTo>
                    <a:pt x="287" y="543"/>
                  </a:lnTo>
                  <a:lnTo>
                    <a:pt x="286" y="542"/>
                  </a:lnTo>
                  <a:lnTo>
                    <a:pt x="285" y="540"/>
                  </a:lnTo>
                  <a:lnTo>
                    <a:pt x="284" y="539"/>
                  </a:lnTo>
                  <a:lnTo>
                    <a:pt x="283" y="537"/>
                  </a:lnTo>
                  <a:lnTo>
                    <a:pt x="282" y="535"/>
                  </a:lnTo>
                  <a:lnTo>
                    <a:pt x="282" y="533"/>
                  </a:lnTo>
                  <a:lnTo>
                    <a:pt x="281" y="531"/>
                  </a:lnTo>
                  <a:lnTo>
                    <a:pt x="280" y="530"/>
                  </a:lnTo>
                  <a:lnTo>
                    <a:pt x="280" y="528"/>
                  </a:lnTo>
                  <a:lnTo>
                    <a:pt x="280" y="526"/>
                  </a:lnTo>
                  <a:lnTo>
                    <a:pt x="279" y="525"/>
                  </a:lnTo>
                  <a:lnTo>
                    <a:pt x="279" y="522"/>
                  </a:lnTo>
                  <a:lnTo>
                    <a:pt x="263" y="504"/>
                  </a:lnTo>
                  <a:lnTo>
                    <a:pt x="238" y="485"/>
                  </a:lnTo>
                  <a:lnTo>
                    <a:pt x="225" y="466"/>
                  </a:lnTo>
                  <a:lnTo>
                    <a:pt x="213" y="452"/>
                  </a:lnTo>
                  <a:lnTo>
                    <a:pt x="212" y="451"/>
                  </a:lnTo>
                  <a:lnTo>
                    <a:pt x="212" y="450"/>
                  </a:lnTo>
                  <a:lnTo>
                    <a:pt x="211" y="450"/>
                  </a:lnTo>
                  <a:lnTo>
                    <a:pt x="211" y="449"/>
                  </a:lnTo>
                  <a:lnTo>
                    <a:pt x="210" y="448"/>
                  </a:lnTo>
                  <a:lnTo>
                    <a:pt x="210" y="447"/>
                  </a:lnTo>
                  <a:lnTo>
                    <a:pt x="207" y="434"/>
                  </a:lnTo>
                  <a:lnTo>
                    <a:pt x="186" y="423"/>
                  </a:lnTo>
                  <a:lnTo>
                    <a:pt x="184" y="422"/>
                  </a:lnTo>
                  <a:lnTo>
                    <a:pt x="183" y="422"/>
                  </a:lnTo>
                  <a:lnTo>
                    <a:pt x="182" y="422"/>
                  </a:lnTo>
                  <a:lnTo>
                    <a:pt x="180" y="421"/>
                  </a:lnTo>
                  <a:lnTo>
                    <a:pt x="179" y="421"/>
                  </a:lnTo>
                  <a:lnTo>
                    <a:pt x="178" y="421"/>
                  </a:lnTo>
                  <a:lnTo>
                    <a:pt x="176" y="421"/>
                  </a:lnTo>
                  <a:lnTo>
                    <a:pt x="175" y="422"/>
                  </a:lnTo>
                  <a:lnTo>
                    <a:pt x="174" y="422"/>
                  </a:lnTo>
                  <a:lnTo>
                    <a:pt x="173" y="423"/>
                  </a:lnTo>
                  <a:lnTo>
                    <a:pt x="171" y="424"/>
                  </a:lnTo>
                  <a:lnTo>
                    <a:pt x="170" y="425"/>
                  </a:lnTo>
                  <a:lnTo>
                    <a:pt x="169" y="426"/>
                  </a:lnTo>
                  <a:lnTo>
                    <a:pt x="168" y="427"/>
                  </a:lnTo>
                  <a:lnTo>
                    <a:pt x="168" y="428"/>
                  </a:lnTo>
                  <a:lnTo>
                    <a:pt x="167" y="429"/>
                  </a:lnTo>
                  <a:lnTo>
                    <a:pt x="166" y="430"/>
                  </a:lnTo>
                  <a:lnTo>
                    <a:pt x="165" y="432"/>
                  </a:lnTo>
                  <a:lnTo>
                    <a:pt x="163" y="433"/>
                  </a:lnTo>
                  <a:lnTo>
                    <a:pt x="163" y="434"/>
                  </a:lnTo>
                  <a:lnTo>
                    <a:pt x="162" y="434"/>
                  </a:lnTo>
                  <a:lnTo>
                    <a:pt x="161" y="435"/>
                  </a:lnTo>
                  <a:lnTo>
                    <a:pt x="160" y="436"/>
                  </a:lnTo>
                  <a:lnTo>
                    <a:pt x="159" y="437"/>
                  </a:lnTo>
                  <a:lnTo>
                    <a:pt x="158" y="438"/>
                  </a:lnTo>
                  <a:lnTo>
                    <a:pt x="157" y="439"/>
                  </a:lnTo>
                  <a:lnTo>
                    <a:pt x="156" y="440"/>
                  </a:lnTo>
                  <a:lnTo>
                    <a:pt x="154" y="440"/>
                  </a:lnTo>
                  <a:lnTo>
                    <a:pt x="153" y="441"/>
                  </a:lnTo>
                  <a:lnTo>
                    <a:pt x="152" y="442"/>
                  </a:lnTo>
                  <a:lnTo>
                    <a:pt x="151" y="443"/>
                  </a:lnTo>
                  <a:lnTo>
                    <a:pt x="150" y="443"/>
                  </a:lnTo>
                  <a:lnTo>
                    <a:pt x="149" y="443"/>
                  </a:lnTo>
                  <a:lnTo>
                    <a:pt x="148" y="444"/>
                  </a:lnTo>
                  <a:lnTo>
                    <a:pt x="147" y="444"/>
                  </a:lnTo>
                  <a:lnTo>
                    <a:pt x="147" y="445"/>
                  </a:lnTo>
                  <a:lnTo>
                    <a:pt x="146" y="445"/>
                  </a:lnTo>
                  <a:lnTo>
                    <a:pt x="146" y="444"/>
                  </a:lnTo>
                  <a:lnTo>
                    <a:pt x="145" y="444"/>
                  </a:lnTo>
                  <a:lnTo>
                    <a:pt x="144" y="443"/>
                  </a:lnTo>
                  <a:lnTo>
                    <a:pt x="143" y="443"/>
                  </a:lnTo>
                  <a:lnTo>
                    <a:pt x="142" y="442"/>
                  </a:lnTo>
                  <a:lnTo>
                    <a:pt x="141" y="441"/>
                  </a:lnTo>
                  <a:lnTo>
                    <a:pt x="140" y="440"/>
                  </a:lnTo>
                  <a:lnTo>
                    <a:pt x="139" y="439"/>
                  </a:lnTo>
                  <a:lnTo>
                    <a:pt x="138" y="438"/>
                  </a:lnTo>
                  <a:lnTo>
                    <a:pt x="137" y="436"/>
                  </a:lnTo>
                  <a:lnTo>
                    <a:pt x="136" y="435"/>
                  </a:lnTo>
                  <a:lnTo>
                    <a:pt x="135" y="433"/>
                  </a:lnTo>
                  <a:lnTo>
                    <a:pt x="134" y="432"/>
                  </a:lnTo>
                  <a:lnTo>
                    <a:pt x="134" y="430"/>
                  </a:lnTo>
                  <a:lnTo>
                    <a:pt x="133" y="429"/>
                  </a:lnTo>
                  <a:lnTo>
                    <a:pt x="132" y="428"/>
                  </a:lnTo>
                  <a:lnTo>
                    <a:pt x="132" y="426"/>
                  </a:lnTo>
                  <a:lnTo>
                    <a:pt x="130" y="424"/>
                  </a:lnTo>
                  <a:lnTo>
                    <a:pt x="94" y="390"/>
                  </a:lnTo>
                  <a:lnTo>
                    <a:pt x="92" y="388"/>
                  </a:lnTo>
                  <a:lnTo>
                    <a:pt x="91" y="387"/>
                  </a:lnTo>
                  <a:lnTo>
                    <a:pt x="90" y="387"/>
                  </a:lnTo>
                  <a:lnTo>
                    <a:pt x="89" y="386"/>
                  </a:lnTo>
                  <a:lnTo>
                    <a:pt x="87" y="384"/>
                  </a:lnTo>
                  <a:lnTo>
                    <a:pt x="86" y="383"/>
                  </a:lnTo>
                  <a:lnTo>
                    <a:pt x="85" y="382"/>
                  </a:lnTo>
                  <a:lnTo>
                    <a:pt x="83" y="381"/>
                  </a:lnTo>
                  <a:lnTo>
                    <a:pt x="82" y="380"/>
                  </a:lnTo>
                  <a:lnTo>
                    <a:pt x="80" y="378"/>
                  </a:lnTo>
                  <a:lnTo>
                    <a:pt x="79" y="377"/>
                  </a:lnTo>
                  <a:lnTo>
                    <a:pt x="77" y="376"/>
                  </a:lnTo>
                  <a:lnTo>
                    <a:pt x="76" y="375"/>
                  </a:lnTo>
                  <a:lnTo>
                    <a:pt x="75" y="374"/>
                  </a:lnTo>
                  <a:lnTo>
                    <a:pt x="73" y="373"/>
                  </a:lnTo>
                  <a:lnTo>
                    <a:pt x="70" y="370"/>
                  </a:lnTo>
                  <a:lnTo>
                    <a:pt x="66" y="352"/>
                  </a:lnTo>
                  <a:lnTo>
                    <a:pt x="59" y="344"/>
                  </a:lnTo>
                  <a:lnTo>
                    <a:pt x="43" y="336"/>
                  </a:lnTo>
                  <a:lnTo>
                    <a:pt x="29" y="334"/>
                  </a:lnTo>
                  <a:lnTo>
                    <a:pt x="28" y="334"/>
                  </a:lnTo>
                  <a:lnTo>
                    <a:pt x="27" y="334"/>
                  </a:lnTo>
                  <a:lnTo>
                    <a:pt x="26" y="333"/>
                  </a:lnTo>
                  <a:lnTo>
                    <a:pt x="25" y="333"/>
                  </a:lnTo>
                  <a:lnTo>
                    <a:pt x="24" y="332"/>
                  </a:lnTo>
                  <a:lnTo>
                    <a:pt x="23" y="331"/>
                  </a:lnTo>
                  <a:lnTo>
                    <a:pt x="7" y="319"/>
                  </a:lnTo>
                  <a:lnTo>
                    <a:pt x="4" y="302"/>
                  </a:lnTo>
                  <a:lnTo>
                    <a:pt x="0" y="278"/>
                  </a:lnTo>
                  <a:lnTo>
                    <a:pt x="5" y="270"/>
                  </a:lnTo>
                  <a:lnTo>
                    <a:pt x="6" y="245"/>
                  </a:lnTo>
                  <a:lnTo>
                    <a:pt x="5" y="242"/>
                  </a:lnTo>
                  <a:lnTo>
                    <a:pt x="5" y="241"/>
                  </a:lnTo>
                  <a:lnTo>
                    <a:pt x="5" y="239"/>
                  </a:lnTo>
                  <a:lnTo>
                    <a:pt x="5" y="237"/>
                  </a:lnTo>
                  <a:lnTo>
                    <a:pt x="4" y="235"/>
                  </a:lnTo>
                  <a:lnTo>
                    <a:pt x="4" y="234"/>
                  </a:lnTo>
                  <a:lnTo>
                    <a:pt x="4" y="231"/>
                  </a:lnTo>
                  <a:lnTo>
                    <a:pt x="4" y="230"/>
                  </a:lnTo>
                  <a:lnTo>
                    <a:pt x="4" y="228"/>
                  </a:lnTo>
                  <a:lnTo>
                    <a:pt x="4" y="226"/>
                  </a:lnTo>
                  <a:lnTo>
                    <a:pt x="4" y="225"/>
                  </a:lnTo>
                  <a:lnTo>
                    <a:pt x="5" y="224"/>
                  </a:lnTo>
                  <a:lnTo>
                    <a:pt x="5" y="223"/>
                  </a:lnTo>
                  <a:lnTo>
                    <a:pt x="6" y="222"/>
                  </a:lnTo>
                  <a:lnTo>
                    <a:pt x="6" y="221"/>
                  </a:lnTo>
                  <a:lnTo>
                    <a:pt x="7" y="220"/>
                  </a:lnTo>
                  <a:lnTo>
                    <a:pt x="7" y="219"/>
                  </a:lnTo>
                  <a:lnTo>
                    <a:pt x="8" y="219"/>
                  </a:lnTo>
                  <a:lnTo>
                    <a:pt x="8" y="218"/>
                  </a:lnTo>
                  <a:lnTo>
                    <a:pt x="8" y="217"/>
                  </a:lnTo>
                  <a:lnTo>
                    <a:pt x="8" y="216"/>
                  </a:lnTo>
                  <a:lnTo>
                    <a:pt x="6" y="202"/>
                  </a:lnTo>
                  <a:lnTo>
                    <a:pt x="15" y="192"/>
                  </a:lnTo>
                  <a:lnTo>
                    <a:pt x="23" y="190"/>
                  </a:lnTo>
                  <a:lnTo>
                    <a:pt x="37" y="188"/>
                  </a:lnTo>
                  <a:lnTo>
                    <a:pt x="42" y="193"/>
                  </a:lnTo>
                  <a:lnTo>
                    <a:pt x="42" y="194"/>
                  </a:lnTo>
                  <a:lnTo>
                    <a:pt x="43" y="194"/>
                  </a:lnTo>
                  <a:lnTo>
                    <a:pt x="43" y="195"/>
                  </a:lnTo>
                  <a:lnTo>
                    <a:pt x="43" y="196"/>
                  </a:lnTo>
                  <a:lnTo>
                    <a:pt x="44" y="197"/>
                  </a:lnTo>
                  <a:lnTo>
                    <a:pt x="44" y="198"/>
                  </a:lnTo>
                  <a:lnTo>
                    <a:pt x="44" y="199"/>
                  </a:lnTo>
                  <a:lnTo>
                    <a:pt x="44" y="200"/>
                  </a:lnTo>
                  <a:lnTo>
                    <a:pt x="44" y="201"/>
                  </a:lnTo>
                  <a:lnTo>
                    <a:pt x="44" y="202"/>
                  </a:lnTo>
                  <a:lnTo>
                    <a:pt x="44" y="203"/>
                  </a:lnTo>
                  <a:lnTo>
                    <a:pt x="44" y="204"/>
                  </a:lnTo>
                  <a:lnTo>
                    <a:pt x="44" y="205"/>
                  </a:lnTo>
                  <a:lnTo>
                    <a:pt x="44" y="207"/>
                  </a:lnTo>
                  <a:lnTo>
                    <a:pt x="44" y="208"/>
                  </a:lnTo>
                  <a:lnTo>
                    <a:pt x="44" y="209"/>
                  </a:lnTo>
                  <a:lnTo>
                    <a:pt x="44" y="211"/>
                  </a:lnTo>
                  <a:lnTo>
                    <a:pt x="44" y="212"/>
                  </a:lnTo>
                  <a:lnTo>
                    <a:pt x="44" y="214"/>
                  </a:lnTo>
                  <a:lnTo>
                    <a:pt x="45" y="215"/>
                  </a:lnTo>
                  <a:lnTo>
                    <a:pt x="45" y="217"/>
                  </a:lnTo>
                  <a:lnTo>
                    <a:pt x="45" y="218"/>
                  </a:lnTo>
                  <a:lnTo>
                    <a:pt x="46" y="219"/>
                  </a:lnTo>
                  <a:lnTo>
                    <a:pt x="46" y="220"/>
                  </a:lnTo>
                  <a:lnTo>
                    <a:pt x="47" y="221"/>
                  </a:lnTo>
                  <a:lnTo>
                    <a:pt x="48" y="222"/>
                  </a:lnTo>
                  <a:lnTo>
                    <a:pt x="49" y="222"/>
                  </a:lnTo>
                  <a:lnTo>
                    <a:pt x="50" y="222"/>
                  </a:lnTo>
                  <a:lnTo>
                    <a:pt x="51" y="222"/>
                  </a:lnTo>
                  <a:lnTo>
                    <a:pt x="51" y="221"/>
                  </a:lnTo>
                  <a:lnTo>
                    <a:pt x="53" y="221"/>
                  </a:lnTo>
                  <a:lnTo>
                    <a:pt x="54" y="220"/>
                  </a:lnTo>
                  <a:lnTo>
                    <a:pt x="55" y="219"/>
                  </a:lnTo>
                  <a:lnTo>
                    <a:pt x="56" y="218"/>
                  </a:lnTo>
                  <a:lnTo>
                    <a:pt x="57" y="217"/>
                  </a:lnTo>
                  <a:lnTo>
                    <a:pt x="58" y="216"/>
                  </a:lnTo>
                  <a:lnTo>
                    <a:pt x="59" y="215"/>
                  </a:lnTo>
                  <a:lnTo>
                    <a:pt x="61" y="214"/>
                  </a:lnTo>
                  <a:lnTo>
                    <a:pt x="62" y="212"/>
                  </a:lnTo>
                  <a:lnTo>
                    <a:pt x="63" y="212"/>
                  </a:lnTo>
                  <a:lnTo>
                    <a:pt x="63" y="211"/>
                  </a:lnTo>
                  <a:lnTo>
                    <a:pt x="64" y="210"/>
                  </a:lnTo>
                  <a:lnTo>
                    <a:pt x="65" y="209"/>
                  </a:lnTo>
                  <a:lnTo>
                    <a:pt x="66" y="209"/>
                  </a:lnTo>
                  <a:lnTo>
                    <a:pt x="66" y="208"/>
                  </a:lnTo>
                  <a:lnTo>
                    <a:pt x="67" y="207"/>
                  </a:lnTo>
                  <a:lnTo>
                    <a:pt x="67" y="206"/>
                  </a:lnTo>
                  <a:lnTo>
                    <a:pt x="68" y="205"/>
                  </a:lnTo>
                  <a:lnTo>
                    <a:pt x="68" y="203"/>
                  </a:lnTo>
                  <a:lnTo>
                    <a:pt x="68" y="202"/>
                  </a:lnTo>
                  <a:lnTo>
                    <a:pt x="68" y="200"/>
                  </a:lnTo>
                  <a:lnTo>
                    <a:pt x="68" y="199"/>
                  </a:lnTo>
                  <a:lnTo>
                    <a:pt x="68" y="197"/>
                  </a:lnTo>
                  <a:lnTo>
                    <a:pt x="68" y="195"/>
                  </a:lnTo>
                  <a:lnTo>
                    <a:pt x="68" y="192"/>
                  </a:lnTo>
                  <a:lnTo>
                    <a:pt x="68" y="190"/>
                  </a:lnTo>
                  <a:lnTo>
                    <a:pt x="68" y="187"/>
                  </a:lnTo>
                  <a:lnTo>
                    <a:pt x="68" y="184"/>
                  </a:lnTo>
                  <a:lnTo>
                    <a:pt x="68" y="182"/>
                  </a:lnTo>
                  <a:lnTo>
                    <a:pt x="68" y="179"/>
                  </a:lnTo>
                  <a:lnTo>
                    <a:pt x="68" y="177"/>
                  </a:lnTo>
                  <a:lnTo>
                    <a:pt x="68" y="175"/>
                  </a:lnTo>
                  <a:lnTo>
                    <a:pt x="69" y="173"/>
                  </a:lnTo>
                  <a:lnTo>
                    <a:pt x="69" y="168"/>
                  </a:lnTo>
                  <a:lnTo>
                    <a:pt x="64" y="158"/>
                  </a:lnTo>
                  <a:lnTo>
                    <a:pt x="56" y="144"/>
                  </a:lnTo>
                  <a:lnTo>
                    <a:pt x="55" y="144"/>
                  </a:lnTo>
                  <a:lnTo>
                    <a:pt x="55" y="143"/>
                  </a:lnTo>
                  <a:lnTo>
                    <a:pt x="54" y="142"/>
                  </a:lnTo>
                  <a:lnTo>
                    <a:pt x="54" y="141"/>
                  </a:lnTo>
                  <a:lnTo>
                    <a:pt x="54" y="140"/>
                  </a:lnTo>
                  <a:lnTo>
                    <a:pt x="53" y="139"/>
                  </a:lnTo>
                  <a:lnTo>
                    <a:pt x="53" y="138"/>
                  </a:lnTo>
                  <a:lnTo>
                    <a:pt x="53" y="137"/>
                  </a:lnTo>
                  <a:lnTo>
                    <a:pt x="52" y="135"/>
                  </a:lnTo>
                  <a:lnTo>
                    <a:pt x="52" y="133"/>
                  </a:lnTo>
                  <a:lnTo>
                    <a:pt x="51" y="131"/>
                  </a:lnTo>
                  <a:lnTo>
                    <a:pt x="51" y="128"/>
                  </a:lnTo>
                  <a:lnTo>
                    <a:pt x="51" y="126"/>
                  </a:lnTo>
                  <a:lnTo>
                    <a:pt x="51" y="123"/>
                  </a:lnTo>
                  <a:lnTo>
                    <a:pt x="51" y="121"/>
                  </a:lnTo>
                  <a:lnTo>
                    <a:pt x="52" y="119"/>
                  </a:lnTo>
                  <a:lnTo>
                    <a:pt x="53" y="116"/>
                  </a:lnTo>
                  <a:lnTo>
                    <a:pt x="54" y="114"/>
                  </a:lnTo>
                  <a:lnTo>
                    <a:pt x="55" y="112"/>
                  </a:lnTo>
                  <a:lnTo>
                    <a:pt x="56" y="110"/>
                  </a:lnTo>
                  <a:lnTo>
                    <a:pt x="57" y="108"/>
                  </a:lnTo>
                  <a:lnTo>
                    <a:pt x="58" y="107"/>
                  </a:lnTo>
                  <a:lnTo>
                    <a:pt x="59" y="105"/>
                  </a:lnTo>
                  <a:lnTo>
                    <a:pt x="61" y="102"/>
                  </a:lnTo>
                  <a:lnTo>
                    <a:pt x="57" y="85"/>
                  </a:lnTo>
                  <a:lnTo>
                    <a:pt x="64" y="78"/>
                  </a:lnTo>
                  <a:lnTo>
                    <a:pt x="66" y="78"/>
                  </a:lnTo>
                  <a:lnTo>
                    <a:pt x="66" y="79"/>
                  </a:lnTo>
                  <a:lnTo>
                    <a:pt x="67" y="79"/>
                  </a:lnTo>
                  <a:lnTo>
                    <a:pt x="68" y="79"/>
                  </a:lnTo>
                  <a:lnTo>
                    <a:pt x="69" y="79"/>
                  </a:lnTo>
                  <a:lnTo>
                    <a:pt x="70" y="79"/>
                  </a:lnTo>
                  <a:lnTo>
                    <a:pt x="71" y="79"/>
                  </a:lnTo>
                  <a:lnTo>
                    <a:pt x="72" y="79"/>
                  </a:lnTo>
                  <a:lnTo>
                    <a:pt x="74" y="78"/>
                  </a:lnTo>
                  <a:lnTo>
                    <a:pt x="75" y="78"/>
                  </a:lnTo>
                  <a:lnTo>
                    <a:pt x="76" y="77"/>
                  </a:lnTo>
                  <a:lnTo>
                    <a:pt x="78" y="77"/>
                  </a:lnTo>
                  <a:lnTo>
                    <a:pt x="79" y="76"/>
                  </a:lnTo>
                  <a:lnTo>
                    <a:pt x="80" y="75"/>
                  </a:lnTo>
                  <a:lnTo>
                    <a:pt x="81" y="74"/>
                  </a:lnTo>
                  <a:lnTo>
                    <a:pt x="82" y="73"/>
                  </a:lnTo>
                  <a:lnTo>
                    <a:pt x="82" y="72"/>
                  </a:lnTo>
                  <a:lnTo>
                    <a:pt x="81" y="71"/>
                  </a:lnTo>
                  <a:lnTo>
                    <a:pt x="80" y="71"/>
                  </a:lnTo>
                  <a:lnTo>
                    <a:pt x="79" y="71"/>
                  </a:lnTo>
                  <a:lnTo>
                    <a:pt x="78" y="70"/>
                  </a:lnTo>
                  <a:lnTo>
                    <a:pt x="77" y="69"/>
                  </a:lnTo>
                  <a:lnTo>
                    <a:pt x="100" y="58"/>
                  </a:lnTo>
                  <a:lnTo>
                    <a:pt x="106" y="59"/>
                  </a:lnTo>
                  <a:lnTo>
                    <a:pt x="108" y="60"/>
                  </a:lnTo>
                  <a:lnTo>
                    <a:pt x="113" y="59"/>
                  </a:lnTo>
                  <a:lnTo>
                    <a:pt x="117" y="61"/>
                  </a:lnTo>
                  <a:lnTo>
                    <a:pt x="122" y="60"/>
                  </a:lnTo>
                  <a:lnTo>
                    <a:pt x="123" y="61"/>
                  </a:lnTo>
                  <a:lnTo>
                    <a:pt x="129" y="61"/>
                  </a:lnTo>
                  <a:lnTo>
                    <a:pt x="134" y="62"/>
                  </a:lnTo>
                  <a:lnTo>
                    <a:pt x="156" y="61"/>
                  </a:lnTo>
                  <a:lnTo>
                    <a:pt x="160" y="56"/>
                  </a:lnTo>
                  <a:lnTo>
                    <a:pt x="159" y="53"/>
                  </a:lnTo>
                  <a:lnTo>
                    <a:pt x="161" y="51"/>
                  </a:lnTo>
                  <a:lnTo>
                    <a:pt x="163" y="41"/>
                  </a:lnTo>
                  <a:lnTo>
                    <a:pt x="167" y="35"/>
                  </a:lnTo>
                  <a:lnTo>
                    <a:pt x="166" y="33"/>
                  </a:lnTo>
                  <a:lnTo>
                    <a:pt x="170" y="29"/>
                  </a:lnTo>
                  <a:lnTo>
                    <a:pt x="170" y="27"/>
                  </a:lnTo>
                  <a:lnTo>
                    <a:pt x="175" y="23"/>
                  </a:lnTo>
                  <a:lnTo>
                    <a:pt x="178" y="23"/>
                  </a:lnTo>
                  <a:lnTo>
                    <a:pt x="179" y="22"/>
                  </a:lnTo>
                  <a:lnTo>
                    <a:pt x="184" y="21"/>
                  </a:lnTo>
                  <a:lnTo>
                    <a:pt x="185" y="20"/>
                  </a:lnTo>
                  <a:lnTo>
                    <a:pt x="191" y="18"/>
                  </a:lnTo>
                  <a:lnTo>
                    <a:pt x="201" y="6"/>
                  </a:lnTo>
                  <a:lnTo>
                    <a:pt x="201" y="4"/>
                  </a:lnTo>
                  <a:lnTo>
                    <a:pt x="204" y="0"/>
                  </a:lnTo>
                  <a:lnTo>
                    <a:pt x="208" y="0"/>
                  </a:lnTo>
                  <a:lnTo>
                    <a:pt x="209" y="1"/>
                  </a:lnTo>
                  <a:lnTo>
                    <a:pt x="212" y="1"/>
                  </a:lnTo>
                  <a:lnTo>
                    <a:pt x="215" y="3"/>
                  </a:lnTo>
                  <a:lnTo>
                    <a:pt x="219" y="3"/>
                  </a:lnTo>
                  <a:lnTo>
                    <a:pt x="221" y="5"/>
                  </a:lnTo>
                  <a:lnTo>
                    <a:pt x="234" y="16"/>
                  </a:lnTo>
                  <a:lnTo>
                    <a:pt x="241" y="16"/>
                  </a:lnTo>
                  <a:lnTo>
                    <a:pt x="242" y="17"/>
                  </a:lnTo>
                  <a:lnTo>
                    <a:pt x="252" y="16"/>
                  </a:lnTo>
                  <a:lnTo>
                    <a:pt x="253" y="18"/>
                  </a:lnTo>
                  <a:lnTo>
                    <a:pt x="258" y="17"/>
                  </a:lnTo>
                  <a:lnTo>
                    <a:pt x="260" y="20"/>
                  </a:lnTo>
                  <a:lnTo>
                    <a:pt x="273" y="25"/>
                  </a:lnTo>
                  <a:lnTo>
                    <a:pt x="287" y="35"/>
                  </a:lnTo>
                  <a:lnTo>
                    <a:pt x="303" y="34"/>
                  </a:lnTo>
                  <a:lnTo>
                    <a:pt x="307" y="31"/>
                  </a:lnTo>
                  <a:lnTo>
                    <a:pt x="310" y="31"/>
                  </a:lnTo>
                  <a:lnTo>
                    <a:pt x="339" y="15"/>
                  </a:lnTo>
                  <a:lnTo>
                    <a:pt x="339" y="13"/>
                  </a:lnTo>
                  <a:lnTo>
                    <a:pt x="344" y="13"/>
                  </a:lnTo>
                  <a:lnTo>
                    <a:pt x="358" y="19"/>
                  </a:lnTo>
                  <a:lnTo>
                    <a:pt x="360" y="19"/>
                  </a:lnTo>
                  <a:lnTo>
                    <a:pt x="362" y="17"/>
                  </a:lnTo>
                  <a:lnTo>
                    <a:pt x="365" y="17"/>
                  </a:lnTo>
                  <a:lnTo>
                    <a:pt x="366" y="16"/>
                  </a:lnTo>
                  <a:lnTo>
                    <a:pt x="367" y="16"/>
                  </a:lnTo>
                  <a:lnTo>
                    <a:pt x="370" y="20"/>
                  </a:lnTo>
                  <a:lnTo>
                    <a:pt x="371" y="22"/>
                  </a:lnTo>
                  <a:lnTo>
                    <a:pt x="372" y="22"/>
                  </a:lnTo>
                  <a:lnTo>
                    <a:pt x="374" y="27"/>
                  </a:lnTo>
                  <a:lnTo>
                    <a:pt x="375" y="28"/>
                  </a:lnTo>
                  <a:lnTo>
                    <a:pt x="375" y="31"/>
                  </a:lnTo>
                  <a:lnTo>
                    <a:pt x="378" y="34"/>
                  </a:lnTo>
                  <a:lnTo>
                    <a:pt x="378" y="37"/>
                  </a:lnTo>
                  <a:lnTo>
                    <a:pt x="381" y="42"/>
                  </a:lnTo>
                  <a:lnTo>
                    <a:pt x="385" y="46"/>
                  </a:lnTo>
                  <a:lnTo>
                    <a:pt x="414" y="58"/>
                  </a:lnTo>
                  <a:lnTo>
                    <a:pt x="418" y="58"/>
                  </a:lnTo>
                  <a:lnTo>
                    <a:pt x="421" y="59"/>
                  </a:lnTo>
                  <a:lnTo>
                    <a:pt x="424" y="59"/>
                  </a:lnTo>
                  <a:lnTo>
                    <a:pt x="428" y="59"/>
                  </a:lnTo>
                  <a:lnTo>
                    <a:pt x="429" y="60"/>
                  </a:lnTo>
                  <a:lnTo>
                    <a:pt x="439" y="60"/>
                  </a:lnTo>
                  <a:lnTo>
                    <a:pt x="441" y="61"/>
                  </a:lnTo>
                  <a:lnTo>
                    <a:pt x="447" y="60"/>
                  </a:lnTo>
                  <a:lnTo>
                    <a:pt x="450" y="60"/>
                  </a:lnTo>
                  <a:lnTo>
                    <a:pt x="452" y="62"/>
                  </a:lnTo>
                  <a:lnTo>
                    <a:pt x="455" y="61"/>
                  </a:lnTo>
                  <a:lnTo>
                    <a:pt x="459" y="59"/>
                  </a:lnTo>
                  <a:lnTo>
                    <a:pt x="462" y="59"/>
                  </a:lnTo>
                  <a:lnTo>
                    <a:pt x="463" y="56"/>
                  </a:lnTo>
                  <a:lnTo>
                    <a:pt x="465" y="57"/>
                  </a:lnTo>
                  <a:lnTo>
                    <a:pt x="469" y="54"/>
                  </a:lnTo>
                  <a:lnTo>
                    <a:pt x="474" y="52"/>
                  </a:lnTo>
                  <a:lnTo>
                    <a:pt x="485" y="52"/>
                  </a:lnTo>
                  <a:lnTo>
                    <a:pt x="487" y="50"/>
                  </a:lnTo>
                  <a:lnTo>
                    <a:pt x="494" y="50"/>
                  </a:lnTo>
                  <a:lnTo>
                    <a:pt x="496" y="49"/>
                  </a:lnTo>
                  <a:lnTo>
                    <a:pt x="513" y="48"/>
                  </a:lnTo>
                  <a:lnTo>
                    <a:pt x="518" y="45"/>
                  </a:lnTo>
                  <a:lnTo>
                    <a:pt x="525" y="45"/>
                  </a:lnTo>
                  <a:lnTo>
                    <a:pt x="537" y="50"/>
                  </a:lnTo>
                  <a:lnTo>
                    <a:pt x="540" y="51"/>
                  </a:lnTo>
                  <a:lnTo>
                    <a:pt x="545" y="54"/>
                  </a:lnTo>
                  <a:lnTo>
                    <a:pt x="580" y="49"/>
                  </a:lnTo>
                  <a:lnTo>
                    <a:pt x="580" y="47"/>
                  </a:lnTo>
                  <a:lnTo>
                    <a:pt x="583" y="44"/>
                  </a:lnTo>
                  <a:lnTo>
                    <a:pt x="585" y="38"/>
                  </a:lnTo>
                  <a:lnTo>
                    <a:pt x="593" y="28"/>
                  </a:lnTo>
                  <a:lnTo>
                    <a:pt x="595" y="28"/>
                  </a:lnTo>
                  <a:lnTo>
                    <a:pt x="597" y="26"/>
                  </a:lnTo>
                  <a:lnTo>
                    <a:pt x="599" y="27"/>
                  </a:lnTo>
                  <a:lnTo>
                    <a:pt x="606" y="26"/>
                  </a:lnTo>
                  <a:lnTo>
                    <a:pt x="607" y="24"/>
                  </a:lnTo>
                  <a:lnTo>
                    <a:pt x="614" y="24"/>
                  </a:lnTo>
                  <a:lnTo>
                    <a:pt x="620" y="27"/>
                  </a:lnTo>
                  <a:lnTo>
                    <a:pt x="634" y="26"/>
                  </a:lnTo>
                  <a:lnTo>
                    <a:pt x="638" y="27"/>
                  </a:lnTo>
                  <a:lnTo>
                    <a:pt x="670" y="25"/>
                  </a:lnTo>
                  <a:lnTo>
                    <a:pt x="673" y="27"/>
                  </a:lnTo>
                  <a:lnTo>
                    <a:pt x="703" y="25"/>
                  </a:lnTo>
                  <a:lnTo>
                    <a:pt x="705" y="27"/>
                  </a:lnTo>
                  <a:lnTo>
                    <a:pt x="724" y="25"/>
                  </a:lnTo>
                  <a:lnTo>
                    <a:pt x="725" y="26"/>
                  </a:lnTo>
                  <a:lnTo>
                    <a:pt x="729" y="26"/>
                  </a:lnTo>
                  <a:lnTo>
                    <a:pt x="731" y="28"/>
                  </a:lnTo>
                  <a:lnTo>
                    <a:pt x="735" y="27"/>
                  </a:lnTo>
                  <a:lnTo>
                    <a:pt x="737" y="28"/>
                  </a:lnTo>
                  <a:lnTo>
                    <a:pt x="741" y="28"/>
                  </a:lnTo>
                  <a:lnTo>
                    <a:pt x="744" y="30"/>
                  </a:lnTo>
                  <a:lnTo>
                    <a:pt x="746" y="29"/>
                  </a:lnTo>
                  <a:lnTo>
                    <a:pt x="753" y="33"/>
                  </a:lnTo>
                  <a:lnTo>
                    <a:pt x="753" y="37"/>
                  </a:lnTo>
                  <a:lnTo>
                    <a:pt x="757" y="43"/>
                  </a:lnTo>
                  <a:lnTo>
                    <a:pt x="759" y="43"/>
                  </a:lnTo>
                  <a:lnTo>
                    <a:pt x="761" y="44"/>
                  </a:lnTo>
                  <a:lnTo>
                    <a:pt x="762" y="43"/>
                  </a:lnTo>
                  <a:lnTo>
                    <a:pt x="766" y="44"/>
                  </a:lnTo>
                  <a:lnTo>
                    <a:pt x="767" y="45"/>
                  </a:lnTo>
                  <a:lnTo>
                    <a:pt x="778" y="46"/>
                  </a:lnTo>
                  <a:lnTo>
                    <a:pt x="816" y="73"/>
                  </a:lnTo>
                  <a:lnTo>
                    <a:pt x="809" y="74"/>
                  </a:lnTo>
                  <a:lnTo>
                    <a:pt x="796" y="75"/>
                  </a:lnTo>
                  <a:lnTo>
                    <a:pt x="796" y="83"/>
                  </a:lnTo>
                  <a:lnTo>
                    <a:pt x="800" y="86"/>
                  </a:lnTo>
                  <a:lnTo>
                    <a:pt x="803" y="87"/>
                  </a:lnTo>
                  <a:lnTo>
                    <a:pt x="809" y="91"/>
                  </a:lnTo>
                  <a:lnTo>
                    <a:pt x="813" y="92"/>
                  </a:lnTo>
                  <a:lnTo>
                    <a:pt x="817" y="95"/>
                  </a:lnTo>
                  <a:lnTo>
                    <a:pt x="809" y="112"/>
                  </a:lnTo>
                  <a:lnTo>
                    <a:pt x="810" y="121"/>
                  </a:lnTo>
                  <a:lnTo>
                    <a:pt x="808" y="124"/>
                  </a:lnTo>
                  <a:lnTo>
                    <a:pt x="799" y="126"/>
                  </a:lnTo>
                  <a:lnTo>
                    <a:pt x="798" y="127"/>
                  </a:lnTo>
                  <a:lnTo>
                    <a:pt x="793" y="129"/>
                  </a:lnTo>
                  <a:lnTo>
                    <a:pt x="792" y="139"/>
                  </a:lnTo>
                  <a:lnTo>
                    <a:pt x="789" y="143"/>
                  </a:lnTo>
                  <a:lnTo>
                    <a:pt x="791" y="147"/>
                  </a:lnTo>
                  <a:lnTo>
                    <a:pt x="794" y="151"/>
                  </a:lnTo>
                  <a:lnTo>
                    <a:pt x="794" y="156"/>
                  </a:lnTo>
                  <a:lnTo>
                    <a:pt x="793" y="157"/>
                  </a:lnTo>
                  <a:lnTo>
                    <a:pt x="792" y="161"/>
                  </a:lnTo>
                  <a:lnTo>
                    <a:pt x="792" y="169"/>
                  </a:lnTo>
                  <a:lnTo>
                    <a:pt x="794" y="171"/>
                  </a:lnTo>
                  <a:lnTo>
                    <a:pt x="803" y="169"/>
                  </a:lnTo>
                  <a:lnTo>
                    <a:pt x="804" y="168"/>
                  </a:lnTo>
                  <a:lnTo>
                    <a:pt x="807" y="169"/>
                  </a:lnTo>
                  <a:lnTo>
                    <a:pt x="808" y="177"/>
                  </a:lnTo>
                  <a:lnTo>
                    <a:pt x="805" y="180"/>
                  </a:lnTo>
                  <a:lnTo>
                    <a:pt x="801" y="180"/>
                  </a:lnTo>
                  <a:lnTo>
                    <a:pt x="798" y="183"/>
                  </a:lnTo>
                  <a:lnTo>
                    <a:pt x="798" y="187"/>
                  </a:lnTo>
                  <a:lnTo>
                    <a:pt x="803" y="191"/>
                  </a:lnTo>
                  <a:lnTo>
                    <a:pt x="804" y="211"/>
                  </a:lnTo>
                  <a:lnTo>
                    <a:pt x="798" y="224"/>
                  </a:lnTo>
                  <a:lnTo>
                    <a:pt x="798" y="226"/>
                  </a:lnTo>
                  <a:lnTo>
                    <a:pt x="794" y="228"/>
                  </a:lnTo>
                  <a:lnTo>
                    <a:pt x="791" y="228"/>
                  </a:lnTo>
                  <a:lnTo>
                    <a:pt x="787" y="232"/>
                  </a:lnTo>
                  <a:lnTo>
                    <a:pt x="786" y="237"/>
                  </a:lnTo>
                  <a:lnTo>
                    <a:pt x="794" y="249"/>
                  </a:lnTo>
                  <a:lnTo>
                    <a:pt x="794" y="251"/>
                  </a:lnTo>
                  <a:lnTo>
                    <a:pt x="795" y="251"/>
                  </a:lnTo>
                  <a:lnTo>
                    <a:pt x="795" y="253"/>
                  </a:lnTo>
                  <a:lnTo>
                    <a:pt x="798" y="255"/>
                  </a:lnTo>
                  <a:lnTo>
                    <a:pt x="803" y="265"/>
                  </a:lnTo>
                  <a:lnTo>
                    <a:pt x="807" y="270"/>
                  </a:lnTo>
                  <a:lnTo>
                    <a:pt x="807" y="272"/>
                  </a:lnTo>
                  <a:lnTo>
                    <a:pt x="811" y="276"/>
                  </a:lnTo>
                  <a:lnTo>
                    <a:pt x="811" y="278"/>
                  </a:lnTo>
                  <a:lnTo>
                    <a:pt x="814" y="280"/>
                  </a:lnTo>
                  <a:lnTo>
                    <a:pt x="814" y="282"/>
                  </a:lnTo>
                  <a:lnTo>
                    <a:pt x="817" y="285"/>
                  </a:lnTo>
                  <a:lnTo>
                    <a:pt x="821" y="302"/>
                  </a:lnTo>
                  <a:lnTo>
                    <a:pt x="822" y="303"/>
                  </a:lnTo>
                  <a:lnTo>
                    <a:pt x="824" y="303"/>
                  </a:lnTo>
                  <a:lnTo>
                    <a:pt x="828" y="307"/>
                  </a:lnTo>
                  <a:lnTo>
                    <a:pt x="830" y="307"/>
                  </a:lnTo>
                  <a:lnTo>
                    <a:pt x="838" y="314"/>
                  </a:lnTo>
                  <a:lnTo>
                    <a:pt x="840" y="314"/>
                  </a:lnTo>
                  <a:lnTo>
                    <a:pt x="843" y="317"/>
                  </a:lnTo>
                  <a:lnTo>
                    <a:pt x="853" y="321"/>
                  </a:lnTo>
                  <a:lnTo>
                    <a:pt x="871" y="317"/>
                  </a:lnTo>
                  <a:lnTo>
                    <a:pt x="875" y="317"/>
                  </a:lnTo>
                  <a:lnTo>
                    <a:pt x="877" y="315"/>
                  </a:lnTo>
                  <a:lnTo>
                    <a:pt x="879" y="316"/>
                  </a:lnTo>
                  <a:lnTo>
                    <a:pt x="881" y="314"/>
                  </a:lnTo>
                  <a:lnTo>
                    <a:pt x="881" y="312"/>
                  </a:lnTo>
                  <a:lnTo>
                    <a:pt x="883" y="309"/>
                  </a:lnTo>
                  <a:lnTo>
                    <a:pt x="887" y="310"/>
                  </a:lnTo>
                  <a:lnTo>
                    <a:pt x="889" y="309"/>
                  </a:lnTo>
                  <a:lnTo>
                    <a:pt x="892" y="310"/>
                  </a:lnTo>
                  <a:lnTo>
                    <a:pt x="895" y="314"/>
                  </a:lnTo>
                  <a:lnTo>
                    <a:pt x="897" y="324"/>
                  </a:lnTo>
                  <a:lnTo>
                    <a:pt x="917" y="347"/>
                  </a:lnTo>
                  <a:lnTo>
                    <a:pt x="919" y="347"/>
                  </a:lnTo>
                  <a:lnTo>
                    <a:pt x="930" y="355"/>
                  </a:lnTo>
                  <a:lnTo>
                    <a:pt x="934" y="355"/>
                  </a:lnTo>
                  <a:lnTo>
                    <a:pt x="936" y="356"/>
                  </a:lnTo>
                  <a:lnTo>
                    <a:pt x="939" y="355"/>
                  </a:lnTo>
                  <a:lnTo>
                    <a:pt x="947" y="363"/>
                  </a:lnTo>
                  <a:lnTo>
                    <a:pt x="949" y="365"/>
                  </a:lnTo>
                  <a:lnTo>
                    <a:pt x="956" y="364"/>
                  </a:lnTo>
                  <a:lnTo>
                    <a:pt x="958" y="365"/>
                  </a:lnTo>
                  <a:lnTo>
                    <a:pt x="968" y="366"/>
                  </a:lnTo>
                  <a:lnTo>
                    <a:pt x="977" y="370"/>
                  </a:lnTo>
                  <a:lnTo>
                    <a:pt x="979" y="370"/>
                  </a:lnTo>
                  <a:lnTo>
                    <a:pt x="981" y="371"/>
                  </a:lnTo>
                  <a:lnTo>
                    <a:pt x="989" y="370"/>
                  </a:lnTo>
                  <a:lnTo>
                    <a:pt x="990" y="372"/>
                  </a:lnTo>
                  <a:lnTo>
                    <a:pt x="994" y="372"/>
                  </a:lnTo>
                  <a:lnTo>
                    <a:pt x="997" y="374"/>
                  </a:lnTo>
                  <a:lnTo>
                    <a:pt x="999" y="381"/>
                  </a:lnTo>
                  <a:lnTo>
                    <a:pt x="1012" y="380"/>
                  </a:lnTo>
                  <a:lnTo>
                    <a:pt x="1014" y="381"/>
                  </a:lnTo>
                  <a:lnTo>
                    <a:pt x="1014" y="382"/>
                  </a:lnTo>
                  <a:lnTo>
                    <a:pt x="1023" y="392"/>
                  </a:lnTo>
                  <a:lnTo>
                    <a:pt x="1024" y="395"/>
                  </a:lnTo>
                  <a:lnTo>
                    <a:pt x="1029" y="399"/>
                  </a:lnTo>
                  <a:lnTo>
                    <a:pt x="1042" y="391"/>
                  </a:lnTo>
                  <a:lnTo>
                    <a:pt x="1054" y="400"/>
                  </a:lnTo>
                  <a:lnTo>
                    <a:pt x="1056" y="400"/>
                  </a:lnTo>
                  <a:lnTo>
                    <a:pt x="1058" y="401"/>
                  </a:lnTo>
                  <a:lnTo>
                    <a:pt x="1060" y="400"/>
                  </a:lnTo>
                  <a:lnTo>
                    <a:pt x="1069" y="403"/>
                  </a:lnTo>
                  <a:lnTo>
                    <a:pt x="1073" y="403"/>
                  </a:lnTo>
                  <a:lnTo>
                    <a:pt x="1074" y="404"/>
                  </a:lnTo>
                  <a:lnTo>
                    <a:pt x="1078" y="404"/>
                  </a:lnTo>
                  <a:lnTo>
                    <a:pt x="1083" y="401"/>
                  </a:lnTo>
                  <a:lnTo>
                    <a:pt x="1085" y="401"/>
                  </a:lnTo>
                  <a:lnTo>
                    <a:pt x="1089" y="398"/>
                  </a:lnTo>
                  <a:lnTo>
                    <a:pt x="1091" y="398"/>
                  </a:lnTo>
                  <a:lnTo>
                    <a:pt x="1096" y="394"/>
                  </a:lnTo>
                  <a:lnTo>
                    <a:pt x="1098" y="395"/>
                  </a:lnTo>
                  <a:lnTo>
                    <a:pt x="1102" y="392"/>
                  </a:lnTo>
                  <a:lnTo>
                    <a:pt x="1108" y="392"/>
                  </a:lnTo>
                  <a:lnTo>
                    <a:pt x="1127" y="416"/>
                  </a:lnTo>
                  <a:lnTo>
                    <a:pt x="1128" y="422"/>
                  </a:lnTo>
                  <a:lnTo>
                    <a:pt x="1133" y="425"/>
                  </a:lnTo>
                  <a:lnTo>
                    <a:pt x="1135" y="427"/>
                  </a:lnTo>
                  <a:lnTo>
                    <a:pt x="1139" y="426"/>
                  </a:lnTo>
                  <a:lnTo>
                    <a:pt x="1140" y="428"/>
                  </a:lnTo>
                  <a:lnTo>
                    <a:pt x="1146" y="427"/>
                  </a:lnTo>
                  <a:lnTo>
                    <a:pt x="1147" y="429"/>
                  </a:lnTo>
                  <a:lnTo>
                    <a:pt x="1149" y="429"/>
                  </a:lnTo>
                  <a:lnTo>
                    <a:pt x="1155" y="437"/>
                  </a:lnTo>
                  <a:lnTo>
                    <a:pt x="1157" y="443"/>
                  </a:lnTo>
                  <a:lnTo>
                    <a:pt x="1152" y="449"/>
                  </a:lnTo>
                  <a:lnTo>
                    <a:pt x="1152" y="454"/>
                  </a:lnTo>
                  <a:lnTo>
                    <a:pt x="1154" y="455"/>
                  </a:lnTo>
                  <a:lnTo>
                    <a:pt x="1154" y="459"/>
                  </a:lnTo>
                  <a:lnTo>
                    <a:pt x="1158" y="470"/>
                  </a:lnTo>
                  <a:lnTo>
                    <a:pt x="1161" y="472"/>
                  </a:lnTo>
                  <a:lnTo>
                    <a:pt x="1165" y="472"/>
                  </a:lnTo>
                  <a:lnTo>
                    <a:pt x="1167" y="470"/>
                  </a:lnTo>
                  <a:lnTo>
                    <a:pt x="1170" y="469"/>
                  </a:lnTo>
                  <a:lnTo>
                    <a:pt x="1174" y="472"/>
                  </a:lnTo>
                  <a:lnTo>
                    <a:pt x="1183" y="476"/>
                  </a:lnTo>
                  <a:lnTo>
                    <a:pt x="1198" y="477"/>
                  </a:lnTo>
                  <a:lnTo>
                    <a:pt x="1203" y="483"/>
                  </a:lnTo>
                  <a:lnTo>
                    <a:pt x="1205" y="492"/>
                  </a:lnTo>
                  <a:lnTo>
                    <a:pt x="1208" y="494"/>
                  </a:lnTo>
                  <a:lnTo>
                    <a:pt x="1209" y="492"/>
                  </a:lnTo>
                  <a:lnTo>
                    <a:pt x="1213" y="484"/>
                  </a:lnTo>
                  <a:lnTo>
                    <a:pt x="1213" y="473"/>
                  </a:lnTo>
                  <a:lnTo>
                    <a:pt x="1211" y="472"/>
                  </a:lnTo>
                  <a:lnTo>
                    <a:pt x="1209" y="467"/>
                  </a:lnTo>
                  <a:lnTo>
                    <a:pt x="1213" y="461"/>
                  </a:lnTo>
                  <a:lnTo>
                    <a:pt x="1215" y="461"/>
                  </a:lnTo>
                  <a:lnTo>
                    <a:pt x="1217" y="465"/>
                  </a:lnTo>
                  <a:lnTo>
                    <a:pt x="1224" y="472"/>
                  </a:lnTo>
                  <a:lnTo>
                    <a:pt x="1224" y="473"/>
                  </a:lnTo>
                  <a:lnTo>
                    <a:pt x="1232" y="480"/>
                  </a:lnTo>
                  <a:lnTo>
                    <a:pt x="1235" y="481"/>
                  </a:lnTo>
                  <a:lnTo>
                    <a:pt x="1239" y="481"/>
                  </a:lnTo>
                  <a:lnTo>
                    <a:pt x="1243" y="484"/>
                  </a:lnTo>
                  <a:lnTo>
                    <a:pt x="1248" y="485"/>
                  </a:lnTo>
                  <a:lnTo>
                    <a:pt x="1251" y="481"/>
                  </a:lnTo>
                  <a:lnTo>
                    <a:pt x="1250" y="463"/>
                  </a:lnTo>
                  <a:lnTo>
                    <a:pt x="1249" y="461"/>
                  </a:lnTo>
                  <a:lnTo>
                    <a:pt x="1249" y="458"/>
                  </a:lnTo>
                  <a:lnTo>
                    <a:pt x="1252" y="457"/>
                  </a:lnTo>
                  <a:lnTo>
                    <a:pt x="1261" y="461"/>
                  </a:lnTo>
                  <a:lnTo>
                    <a:pt x="1270" y="456"/>
                  </a:lnTo>
                  <a:lnTo>
                    <a:pt x="1276" y="456"/>
                  </a:lnTo>
                  <a:lnTo>
                    <a:pt x="1277" y="454"/>
                  </a:lnTo>
                  <a:lnTo>
                    <a:pt x="1282" y="454"/>
                  </a:lnTo>
                  <a:lnTo>
                    <a:pt x="1285" y="451"/>
                  </a:lnTo>
                  <a:lnTo>
                    <a:pt x="1287" y="445"/>
                  </a:lnTo>
                  <a:lnTo>
                    <a:pt x="1288" y="437"/>
                  </a:lnTo>
                  <a:lnTo>
                    <a:pt x="1295" y="433"/>
                  </a:lnTo>
                  <a:lnTo>
                    <a:pt x="1294" y="423"/>
                  </a:lnTo>
                  <a:lnTo>
                    <a:pt x="1295" y="422"/>
                  </a:lnTo>
                  <a:lnTo>
                    <a:pt x="1321" y="419"/>
                  </a:lnTo>
                  <a:lnTo>
                    <a:pt x="1326" y="423"/>
                  </a:lnTo>
                  <a:lnTo>
                    <a:pt x="1333" y="428"/>
                  </a:lnTo>
                  <a:lnTo>
                    <a:pt x="1338" y="429"/>
                  </a:lnTo>
                  <a:lnTo>
                    <a:pt x="1340" y="432"/>
                  </a:lnTo>
                  <a:lnTo>
                    <a:pt x="1342" y="432"/>
                  </a:lnTo>
                  <a:lnTo>
                    <a:pt x="1349" y="438"/>
                  </a:lnTo>
                  <a:lnTo>
                    <a:pt x="1348" y="440"/>
                  </a:lnTo>
                  <a:lnTo>
                    <a:pt x="1350" y="442"/>
                  </a:lnTo>
                  <a:lnTo>
                    <a:pt x="1352" y="451"/>
                  </a:lnTo>
                  <a:lnTo>
                    <a:pt x="1357" y="459"/>
                  </a:lnTo>
                  <a:lnTo>
                    <a:pt x="1360" y="462"/>
                  </a:lnTo>
                  <a:lnTo>
                    <a:pt x="1360" y="464"/>
                  </a:lnTo>
                  <a:lnTo>
                    <a:pt x="1361" y="465"/>
                  </a:lnTo>
                  <a:lnTo>
                    <a:pt x="1362" y="481"/>
                  </a:lnTo>
                  <a:lnTo>
                    <a:pt x="1363" y="482"/>
                  </a:lnTo>
                  <a:lnTo>
                    <a:pt x="1363" y="484"/>
                  </a:lnTo>
                  <a:lnTo>
                    <a:pt x="1366" y="486"/>
                  </a:lnTo>
                  <a:lnTo>
                    <a:pt x="1366" y="488"/>
                  </a:lnTo>
                  <a:lnTo>
                    <a:pt x="1369" y="490"/>
                  </a:lnTo>
                  <a:lnTo>
                    <a:pt x="1369" y="492"/>
                  </a:lnTo>
                  <a:lnTo>
                    <a:pt x="1377" y="503"/>
                  </a:lnTo>
                  <a:lnTo>
                    <a:pt x="1377" y="505"/>
                  </a:lnTo>
                  <a:lnTo>
                    <a:pt x="1389" y="516"/>
                  </a:lnTo>
                  <a:lnTo>
                    <a:pt x="1389" y="519"/>
                  </a:lnTo>
                  <a:lnTo>
                    <a:pt x="1386" y="523"/>
                  </a:lnTo>
                  <a:lnTo>
                    <a:pt x="1385" y="525"/>
                  </a:lnTo>
                  <a:lnTo>
                    <a:pt x="1377" y="518"/>
                  </a:lnTo>
                  <a:lnTo>
                    <a:pt x="1375" y="518"/>
                  </a:lnTo>
                  <a:lnTo>
                    <a:pt x="1371" y="522"/>
                  </a:lnTo>
                  <a:lnTo>
                    <a:pt x="1371" y="532"/>
                  </a:lnTo>
                  <a:lnTo>
                    <a:pt x="1379" y="544"/>
                  </a:lnTo>
                  <a:lnTo>
                    <a:pt x="1386" y="547"/>
                  </a:lnTo>
                  <a:lnTo>
                    <a:pt x="1386" y="549"/>
                  </a:lnTo>
                  <a:lnTo>
                    <a:pt x="1384" y="551"/>
                  </a:lnTo>
                  <a:lnTo>
                    <a:pt x="1382" y="552"/>
                  </a:lnTo>
                  <a:lnTo>
                    <a:pt x="1382" y="556"/>
                  </a:lnTo>
                  <a:lnTo>
                    <a:pt x="1383" y="557"/>
                  </a:lnTo>
                  <a:lnTo>
                    <a:pt x="1385" y="560"/>
                  </a:lnTo>
                  <a:lnTo>
                    <a:pt x="1391" y="563"/>
                  </a:lnTo>
                  <a:lnTo>
                    <a:pt x="1391" y="573"/>
                  </a:lnTo>
                  <a:lnTo>
                    <a:pt x="1390" y="575"/>
                  </a:lnTo>
                  <a:lnTo>
                    <a:pt x="1392" y="619"/>
                  </a:lnTo>
                  <a:lnTo>
                    <a:pt x="1395" y="622"/>
                  </a:lnTo>
                  <a:lnTo>
                    <a:pt x="1393" y="631"/>
                  </a:lnTo>
                  <a:lnTo>
                    <a:pt x="1392" y="635"/>
                  </a:lnTo>
                  <a:lnTo>
                    <a:pt x="1390" y="636"/>
                  </a:lnTo>
                  <a:lnTo>
                    <a:pt x="1388" y="642"/>
                  </a:lnTo>
                  <a:lnTo>
                    <a:pt x="1385" y="659"/>
                  </a:lnTo>
                  <a:lnTo>
                    <a:pt x="1388" y="665"/>
                  </a:lnTo>
                  <a:lnTo>
                    <a:pt x="1391" y="692"/>
                  </a:lnTo>
                  <a:lnTo>
                    <a:pt x="1390" y="695"/>
                  </a:lnTo>
                  <a:lnTo>
                    <a:pt x="1391" y="699"/>
                  </a:lnTo>
                  <a:lnTo>
                    <a:pt x="1385" y="699"/>
                  </a:lnTo>
                  <a:lnTo>
                    <a:pt x="1384" y="701"/>
                  </a:lnTo>
                  <a:lnTo>
                    <a:pt x="1381" y="701"/>
                  </a:lnTo>
                  <a:lnTo>
                    <a:pt x="1379" y="704"/>
                  </a:lnTo>
                  <a:lnTo>
                    <a:pt x="1380" y="705"/>
                  </a:lnTo>
                  <a:lnTo>
                    <a:pt x="1381" y="711"/>
                  </a:lnTo>
                  <a:lnTo>
                    <a:pt x="1375" y="719"/>
                  </a:lnTo>
                  <a:lnTo>
                    <a:pt x="1378" y="727"/>
                  </a:lnTo>
                  <a:lnTo>
                    <a:pt x="1374" y="734"/>
                  </a:lnTo>
                  <a:lnTo>
                    <a:pt x="1369" y="734"/>
                  </a:lnTo>
                  <a:lnTo>
                    <a:pt x="1366" y="729"/>
                  </a:lnTo>
                  <a:lnTo>
                    <a:pt x="1366" y="726"/>
                  </a:lnTo>
                  <a:lnTo>
                    <a:pt x="1365" y="725"/>
                  </a:lnTo>
                  <a:lnTo>
                    <a:pt x="1365" y="721"/>
                  </a:lnTo>
                  <a:lnTo>
                    <a:pt x="1362" y="717"/>
                  </a:lnTo>
                  <a:lnTo>
                    <a:pt x="1360" y="718"/>
                  </a:lnTo>
                  <a:lnTo>
                    <a:pt x="1358" y="718"/>
                  </a:lnTo>
                  <a:lnTo>
                    <a:pt x="1356" y="723"/>
                  </a:lnTo>
                  <a:lnTo>
                    <a:pt x="1355" y="723"/>
                  </a:lnTo>
                  <a:lnTo>
                    <a:pt x="1355" y="730"/>
                  </a:lnTo>
                  <a:lnTo>
                    <a:pt x="1354" y="732"/>
                  </a:lnTo>
                  <a:lnTo>
                    <a:pt x="1354" y="755"/>
                  </a:lnTo>
                  <a:lnTo>
                    <a:pt x="1355" y="756"/>
                  </a:lnTo>
                  <a:lnTo>
                    <a:pt x="1356" y="764"/>
                  </a:lnTo>
                  <a:lnTo>
                    <a:pt x="1357" y="765"/>
                  </a:lnTo>
                  <a:lnTo>
                    <a:pt x="1362" y="774"/>
                  </a:lnTo>
                  <a:lnTo>
                    <a:pt x="1352" y="774"/>
                  </a:lnTo>
                  <a:lnTo>
                    <a:pt x="1351" y="776"/>
                  </a:lnTo>
                  <a:lnTo>
                    <a:pt x="1348" y="776"/>
                  </a:lnTo>
                  <a:lnTo>
                    <a:pt x="1347" y="777"/>
                  </a:lnTo>
                  <a:lnTo>
                    <a:pt x="1343" y="777"/>
                  </a:lnTo>
                  <a:lnTo>
                    <a:pt x="1340" y="774"/>
                  </a:lnTo>
                  <a:lnTo>
                    <a:pt x="1340" y="762"/>
                  </a:lnTo>
                  <a:lnTo>
                    <a:pt x="1337" y="759"/>
                  </a:lnTo>
                  <a:lnTo>
                    <a:pt x="1337" y="758"/>
                  </a:lnTo>
                  <a:lnTo>
                    <a:pt x="1333" y="757"/>
                  </a:lnTo>
                  <a:lnTo>
                    <a:pt x="1328" y="759"/>
                  </a:lnTo>
                  <a:lnTo>
                    <a:pt x="1326" y="761"/>
                  </a:lnTo>
                  <a:lnTo>
                    <a:pt x="1329" y="765"/>
                  </a:lnTo>
                  <a:lnTo>
                    <a:pt x="1329" y="768"/>
                  </a:lnTo>
                  <a:lnTo>
                    <a:pt x="1326" y="769"/>
                  </a:lnTo>
                  <a:lnTo>
                    <a:pt x="1314" y="779"/>
                  </a:lnTo>
                  <a:close/>
                </a:path>
              </a:pathLst>
            </a:custGeom>
            <a:grpFill/>
            <a:ln w="28575">
              <a:noFill/>
              <a:prstDash val="sysDot"/>
              <a:round/>
              <a:headEnd/>
              <a:tailEnd/>
            </a:ln>
          </p:spPr>
          <p:txBody>
            <a:bodyPr/>
            <a:lstStyle/>
            <a:p>
              <a:endParaRPr lang="zh-CN" altLang="en-US" kern="0" dirty="0">
                <a:solidFill>
                  <a:prstClr val="black"/>
                </a:solidFill>
                <a:ea typeface="微软雅黑" pitchFamily="34" charset="-122"/>
              </a:endParaRPr>
            </a:p>
          </p:txBody>
        </p:sp>
        <p:sp>
          <p:nvSpPr>
            <p:cNvPr id="11" name="Freeform 11"/>
            <p:cNvSpPr>
              <a:spLocks/>
            </p:cNvSpPr>
            <p:nvPr/>
          </p:nvSpPr>
          <p:spPr bwMode="auto">
            <a:xfrm>
              <a:off x="6609487" y="4981686"/>
              <a:ext cx="220662" cy="555625"/>
            </a:xfrm>
            <a:custGeom>
              <a:avLst/>
              <a:gdLst>
                <a:gd name="T0" fmla="*/ 2147483647 w 121"/>
                <a:gd name="T1" fmla="*/ 2147483647 h 291"/>
                <a:gd name="T2" fmla="*/ 2147483647 w 121"/>
                <a:gd name="T3" fmla="*/ 2147483647 h 291"/>
                <a:gd name="T4" fmla="*/ 2147483647 w 121"/>
                <a:gd name="T5" fmla="*/ 2147483647 h 291"/>
                <a:gd name="T6" fmla="*/ 2147483647 w 121"/>
                <a:gd name="T7" fmla="*/ 2147483647 h 291"/>
                <a:gd name="T8" fmla="*/ 2147483647 w 121"/>
                <a:gd name="T9" fmla="*/ 2147483647 h 291"/>
                <a:gd name="T10" fmla="*/ 2147483647 w 121"/>
                <a:gd name="T11" fmla="*/ 2147483647 h 291"/>
                <a:gd name="T12" fmla="*/ 2147483647 w 121"/>
                <a:gd name="T13" fmla="*/ 2147483647 h 291"/>
                <a:gd name="T14" fmla="*/ 2147483647 w 121"/>
                <a:gd name="T15" fmla="*/ 2147483647 h 291"/>
                <a:gd name="T16" fmla="*/ 2147483647 w 121"/>
                <a:gd name="T17" fmla="*/ 2147483647 h 291"/>
                <a:gd name="T18" fmla="*/ 2147483647 w 121"/>
                <a:gd name="T19" fmla="*/ 2147483647 h 291"/>
                <a:gd name="T20" fmla="*/ 2147483647 w 121"/>
                <a:gd name="T21" fmla="*/ 2147483647 h 291"/>
                <a:gd name="T22" fmla="*/ 2147483647 w 121"/>
                <a:gd name="T23" fmla="*/ 2147483647 h 291"/>
                <a:gd name="T24" fmla="*/ 2147483647 w 121"/>
                <a:gd name="T25" fmla="*/ 2147483647 h 291"/>
                <a:gd name="T26" fmla="*/ 2147483647 w 121"/>
                <a:gd name="T27" fmla="*/ 2147483647 h 291"/>
                <a:gd name="T28" fmla="*/ 2147483647 w 121"/>
                <a:gd name="T29" fmla="*/ 2147483647 h 291"/>
                <a:gd name="T30" fmla="*/ 2147483647 w 121"/>
                <a:gd name="T31" fmla="*/ 2147483647 h 291"/>
                <a:gd name="T32" fmla="*/ 2147483647 w 121"/>
                <a:gd name="T33" fmla="*/ 2147483647 h 291"/>
                <a:gd name="T34" fmla="*/ 2147483647 w 121"/>
                <a:gd name="T35" fmla="*/ 2147483647 h 291"/>
                <a:gd name="T36" fmla="*/ 2147483647 w 121"/>
                <a:gd name="T37" fmla="*/ 2147483647 h 291"/>
                <a:gd name="T38" fmla="*/ 2147483647 w 121"/>
                <a:gd name="T39" fmla="*/ 2147483647 h 291"/>
                <a:gd name="T40" fmla="*/ 2147483647 w 121"/>
                <a:gd name="T41" fmla="*/ 2147483647 h 291"/>
                <a:gd name="T42" fmla="*/ 2147483647 w 121"/>
                <a:gd name="T43" fmla="*/ 2147483647 h 291"/>
                <a:gd name="T44" fmla="*/ 2147483647 w 121"/>
                <a:gd name="T45" fmla="*/ 2147483647 h 291"/>
                <a:gd name="T46" fmla="*/ 2147483647 w 121"/>
                <a:gd name="T47" fmla="*/ 2147483647 h 291"/>
                <a:gd name="T48" fmla="*/ 2147483647 w 121"/>
                <a:gd name="T49" fmla="*/ 2147483647 h 291"/>
                <a:gd name="T50" fmla="*/ 2147483647 w 121"/>
                <a:gd name="T51" fmla="*/ 2147483647 h 291"/>
                <a:gd name="T52" fmla="*/ 2147483647 w 121"/>
                <a:gd name="T53" fmla="*/ 2147483647 h 291"/>
                <a:gd name="T54" fmla="*/ 2147483647 w 121"/>
                <a:gd name="T55" fmla="*/ 2147483647 h 291"/>
                <a:gd name="T56" fmla="*/ 2147483647 w 121"/>
                <a:gd name="T57" fmla="*/ 2147483647 h 291"/>
                <a:gd name="T58" fmla="*/ 2147483647 w 121"/>
                <a:gd name="T59" fmla="*/ 2147483647 h 291"/>
                <a:gd name="T60" fmla="*/ 2147483647 w 121"/>
                <a:gd name="T61" fmla="*/ 2147483647 h 291"/>
                <a:gd name="T62" fmla="*/ 2147483647 w 121"/>
                <a:gd name="T63" fmla="*/ 2147483647 h 291"/>
                <a:gd name="T64" fmla="*/ 2147483647 w 121"/>
                <a:gd name="T65" fmla="*/ 2147483647 h 291"/>
                <a:gd name="T66" fmla="*/ 2147483647 w 121"/>
                <a:gd name="T67" fmla="*/ 2147483647 h 291"/>
                <a:gd name="T68" fmla="*/ 2147483647 w 121"/>
                <a:gd name="T69" fmla="*/ 2147483647 h 291"/>
                <a:gd name="T70" fmla="*/ 2147483647 w 121"/>
                <a:gd name="T71" fmla="*/ 2147483647 h 291"/>
                <a:gd name="T72" fmla="*/ 2147483647 w 121"/>
                <a:gd name="T73" fmla="*/ 2147483647 h 291"/>
                <a:gd name="T74" fmla="*/ 2147483647 w 121"/>
                <a:gd name="T75" fmla="*/ 2147483647 h 291"/>
                <a:gd name="T76" fmla="*/ 2147483647 w 121"/>
                <a:gd name="T77" fmla="*/ 2147483647 h 291"/>
                <a:gd name="T78" fmla="*/ 2147483647 w 121"/>
                <a:gd name="T79" fmla="*/ 2147483647 h 291"/>
                <a:gd name="T80" fmla="*/ 2147483647 w 121"/>
                <a:gd name="T81" fmla="*/ 2147483647 h 291"/>
                <a:gd name="T82" fmla="*/ 2147483647 w 121"/>
                <a:gd name="T83" fmla="*/ 2147483647 h 291"/>
                <a:gd name="T84" fmla="*/ 2147483647 w 121"/>
                <a:gd name="T85" fmla="*/ 2147483647 h 291"/>
                <a:gd name="T86" fmla="*/ 2147483647 w 121"/>
                <a:gd name="T87" fmla="*/ 2147483647 h 291"/>
                <a:gd name="T88" fmla="*/ 2147483647 w 121"/>
                <a:gd name="T89" fmla="*/ 2147483647 h 291"/>
                <a:gd name="T90" fmla="*/ 2147483647 w 121"/>
                <a:gd name="T91" fmla="*/ 2147483647 h 291"/>
                <a:gd name="T92" fmla="*/ 2147483647 w 121"/>
                <a:gd name="T93" fmla="*/ 2147483647 h 291"/>
                <a:gd name="T94" fmla="*/ 2147483647 w 121"/>
                <a:gd name="T95" fmla="*/ 2147483647 h 291"/>
                <a:gd name="T96" fmla="*/ 2147483647 w 121"/>
                <a:gd name="T97" fmla="*/ 2147483647 h 291"/>
                <a:gd name="T98" fmla="*/ 2147483647 w 121"/>
                <a:gd name="T99" fmla="*/ 2147483647 h 291"/>
                <a:gd name="T100" fmla="*/ 2147483647 w 121"/>
                <a:gd name="T101" fmla="*/ 2147483647 h 291"/>
                <a:gd name="T102" fmla="*/ 2147483647 w 121"/>
                <a:gd name="T103" fmla="*/ 2147483647 h 291"/>
                <a:gd name="T104" fmla="*/ 2147483647 w 121"/>
                <a:gd name="T105" fmla="*/ 2147483647 h 291"/>
                <a:gd name="T106" fmla="*/ 2147483647 w 121"/>
                <a:gd name="T107" fmla="*/ 2147483647 h 29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21"/>
                <a:gd name="T163" fmla="*/ 0 h 291"/>
                <a:gd name="T164" fmla="*/ 121 w 121"/>
                <a:gd name="T165" fmla="*/ 291 h 291"/>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21" h="291">
                  <a:moveTo>
                    <a:pt x="87" y="0"/>
                  </a:moveTo>
                  <a:lnTo>
                    <a:pt x="83" y="0"/>
                  </a:lnTo>
                  <a:lnTo>
                    <a:pt x="78" y="6"/>
                  </a:lnTo>
                  <a:lnTo>
                    <a:pt x="76" y="9"/>
                  </a:lnTo>
                  <a:lnTo>
                    <a:pt x="76" y="13"/>
                  </a:lnTo>
                  <a:lnTo>
                    <a:pt x="70" y="14"/>
                  </a:lnTo>
                  <a:lnTo>
                    <a:pt x="67" y="17"/>
                  </a:lnTo>
                  <a:lnTo>
                    <a:pt x="64" y="17"/>
                  </a:lnTo>
                  <a:lnTo>
                    <a:pt x="61" y="20"/>
                  </a:lnTo>
                  <a:lnTo>
                    <a:pt x="59" y="21"/>
                  </a:lnTo>
                  <a:lnTo>
                    <a:pt x="54" y="25"/>
                  </a:lnTo>
                  <a:lnTo>
                    <a:pt x="52" y="28"/>
                  </a:lnTo>
                  <a:lnTo>
                    <a:pt x="50" y="31"/>
                  </a:lnTo>
                  <a:lnTo>
                    <a:pt x="46" y="37"/>
                  </a:lnTo>
                  <a:lnTo>
                    <a:pt x="46" y="40"/>
                  </a:lnTo>
                  <a:lnTo>
                    <a:pt x="43" y="44"/>
                  </a:lnTo>
                  <a:lnTo>
                    <a:pt x="43" y="47"/>
                  </a:lnTo>
                  <a:lnTo>
                    <a:pt x="40" y="51"/>
                  </a:lnTo>
                  <a:lnTo>
                    <a:pt x="41" y="59"/>
                  </a:lnTo>
                  <a:lnTo>
                    <a:pt x="35" y="67"/>
                  </a:lnTo>
                  <a:lnTo>
                    <a:pt x="32" y="68"/>
                  </a:lnTo>
                  <a:lnTo>
                    <a:pt x="32" y="71"/>
                  </a:lnTo>
                  <a:lnTo>
                    <a:pt x="29" y="75"/>
                  </a:lnTo>
                  <a:lnTo>
                    <a:pt x="29" y="82"/>
                  </a:lnTo>
                  <a:lnTo>
                    <a:pt x="22" y="91"/>
                  </a:lnTo>
                  <a:lnTo>
                    <a:pt x="21" y="95"/>
                  </a:lnTo>
                  <a:lnTo>
                    <a:pt x="19" y="98"/>
                  </a:lnTo>
                  <a:lnTo>
                    <a:pt x="18" y="108"/>
                  </a:lnTo>
                  <a:lnTo>
                    <a:pt x="16" y="111"/>
                  </a:lnTo>
                  <a:lnTo>
                    <a:pt x="16" y="113"/>
                  </a:lnTo>
                  <a:lnTo>
                    <a:pt x="14" y="115"/>
                  </a:lnTo>
                  <a:lnTo>
                    <a:pt x="15" y="116"/>
                  </a:lnTo>
                  <a:lnTo>
                    <a:pt x="13" y="117"/>
                  </a:lnTo>
                  <a:lnTo>
                    <a:pt x="14" y="119"/>
                  </a:lnTo>
                  <a:lnTo>
                    <a:pt x="11" y="124"/>
                  </a:lnTo>
                  <a:lnTo>
                    <a:pt x="11" y="125"/>
                  </a:lnTo>
                  <a:lnTo>
                    <a:pt x="11" y="127"/>
                  </a:lnTo>
                  <a:lnTo>
                    <a:pt x="9" y="131"/>
                  </a:lnTo>
                  <a:lnTo>
                    <a:pt x="9" y="135"/>
                  </a:lnTo>
                  <a:lnTo>
                    <a:pt x="7" y="137"/>
                  </a:lnTo>
                  <a:lnTo>
                    <a:pt x="4" y="146"/>
                  </a:lnTo>
                  <a:lnTo>
                    <a:pt x="3" y="149"/>
                  </a:lnTo>
                  <a:lnTo>
                    <a:pt x="3" y="152"/>
                  </a:lnTo>
                  <a:lnTo>
                    <a:pt x="1" y="155"/>
                  </a:lnTo>
                  <a:lnTo>
                    <a:pt x="4" y="158"/>
                  </a:lnTo>
                  <a:lnTo>
                    <a:pt x="3" y="161"/>
                  </a:lnTo>
                  <a:lnTo>
                    <a:pt x="6" y="166"/>
                  </a:lnTo>
                  <a:lnTo>
                    <a:pt x="6" y="171"/>
                  </a:lnTo>
                  <a:lnTo>
                    <a:pt x="6" y="177"/>
                  </a:lnTo>
                  <a:lnTo>
                    <a:pt x="6" y="182"/>
                  </a:lnTo>
                  <a:lnTo>
                    <a:pt x="6" y="185"/>
                  </a:lnTo>
                  <a:lnTo>
                    <a:pt x="4" y="189"/>
                  </a:lnTo>
                  <a:lnTo>
                    <a:pt x="0" y="193"/>
                  </a:lnTo>
                  <a:lnTo>
                    <a:pt x="2" y="196"/>
                  </a:lnTo>
                  <a:lnTo>
                    <a:pt x="4" y="198"/>
                  </a:lnTo>
                  <a:lnTo>
                    <a:pt x="7" y="201"/>
                  </a:lnTo>
                  <a:lnTo>
                    <a:pt x="13" y="204"/>
                  </a:lnTo>
                  <a:lnTo>
                    <a:pt x="17" y="208"/>
                  </a:lnTo>
                  <a:lnTo>
                    <a:pt x="21" y="215"/>
                  </a:lnTo>
                  <a:lnTo>
                    <a:pt x="21" y="220"/>
                  </a:lnTo>
                  <a:lnTo>
                    <a:pt x="23" y="223"/>
                  </a:lnTo>
                  <a:lnTo>
                    <a:pt x="25" y="226"/>
                  </a:lnTo>
                  <a:lnTo>
                    <a:pt x="25" y="228"/>
                  </a:lnTo>
                  <a:lnTo>
                    <a:pt x="26" y="230"/>
                  </a:lnTo>
                  <a:lnTo>
                    <a:pt x="28" y="233"/>
                  </a:lnTo>
                  <a:lnTo>
                    <a:pt x="29" y="237"/>
                  </a:lnTo>
                  <a:lnTo>
                    <a:pt x="30" y="240"/>
                  </a:lnTo>
                  <a:lnTo>
                    <a:pt x="31" y="245"/>
                  </a:lnTo>
                  <a:lnTo>
                    <a:pt x="31" y="248"/>
                  </a:lnTo>
                  <a:lnTo>
                    <a:pt x="34" y="250"/>
                  </a:lnTo>
                  <a:lnTo>
                    <a:pt x="36" y="249"/>
                  </a:lnTo>
                  <a:lnTo>
                    <a:pt x="40" y="250"/>
                  </a:lnTo>
                  <a:lnTo>
                    <a:pt x="44" y="251"/>
                  </a:lnTo>
                  <a:lnTo>
                    <a:pt x="56" y="260"/>
                  </a:lnTo>
                  <a:lnTo>
                    <a:pt x="58" y="265"/>
                  </a:lnTo>
                  <a:lnTo>
                    <a:pt x="61" y="268"/>
                  </a:lnTo>
                  <a:lnTo>
                    <a:pt x="62" y="273"/>
                  </a:lnTo>
                  <a:lnTo>
                    <a:pt x="64" y="274"/>
                  </a:lnTo>
                  <a:lnTo>
                    <a:pt x="62" y="280"/>
                  </a:lnTo>
                  <a:lnTo>
                    <a:pt x="62" y="287"/>
                  </a:lnTo>
                  <a:lnTo>
                    <a:pt x="67" y="289"/>
                  </a:lnTo>
                  <a:lnTo>
                    <a:pt x="69" y="286"/>
                  </a:lnTo>
                  <a:lnTo>
                    <a:pt x="76" y="291"/>
                  </a:lnTo>
                  <a:lnTo>
                    <a:pt x="79" y="289"/>
                  </a:lnTo>
                  <a:lnTo>
                    <a:pt x="82" y="282"/>
                  </a:lnTo>
                  <a:lnTo>
                    <a:pt x="81" y="273"/>
                  </a:lnTo>
                  <a:lnTo>
                    <a:pt x="82" y="266"/>
                  </a:lnTo>
                  <a:lnTo>
                    <a:pt x="80" y="260"/>
                  </a:lnTo>
                  <a:lnTo>
                    <a:pt x="79" y="255"/>
                  </a:lnTo>
                  <a:lnTo>
                    <a:pt x="80" y="252"/>
                  </a:lnTo>
                  <a:lnTo>
                    <a:pt x="80" y="249"/>
                  </a:lnTo>
                  <a:lnTo>
                    <a:pt x="81" y="246"/>
                  </a:lnTo>
                  <a:lnTo>
                    <a:pt x="82" y="243"/>
                  </a:lnTo>
                  <a:lnTo>
                    <a:pt x="82" y="241"/>
                  </a:lnTo>
                  <a:lnTo>
                    <a:pt x="84" y="238"/>
                  </a:lnTo>
                  <a:lnTo>
                    <a:pt x="86" y="235"/>
                  </a:lnTo>
                  <a:lnTo>
                    <a:pt x="88" y="233"/>
                  </a:lnTo>
                  <a:lnTo>
                    <a:pt x="89" y="228"/>
                  </a:lnTo>
                  <a:lnTo>
                    <a:pt x="92" y="223"/>
                  </a:lnTo>
                  <a:lnTo>
                    <a:pt x="95" y="217"/>
                  </a:lnTo>
                  <a:lnTo>
                    <a:pt x="97" y="210"/>
                  </a:lnTo>
                  <a:lnTo>
                    <a:pt x="98" y="204"/>
                  </a:lnTo>
                  <a:lnTo>
                    <a:pt x="99" y="200"/>
                  </a:lnTo>
                  <a:lnTo>
                    <a:pt x="102" y="194"/>
                  </a:lnTo>
                  <a:lnTo>
                    <a:pt x="104" y="190"/>
                  </a:lnTo>
                  <a:lnTo>
                    <a:pt x="106" y="185"/>
                  </a:lnTo>
                  <a:lnTo>
                    <a:pt x="107" y="181"/>
                  </a:lnTo>
                  <a:lnTo>
                    <a:pt x="106" y="179"/>
                  </a:lnTo>
                  <a:lnTo>
                    <a:pt x="106" y="176"/>
                  </a:lnTo>
                  <a:lnTo>
                    <a:pt x="106" y="174"/>
                  </a:lnTo>
                  <a:lnTo>
                    <a:pt x="107" y="171"/>
                  </a:lnTo>
                  <a:lnTo>
                    <a:pt x="106" y="168"/>
                  </a:lnTo>
                  <a:lnTo>
                    <a:pt x="106" y="166"/>
                  </a:lnTo>
                  <a:lnTo>
                    <a:pt x="107" y="161"/>
                  </a:lnTo>
                  <a:lnTo>
                    <a:pt x="107" y="157"/>
                  </a:lnTo>
                  <a:lnTo>
                    <a:pt x="107" y="153"/>
                  </a:lnTo>
                  <a:lnTo>
                    <a:pt x="107" y="149"/>
                  </a:lnTo>
                  <a:lnTo>
                    <a:pt x="107" y="145"/>
                  </a:lnTo>
                  <a:lnTo>
                    <a:pt x="109" y="134"/>
                  </a:lnTo>
                  <a:lnTo>
                    <a:pt x="109" y="129"/>
                  </a:lnTo>
                  <a:lnTo>
                    <a:pt x="109" y="125"/>
                  </a:lnTo>
                  <a:lnTo>
                    <a:pt x="110" y="118"/>
                  </a:lnTo>
                  <a:lnTo>
                    <a:pt x="110" y="112"/>
                  </a:lnTo>
                  <a:lnTo>
                    <a:pt x="111" y="109"/>
                  </a:lnTo>
                  <a:lnTo>
                    <a:pt x="111" y="106"/>
                  </a:lnTo>
                  <a:lnTo>
                    <a:pt x="110" y="102"/>
                  </a:lnTo>
                  <a:lnTo>
                    <a:pt x="110" y="99"/>
                  </a:lnTo>
                  <a:lnTo>
                    <a:pt x="111" y="95"/>
                  </a:lnTo>
                  <a:lnTo>
                    <a:pt x="111" y="91"/>
                  </a:lnTo>
                  <a:lnTo>
                    <a:pt x="109" y="88"/>
                  </a:lnTo>
                  <a:lnTo>
                    <a:pt x="108" y="84"/>
                  </a:lnTo>
                  <a:lnTo>
                    <a:pt x="110" y="83"/>
                  </a:lnTo>
                  <a:lnTo>
                    <a:pt x="109" y="82"/>
                  </a:lnTo>
                  <a:lnTo>
                    <a:pt x="110" y="79"/>
                  </a:lnTo>
                  <a:lnTo>
                    <a:pt x="109" y="73"/>
                  </a:lnTo>
                  <a:lnTo>
                    <a:pt x="112" y="68"/>
                  </a:lnTo>
                  <a:lnTo>
                    <a:pt x="112" y="65"/>
                  </a:lnTo>
                  <a:lnTo>
                    <a:pt x="114" y="62"/>
                  </a:lnTo>
                  <a:lnTo>
                    <a:pt x="116" y="59"/>
                  </a:lnTo>
                  <a:lnTo>
                    <a:pt x="118" y="58"/>
                  </a:lnTo>
                  <a:lnTo>
                    <a:pt x="116" y="55"/>
                  </a:lnTo>
                  <a:lnTo>
                    <a:pt x="116" y="53"/>
                  </a:lnTo>
                  <a:lnTo>
                    <a:pt x="115" y="49"/>
                  </a:lnTo>
                  <a:lnTo>
                    <a:pt x="113" y="46"/>
                  </a:lnTo>
                  <a:lnTo>
                    <a:pt x="111" y="43"/>
                  </a:lnTo>
                  <a:lnTo>
                    <a:pt x="111" y="38"/>
                  </a:lnTo>
                  <a:lnTo>
                    <a:pt x="111" y="34"/>
                  </a:lnTo>
                  <a:lnTo>
                    <a:pt x="111" y="27"/>
                  </a:lnTo>
                  <a:lnTo>
                    <a:pt x="113" y="25"/>
                  </a:lnTo>
                  <a:lnTo>
                    <a:pt x="115" y="24"/>
                  </a:lnTo>
                  <a:lnTo>
                    <a:pt x="120" y="22"/>
                  </a:lnTo>
                  <a:lnTo>
                    <a:pt x="121" y="16"/>
                  </a:lnTo>
                  <a:lnTo>
                    <a:pt x="114" y="17"/>
                  </a:lnTo>
                  <a:lnTo>
                    <a:pt x="113" y="16"/>
                  </a:lnTo>
                  <a:lnTo>
                    <a:pt x="112" y="12"/>
                  </a:lnTo>
                  <a:lnTo>
                    <a:pt x="112" y="10"/>
                  </a:lnTo>
                  <a:lnTo>
                    <a:pt x="108" y="10"/>
                  </a:lnTo>
                  <a:lnTo>
                    <a:pt x="106" y="10"/>
                  </a:lnTo>
                  <a:lnTo>
                    <a:pt x="103" y="11"/>
                  </a:lnTo>
                  <a:lnTo>
                    <a:pt x="101" y="10"/>
                  </a:lnTo>
                  <a:lnTo>
                    <a:pt x="99" y="10"/>
                  </a:lnTo>
                  <a:lnTo>
                    <a:pt x="95" y="8"/>
                  </a:lnTo>
                  <a:lnTo>
                    <a:pt x="91" y="4"/>
                  </a:lnTo>
                  <a:lnTo>
                    <a:pt x="87" y="0"/>
                  </a:lnTo>
                  <a:close/>
                </a:path>
              </a:pathLst>
            </a:custGeom>
            <a:grpFill/>
            <a:ln w="28575">
              <a:noFill/>
              <a:prstDash val="sysDot"/>
              <a:round/>
              <a:headEnd/>
              <a:tailEnd/>
            </a:ln>
          </p:spPr>
          <p:txBody>
            <a:bodyPr/>
            <a:lstStyle/>
            <a:p>
              <a:endParaRPr lang="zh-CN" altLang="en-US" kern="0" dirty="0">
                <a:solidFill>
                  <a:prstClr val="black"/>
                </a:solidFill>
                <a:ea typeface="微软雅黑" pitchFamily="34" charset="-122"/>
              </a:endParaRPr>
            </a:p>
          </p:txBody>
        </p:sp>
        <p:sp>
          <p:nvSpPr>
            <p:cNvPr id="12" name="Freeform 12"/>
            <p:cNvSpPr>
              <a:spLocks/>
            </p:cNvSpPr>
            <p:nvPr/>
          </p:nvSpPr>
          <p:spPr bwMode="auto">
            <a:xfrm>
              <a:off x="5907812" y="3546586"/>
              <a:ext cx="750887" cy="620713"/>
            </a:xfrm>
            <a:custGeom>
              <a:avLst/>
              <a:gdLst>
                <a:gd name="T0" fmla="*/ 2147483647 w 410"/>
                <a:gd name="T1" fmla="*/ 2147483647 h 325"/>
                <a:gd name="T2" fmla="*/ 2147483647 w 410"/>
                <a:gd name="T3" fmla="*/ 2147483647 h 325"/>
                <a:gd name="T4" fmla="*/ 2147483647 w 410"/>
                <a:gd name="T5" fmla="*/ 2147483647 h 325"/>
                <a:gd name="T6" fmla="*/ 2147483647 w 410"/>
                <a:gd name="T7" fmla="*/ 2147483647 h 325"/>
                <a:gd name="T8" fmla="*/ 2147483647 w 410"/>
                <a:gd name="T9" fmla="*/ 2147483647 h 325"/>
                <a:gd name="T10" fmla="*/ 2147483647 w 410"/>
                <a:gd name="T11" fmla="*/ 2147483647 h 325"/>
                <a:gd name="T12" fmla="*/ 2147483647 w 410"/>
                <a:gd name="T13" fmla="*/ 2147483647 h 325"/>
                <a:gd name="T14" fmla="*/ 2147483647 w 410"/>
                <a:gd name="T15" fmla="*/ 2147483647 h 325"/>
                <a:gd name="T16" fmla="*/ 2147483647 w 410"/>
                <a:gd name="T17" fmla="*/ 2147483647 h 325"/>
                <a:gd name="T18" fmla="*/ 2147483647 w 410"/>
                <a:gd name="T19" fmla="*/ 2147483647 h 325"/>
                <a:gd name="T20" fmla="*/ 2147483647 w 410"/>
                <a:gd name="T21" fmla="*/ 2147483647 h 325"/>
                <a:gd name="T22" fmla="*/ 2147483647 w 410"/>
                <a:gd name="T23" fmla="*/ 2147483647 h 325"/>
                <a:gd name="T24" fmla="*/ 2147483647 w 410"/>
                <a:gd name="T25" fmla="*/ 2147483647 h 325"/>
                <a:gd name="T26" fmla="*/ 2147483647 w 410"/>
                <a:gd name="T27" fmla="*/ 2147483647 h 325"/>
                <a:gd name="T28" fmla="*/ 2147483647 w 410"/>
                <a:gd name="T29" fmla="*/ 2147483647 h 325"/>
                <a:gd name="T30" fmla="*/ 2147483647 w 410"/>
                <a:gd name="T31" fmla="*/ 2147483647 h 325"/>
                <a:gd name="T32" fmla="*/ 2147483647 w 410"/>
                <a:gd name="T33" fmla="*/ 2147483647 h 325"/>
                <a:gd name="T34" fmla="*/ 2147483647 w 410"/>
                <a:gd name="T35" fmla="*/ 2147483647 h 325"/>
                <a:gd name="T36" fmla="*/ 2147483647 w 410"/>
                <a:gd name="T37" fmla="*/ 2147483647 h 325"/>
                <a:gd name="T38" fmla="*/ 2147483647 w 410"/>
                <a:gd name="T39" fmla="*/ 2147483647 h 325"/>
                <a:gd name="T40" fmla="*/ 2147483647 w 410"/>
                <a:gd name="T41" fmla="*/ 2147483647 h 325"/>
                <a:gd name="T42" fmla="*/ 2147483647 w 410"/>
                <a:gd name="T43" fmla="*/ 2147483647 h 325"/>
                <a:gd name="T44" fmla="*/ 2147483647 w 410"/>
                <a:gd name="T45" fmla="*/ 2147483647 h 325"/>
                <a:gd name="T46" fmla="*/ 2147483647 w 410"/>
                <a:gd name="T47" fmla="*/ 2147483647 h 325"/>
                <a:gd name="T48" fmla="*/ 2147483647 w 410"/>
                <a:gd name="T49" fmla="*/ 2147483647 h 325"/>
                <a:gd name="T50" fmla="*/ 2147483647 w 410"/>
                <a:gd name="T51" fmla="*/ 2147483647 h 325"/>
                <a:gd name="T52" fmla="*/ 2147483647 w 410"/>
                <a:gd name="T53" fmla="*/ 2147483647 h 325"/>
                <a:gd name="T54" fmla="*/ 2147483647 w 410"/>
                <a:gd name="T55" fmla="*/ 2147483647 h 325"/>
                <a:gd name="T56" fmla="*/ 2147483647 w 410"/>
                <a:gd name="T57" fmla="*/ 2147483647 h 325"/>
                <a:gd name="T58" fmla="*/ 2147483647 w 410"/>
                <a:gd name="T59" fmla="*/ 2147483647 h 325"/>
                <a:gd name="T60" fmla="*/ 2147483647 w 410"/>
                <a:gd name="T61" fmla="*/ 2147483647 h 325"/>
                <a:gd name="T62" fmla="*/ 2147483647 w 410"/>
                <a:gd name="T63" fmla="*/ 2147483647 h 325"/>
                <a:gd name="T64" fmla="*/ 2147483647 w 410"/>
                <a:gd name="T65" fmla="*/ 2147483647 h 325"/>
                <a:gd name="T66" fmla="*/ 2147483647 w 410"/>
                <a:gd name="T67" fmla="*/ 2147483647 h 325"/>
                <a:gd name="T68" fmla="*/ 2147483647 w 410"/>
                <a:gd name="T69" fmla="*/ 2147483647 h 325"/>
                <a:gd name="T70" fmla="*/ 2147483647 w 410"/>
                <a:gd name="T71" fmla="*/ 2147483647 h 325"/>
                <a:gd name="T72" fmla="*/ 2147483647 w 410"/>
                <a:gd name="T73" fmla="*/ 2147483647 h 325"/>
                <a:gd name="T74" fmla="*/ 2147483647 w 410"/>
                <a:gd name="T75" fmla="*/ 2147483647 h 325"/>
                <a:gd name="T76" fmla="*/ 2147483647 w 410"/>
                <a:gd name="T77" fmla="*/ 2147483647 h 325"/>
                <a:gd name="T78" fmla="*/ 2147483647 w 410"/>
                <a:gd name="T79" fmla="*/ 2147483647 h 325"/>
                <a:gd name="T80" fmla="*/ 2147483647 w 410"/>
                <a:gd name="T81" fmla="*/ 2147483647 h 325"/>
                <a:gd name="T82" fmla="*/ 2147483647 w 410"/>
                <a:gd name="T83" fmla="*/ 2147483647 h 325"/>
                <a:gd name="T84" fmla="*/ 2147483647 w 410"/>
                <a:gd name="T85" fmla="*/ 2147483647 h 325"/>
                <a:gd name="T86" fmla="*/ 2147483647 w 410"/>
                <a:gd name="T87" fmla="*/ 2147483647 h 325"/>
                <a:gd name="T88" fmla="*/ 2147483647 w 410"/>
                <a:gd name="T89" fmla="*/ 2147483647 h 325"/>
                <a:gd name="T90" fmla="*/ 2147483647 w 410"/>
                <a:gd name="T91" fmla="*/ 2147483647 h 325"/>
                <a:gd name="T92" fmla="*/ 2147483647 w 410"/>
                <a:gd name="T93" fmla="*/ 2147483647 h 325"/>
                <a:gd name="T94" fmla="*/ 2147483647 w 410"/>
                <a:gd name="T95" fmla="*/ 2147483647 h 325"/>
                <a:gd name="T96" fmla="*/ 2147483647 w 410"/>
                <a:gd name="T97" fmla="*/ 2147483647 h 325"/>
                <a:gd name="T98" fmla="*/ 2147483647 w 410"/>
                <a:gd name="T99" fmla="*/ 2147483647 h 325"/>
                <a:gd name="T100" fmla="*/ 2147483647 w 410"/>
                <a:gd name="T101" fmla="*/ 2147483647 h 325"/>
                <a:gd name="T102" fmla="*/ 2147483647 w 410"/>
                <a:gd name="T103" fmla="*/ 2147483647 h 325"/>
                <a:gd name="T104" fmla="*/ 2147483647 w 410"/>
                <a:gd name="T105" fmla="*/ 2147483647 h 325"/>
                <a:gd name="T106" fmla="*/ 2147483647 w 410"/>
                <a:gd name="T107" fmla="*/ 2147483647 h 325"/>
                <a:gd name="T108" fmla="*/ 2147483647 w 410"/>
                <a:gd name="T109" fmla="*/ 2147483647 h 325"/>
                <a:gd name="T110" fmla="*/ 2147483647 w 410"/>
                <a:gd name="T111" fmla="*/ 2147483647 h 325"/>
                <a:gd name="T112" fmla="*/ 2147483647 w 410"/>
                <a:gd name="T113" fmla="*/ 2147483647 h 325"/>
                <a:gd name="T114" fmla="*/ 2147483647 w 410"/>
                <a:gd name="T115" fmla="*/ 2147483647 h 325"/>
                <a:gd name="T116" fmla="*/ 2147483647 w 410"/>
                <a:gd name="T117" fmla="*/ 2147483647 h 325"/>
                <a:gd name="T118" fmla="*/ 2147483647 w 410"/>
                <a:gd name="T119" fmla="*/ 2147483647 h 325"/>
                <a:gd name="T120" fmla="*/ 2147483647 w 410"/>
                <a:gd name="T121" fmla="*/ 2147483647 h 325"/>
                <a:gd name="T122" fmla="*/ 2147483647 w 410"/>
                <a:gd name="T123" fmla="*/ 2147483647 h 325"/>
                <a:gd name="T124" fmla="*/ 2147483647 w 410"/>
                <a:gd name="T125" fmla="*/ 2147483647 h 325"/>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410"/>
                <a:gd name="T190" fmla="*/ 0 h 325"/>
                <a:gd name="T191" fmla="*/ 410 w 410"/>
                <a:gd name="T192" fmla="*/ 325 h 325"/>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410" h="325">
                  <a:moveTo>
                    <a:pt x="312" y="135"/>
                  </a:moveTo>
                  <a:lnTo>
                    <a:pt x="312" y="134"/>
                  </a:lnTo>
                  <a:lnTo>
                    <a:pt x="312" y="133"/>
                  </a:lnTo>
                  <a:lnTo>
                    <a:pt x="312" y="132"/>
                  </a:lnTo>
                  <a:lnTo>
                    <a:pt x="311" y="132"/>
                  </a:lnTo>
                  <a:lnTo>
                    <a:pt x="311" y="131"/>
                  </a:lnTo>
                  <a:lnTo>
                    <a:pt x="311" y="130"/>
                  </a:lnTo>
                  <a:lnTo>
                    <a:pt x="311" y="129"/>
                  </a:lnTo>
                  <a:lnTo>
                    <a:pt x="311" y="128"/>
                  </a:lnTo>
                  <a:lnTo>
                    <a:pt x="310" y="128"/>
                  </a:lnTo>
                  <a:lnTo>
                    <a:pt x="310" y="127"/>
                  </a:lnTo>
                  <a:lnTo>
                    <a:pt x="309" y="127"/>
                  </a:lnTo>
                  <a:lnTo>
                    <a:pt x="308" y="126"/>
                  </a:lnTo>
                  <a:lnTo>
                    <a:pt x="307" y="126"/>
                  </a:lnTo>
                  <a:lnTo>
                    <a:pt x="306" y="126"/>
                  </a:lnTo>
                  <a:lnTo>
                    <a:pt x="305" y="126"/>
                  </a:lnTo>
                  <a:lnTo>
                    <a:pt x="303" y="127"/>
                  </a:lnTo>
                  <a:lnTo>
                    <a:pt x="302" y="126"/>
                  </a:lnTo>
                  <a:lnTo>
                    <a:pt x="300" y="126"/>
                  </a:lnTo>
                  <a:lnTo>
                    <a:pt x="299" y="125"/>
                  </a:lnTo>
                  <a:lnTo>
                    <a:pt x="297" y="124"/>
                  </a:lnTo>
                  <a:lnTo>
                    <a:pt x="297" y="123"/>
                  </a:lnTo>
                  <a:lnTo>
                    <a:pt x="296" y="122"/>
                  </a:lnTo>
                  <a:lnTo>
                    <a:pt x="295" y="120"/>
                  </a:lnTo>
                  <a:lnTo>
                    <a:pt x="295" y="119"/>
                  </a:lnTo>
                  <a:lnTo>
                    <a:pt x="294" y="118"/>
                  </a:lnTo>
                  <a:lnTo>
                    <a:pt x="294" y="116"/>
                  </a:lnTo>
                  <a:lnTo>
                    <a:pt x="294" y="115"/>
                  </a:lnTo>
                  <a:lnTo>
                    <a:pt x="294" y="114"/>
                  </a:lnTo>
                  <a:lnTo>
                    <a:pt x="293" y="112"/>
                  </a:lnTo>
                  <a:lnTo>
                    <a:pt x="293" y="111"/>
                  </a:lnTo>
                  <a:lnTo>
                    <a:pt x="293" y="109"/>
                  </a:lnTo>
                  <a:lnTo>
                    <a:pt x="293" y="106"/>
                  </a:lnTo>
                  <a:lnTo>
                    <a:pt x="292" y="103"/>
                  </a:lnTo>
                  <a:lnTo>
                    <a:pt x="292" y="101"/>
                  </a:lnTo>
                  <a:lnTo>
                    <a:pt x="292" y="100"/>
                  </a:lnTo>
                  <a:lnTo>
                    <a:pt x="292" y="98"/>
                  </a:lnTo>
                  <a:lnTo>
                    <a:pt x="292" y="97"/>
                  </a:lnTo>
                  <a:lnTo>
                    <a:pt x="292" y="95"/>
                  </a:lnTo>
                  <a:lnTo>
                    <a:pt x="291" y="94"/>
                  </a:lnTo>
                  <a:lnTo>
                    <a:pt x="291" y="93"/>
                  </a:lnTo>
                  <a:lnTo>
                    <a:pt x="290" y="91"/>
                  </a:lnTo>
                  <a:lnTo>
                    <a:pt x="290" y="90"/>
                  </a:lnTo>
                  <a:lnTo>
                    <a:pt x="289" y="88"/>
                  </a:lnTo>
                  <a:lnTo>
                    <a:pt x="289" y="87"/>
                  </a:lnTo>
                  <a:lnTo>
                    <a:pt x="289" y="86"/>
                  </a:lnTo>
                  <a:lnTo>
                    <a:pt x="288" y="85"/>
                  </a:lnTo>
                  <a:lnTo>
                    <a:pt x="287" y="84"/>
                  </a:lnTo>
                  <a:lnTo>
                    <a:pt x="287" y="83"/>
                  </a:lnTo>
                  <a:lnTo>
                    <a:pt x="286" y="81"/>
                  </a:lnTo>
                  <a:lnTo>
                    <a:pt x="285" y="80"/>
                  </a:lnTo>
                  <a:lnTo>
                    <a:pt x="285" y="79"/>
                  </a:lnTo>
                  <a:lnTo>
                    <a:pt x="284" y="78"/>
                  </a:lnTo>
                  <a:lnTo>
                    <a:pt x="283" y="77"/>
                  </a:lnTo>
                  <a:lnTo>
                    <a:pt x="282" y="76"/>
                  </a:lnTo>
                  <a:lnTo>
                    <a:pt x="280" y="73"/>
                  </a:lnTo>
                  <a:lnTo>
                    <a:pt x="279" y="72"/>
                  </a:lnTo>
                  <a:lnTo>
                    <a:pt x="277" y="70"/>
                  </a:lnTo>
                  <a:lnTo>
                    <a:pt x="276" y="68"/>
                  </a:lnTo>
                  <a:lnTo>
                    <a:pt x="275" y="66"/>
                  </a:lnTo>
                  <a:lnTo>
                    <a:pt x="274" y="64"/>
                  </a:lnTo>
                  <a:lnTo>
                    <a:pt x="272" y="61"/>
                  </a:lnTo>
                  <a:lnTo>
                    <a:pt x="270" y="57"/>
                  </a:lnTo>
                  <a:lnTo>
                    <a:pt x="269" y="56"/>
                  </a:lnTo>
                  <a:lnTo>
                    <a:pt x="269" y="54"/>
                  </a:lnTo>
                  <a:lnTo>
                    <a:pt x="268" y="53"/>
                  </a:lnTo>
                  <a:lnTo>
                    <a:pt x="267" y="52"/>
                  </a:lnTo>
                  <a:lnTo>
                    <a:pt x="267" y="51"/>
                  </a:lnTo>
                  <a:lnTo>
                    <a:pt x="266" y="50"/>
                  </a:lnTo>
                  <a:lnTo>
                    <a:pt x="265" y="49"/>
                  </a:lnTo>
                  <a:lnTo>
                    <a:pt x="264" y="48"/>
                  </a:lnTo>
                  <a:lnTo>
                    <a:pt x="263" y="46"/>
                  </a:lnTo>
                  <a:lnTo>
                    <a:pt x="262" y="46"/>
                  </a:lnTo>
                  <a:lnTo>
                    <a:pt x="261" y="45"/>
                  </a:lnTo>
                  <a:lnTo>
                    <a:pt x="260" y="44"/>
                  </a:lnTo>
                  <a:lnTo>
                    <a:pt x="259" y="44"/>
                  </a:lnTo>
                  <a:lnTo>
                    <a:pt x="258" y="43"/>
                  </a:lnTo>
                  <a:lnTo>
                    <a:pt x="257" y="42"/>
                  </a:lnTo>
                  <a:lnTo>
                    <a:pt x="255" y="42"/>
                  </a:lnTo>
                  <a:lnTo>
                    <a:pt x="254" y="41"/>
                  </a:lnTo>
                  <a:lnTo>
                    <a:pt x="253" y="41"/>
                  </a:lnTo>
                  <a:lnTo>
                    <a:pt x="252" y="40"/>
                  </a:lnTo>
                  <a:lnTo>
                    <a:pt x="250" y="40"/>
                  </a:lnTo>
                  <a:lnTo>
                    <a:pt x="249" y="39"/>
                  </a:lnTo>
                  <a:lnTo>
                    <a:pt x="248" y="39"/>
                  </a:lnTo>
                  <a:lnTo>
                    <a:pt x="247" y="39"/>
                  </a:lnTo>
                  <a:lnTo>
                    <a:pt x="246" y="39"/>
                  </a:lnTo>
                  <a:lnTo>
                    <a:pt x="244" y="38"/>
                  </a:lnTo>
                  <a:lnTo>
                    <a:pt x="243" y="38"/>
                  </a:lnTo>
                  <a:lnTo>
                    <a:pt x="242" y="38"/>
                  </a:lnTo>
                  <a:lnTo>
                    <a:pt x="241" y="38"/>
                  </a:lnTo>
                  <a:lnTo>
                    <a:pt x="239" y="38"/>
                  </a:lnTo>
                  <a:lnTo>
                    <a:pt x="238" y="38"/>
                  </a:lnTo>
                  <a:lnTo>
                    <a:pt x="237" y="38"/>
                  </a:lnTo>
                  <a:lnTo>
                    <a:pt x="234" y="38"/>
                  </a:lnTo>
                  <a:lnTo>
                    <a:pt x="232" y="37"/>
                  </a:lnTo>
                  <a:lnTo>
                    <a:pt x="229" y="37"/>
                  </a:lnTo>
                  <a:lnTo>
                    <a:pt x="227" y="37"/>
                  </a:lnTo>
                  <a:lnTo>
                    <a:pt x="225" y="37"/>
                  </a:lnTo>
                  <a:lnTo>
                    <a:pt x="222" y="37"/>
                  </a:lnTo>
                  <a:lnTo>
                    <a:pt x="220" y="36"/>
                  </a:lnTo>
                  <a:lnTo>
                    <a:pt x="218" y="35"/>
                  </a:lnTo>
                  <a:lnTo>
                    <a:pt x="217" y="34"/>
                  </a:lnTo>
                  <a:lnTo>
                    <a:pt x="215" y="34"/>
                  </a:lnTo>
                  <a:lnTo>
                    <a:pt x="214" y="32"/>
                  </a:lnTo>
                  <a:lnTo>
                    <a:pt x="212" y="31"/>
                  </a:lnTo>
                  <a:lnTo>
                    <a:pt x="212" y="30"/>
                  </a:lnTo>
                  <a:lnTo>
                    <a:pt x="211" y="28"/>
                  </a:lnTo>
                  <a:lnTo>
                    <a:pt x="210" y="27"/>
                  </a:lnTo>
                  <a:lnTo>
                    <a:pt x="210" y="26"/>
                  </a:lnTo>
                  <a:lnTo>
                    <a:pt x="209" y="25"/>
                  </a:lnTo>
                  <a:lnTo>
                    <a:pt x="208" y="24"/>
                  </a:lnTo>
                  <a:lnTo>
                    <a:pt x="207" y="23"/>
                  </a:lnTo>
                  <a:lnTo>
                    <a:pt x="206" y="23"/>
                  </a:lnTo>
                  <a:lnTo>
                    <a:pt x="206" y="22"/>
                  </a:lnTo>
                  <a:lnTo>
                    <a:pt x="205" y="22"/>
                  </a:lnTo>
                  <a:lnTo>
                    <a:pt x="204" y="22"/>
                  </a:lnTo>
                  <a:lnTo>
                    <a:pt x="203" y="22"/>
                  </a:lnTo>
                  <a:lnTo>
                    <a:pt x="202" y="22"/>
                  </a:lnTo>
                  <a:lnTo>
                    <a:pt x="201" y="22"/>
                  </a:lnTo>
                  <a:lnTo>
                    <a:pt x="200" y="22"/>
                  </a:lnTo>
                  <a:lnTo>
                    <a:pt x="199" y="22"/>
                  </a:lnTo>
                  <a:lnTo>
                    <a:pt x="198" y="22"/>
                  </a:lnTo>
                  <a:lnTo>
                    <a:pt x="197" y="22"/>
                  </a:lnTo>
                  <a:lnTo>
                    <a:pt x="196" y="22"/>
                  </a:lnTo>
                  <a:lnTo>
                    <a:pt x="194" y="22"/>
                  </a:lnTo>
                  <a:lnTo>
                    <a:pt x="192" y="22"/>
                  </a:lnTo>
                  <a:lnTo>
                    <a:pt x="191" y="22"/>
                  </a:lnTo>
                  <a:lnTo>
                    <a:pt x="190" y="22"/>
                  </a:lnTo>
                  <a:lnTo>
                    <a:pt x="189" y="21"/>
                  </a:lnTo>
                  <a:lnTo>
                    <a:pt x="188" y="20"/>
                  </a:lnTo>
                  <a:lnTo>
                    <a:pt x="187" y="18"/>
                  </a:lnTo>
                  <a:lnTo>
                    <a:pt x="187" y="17"/>
                  </a:lnTo>
                  <a:lnTo>
                    <a:pt x="186" y="15"/>
                  </a:lnTo>
                  <a:lnTo>
                    <a:pt x="186" y="13"/>
                  </a:lnTo>
                  <a:lnTo>
                    <a:pt x="185" y="12"/>
                  </a:lnTo>
                  <a:lnTo>
                    <a:pt x="185" y="10"/>
                  </a:lnTo>
                  <a:lnTo>
                    <a:pt x="185" y="9"/>
                  </a:lnTo>
                  <a:lnTo>
                    <a:pt x="185" y="7"/>
                  </a:lnTo>
                  <a:lnTo>
                    <a:pt x="185" y="6"/>
                  </a:lnTo>
                  <a:lnTo>
                    <a:pt x="183" y="4"/>
                  </a:lnTo>
                  <a:lnTo>
                    <a:pt x="173" y="1"/>
                  </a:lnTo>
                  <a:lnTo>
                    <a:pt x="166" y="0"/>
                  </a:lnTo>
                  <a:lnTo>
                    <a:pt x="165" y="1"/>
                  </a:lnTo>
                  <a:lnTo>
                    <a:pt x="160" y="1"/>
                  </a:lnTo>
                  <a:lnTo>
                    <a:pt x="157" y="5"/>
                  </a:lnTo>
                  <a:lnTo>
                    <a:pt x="157" y="10"/>
                  </a:lnTo>
                  <a:lnTo>
                    <a:pt x="155" y="14"/>
                  </a:lnTo>
                  <a:lnTo>
                    <a:pt x="155" y="17"/>
                  </a:lnTo>
                  <a:lnTo>
                    <a:pt x="152" y="20"/>
                  </a:lnTo>
                  <a:lnTo>
                    <a:pt x="151" y="28"/>
                  </a:lnTo>
                  <a:lnTo>
                    <a:pt x="153" y="30"/>
                  </a:lnTo>
                  <a:lnTo>
                    <a:pt x="150" y="32"/>
                  </a:lnTo>
                  <a:lnTo>
                    <a:pt x="138" y="31"/>
                  </a:lnTo>
                  <a:lnTo>
                    <a:pt x="138" y="32"/>
                  </a:lnTo>
                  <a:lnTo>
                    <a:pt x="134" y="35"/>
                  </a:lnTo>
                  <a:lnTo>
                    <a:pt x="134" y="39"/>
                  </a:lnTo>
                  <a:lnTo>
                    <a:pt x="133" y="39"/>
                  </a:lnTo>
                  <a:lnTo>
                    <a:pt x="134" y="53"/>
                  </a:lnTo>
                  <a:lnTo>
                    <a:pt x="126" y="59"/>
                  </a:lnTo>
                  <a:lnTo>
                    <a:pt x="124" y="59"/>
                  </a:lnTo>
                  <a:lnTo>
                    <a:pt x="121" y="62"/>
                  </a:lnTo>
                  <a:lnTo>
                    <a:pt x="117" y="59"/>
                  </a:lnTo>
                  <a:lnTo>
                    <a:pt x="118" y="57"/>
                  </a:lnTo>
                  <a:lnTo>
                    <a:pt x="116" y="56"/>
                  </a:lnTo>
                  <a:lnTo>
                    <a:pt x="116" y="51"/>
                  </a:lnTo>
                  <a:lnTo>
                    <a:pt x="114" y="50"/>
                  </a:lnTo>
                  <a:lnTo>
                    <a:pt x="112" y="48"/>
                  </a:lnTo>
                  <a:lnTo>
                    <a:pt x="112" y="43"/>
                  </a:lnTo>
                  <a:lnTo>
                    <a:pt x="110" y="41"/>
                  </a:lnTo>
                  <a:lnTo>
                    <a:pt x="102" y="42"/>
                  </a:lnTo>
                  <a:lnTo>
                    <a:pt x="98" y="45"/>
                  </a:lnTo>
                  <a:lnTo>
                    <a:pt x="95" y="45"/>
                  </a:lnTo>
                  <a:lnTo>
                    <a:pt x="94" y="46"/>
                  </a:lnTo>
                  <a:lnTo>
                    <a:pt x="94" y="53"/>
                  </a:lnTo>
                  <a:lnTo>
                    <a:pt x="93" y="54"/>
                  </a:lnTo>
                  <a:lnTo>
                    <a:pt x="87" y="54"/>
                  </a:lnTo>
                  <a:lnTo>
                    <a:pt x="81" y="61"/>
                  </a:lnTo>
                  <a:lnTo>
                    <a:pt x="71" y="61"/>
                  </a:lnTo>
                  <a:lnTo>
                    <a:pt x="67" y="61"/>
                  </a:lnTo>
                  <a:lnTo>
                    <a:pt x="66" y="70"/>
                  </a:lnTo>
                  <a:lnTo>
                    <a:pt x="60" y="69"/>
                  </a:lnTo>
                  <a:lnTo>
                    <a:pt x="57" y="68"/>
                  </a:lnTo>
                  <a:lnTo>
                    <a:pt x="55" y="65"/>
                  </a:lnTo>
                  <a:lnTo>
                    <a:pt x="51" y="62"/>
                  </a:lnTo>
                  <a:lnTo>
                    <a:pt x="51" y="57"/>
                  </a:lnTo>
                  <a:lnTo>
                    <a:pt x="48" y="55"/>
                  </a:lnTo>
                  <a:lnTo>
                    <a:pt x="48" y="53"/>
                  </a:lnTo>
                  <a:lnTo>
                    <a:pt x="43" y="50"/>
                  </a:lnTo>
                  <a:lnTo>
                    <a:pt x="42" y="44"/>
                  </a:lnTo>
                  <a:lnTo>
                    <a:pt x="36" y="38"/>
                  </a:lnTo>
                  <a:lnTo>
                    <a:pt x="36" y="36"/>
                  </a:lnTo>
                  <a:lnTo>
                    <a:pt x="34" y="33"/>
                  </a:lnTo>
                  <a:lnTo>
                    <a:pt x="31" y="33"/>
                  </a:lnTo>
                  <a:lnTo>
                    <a:pt x="27" y="31"/>
                  </a:lnTo>
                  <a:lnTo>
                    <a:pt x="25" y="32"/>
                  </a:lnTo>
                  <a:lnTo>
                    <a:pt x="17" y="32"/>
                  </a:lnTo>
                  <a:lnTo>
                    <a:pt x="16" y="33"/>
                  </a:lnTo>
                  <a:lnTo>
                    <a:pt x="13" y="33"/>
                  </a:lnTo>
                  <a:lnTo>
                    <a:pt x="12" y="34"/>
                  </a:lnTo>
                  <a:lnTo>
                    <a:pt x="3" y="36"/>
                  </a:lnTo>
                  <a:lnTo>
                    <a:pt x="0" y="39"/>
                  </a:lnTo>
                  <a:lnTo>
                    <a:pt x="1" y="46"/>
                  </a:lnTo>
                  <a:lnTo>
                    <a:pt x="0" y="49"/>
                  </a:lnTo>
                  <a:lnTo>
                    <a:pt x="0" y="55"/>
                  </a:lnTo>
                  <a:lnTo>
                    <a:pt x="14" y="65"/>
                  </a:lnTo>
                  <a:lnTo>
                    <a:pt x="25" y="67"/>
                  </a:lnTo>
                  <a:lnTo>
                    <a:pt x="30" y="72"/>
                  </a:lnTo>
                  <a:lnTo>
                    <a:pt x="32" y="71"/>
                  </a:lnTo>
                  <a:lnTo>
                    <a:pt x="38" y="70"/>
                  </a:lnTo>
                  <a:lnTo>
                    <a:pt x="42" y="74"/>
                  </a:lnTo>
                  <a:lnTo>
                    <a:pt x="42" y="76"/>
                  </a:lnTo>
                  <a:lnTo>
                    <a:pt x="43" y="77"/>
                  </a:lnTo>
                  <a:lnTo>
                    <a:pt x="45" y="81"/>
                  </a:lnTo>
                  <a:lnTo>
                    <a:pt x="48" y="84"/>
                  </a:lnTo>
                  <a:lnTo>
                    <a:pt x="49" y="88"/>
                  </a:lnTo>
                  <a:lnTo>
                    <a:pt x="52" y="90"/>
                  </a:lnTo>
                  <a:lnTo>
                    <a:pt x="52" y="91"/>
                  </a:lnTo>
                  <a:lnTo>
                    <a:pt x="58" y="94"/>
                  </a:lnTo>
                  <a:lnTo>
                    <a:pt x="61" y="94"/>
                  </a:lnTo>
                  <a:lnTo>
                    <a:pt x="65" y="92"/>
                  </a:lnTo>
                  <a:lnTo>
                    <a:pt x="70" y="92"/>
                  </a:lnTo>
                  <a:lnTo>
                    <a:pt x="75" y="96"/>
                  </a:lnTo>
                  <a:lnTo>
                    <a:pt x="77" y="94"/>
                  </a:lnTo>
                  <a:lnTo>
                    <a:pt x="79" y="93"/>
                  </a:lnTo>
                  <a:lnTo>
                    <a:pt x="84" y="97"/>
                  </a:lnTo>
                  <a:lnTo>
                    <a:pt x="87" y="94"/>
                  </a:lnTo>
                  <a:lnTo>
                    <a:pt x="90" y="97"/>
                  </a:lnTo>
                  <a:lnTo>
                    <a:pt x="91" y="100"/>
                  </a:lnTo>
                  <a:lnTo>
                    <a:pt x="95" y="102"/>
                  </a:lnTo>
                  <a:lnTo>
                    <a:pt x="97" y="105"/>
                  </a:lnTo>
                  <a:lnTo>
                    <a:pt x="97" y="111"/>
                  </a:lnTo>
                  <a:lnTo>
                    <a:pt x="98" y="112"/>
                  </a:lnTo>
                  <a:lnTo>
                    <a:pt x="100" y="119"/>
                  </a:lnTo>
                  <a:lnTo>
                    <a:pt x="101" y="117"/>
                  </a:lnTo>
                  <a:lnTo>
                    <a:pt x="105" y="117"/>
                  </a:lnTo>
                  <a:lnTo>
                    <a:pt x="106" y="116"/>
                  </a:lnTo>
                  <a:lnTo>
                    <a:pt x="109" y="115"/>
                  </a:lnTo>
                  <a:lnTo>
                    <a:pt x="114" y="112"/>
                  </a:lnTo>
                  <a:lnTo>
                    <a:pt x="118" y="112"/>
                  </a:lnTo>
                  <a:lnTo>
                    <a:pt x="119" y="111"/>
                  </a:lnTo>
                  <a:lnTo>
                    <a:pt x="125" y="111"/>
                  </a:lnTo>
                  <a:lnTo>
                    <a:pt x="127" y="113"/>
                  </a:lnTo>
                  <a:lnTo>
                    <a:pt x="127" y="119"/>
                  </a:lnTo>
                  <a:lnTo>
                    <a:pt x="126" y="121"/>
                  </a:lnTo>
                  <a:lnTo>
                    <a:pt x="125" y="134"/>
                  </a:lnTo>
                  <a:lnTo>
                    <a:pt x="122" y="138"/>
                  </a:lnTo>
                  <a:lnTo>
                    <a:pt x="122" y="145"/>
                  </a:lnTo>
                  <a:lnTo>
                    <a:pt x="118" y="152"/>
                  </a:lnTo>
                  <a:lnTo>
                    <a:pt x="118" y="156"/>
                  </a:lnTo>
                  <a:lnTo>
                    <a:pt x="123" y="160"/>
                  </a:lnTo>
                  <a:lnTo>
                    <a:pt x="123" y="162"/>
                  </a:lnTo>
                  <a:lnTo>
                    <a:pt x="125" y="160"/>
                  </a:lnTo>
                  <a:lnTo>
                    <a:pt x="127" y="161"/>
                  </a:lnTo>
                  <a:lnTo>
                    <a:pt x="139" y="159"/>
                  </a:lnTo>
                  <a:lnTo>
                    <a:pt x="141" y="167"/>
                  </a:lnTo>
                  <a:lnTo>
                    <a:pt x="143" y="172"/>
                  </a:lnTo>
                  <a:lnTo>
                    <a:pt x="144" y="180"/>
                  </a:lnTo>
                  <a:lnTo>
                    <a:pt x="151" y="191"/>
                  </a:lnTo>
                  <a:lnTo>
                    <a:pt x="165" y="190"/>
                  </a:lnTo>
                  <a:lnTo>
                    <a:pt x="166" y="189"/>
                  </a:lnTo>
                  <a:lnTo>
                    <a:pt x="170" y="188"/>
                  </a:lnTo>
                  <a:lnTo>
                    <a:pt x="170" y="187"/>
                  </a:lnTo>
                  <a:lnTo>
                    <a:pt x="174" y="187"/>
                  </a:lnTo>
                  <a:lnTo>
                    <a:pt x="175" y="185"/>
                  </a:lnTo>
                  <a:lnTo>
                    <a:pt x="174" y="179"/>
                  </a:lnTo>
                  <a:lnTo>
                    <a:pt x="178" y="175"/>
                  </a:lnTo>
                  <a:lnTo>
                    <a:pt x="178" y="173"/>
                  </a:lnTo>
                  <a:lnTo>
                    <a:pt x="180" y="172"/>
                  </a:lnTo>
                  <a:lnTo>
                    <a:pt x="180" y="170"/>
                  </a:lnTo>
                  <a:lnTo>
                    <a:pt x="184" y="167"/>
                  </a:lnTo>
                  <a:lnTo>
                    <a:pt x="194" y="167"/>
                  </a:lnTo>
                  <a:lnTo>
                    <a:pt x="204" y="177"/>
                  </a:lnTo>
                  <a:lnTo>
                    <a:pt x="206" y="187"/>
                  </a:lnTo>
                  <a:lnTo>
                    <a:pt x="204" y="195"/>
                  </a:lnTo>
                  <a:lnTo>
                    <a:pt x="197" y="206"/>
                  </a:lnTo>
                  <a:lnTo>
                    <a:pt x="187" y="201"/>
                  </a:lnTo>
                  <a:lnTo>
                    <a:pt x="187" y="200"/>
                  </a:lnTo>
                  <a:lnTo>
                    <a:pt x="167" y="202"/>
                  </a:lnTo>
                  <a:lnTo>
                    <a:pt x="167" y="203"/>
                  </a:lnTo>
                  <a:lnTo>
                    <a:pt x="175" y="211"/>
                  </a:lnTo>
                  <a:lnTo>
                    <a:pt x="177" y="211"/>
                  </a:lnTo>
                  <a:lnTo>
                    <a:pt x="179" y="213"/>
                  </a:lnTo>
                  <a:lnTo>
                    <a:pt x="179" y="226"/>
                  </a:lnTo>
                  <a:lnTo>
                    <a:pt x="178" y="229"/>
                  </a:lnTo>
                  <a:lnTo>
                    <a:pt x="176" y="231"/>
                  </a:lnTo>
                  <a:lnTo>
                    <a:pt x="170" y="234"/>
                  </a:lnTo>
                  <a:lnTo>
                    <a:pt x="162" y="235"/>
                  </a:lnTo>
                  <a:lnTo>
                    <a:pt x="160" y="236"/>
                  </a:lnTo>
                  <a:lnTo>
                    <a:pt x="162" y="250"/>
                  </a:lnTo>
                  <a:lnTo>
                    <a:pt x="160" y="253"/>
                  </a:lnTo>
                  <a:lnTo>
                    <a:pt x="171" y="262"/>
                  </a:lnTo>
                  <a:lnTo>
                    <a:pt x="187" y="270"/>
                  </a:lnTo>
                  <a:lnTo>
                    <a:pt x="198" y="278"/>
                  </a:lnTo>
                  <a:lnTo>
                    <a:pt x="201" y="282"/>
                  </a:lnTo>
                  <a:lnTo>
                    <a:pt x="202" y="289"/>
                  </a:lnTo>
                  <a:lnTo>
                    <a:pt x="198" y="295"/>
                  </a:lnTo>
                  <a:lnTo>
                    <a:pt x="198" y="296"/>
                  </a:lnTo>
                  <a:lnTo>
                    <a:pt x="193" y="300"/>
                  </a:lnTo>
                  <a:lnTo>
                    <a:pt x="193" y="302"/>
                  </a:lnTo>
                  <a:lnTo>
                    <a:pt x="196" y="305"/>
                  </a:lnTo>
                  <a:lnTo>
                    <a:pt x="201" y="305"/>
                  </a:lnTo>
                  <a:lnTo>
                    <a:pt x="214" y="302"/>
                  </a:lnTo>
                  <a:lnTo>
                    <a:pt x="221" y="297"/>
                  </a:lnTo>
                  <a:lnTo>
                    <a:pt x="224" y="298"/>
                  </a:lnTo>
                  <a:lnTo>
                    <a:pt x="232" y="297"/>
                  </a:lnTo>
                  <a:lnTo>
                    <a:pt x="233" y="296"/>
                  </a:lnTo>
                  <a:lnTo>
                    <a:pt x="237" y="297"/>
                  </a:lnTo>
                  <a:lnTo>
                    <a:pt x="237" y="301"/>
                  </a:lnTo>
                  <a:lnTo>
                    <a:pt x="239" y="303"/>
                  </a:lnTo>
                  <a:lnTo>
                    <a:pt x="247" y="303"/>
                  </a:lnTo>
                  <a:lnTo>
                    <a:pt x="252" y="303"/>
                  </a:lnTo>
                  <a:lnTo>
                    <a:pt x="257" y="305"/>
                  </a:lnTo>
                  <a:lnTo>
                    <a:pt x="260" y="302"/>
                  </a:lnTo>
                  <a:lnTo>
                    <a:pt x="263" y="303"/>
                  </a:lnTo>
                  <a:lnTo>
                    <a:pt x="264" y="301"/>
                  </a:lnTo>
                  <a:lnTo>
                    <a:pt x="274" y="301"/>
                  </a:lnTo>
                  <a:lnTo>
                    <a:pt x="275" y="301"/>
                  </a:lnTo>
                  <a:lnTo>
                    <a:pt x="275" y="303"/>
                  </a:lnTo>
                  <a:lnTo>
                    <a:pt x="276" y="304"/>
                  </a:lnTo>
                  <a:lnTo>
                    <a:pt x="277" y="307"/>
                  </a:lnTo>
                  <a:lnTo>
                    <a:pt x="281" y="311"/>
                  </a:lnTo>
                  <a:lnTo>
                    <a:pt x="288" y="315"/>
                  </a:lnTo>
                  <a:lnTo>
                    <a:pt x="294" y="316"/>
                  </a:lnTo>
                  <a:lnTo>
                    <a:pt x="295" y="317"/>
                  </a:lnTo>
                  <a:lnTo>
                    <a:pt x="303" y="317"/>
                  </a:lnTo>
                  <a:lnTo>
                    <a:pt x="305" y="315"/>
                  </a:lnTo>
                  <a:lnTo>
                    <a:pt x="307" y="318"/>
                  </a:lnTo>
                  <a:lnTo>
                    <a:pt x="309" y="319"/>
                  </a:lnTo>
                  <a:lnTo>
                    <a:pt x="312" y="319"/>
                  </a:lnTo>
                  <a:lnTo>
                    <a:pt x="313" y="317"/>
                  </a:lnTo>
                  <a:lnTo>
                    <a:pt x="316" y="323"/>
                  </a:lnTo>
                  <a:lnTo>
                    <a:pt x="319" y="325"/>
                  </a:lnTo>
                  <a:lnTo>
                    <a:pt x="321" y="324"/>
                  </a:lnTo>
                  <a:lnTo>
                    <a:pt x="330" y="315"/>
                  </a:lnTo>
                  <a:lnTo>
                    <a:pt x="332" y="315"/>
                  </a:lnTo>
                  <a:lnTo>
                    <a:pt x="335" y="311"/>
                  </a:lnTo>
                  <a:lnTo>
                    <a:pt x="333" y="309"/>
                  </a:lnTo>
                  <a:lnTo>
                    <a:pt x="336" y="305"/>
                  </a:lnTo>
                  <a:lnTo>
                    <a:pt x="346" y="299"/>
                  </a:lnTo>
                  <a:lnTo>
                    <a:pt x="345" y="295"/>
                  </a:lnTo>
                  <a:lnTo>
                    <a:pt x="343" y="294"/>
                  </a:lnTo>
                  <a:lnTo>
                    <a:pt x="350" y="292"/>
                  </a:lnTo>
                  <a:lnTo>
                    <a:pt x="354" y="289"/>
                  </a:lnTo>
                  <a:lnTo>
                    <a:pt x="353" y="279"/>
                  </a:lnTo>
                  <a:lnTo>
                    <a:pt x="355" y="279"/>
                  </a:lnTo>
                  <a:lnTo>
                    <a:pt x="357" y="277"/>
                  </a:lnTo>
                  <a:lnTo>
                    <a:pt x="357" y="270"/>
                  </a:lnTo>
                  <a:lnTo>
                    <a:pt x="358" y="269"/>
                  </a:lnTo>
                  <a:lnTo>
                    <a:pt x="358" y="265"/>
                  </a:lnTo>
                  <a:lnTo>
                    <a:pt x="360" y="262"/>
                  </a:lnTo>
                  <a:lnTo>
                    <a:pt x="366" y="261"/>
                  </a:lnTo>
                  <a:lnTo>
                    <a:pt x="368" y="257"/>
                  </a:lnTo>
                  <a:lnTo>
                    <a:pt x="366" y="253"/>
                  </a:lnTo>
                  <a:lnTo>
                    <a:pt x="360" y="248"/>
                  </a:lnTo>
                  <a:lnTo>
                    <a:pt x="354" y="245"/>
                  </a:lnTo>
                  <a:lnTo>
                    <a:pt x="359" y="242"/>
                  </a:lnTo>
                  <a:lnTo>
                    <a:pt x="359" y="241"/>
                  </a:lnTo>
                  <a:lnTo>
                    <a:pt x="359" y="239"/>
                  </a:lnTo>
                  <a:lnTo>
                    <a:pt x="360" y="237"/>
                  </a:lnTo>
                  <a:lnTo>
                    <a:pt x="361" y="236"/>
                  </a:lnTo>
                  <a:lnTo>
                    <a:pt x="362" y="236"/>
                  </a:lnTo>
                  <a:lnTo>
                    <a:pt x="363" y="234"/>
                  </a:lnTo>
                  <a:lnTo>
                    <a:pt x="365" y="232"/>
                  </a:lnTo>
                  <a:lnTo>
                    <a:pt x="366" y="231"/>
                  </a:lnTo>
                  <a:lnTo>
                    <a:pt x="367" y="231"/>
                  </a:lnTo>
                  <a:lnTo>
                    <a:pt x="369" y="231"/>
                  </a:lnTo>
                  <a:lnTo>
                    <a:pt x="370" y="231"/>
                  </a:lnTo>
                  <a:lnTo>
                    <a:pt x="371" y="231"/>
                  </a:lnTo>
                  <a:lnTo>
                    <a:pt x="373" y="232"/>
                  </a:lnTo>
                  <a:lnTo>
                    <a:pt x="374" y="232"/>
                  </a:lnTo>
                  <a:lnTo>
                    <a:pt x="375" y="233"/>
                  </a:lnTo>
                  <a:lnTo>
                    <a:pt x="376" y="234"/>
                  </a:lnTo>
                  <a:lnTo>
                    <a:pt x="377" y="234"/>
                  </a:lnTo>
                  <a:lnTo>
                    <a:pt x="379" y="235"/>
                  </a:lnTo>
                  <a:lnTo>
                    <a:pt x="380" y="235"/>
                  </a:lnTo>
                  <a:lnTo>
                    <a:pt x="381" y="236"/>
                  </a:lnTo>
                  <a:lnTo>
                    <a:pt x="382" y="236"/>
                  </a:lnTo>
                  <a:lnTo>
                    <a:pt x="383" y="237"/>
                  </a:lnTo>
                  <a:lnTo>
                    <a:pt x="384" y="237"/>
                  </a:lnTo>
                  <a:lnTo>
                    <a:pt x="385" y="238"/>
                  </a:lnTo>
                  <a:lnTo>
                    <a:pt x="386" y="238"/>
                  </a:lnTo>
                  <a:lnTo>
                    <a:pt x="387" y="239"/>
                  </a:lnTo>
                  <a:lnTo>
                    <a:pt x="388" y="239"/>
                  </a:lnTo>
                  <a:lnTo>
                    <a:pt x="389" y="240"/>
                  </a:lnTo>
                  <a:lnTo>
                    <a:pt x="390" y="240"/>
                  </a:lnTo>
                  <a:lnTo>
                    <a:pt x="392" y="241"/>
                  </a:lnTo>
                  <a:lnTo>
                    <a:pt x="393" y="241"/>
                  </a:lnTo>
                  <a:lnTo>
                    <a:pt x="394" y="241"/>
                  </a:lnTo>
                  <a:lnTo>
                    <a:pt x="395" y="241"/>
                  </a:lnTo>
                  <a:lnTo>
                    <a:pt x="396" y="242"/>
                  </a:lnTo>
                  <a:lnTo>
                    <a:pt x="397" y="242"/>
                  </a:lnTo>
                  <a:lnTo>
                    <a:pt x="399" y="242"/>
                  </a:lnTo>
                  <a:lnTo>
                    <a:pt x="400" y="242"/>
                  </a:lnTo>
                  <a:lnTo>
                    <a:pt x="401" y="243"/>
                  </a:lnTo>
                  <a:lnTo>
                    <a:pt x="402" y="243"/>
                  </a:lnTo>
                  <a:lnTo>
                    <a:pt x="403" y="243"/>
                  </a:lnTo>
                  <a:lnTo>
                    <a:pt x="404" y="243"/>
                  </a:lnTo>
                  <a:lnTo>
                    <a:pt x="405" y="243"/>
                  </a:lnTo>
                  <a:lnTo>
                    <a:pt x="406" y="243"/>
                  </a:lnTo>
                  <a:lnTo>
                    <a:pt x="407" y="242"/>
                  </a:lnTo>
                  <a:lnTo>
                    <a:pt x="408" y="242"/>
                  </a:lnTo>
                  <a:lnTo>
                    <a:pt x="409" y="242"/>
                  </a:lnTo>
                  <a:lnTo>
                    <a:pt x="409" y="241"/>
                  </a:lnTo>
                  <a:lnTo>
                    <a:pt x="409" y="240"/>
                  </a:lnTo>
                  <a:lnTo>
                    <a:pt x="410" y="240"/>
                  </a:lnTo>
                  <a:lnTo>
                    <a:pt x="410" y="239"/>
                  </a:lnTo>
                  <a:lnTo>
                    <a:pt x="409" y="239"/>
                  </a:lnTo>
                  <a:lnTo>
                    <a:pt x="409" y="238"/>
                  </a:lnTo>
                  <a:lnTo>
                    <a:pt x="409" y="237"/>
                  </a:lnTo>
                  <a:lnTo>
                    <a:pt x="409" y="236"/>
                  </a:lnTo>
                  <a:lnTo>
                    <a:pt x="408" y="235"/>
                  </a:lnTo>
                  <a:lnTo>
                    <a:pt x="408" y="234"/>
                  </a:lnTo>
                  <a:lnTo>
                    <a:pt x="406" y="231"/>
                  </a:lnTo>
                  <a:lnTo>
                    <a:pt x="406" y="230"/>
                  </a:lnTo>
                  <a:lnTo>
                    <a:pt x="405" y="229"/>
                  </a:lnTo>
                  <a:lnTo>
                    <a:pt x="405" y="227"/>
                  </a:lnTo>
                  <a:lnTo>
                    <a:pt x="404" y="226"/>
                  </a:lnTo>
                  <a:lnTo>
                    <a:pt x="404" y="225"/>
                  </a:lnTo>
                  <a:lnTo>
                    <a:pt x="403" y="224"/>
                  </a:lnTo>
                  <a:lnTo>
                    <a:pt x="403" y="223"/>
                  </a:lnTo>
                  <a:lnTo>
                    <a:pt x="402" y="222"/>
                  </a:lnTo>
                  <a:lnTo>
                    <a:pt x="401" y="221"/>
                  </a:lnTo>
                  <a:lnTo>
                    <a:pt x="401" y="220"/>
                  </a:lnTo>
                  <a:lnTo>
                    <a:pt x="400" y="219"/>
                  </a:lnTo>
                  <a:lnTo>
                    <a:pt x="399" y="218"/>
                  </a:lnTo>
                  <a:lnTo>
                    <a:pt x="398" y="217"/>
                  </a:lnTo>
                  <a:lnTo>
                    <a:pt x="397" y="216"/>
                  </a:lnTo>
                  <a:lnTo>
                    <a:pt x="396" y="215"/>
                  </a:lnTo>
                  <a:lnTo>
                    <a:pt x="395" y="214"/>
                  </a:lnTo>
                  <a:lnTo>
                    <a:pt x="394" y="213"/>
                  </a:lnTo>
                  <a:lnTo>
                    <a:pt x="393" y="212"/>
                  </a:lnTo>
                  <a:lnTo>
                    <a:pt x="392" y="211"/>
                  </a:lnTo>
                  <a:lnTo>
                    <a:pt x="391" y="210"/>
                  </a:lnTo>
                  <a:lnTo>
                    <a:pt x="390" y="210"/>
                  </a:lnTo>
                  <a:lnTo>
                    <a:pt x="389" y="209"/>
                  </a:lnTo>
                  <a:lnTo>
                    <a:pt x="388" y="209"/>
                  </a:lnTo>
                  <a:lnTo>
                    <a:pt x="387" y="208"/>
                  </a:lnTo>
                  <a:lnTo>
                    <a:pt x="386" y="208"/>
                  </a:lnTo>
                  <a:lnTo>
                    <a:pt x="385" y="208"/>
                  </a:lnTo>
                  <a:lnTo>
                    <a:pt x="384" y="208"/>
                  </a:lnTo>
                  <a:lnTo>
                    <a:pt x="383" y="208"/>
                  </a:lnTo>
                  <a:lnTo>
                    <a:pt x="382" y="208"/>
                  </a:lnTo>
                  <a:lnTo>
                    <a:pt x="381" y="208"/>
                  </a:lnTo>
                  <a:lnTo>
                    <a:pt x="380" y="208"/>
                  </a:lnTo>
                  <a:lnTo>
                    <a:pt x="379" y="208"/>
                  </a:lnTo>
                  <a:lnTo>
                    <a:pt x="378" y="209"/>
                  </a:lnTo>
                  <a:lnTo>
                    <a:pt x="377" y="209"/>
                  </a:lnTo>
                  <a:lnTo>
                    <a:pt x="375" y="211"/>
                  </a:lnTo>
                  <a:lnTo>
                    <a:pt x="373" y="211"/>
                  </a:lnTo>
                  <a:lnTo>
                    <a:pt x="372" y="210"/>
                  </a:lnTo>
                  <a:lnTo>
                    <a:pt x="372" y="209"/>
                  </a:lnTo>
                  <a:lnTo>
                    <a:pt x="371" y="208"/>
                  </a:lnTo>
                  <a:lnTo>
                    <a:pt x="371" y="207"/>
                  </a:lnTo>
                  <a:lnTo>
                    <a:pt x="370" y="207"/>
                  </a:lnTo>
                  <a:lnTo>
                    <a:pt x="370" y="206"/>
                  </a:lnTo>
                  <a:lnTo>
                    <a:pt x="369" y="206"/>
                  </a:lnTo>
                  <a:lnTo>
                    <a:pt x="368" y="206"/>
                  </a:lnTo>
                  <a:lnTo>
                    <a:pt x="367" y="206"/>
                  </a:lnTo>
                  <a:lnTo>
                    <a:pt x="366" y="206"/>
                  </a:lnTo>
                  <a:lnTo>
                    <a:pt x="365" y="207"/>
                  </a:lnTo>
                  <a:lnTo>
                    <a:pt x="364" y="207"/>
                  </a:lnTo>
                  <a:lnTo>
                    <a:pt x="364" y="206"/>
                  </a:lnTo>
                  <a:lnTo>
                    <a:pt x="364" y="205"/>
                  </a:lnTo>
                  <a:lnTo>
                    <a:pt x="364" y="204"/>
                  </a:lnTo>
                  <a:lnTo>
                    <a:pt x="365" y="202"/>
                  </a:lnTo>
                  <a:lnTo>
                    <a:pt x="365" y="201"/>
                  </a:lnTo>
                  <a:lnTo>
                    <a:pt x="365" y="200"/>
                  </a:lnTo>
                  <a:lnTo>
                    <a:pt x="365" y="199"/>
                  </a:lnTo>
                  <a:lnTo>
                    <a:pt x="365" y="198"/>
                  </a:lnTo>
                  <a:lnTo>
                    <a:pt x="365" y="197"/>
                  </a:lnTo>
                  <a:lnTo>
                    <a:pt x="365" y="196"/>
                  </a:lnTo>
                  <a:lnTo>
                    <a:pt x="365" y="195"/>
                  </a:lnTo>
                  <a:lnTo>
                    <a:pt x="365" y="194"/>
                  </a:lnTo>
                  <a:lnTo>
                    <a:pt x="365" y="193"/>
                  </a:lnTo>
                  <a:lnTo>
                    <a:pt x="364" y="193"/>
                  </a:lnTo>
                  <a:lnTo>
                    <a:pt x="364" y="192"/>
                  </a:lnTo>
                  <a:lnTo>
                    <a:pt x="363" y="192"/>
                  </a:lnTo>
                  <a:lnTo>
                    <a:pt x="363" y="191"/>
                  </a:lnTo>
                  <a:lnTo>
                    <a:pt x="362" y="191"/>
                  </a:lnTo>
                  <a:lnTo>
                    <a:pt x="362" y="190"/>
                  </a:lnTo>
                  <a:lnTo>
                    <a:pt x="361" y="190"/>
                  </a:lnTo>
                  <a:lnTo>
                    <a:pt x="361" y="189"/>
                  </a:lnTo>
                  <a:lnTo>
                    <a:pt x="360" y="189"/>
                  </a:lnTo>
                  <a:lnTo>
                    <a:pt x="360" y="188"/>
                  </a:lnTo>
                  <a:lnTo>
                    <a:pt x="359" y="188"/>
                  </a:lnTo>
                  <a:lnTo>
                    <a:pt x="358" y="187"/>
                  </a:lnTo>
                  <a:lnTo>
                    <a:pt x="357" y="187"/>
                  </a:lnTo>
                  <a:lnTo>
                    <a:pt x="356" y="187"/>
                  </a:lnTo>
                  <a:lnTo>
                    <a:pt x="354" y="186"/>
                  </a:lnTo>
                  <a:lnTo>
                    <a:pt x="353" y="186"/>
                  </a:lnTo>
                  <a:lnTo>
                    <a:pt x="352" y="186"/>
                  </a:lnTo>
                  <a:lnTo>
                    <a:pt x="350" y="185"/>
                  </a:lnTo>
                  <a:lnTo>
                    <a:pt x="349" y="185"/>
                  </a:lnTo>
                  <a:lnTo>
                    <a:pt x="348" y="185"/>
                  </a:lnTo>
                  <a:lnTo>
                    <a:pt x="347" y="185"/>
                  </a:lnTo>
                  <a:lnTo>
                    <a:pt x="345" y="185"/>
                  </a:lnTo>
                  <a:lnTo>
                    <a:pt x="340" y="185"/>
                  </a:lnTo>
                  <a:lnTo>
                    <a:pt x="338" y="184"/>
                  </a:lnTo>
                  <a:lnTo>
                    <a:pt x="336" y="184"/>
                  </a:lnTo>
                  <a:lnTo>
                    <a:pt x="335" y="184"/>
                  </a:lnTo>
                  <a:lnTo>
                    <a:pt x="333" y="183"/>
                  </a:lnTo>
                  <a:lnTo>
                    <a:pt x="331" y="183"/>
                  </a:lnTo>
                  <a:lnTo>
                    <a:pt x="329" y="182"/>
                  </a:lnTo>
                  <a:lnTo>
                    <a:pt x="328" y="181"/>
                  </a:lnTo>
                  <a:lnTo>
                    <a:pt x="327" y="180"/>
                  </a:lnTo>
                  <a:lnTo>
                    <a:pt x="327" y="178"/>
                  </a:lnTo>
                  <a:lnTo>
                    <a:pt x="327" y="177"/>
                  </a:lnTo>
                  <a:lnTo>
                    <a:pt x="328" y="176"/>
                  </a:lnTo>
                  <a:lnTo>
                    <a:pt x="328" y="175"/>
                  </a:lnTo>
                  <a:lnTo>
                    <a:pt x="328" y="174"/>
                  </a:lnTo>
                  <a:lnTo>
                    <a:pt x="327" y="173"/>
                  </a:lnTo>
                  <a:lnTo>
                    <a:pt x="327" y="172"/>
                  </a:lnTo>
                  <a:lnTo>
                    <a:pt x="326" y="171"/>
                  </a:lnTo>
                  <a:lnTo>
                    <a:pt x="326" y="170"/>
                  </a:lnTo>
                  <a:lnTo>
                    <a:pt x="324" y="169"/>
                  </a:lnTo>
                  <a:lnTo>
                    <a:pt x="323" y="168"/>
                  </a:lnTo>
                  <a:lnTo>
                    <a:pt x="323" y="166"/>
                  </a:lnTo>
                  <a:lnTo>
                    <a:pt x="324" y="165"/>
                  </a:lnTo>
                  <a:lnTo>
                    <a:pt x="324" y="164"/>
                  </a:lnTo>
                  <a:lnTo>
                    <a:pt x="325" y="162"/>
                  </a:lnTo>
                  <a:lnTo>
                    <a:pt x="325" y="161"/>
                  </a:lnTo>
                  <a:lnTo>
                    <a:pt x="325" y="160"/>
                  </a:lnTo>
                  <a:lnTo>
                    <a:pt x="325" y="159"/>
                  </a:lnTo>
                  <a:lnTo>
                    <a:pt x="325" y="158"/>
                  </a:lnTo>
                  <a:lnTo>
                    <a:pt x="325" y="156"/>
                  </a:lnTo>
                  <a:lnTo>
                    <a:pt x="324" y="155"/>
                  </a:lnTo>
                  <a:lnTo>
                    <a:pt x="324" y="153"/>
                  </a:lnTo>
                  <a:lnTo>
                    <a:pt x="324" y="151"/>
                  </a:lnTo>
                  <a:lnTo>
                    <a:pt x="323" y="149"/>
                  </a:lnTo>
                  <a:lnTo>
                    <a:pt x="323" y="148"/>
                  </a:lnTo>
                  <a:lnTo>
                    <a:pt x="323" y="147"/>
                  </a:lnTo>
                  <a:lnTo>
                    <a:pt x="323" y="146"/>
                  </a:lnTo>
                  <a:lnTo>
                    <a:pt x="323" y="145"/>
                  </a:lnTo>
                  <a:lnTo>
                    <a:pt x="322" y="145"/>
                  </a:lnTo>
                  <a:lnTo>
                    <a:pt x="322" y="144"/>
                  </a:lnTo>
                  <a:lnTo>
                    <a:pt x="321" y="144"/>
                  </a:lnTo>
                  <a:lnTo>
                    <a:pt x="320" y="144"/>
                  </a:lnTo>
                  <a:lnTo>
                    <a:pt x="319" y="144"/>
                  </a:lnTo>
                  <a:lnTo>
                    <a:pt x="317" y="144"/>
                  </a:lnTo>
                  <a:lnTo>
                    <a:pt x="315" y="144"/>
                  </a:lnTo>
                  <a:lnTo>
                    <a:pt x="314" y="144"/>
                  </a:lnTo>
                  <a:lnTo>
                    <a:pt x="313" y="143"/>
                  </a:lnTo>
                  <a:lnTo>
                    <a:pt x="313" y="142"/>
                  </a:lnTo>
                  <a:lnTo>
                    <a:pt x="312" y="141"/>
                  </a:lnTo>
                  <a:lnTo>
                    <a:pt x="312" y="139"/>
                  </a:lnTo>
                  <a:lnTo>
                    <a:pt x="312" y="138"/>
                  </a:lnTo>
                  <a:lnTo>
                    <a:pt x="312" y="135"/>
                  </a:lnTo>
                  <a:close/>
                </a:path>
              </a:pathLst>
            </a:custGeom>
            <a:grpFill/>
            <a:ln w="28575">
              <a:noFill/>
              <a:prstDash val="sysDot"/>
              <a:round/>
              <a:headEnd/>
              <a:tailEnd/>
            </a:ln>
          </p:spPr>
          <p:txBody>
            <a:bodyPr/>
            <a:lstStyle/>
            <a:p>
              <a:endParaRPr lang="zh-CN" altLang="en-US" kern="0" dirty="0">
                <a:solidFill>
                  <a:prstClr val="black"/>
                </a:solidFill>
                <a:ea typeface="微软雅黑" pitchFamily="34" charset="-122"/>
              </a:endParaRPr>
            </a:p>
          </p:txBody>
        </p:sp>
        <p:sp>
          <p:nvSpPr>
            <p:cNvPr id="13" name="Freeform 13"/>
            <p:cNvSpPr>
              <a:spLocks noEditPoints="1"/>
            </p:cNvSpPr>
            <p:nvPr/>
          </p:nvSpPr>
          <p:spPr bwMode="auto">
            <a:xfrm>
              <a:off x="6536462" y="3997436"/>
              <a:ext cx="141287" cy="173038"/>
            </a:xfrm>
            <a:custGeom>
              <a:avLst/>
              <a:gdLst>
                <a:gd name="T0" fmla="*/ 2147483647 w 77"/>
                <a:gd name="T1" fmla="*/ 2147483647 h 91"/>
                <a:gd name="T2" fmla="*/ 2147483647 w 77"/>
                <a:gd name="T3" fmla="*/ 2147483647 h 91"/>
                <a:gd name="T4" fmla="*/ 2147483647 w 77"/>
                <a:gd name="T5" fmla="*/ 2147483647 h 91"/>
                <a:gd name="T6" fmla="*/ 2147483647 w 77"/>
                <a:gd name="T7" fmla="*/ 2147483647 h 91"/>
                <a:gd name="T8" fmla="*/ 2147483647 w 77"/>
                <a:gd name="T9" fmla="*/ 2147483647 h 91"/>
                <a:gd name="T10" fmla="*/ 2147483647 w 77"/>
                <a:gd name="T11" fmla="*/ 2147483647 h 91"/>
                <a:gd name="T12" fmla="*/ 2147483647 w 77"/>
                <a:gd name="T13" fmla="*/ 2147483647 h 91"/>
                <a:gd name="T14" fmla="*/ 2147483647 w 77"/>
                <a:gd name="T15" fmla="*/ 2147483647 h 91"/>
                <a:gd name="T16" fmla="*/ 2147483647 w 77"/>
                <a:gd name="T17" fmla="*/ 0 h 91"/>
                <a:gd name="T18" fmla="*/ 2147483647 w 77"/>
                <a:gd name="T19" fmla="*/ 0 h 91"/>
                <a:gd name="T20" fmla="*/ 2147483647 w 77"/>
                <a:gd name="T21" fmla="*/ 2147483647 h 91"/>
                <a:gd name="T22" fmla="*/ 2147483647 w 77"/>
                <a:gd name="T23" fmla="*/ 2147483647 h 91"/>
                <a:gd name="T24" fmla="*/ 2147483647 w 77"/>
                <a:gd name="T25" fmla="*/ 2147483647 h 91"/>
                <a:gd name="T26" fmla="*/ 2147483647 w 77"/>
                <a:gd name="T27" fmla="*/ 2147483647 h 91"/>
                <a:gd name="T28" fmla="*/ 2147483647 w 77"/>
                <a:gd name="T29" fmla="*/ 2147483647 h 91"/>
                <a:gd name="T30" fmla="*/ 2147483647 w 77"/>
                <a:gd name="T31" fmla="*/ 2147483647 h 91"/>
                <a:gd name="T32" fmla="*/ 2147483647 w 77"/>
                <a:gd name="T33" fmla="*/ 2147483647 h 91"/>
                <a:gd name="T34" fmla="*/ 2147483647 w 77"/>
                <a:gd name="T35" fmla="*/ 2147483647 h 91"/>
                <a:gd name="T36" fmla="*/ 2147483647 w 77"/>
                <a:gd name="T37" fmla="*/ 2147483647 h 91"/>
                <a:gd name="T38" fmla="*/ 2147483647 w 77"/>
                <a:gd name="T39" fmla="*/ 2147483647 h 91"/>
                <a:gd name="T40" fmla="*/ 2147483647 w 77"/>
                <a:gd name="T41" fmla="*/ 2147483647 h 91"/>
                <a:gd name="T42" fmla="*/ 2147483647 w 77"/>
                <a:gd name="T43" fmla="*/ 2147483647 h 91"/>
                <a:gd name="T44" fmla="*/ 2147483647 w 77"/>
                <a:gd name="T45" fmla="*/ 2147483647 h 91"/>
                <a:gd name="T46" fmla="*/ 2147483647 w 77"/>
                <a:gd name="T47" fmla="*/ 2147483647 h 91"/>
                <a:gd name="T48" fmla="*/ 2147483647 w 77"/>
                <a:gd name="T49" fmla="*/ 2147483647 h 91"/>
                <a:gd name="T50" fmla="*/ 2147483647 w 77"/>
                <a:gd name="T51" fmla="*/ 2147483647 h 91"/>
                <a:gd name="T52" fmla="*/ 2147483647 w 77"/>
                <a:gd name="T53" fmla="*/ 2147483647 h 91"/>
                <a:gd name="T54" fmla="*/ 2147483647 w 77"/>
                <a:gd name="T55" fmla="*/ 2147483647 h 91"/>
                <a:gd name="T56" fmla="*/ 2147483647 w 77"/>
                <a:gd name="T57" fmla="*/ 2147483647 h 91"/>
                <a:gd name="T58" fmla="*/ 2147483647 w 77"/>
                <a:gd name="T59" fmla="*/ 2147483647 h 91"/>
                <a:gd name="T60" fmla="*/ 2147483647 w 77"/>
                <a:gd name="T61" fmla="*/ 2147483647 h 91"/>
                <a:gd name="T62" fmla="*/ 2147483647 w 77"/>
                <a:gd name="T63" fmla="*/ 2147483647 h 91"/>
                <a:gd name="T64" fmla="*/ 2147483647 w 77"/>
                <a:gd name="T65" fmla="*/ 2147483647 h 91"/>
                <a:gd name="T66" fmla="*/ 2147483647 w 77"/>
                <a:gd name="T67" fmla="*/ 2147483647 h 91"/>
                <a:gd name="T68" fmla="*/ 2147483647 w 77"/>
                <a:gd name="T69" fmla="*/ 2147483647 h 91"/>
                <a:gd name="T70" fmla="*/ 2147483647 w 77"/>
                <a:gd name="T71" fmla="*/ 2147483647 h 91"/>
                <a:gd name="T72" fmla="*/ 2147483647 w 77"/>
                <a:gd name="T73" fmla="*/ 2147483647 h 91"/>
                <a:gd name="T74" fmla="*/ 2147483647 w 77"/>
                <a:gd name="T75" fmla="*/ 2147483647 h 91"/>
                <a:gd name="T76" fmla="*/ 2147483647 w 77"/>
                <a:gd name="T77" fmla="*/ 2147483647 h 91"/>
                <a:gd name="T78" fmla="*/ 2147483647 w 77"/>
                <a:gd name="T79" fmla="*/ 2147483647 h 91"/>
                <a:gd name="T80" fmla="*/ 2147483647 w 77"/>
                <a:gd name="T81" fmla="*/ 2147483647 h 91"/>
                <a:gd name="T82" fmla="*/ 2147483647 w 77"/>
                <a:gd name="T83" fmla="*/ 2147483647 h 91"/>
                <a:gd name="T84" fmla="*/ 2147483647 w 77"/>
                <a:gd name="T85" fmla="*/ 2147483647 h 91"/>
                <a:gd name="T86" fmla="*/ 2147483647 w 77"/>
                <a:gd name="T87" fmla="*/ 2147483647 h 91"/>
                <a:gd name="T88" fmla="*/ 2147483647 w 77"/>
                <a:gd name="T89" fmla="*/ 2147483647 h 91"/>
                <a:gd name="T90" fmla="*/ 2147483647 w 77"/>
                <a:gd name="T91" fmla="*/ 2147483647 h 91"/>
                <a:gd name="T92" fmla="*/ 2147483647 w 77"/>
                <a:gd name="T93" fmla="*/ 2147483647 h 91"/>
                <a:gd name="T94" fmla="*/ 2147483647 w 77"/>
                <a:gd name="T95" fmla="*/ 2147483647 h 91"/>
                <a:gd name="T96" fmla="*/ 2147483647 w 77"/>
                <a:gd name="T97" fmla="*/ 2147483647 h 91"/>
                <a:gd name="T98" fmla="*/ 2147483647 w 77"/>
                <a:gd name="T99" fmla="*/ 2147483647 h 91"/>
                <a:gd name="T100" fmla="*/ 2147483647 w 77"/>
                <a:gd name="T101" fmla="*/ 2147483647 h 91"/>
                <a:gd name="T102" fmla="*/ 2147483647 w 77"/>
                <a:gd name="T103" fmla="*/ 2147483647 h 91"/>
                <a:gd name="T104" fmla="*/ 2147483647 w 77"/>
                <a:gd name="T105" fmla="*/ 2147483647 h 91"/>
                <a:gd name="T106" fmla="*/ 2147483647 w 77"/>
                <a:gd name="T107" fmla="*/ 2147483647 h 91"/>
                <a:gd name="T108" fmla="*/ 2147483647 w 77"/>
                <a:gd name="T109" fmla="*/ 2147483647 h 91"/>
                <a:gd name="T110" fmla="*/ 2147483647 w 77"/>
                <a:gd name="T111" fmla="*/ 2147483647 h 91"/>
                <a:gd name="T112" fmla="*/ 2147483647 w 77"/>
                <a:gd name="T113" fmla="*/ 2147483647 h 91"/>
                <a:gd name="T114" fmla="*/ 2147483647 w 77"/>
                <a:gd name="T115" fmla="*/ 2147483647 h 91"/>
                <a:gd name="T116" fmla="*/ 2147483647 w 77"/>
                <a:gd name="T117" fmla="*/ 2147483647 h 91"/>
                <a:gd name="T118" fmla="*/ 2147483647 w 77"/>
                <a:gd name="T119" fmla="*/ 2147483647 h 91"/>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77"/>
                <a:gd name="T181" fmla="*/ 0 h 91"/>
                <a:gd name="T182" fmla="*/ 77 w 77"/>
                <a:gd name="T183" fmla="*/ 91 h 91"/>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77" h="91">
                  <a:moveTo>
                    <a:pt x="68" y="16"/>
                  </a:moveTo>
                  <a:lnTo>
                    <a:pt x="68" y="16"/>
                  </a:lnTo>
                  <a:lnTo>
                    <a:pt x="67" y="16"/>
                  </a:lnTo>
                  <a:lnTo>
                    <a:pt x="67" y="15"/>
                  </a:lnTo>
                  <a:lnTo>
                    <a:pt x="66" y="15"/>
                  </a:lnTo>
                  <a:lnTo>
                    <a:pt x="65" y="15"/>
                  </a:lnTo>
                  <a:lnTo>
                    <a:pt x="64" y="15"/>
                  </a:lnTo>
                  <a:lnTo>
                    <a:pt x="63" y="15"/>
                  </a:lnTo>
                  <a:lnTo>
                    <a:pt x="60" y="15"/>
                  </a:lnTo>
                  <a:lnTo>
                    <a:pt x="59" y="15"/>
                  </a:lnTo>
                  <a:lnTo>
                    <a:pt x="58" y="15"/>
                  </a:lnTo>
                  <a:lnTo>
                    <a:pt x="57" y="14"/>
                  </a:lnTo>
                  <a:lnTo>
                    <a:pt x="56" y="14"/>
                  </a:lnTo>
                  <a:lnTo>
                    <a:pt x="54" y="14"/>
                  </a:lnTo>
                  <a:lnTo>
                    <a:pt x="53" y="14"/>
                  </a:lnTo>
                  <a:lnTo>
                    <a:pt x="52" y="14"/>
                  </a:lnTo>
                  <a:lnTo>
                    <a:pt x="51" y="13"/>
                  </a:lnTo>
                  <a:lnTo>
                    <a:pt x="50" y="12"/>
                  </a:lnTo>
                  <a:lnTo>
                    <a:pt x="49" y="12"/>
                  </a:lnTo>
                  <a:lnTo>
                    <a:pt x="48" y="12"/>
                  </a:lnTo>
                  <a:lnTo>
                    <a:pt x="47" y="12"/>
                  </a:lnTo>
                  <a:lnTo>
                    <a:pt x="46" y="11"/>
                  </a:lnTo>
                  <a:lnTo>
                    <a:pt x="45" y="10"/>
                  </a:lnTo>
                  <a:lnTo>
                    <a:pt x="43" y="9"/>
                  </a:lnTo>
                  <a:lnTo>
                    <a:pt x="41" y="8"/>
                  </a:lnTo>
                  <a:lnTo>
                    <a:pt x="40" y="7"/>
                  </a:lnTo>
                  <a:lnTo>
                    <a:pt x="39" y="6"/>
                  </a:lnTo>
                  <a:lnTo>
                    <a:pt x="37" y="5"/>
                  </a:lnTo>
                  <a:lnTo>
                    <a:pt x="35" y="4"/>
                  </a:lnTo>
                  <a:lnTo>
                    <a:pt x="34" y="3"/>
                  </a:lnTo>
                  <a:lnTo>
                    <a:pt x="33" y="3"/>
                  </a:lnTo>
                  <a:lnTo>
                    <a:pt x="32" y="2"/>
                  </a:lnTo>
                  <a:lnTo>
                    <a:pt x="31" y="2"/>
                  </a:lnTo>
                  <a:lnTo>
                    <a:pt x="30" y="2"/>
                  </a:lnTo>
                  <a:lnTo>
                    <a:pt x="29" y="1"/>
                  </a:lnTo>
                  <a:lnTo>
                    <a:pt x="28" y="1"/>
                  </a:lnTo>
                  <a:lnTo>
                    <a:pt x="27" y="1"/>
                  </a:lnTo>
                  <a:lnTo>
                    <a:pt x="26" y="0"/>
                  </a:lnTo>
                  <a:lnTo>
                    <a:pt x="25" y="0"/>
                  </a:lnTo>
                  <a:lnTo>
                    <a:pt x="24" y="0"/>
                  </a:lnTo>
                  <a:lnTo>
                    <a:pt x="22" y="0"/>
                  </a:lnTo>
                  <a:lnTo>
                    <a:pt x="21" y="0"/>
                  </a:lnTo>
                  <a:lnTo>
                    <a:pt x="20" y="0"/>
                  </a:lnTo>
                  <a:lnTo>
                    <a:pt x="19" y="0"/>
                  </a:lnTo>
                  <a:lnTo>
                    <a:pt x="18" y="0"/>
                  </a:lnTo>
                  <a:lnTo>
                    <a:pt x="18" y="1"/>
                  </a:lnTo>
                  <a:lnTo>
                    <a:pt x="17" y="1"/>
                  </a:lnTo>
                  <a:lnTo>
                    <a:pt x="17" y="2"/>
                  </a:lnTo>
                  <a:lnTo>
                    <a:pt x="16" y="2"/>
                  </a:lnTo>
                  <a:lnTo>
                    <a:pt x="16" y="3"/>
                  </a:lnTo>
                  <a:lnTo>
                    <a:pt x="16" y="4"/>
                  </a:lnTo>
                  <a:lnTo>
                    <a:pt x="16" y="5"/>
                  </a:lnTo>
                  <a:lnTo>
                    <a:pt x="16" y="6"/>
                  </a:lnTo>
                  <a:lnTo>
                    <a:pt x="16" y="7"/>
                  </a:lnTo>
                  <a:lnTo>
                    <a:pt x="16" y="8"/>
                  </a:lnTo>
                  <a:lnTo>
                    <a:pt x="17" y="8"/>
                  </a:lnTo>
                  <a:lnTo>
                    <a:pt x="18" y="8"/>
                  </a:lnTo>
                  <a:lnTo>
                    <a:pt x="19" y="8"/>
                  </a:lnTo>
                  <a:lnTo>
                    <a:pt x="20" y="8"/>
                  </a:lnTo>
                  <a:lnTo>
                    <a:pt x="21" y="8"/>
                  </a:lnTo>
                  <a:lnTo>
                    <a:pt x="22" y="8"/>
                  </a:lnTo>
                  <a:lnTo>
                    <a:pt x="22" y="9"/>
                  </a:lnTo>
                  <a:lnTo>
                    <a:pt x="23" y="10"/>
                  </a:lnTo>
                  <a:lnTo>
                    <a:pt x="24" y="11"/>
                  </a:lnTo>
                  <a:lnTo>
                    <a:pt x="25" y="12"/>
                  </a:lnTo>
                  <a:lnTo>
                    <a:pt x="26" y="13"/>
                  </a:lnTo>
                  <a:lnTo>
                    <a:pt x="27" y="13"/>
                  </a:lnTo>
                  <a:lnTo>
                    <a:pt x="28" y="14"/>
                  </a:lnTo>
                  <a:lnTo>
                    <a:pt x="29" y="14"/>
                  </a:lnTo>
                  <a:lnTo>
                    <a:pt x="29" y="15"/>
                  </a:lnTo>
                  <a:lnTo>
                    <a:pt x="31" y="15"/>
                  </a:lnTo>
                  <a:lnTo>
                    <a:pt x="33" y="16"/>
                  </a:lnTo>
                  <a:lnTo>
                    <a:pt x="36" y="17"/>
                  </a:lnTo>
                  <a:lnTo>
                    <a:pt x="40" y="19"/>
                  </a:lnTo>
                  <a:lnTo>
                    <a:pt x="44" y="20"/>
                  </a:lnTo>
                  <a:lnTo>
                    <a:pt x="46" y="21"/>
                  </a:lnTo>
                  <a:lnTo>
                    <a:pt x="48" y="21"/>
                  </a:lnTo>
                  <a:lnTo>
                    <a:pt x="49" y="22"/>
                  </a:lnTo>
                  <a:lnTo>
                    <a:pt x="51" y="22"/>
                  </a:lnTo>
                  <a:lnTo>
                    <a:pt x="55" y="24"/>
                  </a:lnTo>
                  <a:lnTo>
                    <a:pt x="59" y="24"/>
                  </a:lnTo>
                  <a:lnTo>
                    <a:pt x="62" y="25"/>
                  </a:lnTo>
                  <a:lnTo>
                    <a:pt x="63" y="26"/>
                  </a:lnTo>
                  <a:lnTo>
                    <a:pt x="63" y="25"/>
                  </a:lnTo>
                  <a:lnTo>
                    <a:pt x="64" y="25"/>
                  </a:lnTo>
                  <a:lnTo>
                    <a:pt x="64" y="24"/>
                  </a:lnTo>
                  <a:lnTo>
                    <a:pt x="65" y="24"/>
                  </a:lnTo>
                  <a:lnTo>
                    <a:pt x="66" y="23"/>
                  </a:lnTo>
                  <a:lnTo>
                    <a:pt x="67" y="22"/>
                  </a:lnTo>
                  <a:lnTo>
                    <a:pt x="68" y="21"/>
                  </a:lnTo>
                  <a:lnTo>
                    <a:pt x="68" y="20"/>
                  </a:lnTo>
                  <a:lnTo>
                    <a:pt x="69" y="20"/>
                  </a:lnTo>
                  <a:lnTo>
                    <a:pt x="69" y="19"/>
                  </a:lnTo>
                  <a:lnTo>
                    <a:pt x="70" y="18"/>
                  </a:lnTo>
                  <a:lnTo>
                    <a:pt x="70" y="17"/>
                  </a:lnTo>
                  <a:lnTo>
                    <a:pt x="69" y="17"/>
                  </a:lnTo>
                  <a:lnTo>
                    <a:pt x="69" y="16"/>
                  </a:lnTo>
                  <a:lnTo>
                    <a:pt x="68" y="16"/>
                  </a:lnTo>
                  <a:close/>
                  <a:moveTo>
                    <a:pt x="68" y="47"/>
                  </a:moveTo>
                  <a:lnTo>
                    <a:pt x="67" y="46"/>
                  </a:lnTo>
                  <a:lnTo>
                    <a:pt x="66" y="44"/>
                  </a:lnTo>
                  <a:lnTo>
                    <a:pt x="66" y="43"/>
                  </a:lnTo>
                  <a:lnTo>
                    <a:pt x="65" y="42"/>
                  </a:lnTo>
                  <a:lnTo>
                    <a:pt x="64" y="41"/>
                  </a:lnTo>
                  <a:lnTo>
                    <a:pt x="63" y="41"/>
                  </a:lnTo>
                  <a:lnTo>
                    <a:pt x="63" y="40"/>
                  </a:lnTo>
                  <a:lnTo>
                    <a:pt x="62" y="40"/>
                  </a:lnTo>
                  <a:lnTo>
                    <a:pt x="62" y="39"/>
                  </a:lnTo>
                  <a:lnTo>
                    <a:pt x="61" y="39"/>
                  </a:lnTo>
                  <a:lnTo>
                    <a:pt x="60" y="39"/>
                  </a:lnTo>
                  <a:lnTo>
                    <a:pt x="59" y="38"/>
                  </a:lnTo>
                  <a:lnTo>
                    <a:pt x="58" y="38"/>
                  </a:lnTo>
                  <a:lnTo>
                    <a:pt x="56" y="37"/>
                  </a:lnTo>
                  <a:lnTo>
                    <a:pt x="53" y="37"/>
                  </a:lnTo>
                  <a:lnTo>
                    <a:pt x="51" y="36"/>
                  </a:lnTo>
                  <a:lnTo>
                    <a:pt x="50" y="35"/>
                  </a:lnTo>
                  <a:lnTo>
                    <a:pt x="49" y="35"/>
                  </a:lnTo>
                  <a:lnTo>
                    <a:pt x="48" y="34"/>
                  </a:lnTo>
                  <a:lnTo>
                    <a:pt x="47" y="34"/>
                  </a:lnTo>
                  <a:lnTo>
                    <a:pt x="45" y="33"/>
                  </a:lnTo>
                  <a:lnTo>
                    <a:pt x="44" y="32"/>
                  </a:lnTo>
                  <a:lnTo>
                    <a:pt x="43" y="31"/>
                  </a:lnTo>
                  <a:lnTo>
                    <a:pt x="41" y="31"/>
                  </a:lnTo>
                  <a:lnTo>
                    <a:pt x="40" y="30"/>
                  </a:lnTo>
                  <a:lnTo>
                    <a:pt x="39" y="29"/>
                  </a:lnTo>
                  <a:lnTo>
                    <a:pt x="38" y="29"/>
                  </a:lnTo>
                  <a:lnTo>
                    <a:pt x="37" y="29"/>
                  </a:lnTo>
                  <a:lnTo>
                    <a:pt x="36" y="29"/>
                  </a:lnTo>
                  <a:lnTo>
                    <a:pt x="35" y="29"/>
                  </a:lnTo>
                  <a:lnTo>
                    <a:pt x="34" y="29"/>
                  </a:lnTo>
                  <a:lnTo>
                    <a:pt x="33" y="29"/>
                  </a:lnTo>
                  <a:lnTo>
                    <a:pt x="31" y="29"/>
                  </a:lnTo>
                  <a:lnTo>
                    <a:pt x="30" y="28"/>
                  </a:lnTo>
                  <a:lnTo>
                    <a:pt x="29" y="28"/>
                  </a:lnTo>
                  <a:lnTo>
                    <a:pt x="28" y="28"/>
                  </a:lnTo>
                  <a:lnTo>
                    <a:pt x="27" y="27"/>
                  </a:lnTo>
                  <a:lnTo>
                    <a:pt x="26" y="26"/>
                  </a:lnTo>
                  <a:lnTo>
                    <a:pt x="26" y="25"/>
                  </a:lnTo>
                  <a:lnTo>
                    <a:pt x="25" y="24"/>
                  </a:lnTo>
                  <a:lnTo>
                    <a:pt x="24" y="22"/>
                  </a:lnTo>
                  <a:lnTo>
                    <a:pt x="23" y="25"/>
                  </a:lnTo>
                  <a:lnTo>
                    <a:pt x="17" y="26"/>
                  </a:lnTo>
                  <a:lnTo>
                    <a:pt x="15" y="29"/>
                  </a:lnTo>
                  <a:lnTo>
                    <a:pt x="15" y="33"/>
                  </a:lnTo>
                  <a:lnTo>
                    <a:pt x="14" y="34"/>
                  </a:lnTo>
                  <a:lnTo>
                    <a:pt x="14" y="41"/>
                  </a:lnTo>
                  <a:lnTo>
                    <a:pt x="12" y="43"/>
                  </a:lnTo>
                  <a:lnTo>
                    <a:pt x="10" y="43"/>
                  </a:lnTo>
                  <a:lnTo>
                    <a:pt x="11" y="53"/>
                  </a:lnTo>
                  <a:lnTo>
                    <a:pt x="7" y="56"/>
                  </a:lnTo>
                  <a:lnTo>
                    <a:pt x="0" y="58"/>
                  </a:lnTo>
                  <a:lnTo>
                    <a:pt x="2" y="59"/>
                  </a:lnTo>
                  <a:lnTo>
                    <a:pt x="3" y="63"/>
                  </a:lnTo>
                  <a:lnTo>
                    <a:pt x="10" y="65"/>
                  </a:lnTo>
                  <a:lnTo>
                    <a:pt x="10" y="69"/>
                  </a:lnTo>
                  <a:lnTo>
                    <a:pt x="14" y="76"/>
                  </a:lnTo>
                  <a:lnTo>
                    <a:pt x="22" y="75"/>
                  </a:lnTo>
                  <a:lnTo>
                    <a:pt x="22" y="80"/>
                  </a:lnTo>
                  <a:lnTo>
                    <a:pt x="28" y="78"/>
                  </a:lnTo>
                  <a:lnTo>
                    <a:pt x="41" y="91"/>
                  </a:lnTo>
                  <a:lnTo>
                    <a:pt x="42" y="91"/>
                  </a:lnTo>
                  <a:lnTo>
                    <a:pt x="42" y="90"/>
                  </a:lnTo>
                  <a:lnTo>
                    <a:pt x="43" y="90"/>
                  </a:lnTo>
                  <a:lnTo>
                    <a:pt x="44" y="89"/>
                  </a:lnTo>
                  <a:lnTo>
                    <a:pt x="44" y="88"/>
                  </a:lnTo>
                  <a:lnTo>
                    <a:pt x="44" y="87"/>
                  </a:lnTo>
                  <a:lnTo>
                    <a:pt x="45" y="86"/>
                  </a:lnTo>
                  <a:lnTo>
                    <a:pt x="45" y="85"/>
                  </a:lnTo>
                  <a:lnTo>
                    <a:pt x="45" y="84"/>
                  </a:lnTo>
                  <a:lnTo>
                    <a:pt x="46" y="82"/>
                  </a:lnTo>
                  <a:lnTo>
                    <a:pt x="46" y="81"/>
                  </a:lnTo>
                  <a:lnTo>
                    <a:pt x="46" y="80"/>
                  </a:lnTo>
                  <a:lnTo>
                    <a:pt x="46" y="79"/>
                  </a:lnTo>
                  <a:lnTo>
                    <a:pt x="47" y="79"/>
                  </a:lnTo>
                  <a:lnTo>
                    <a:pt x="47" y="78"/>
                  </a:lnTo>
                  <a:lnTo>
                    <a:pt x="47" y="77"/>
                  </a:lnTo>
                  <a:lnTo>
                    <a:pt x="48" y="77"/>
                  </a:lnTo>
                  <a:lnTo>
                    <a:pt x="48" y="76"/>
                  </a:lnTo>
                  <a:lnTo>
                    <a:pt x="49" y="76"/>
                  </a:lnTo>
                  <a:lnTo>
                    <a:pt x="49" y="75"/>
                  </a:lnTo>
                  <a:lnTo>
                    <a:pt x="50" y="75"/>
                  </a:lnTo>
                  <a:lnTo>
                    <a:pt x="51" y="75"/>
                  </a:lnTo>
                  <a:lnTo>
                    <a:pt x="51" y="74"/>
                  </a:lnTo>
                  <a:lnTo>
                    <a:pt x="52" y="74"/>
                  </a:lnTo>
                  <a:lnTo>
                    <a:pt x="53" y="74"/>
                  </a:lnTo>
                  <a:lnTo>
                    <a:pt x="54" y="74"/>
                  </a:lnTo>
                  <a:lnTo>
                    <a:pt x="55" y="73"/>
                  </a:lnTo>
                  <a:lnTo>
                    <a:pt x="56" y="73"/>
                  </a:lnTo>
                  <a:lnTo>
                    <a:pt x="57" y="73"/>
                  </a:lnTo>
                  <a:lnTo>
                    <a:pt x="59" y="73"/>
                  </a:lnTo>
                  <a:lnTo>
                    <a:pt x="61" y="73"/>
                  </a:lnTo>
                  <a:lnTo>
                    <a:pt x="65" y="73"/>
                  </a:lnTo>
                  <a:lnTo>
                    <a:pt x="67" y="73"/>
                  </a:lnTo>
                  <a:lnTo>
                    <a:pt x="68" y="73"/>
                  </a:lnTo>
                  <a:lnTo>
                    <a:pt x="70" y="73"/>
                  </a:lnTo>
                  <a:lnTo>
                    <a:pt x="71" y="73"/>
                  </a:lnTo>
                  <a:lnTo>
                    <a:pt x="72" y="72"/>
                  </a:lnTo>
                  <a:lnTo>
                    <a:pt x="73" y="72"/>
                  </a:lnTo>
                  <a:lnTo>
                    <a:pt x="74" y="72"/>
                  </a:lnTo>
                  <a:lnTo>
                    <a:pt x="74" y="71"/>
                  </a:lnTo>
                  <a:lnTo>
                    <a:pt x="75" y="71"/>
                  </a:lnTo>
                  <a:lnTo>
                    <a:pt x="75" y="70"/>
                  </a:lnTo>
                  <a:lnTo>
                    <a:pt x="76" y="70"/>
                  </a:lnTo>
                  <a:lnTo>
                    <a:pt x="76" y="69"/>
                  </a:lnTo>
                  <a:lnTo>
                    <a:pt x="77" y="69"/>
                  </a:lnTo>
                  <a:lnTo>
                    <a:pt x="77" y="68"/>
                  </a:lnTo>
                  <a:lnTo>
                    <a:pt x="77" y="67"/>
                  </a:lnTo>
                  <a:lnTo>
                    <a:pt x="77" y="66"/>
                  </a:lnTo>
                  <a:lnTo>
                    <a:pt x="77" y="65"/>
                  </a:lnTo>
                  <a:lnTo>
                    <a:pt x="77" y="64"/>
                  </a:lnTo>
                  <a:lnTo>
                    <a:pt x="77" y="63"/>
                  </a:lnTo>
                  <a:lnTo>
                    <a:pt x="77" y="62"/>
                  </a:lnTo>
                  <a:lnTo>
                    <a:pt x="77" y="61"/>
                  </a:lnTo>
                  <a:lnTo>
                    <a:pt x="76" y="60"/>
                  </a:lnTo>
                  <a:lnTo>
                    <a:pt x="76" y="59"/>
                  </a:lnTo>
                  <a:lnTo>
                    <a:pt x="75" y="58"/>
                  </a:lnTo>
                  <a:lnTo>
                    <a:pt x="75" y="57"/>
                  </a:lnTo>
                  <a:lnTo>
                    <a:pt x="74" y="56"/>
                  </a:lnTo>
                  <a:lnTo>
                    <a:pt x="72" y="53"/>
                  </a:lnTo>
                  <a:lnTo>
                    <a:pt x="71" y="52"/>
                  </a:lnTo>
                  <a:lnTo>
                    <a:pt x="70" y="51"/>
                  </a:lnTo>
                  <a:lnTo>
                    <a:pt x="70" y="50"/>
                  </a:lnTo>
                  <a:lnTo>
                    <a:pt x="69" y="50"/>
                  </a:lnTo>
                  <a:lnTo>
                    <a:pt x="69" y="49"/>
                  </a:lnTo>
                  <a:lnTo>
                    <a:pt x="68" y="47"/>
                  </a:lnTo>
                  <a:close/>
                </a:path>
              </a:pathLst>
            </a:custGeom>
            <a:grpFill/>
            <a:ln w="28575">
              <a:noFill/>
              <a:prstDash val="sysDot"/>
              <a:round/>
              <a:headEnd/>
              <a:tailEnd/>
            </a:ln>
          </p:spPr>
          <p:txBody>
            <a:bodyPr/>
            <a:lstStyle/>
            <a:p>
              <a:pPr>
                <a:defRPr/>
              </a:pPr>
              <a:endParaRPr lang="zh-CN" altLang="en-US" kern="0" dirty="0">
                <a:solidFill>
                  <a:prstClr val="black"/>
                </a:solidFill>
                <a:ea typeface="微软雅黑" pitchFamily="34" charset="-122"/>
              </a:endParaRPr>
            </a:p>
          </p:txBody>
        </p:sp>
        <p:sp>
          <p:nvSpPr>
            <p:cNvPr id="14" name="Freeform 14"/>
            <p:cNvSpPr>
              <a:spLocks/>
            </p:cNvSpPr>
            <p:nvPr/>
          </p:nvSpPr>
          <p:spPr bwMode="auto">
            <a:xfrm>
              <a:off x="5031512" y="5964349"/>
              <a:ext cx="357187" cy="314325"/>
            </a:xfrm>
            <a:custGeom>
              <a:avLst/>
              <a:gdLst>
                <a:gd name="T0" fmla="*/ 2147483647 w 195"/>
                <a:gd name="T1" fmla="*/ 2147483647 h 165"/>
                <a:gd name="T2" fmla="*/ 2147483647 w 195"/>
                <a:gd name="T3" fmla="*/ 2147483647 h 165"/>
                <a:gd name="T4" fmla="*/ 2147483647 w 195"/>
                <a:gd name="T5" fmla="*/ 2147483647 h 165"/>
                <a:gd name="T6" fmla="*/ 2147483647 w 195"/>
                <a:gd name="T7" fmla="*/ 2147483647 h 165"/>
                <a:gd name="T8" fmla="*/ 2147483647 w 195"/>
                <a:gd name="T9" fmla="*/ 2147483647 h 165"/>
                <a:gd name="T10" fmla="*/ 2147483647 w 195"/>
                <a:gd name="T11" fmla="*/ 2147483647 h 165"/>
                <a:gd name="T12" fmla="*/ 2147483647 w 195"/>
                <a:gd name="T13" fmla="*/ 2147483647 h 165"/>
                <a:gd name="T14" fmla="*/ 2147483647 w 195"/>
                <a:gd name="T15" fmla="*/ 2147483647 h 165"/>
                <a:gd name="T16" fmla="*/ 2147483647 w 195"/>
                <a:gd name="T17" fmla="*/ 2147483647 h 165"/>
                <a:gd name="T18" fmla="*/ 2147483647 w 195"/>
                <a:gd name="T19" fmla="*/ 2147483647 h 165"/>
                <a:gd name="T20" fmla="*/ 2147483647 w 195"/>
                <a:gd name="T21" fmla="*/ 2147483647 h 165"/>
                <a:gd name="T22" fmla="*/ 2147483647 w 195"/>
                <a:gd name="T23" fmla="*/ 2147483647 h 165"/>
                <a:gd name="T24" fmla="*/ 2147483647 w 195"/>
                <a:gd name="T25" fmla="*/ 2147483647 h 165"/>
                <a:gd name="T26" fmla="*/ 2147483647 w 195"/>
                <a:gd name="T27" fmla="*/ 2147483647 h 165"/>
                <a:gd name="T28" fmla="*/ 2147483647 w 195"/>
                <a:gd name="T29" fmla="*/ 2147483647 h 165"/>
                <a:gd name="T30" fmla="*/ 2147483647 w 195"/>
                <a:gd name="T31" fmla="*/ 2147483647 h 165"/>
                <a:gd name="T32" fmla="*/ 2147483647 w 195"/>
                <a:gd name="T33" fmla="*/ 2147483647 h 165"/>
                <a:gd name="T34" fmla="*/ 2147483647 w 195"/>
                <a:gd name="T35" fmla="*/ 2147483647 h 165"/>
                <a:gd name="T36" fmla="*/ 2147483647 w 195"/>
                <a:gd name="T37" fmla="*/ 2147483647 h 165"/>
                <a:gd name="T38" fmla="*/ 0 w 195"/>
                <a:gd name="T39" fmla="*/ 2147483647 h 165"/>
                <a:gd name="T40" fmla="*/ 2147483647 w 195"/>
                <a:gd name="T41" fmla="*/ 2147483647 h 165"/>
                <a:gd name="T42" fmla="*/ 2147483647 w 195"/>
                <a:gd name="T43" fmla="*/ 2147483647 h 165"/>
                <a:gd name="T44" fmla="*/ 2147483647 w 195"/>
                <a:gd name="T45" fmla="*/ 2147483647 h 165"/>
                <a:gd name="T46" fmla="*/ 2147483647 w 195"/>
                <a:gd name="T47" fmla="*/ 2147483647 h 165"/>
                <a:gd name="T48" fmla="*/ 2147483647 w 195"/>
                <a:gd name="T49" fmla="*/ 2147483647 h 165"/>
                <a:gd name="T50" fmla="*/ 2147483647 w 195"/>
                <a:gd name="T51" fmla="*/ 2147483647 h 165"/>
                <a:gd name="T52" fmla="*/ 2147483647 w 195"/>
                <a:gd name="T53" fmla="*/ 2147483647 h 165"/>
                <a:gd name="T54" fmla="*/ 2147483647 w 195"/>
                <a:gd name="T55" fmla="*/ 2147483647 h 165"/>
                <a:gd name="T56" fmla="*/ 2147483647 w 195"/>
                <a:gd name="T57" fmla="*/ 2147483647 h 165"/>
                <a:gd name="T58" fmla="*/ 2147483647 w 195"/>
                <a:gd name="T59" fmla="*/ 2147483647 h 165"/>
                <a:gd name="T60" fmla="*/ 2147483647 w 195"/>
                <a:gd name="T61" fmla="*/ 2147483647 h 165"/>
                <a:gd name="T62" fmla="*/ 2147483647 w 195"/>
                <a:gd name="T63" fmla="*/ 2147483647 h 165"/>
                <a:gd name="T64" fmla="*/ 2147483647 w 195"/>
                <a:gd name="T65" fmla="*/ 2147483647 h 165"/>
                <a:gd name="T66" fmla="*/ 2147483647 w 195"/>
                <a:gd name="T67" fmla="*/ 2147483647 h 165"/>
                <a:gd name="T68" fmla="*/ 2147483647 w 195"/>
                <a:gd name="T69" fmla="*/ 2147483647 h 165"/>
                <a:gd name="T70" fmla="*/ 2147483647 w 195"/>
                <a:gd name="T71" fmla="*/ 2147483647 h 165"/>
                <a:gd name="T72" fmla="*/ 2147483647 w 195"/>
                <a:gd name="T73" fmla="*/ 2147483647 h 165"/>
                <a:gd name="T74" fmla="*/ 2147483647 w 195"/>
                <a:gd name="T75" fmla="*/ 2147483647 h 165"/>
                <a:gd name="T76" fmla="*/ 2147483647 w 195"/>
                <a:gd name="T77" fmla="*/ 2147483647 h 165"/>
                <a:gd name="T78" fmla="*/ 2147483647 w 195"/>
                <a:gd name="T79" fmla="*/ 2147483647 h 165"/>
                <a:gd name="T80" fmla="*/ 2147483647 w 195"/>
                <a:gd name="T81" fmla="*/ 2147483647 h 165"/>
                <a:gd name="T82" fmla="*/ 2147483647 w 195"/>
                <a:gd name="T83" fmla="*/ 2147483647 h 165"/>
                <a:gd name="T84" fmla="*/ 2147483647 w 195"/>
                <a:gd name="T85" fmla="*/ 2147483647 h 165"/>
                <a:gd name="T86" fmla="*/ 2147483647 w 195"/>
                <a:gd name="T87" fmla="*/ 2147483647 h 165"/>
                <a:gd name="T88" fmla="*/ 2147483647 w 195"/>
                <a:gd name="T89" fmla="*/ 2147483647 h 165"/>
                <a:gd name="T90" fmla="*/ 2147483647 w 195"/>
                <a:gd name="T91" fmla="*/ 2147483647 h 165"/>
                <a:gd name="T92" fmla="*/ 2147483647 w 195"/>
                <a:gd name="T93" fmla="*/ 2147483647 h 165"/>
                <a:gd name="T94" fmla="*/ 2147483647 w 195"/>
                <a:gd name="T95" fmla="*/ 2147483647 h 165"/>
                <a:gd name="T96" fmla="*/ 2147483647 w 195"/>
                <a:gd name="T97" fmla="*/ 2147483647 h 165"/>
                <a:gd name="T98" fmla="*/ 2147483647 w 195"/>
                <a:gd name="T99" fmla="*/ 2147483647 h 165"/>
                <a:gd name="T100" fmla="*/ 2147483647 w 195"/>
                <a:gd name="T101" fmla="*/ 2147483647 h 165"/>
                <a:gd name="T102" fmla="*/ 2147483647 w 195"/>
                <a:gd name="T103" fmla="*/ 2147483647 h 165"/>
                <a:gd name="T104" fmla="*/ 2147483647 w 195"/>
                <a:gd name="T105" fmla="*/ 2147483647 h 165"/>
                <a:gd name="T106" fmla="*/ 2147483647 w 195"/>
                <a:gd name="T107" fmla="*/ 2147483647 h 165"/>
                <a:gd name="T108" fmla="*/ 2147483647 w 195"/>
                <a:gd name="T109" fmla="*/ 2147483647 h 165"/>
                <a:gd name="T110" fmla="*/ 2147483647 w 195"/>
                <a:gd name="T111" fmla="*/ 2147483647 h 165"/>
                <a:gd name="T112" fmla="*/ 2147483647 w 195"/>
                <a:gd name="T113" fmla="*/ 2147483647 h 165"/>
                <a:gd name="T114" fmla="*/ 2147483647 w 195"/>
                <a:gd name="T115" fmla="*/ 2147483647 h 165"/>
                <a:gd name="T116" fmla="*/ 2147483647 w 195"/>
                <a:gd name="T117" fmla="*/ 2147483647 h 165"/>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95"/>
                <a:gd name="T178" fmla="*/ 0 h 165"/>
                <a:gd name="T179" fmla="*/ 195 w 195"/>
                <a:gd name="T180" fmla="*/ 165 h 165"/>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95" h="165">
                  <a:moveTo>
                    <a:pt x="165" y="1"/>
                  </a:moveTo>
                  <a:lnTo>
                    <a:pt x="163" y="0"/>
                  </a:lnTo>
                  <a:lnTo>
                    <a:pt x="161" y="2"/>
                  </a:lnTo>
                  <a:lnTo>
                    <a:pt x="159" y="3"/>
                  </a:lnTo>
                  <a:lnTo>
                    <a:pt x="157" y="3"/>
                  </a:lnTo>
                  <a:lnTo>
                    <a:pt x="155" y="7"/>
                  </a:lnTo>
                  <a:lnTo>
                    <a:pt x="154" y="9"/>
                  </a:lnTo>
                  <a:lnTo>
                    <a:pt x="148" y="8"/>
                  </a:lnTo>
                  <a:lnTo>
                    <a:pt x="144" y="8"/>
                  </a:lnTo>
                  <a:lnTo>
                    <a:pt x="141" y="6"/>
                  </a:lnTo>
                  <a:lnTo>
                    <a:pt x="138" y="10"/>
                  </a:lnTo>
                  <a:lnTo>
                    <a:pt x="136" y="11"/>
                  </a:lnTo>
                  <a:lnTo>
                    <a:pt x="132" y="10"/>
                  </a:lnTo>
                  <a:lnTo>
                    <a:pt x="126" y="7"/>
                  </a:lnTo>
                  <a:lnTo>
                    <a:pt x="117" y="10"/>
                  </a:lnTo>
                  <a:lnTo>
                    <a:pt x="116" y="15"/>
                  </a:lnTo>
                  <a:lnTo>
                    <a:pt x="115" y="17"/>
                  </a:lnTo>
                  <a:lnTo>
                    <a:pt x="114" y="18"/>
                  </a:lnTo>
                  <a:lnTo>
                    <a:pt x="112" y="18"/>
                  </a:lnTo>
                  <a:lnTo>
                    <a:pt x="109" y="16"/>
                  </a:lnTo>
                  <a:lnTo>
                    <a:pt x="106" y="17"/>
                  </a:lnTo>
                  <a:lnTo>
                    <a:pt x="103" y="17"/>
                  </a:lnTo>
                  <a:lnTo>
                    <a:pt x="102" y="17"/>
                  </a:lnTo>
                  <a:lnTo>
                    <a:pt x="101" y="15"/>
                  </a:lnTo>
                  <a:lnTo>
                    <a:pt x="98" y="14"/>
                  </a:lnTo>
                  <a:lnTo>
                    <a:pt x="95" y="14"/>
                  </a:lnTo>
                  <a:lnTo>
                    <a:pt x="89" y="14"/>
                  </a:lnTo>
                  <a:lnTo>
                    <a:pt x="84" y="15"/>
                  </a:lnTo>
                  <a:lnTo>
                    <a:pt x="81" y="15"/>
                  </a:lnTo>
                  <a:lnTo>
                    <a:pt x="78" y="16"/>
                  </a:lnTo>
                  <a:lnTo>
                    <a:pt x="73" y="25"/>
                  </a:lnTo>
                  <a:lnTo>
                    <a:pt x="73" y="27"/>
                  </a:lnTo>
                  <a:lnTo>
                    <a:pt x="71" y="28"/>
                  </a:lnTo>
                  <a:lnTo>
                    <a:pt x="68" y="27"/>
                  </a:lnTo>
                  <a:lnTo>
                    <a:pt x="63" y="27"/>
                  </a:lnTo>
                  <a:lnTo>
                    <a:pt x="57" y="26"/>
                  </a:lnTo>
                  <a:lnTo>
                    <a:pt x="50" y="26"/>
                  </a:lnTo>
                  <a:lnTo>
                    <a:pt x="44" y="35"/>
                  </a:lnTo>
                  <a:lnTo>
                    <a:pt x="45" y="38"/>
                  </a:lnTo>
                  <a:lnTo>
                    <a:pt x="47" y="40"/>
                  </a:lnTo>
                  <a:lnTo>
                    <a:pt x="48" y="40"/>
                  </a:lnTo>
                  <a:lnTo>
                    <a:pt x="49" y="41"/>
                  </a:lnTo>
                  <a:lnTo>
                    <a:pt x="49" y="44"/>
                  </a:lnTo>
                  <a:lnTo>
                    <a:pt x="46" y="45"/>
                  </a:lnTo>
                  <a:lnTo>
                    <a:pt x="41" y="46"/>
                  </a:lnTo>
                  <a:lnTo>
                    <a:pt x="38" y="50"/>
                  </a:lnTo>
                  <a:lnTo>
                    <a:pt x="23" y="61"/>
                  </a:lnTo>
                  <a:lnTo>
                    <a:pt x="18" y="64"/>
                  </a:lnTo>
                  <a:lnTo>
                    <a:pt x="15" y="66"/>
                  </a:lnTo>
                  <a:lnTo>
                    <a:pt x="13" y="67"/>
                  </a:lnTo>
                  <a:lnTo>
                    <a:pt x="8" y="69"/>
                  </a:lnTo>
                  <a:lnTo>
                    <a:pt x="6" y="70"/>
                  </a:lnTo>
                  <a:lnTo>
                    <a:pt x="6" y="75"/>
                  </a:lnTo>
                  <a:lnTo>
                    <a:pt x="4" y="78"/>
                  </a:lnTo>
                  <a:lnTo>
                    <a:pt x="4" y="82"/>
                  </a:lnTo>
                  <a:lnTo>
                    <a:pt x="4" y="85"/>
                  </a:lnTo>
                  <a:lnTo>
                    <a:pt x="4" y="87"/>
                  </a:lnTo>
                  <a:lnTo>
                    <a:pt x="1" y="90"/>
                  </a:lnTo>
                  <a:lnTo>
                    <a:pt x="0" y="95"/>
                  </a:lnTo>
                  <a:lnTo>
                    <a:pt x="0" y="98"/>
                  </a:lnTo>
                  <a:lnTo>
                    <a:pt x="3" y="100"/>
                  </a:lnTo>
                  <a:lnTo>
                    <a:pt x="3" y="106"/>
                  </a:lnTo>
                  <a:lnTo>
                    <a:pt x="3" y="107"/>
                  </a:lnTo>
                  <a:lnTo>
                    <a:pt x="0" y="111"/>
                  </a:lnTo>
                  <a:lnTo>
                    <a:pt x="1" y="113"/>
                  </a:lnTo>
                  <a:lnTo>
                    <a:pt x="7" y="117"/>
                  </a:lnTo>
                  <a:lnTo>
                    <a:pt x="9" y="119"/>
                  </a:lnTo>
                  <a:lnTo>
                    <a:pt x="10" y="122"/>
                  </a:lnTo>
                  <a:lnTo>
                    <a:pt x="11" y="123"/>
                  </a:lnTo>
                  <a:lnTo>
                    <a:pt x="10" y="130"/>
                  </a:lnTo>
                  <a:lnTo>
                    <a:pt x="9" y="131"/>
                  </a:lnTo>
                  <a:lnTo>
                    <a:pt x="10" y="136"/>
                  </a:lnTo>
                  <a:lnTo>
                    <a:pt x="12" y="139"/>
                  </a:lnTo>
                  <a:lnTo>
                    <a:pt x="17" y="142"/>
                  </a:lnTo>
                  <a:lnTo>
                    <a:pt x="24" y="142"/>
                  </a:lnTo>
                  <a:lnTo>
                    <a:pt x="27" y="144"/>
                  </a:lnTo>
                  <a:lnTo>
                    <a:pt x="29" y="144"/>
                  </a:lnTo>
                  <a:lnTo>
                    <a:pt x="32" y="146"/>
                  </a:lnTo>
                  <a:lnTo>
                    <a:pt x="36" y="149"/>
                  </a:lnTo>
                  <a:lnTo>
                    <a:pt x="39" y="149"/>
                  </a:lnTo>
                  <a:lnTo>
                    <a:pt x="45" y="151"/>
                  </a:lnTo>
                  <a:lnTo>
                    <a:pt x="49" y="153"/>
                  </a:lnTo>
                  <a:lnTo>
                    <a:pt x="53" y="155"/>
                  </a:lnTo>
                  <a:lnTo>
                    <a:pt x="58" y="155"/>
                  </a:lnTo>
                  <a:lnTo>
                    <a:pt x="62" y="155"/>
                  </a:lnTo>
                  <a:lnTo>
                    <a:pt x="66" y="154"/>
                  </a:lnTo>
                  <a:lnTo>
                    <a:pt x="70" y="155"/>
                  </a:lnTo>
                  <a:lnTo>
                    <a:pt x="73" y="157"/>
                  </a:lnTo>
                  <a:lnTo>
                    <a:pt x="75" y="161"/>
                  </a:lnTo>
                  <a:lnTo>
                    <a:pt x="78" y="161"/>
                  </a:lnTo>
                  <a:lnTo>
                    <a:pt x="81" y="162"/>
                  </a:lnTo>
                  <a:lnTo>
                    <a:pt x="85" y="165"/>
                  </a:lnTo>
                  <a:lnTo>
                    <a:pt x="89" y="165"/>
                  </a:lnTo>
                  <a:lnTo>
                    <a:pt x="96" y="164"/>
                  </a:lnTo>
                  <a:lnTo>
                    <a:pt x="97" y="159"/>
                  </a:lnTo>
                  <a:lnTo>
                    <a:pt x="97" y="156"/>
                  </a:lnTo>
                  <a:lnTo>
                    <a:pt x="96" y="154"/>
                  </a:lnTo>
                  <a:lnTo>
                    <a:pt x="95" y="151"/>
                  </a:lnTo>
                  <a:lnTo>
                    <a:pt x="92" y="150"/>
                  </a:lnTo>
                  <a:lnTo>
                    <a:pt x="94" y="148"/>
                  </a:lnTo>
                  <a:lnTo>
                    <a:pt x="97" y="147"/>
                  </a:lnTo>
                  <a:lnTo>
                    <a:pt x="98" y="144"/>
                  </a:lnTo>
                  <a:lnTo>
                    <a:pt x="103" y="144"/>
                  </a:lnTo>
                  <a:lnTo>
                    <a:pt x="107" y="144"/>
                  </a:lnTo>
                  <a:lnTo>
                    <a:pt x="109" y="143"/>
                  </a:lnTo>
                  <a:lnTo>
                    <a:pt x="109" y="142"/>
                  </a:lnTo>
                  <a:lnTo>
                    <a:pt x="111" y="142"/>
                  </a:lnTo>
                  <a:lnTo>
                    <a:pt x="112" y="141"/>
                  </a:lnTo>
                  <a:lnTo>
                    <a:pt x="115" y="141"/>
                  </a:lnTo>
                  <a:lnTo>
                    <a:pt x="116" y="141"/>
                  </a:lnTo>
                  <a:lnTo>
                    <a:pt x="116" y="142"/>
                  </a:lnTo>
                  <a:lnTo>
                    <a:pt x="117" y="146"/>
                  </a:lnTo>
                  <a:lnTo>
                    <a:pt x="118" y="146"/>
                  </a:lnTo>
                  <a:lnTo>
                    <a:pt x="121" y="146"/>
                  </a:lnTo>
                  <a:lnTo>
                    <a:pt x="123" y="144"/>
                  </a:lnTo>
                  <a:lnTo>
                    <a:pt x="123" y="136"/>
                  </a:lnTo>
                  <a:lnTo>
                    <a:pt x="125" y="130"/>
                  </a:lnTo>
                  <a:lnTo>
                    <a:pt x="126" y="128"/>
                  </a:lnTo>
                  <a:lnTo>
                    <a:pt x="129" y="126"/>
                  </a:lnTo>
                  <a:lnTo>
                    <a:pt x="131" y="124"/>
                  </a:lnTo>
                  <a:lnTo>
                    <a:pt x="133" y="122"/>
                  </a:lnTo>
                  <a:lnTo>
                    <a:pt x="135" y="120"/>
                  </a:lnTo>
                  <a:lnTo>
                    <a:pt x="137" y="119"/>
                  </a:lnTo>
                  <a:lnTo>
                    <a:pt x="139" y="119"/>
                  </a:lnTo>
                  <a:lnTo>
                    <a:pt x="142" y="119"/>
                  </a:lnTo>
                  <a:lnTo>
                    <a:pt x="146" y="120"/>
                  </a:lnTo>
                  <a:lnTo>
                    <a:pt x="149" y="118"/>
                  </a:lnTo>
                  <a:lnTo>
                    <a:pt x="151" y="114"/>
                  </a:lnTo>
                  <a:lnTo>
                    <a:pt x="153" y="112"/>
                  </a:lnTo>
                  <a:lnTo>
                    <a:pt x="154" y="110"/>
                  </a:lnTo>
                  <a:lnTo>
                    <a:pt x="156" y="109"/>
                  </a:lnTo>
                  <a:lnTo>
                    <a:pt x="157" y="109"/>
                  </a:lnTo>
                  <a:lnTo>
                    <a:pt x="158" y="108"/>
                  </a:lnTo>
                  <a:lnTo>
                    <a:pt x="158" y="104"/>
                  </a:lnTo>
                  <a:lnTo>
                    <a:pt x="152" y="104"/>
                  </a:lnTo>
                  <a:lnTo>
                    <a:pt x="153" y="101"/>
                  </a:lnTo>
                  <a:lnTo>
                    <a:pt x="156" y="98"/>
                  </a:lnTo>
                  <a:lnTo>
                    <a:pt x="156" y="88"/>
                  </a:lnTo>
                  <a:lnTo>
                    <a:pt x="158" y="81"/>
                  </a:lnTo>
                  <a:lnTo>
                    <a:pt x="162" y="77"/>
                  </a:lnTo>
                  <a:lnTo>
                    <a:pt x="164" y="74"/>
                  </a:lnTo>
                  <a:lnTo>
                    <a:pt x="167" y="75"/>
                  </a:lnTo>
                  <a:lnTo>
                    <a:pt x="170" y="72"/>
                  </a:lnTo>
                  <a:lnTo>
                    <a:pt x="170" y="66"/>
                  </a:lnTo>
                  <a:lnTo>
                    <a:pt x="169" y="62"/>
                  </a:lnTo>
                  <a:lnTo>
                    <a:pt x="168" y="59"/>
                  </a:lnTo>
                  <a:lnTo>
                    <a:pt x="171" y="57"/>
                  </a:lnTo>
                  <a:lnTo>
                    <a:pt x="175" y="54"/>
                  </a:lnTo>
                  <a:lnTo>
                    <a:pt x="176" y="51"/>
                  </a:lnTo>
                  <a:lnTo>
                    <a:pt x="177" y="47"/>
                  </a:lnTo>
                  <a:lnTo>
                    <a:pt x="176" y="44"/>
                  </a:lnTo>
                  <a:lnTo>
                    <a:pt x="175" y="41"/>
                  </a:lnTo>
                  <a:lnTo>
                    <a:pt x="179" y="41"/>
                  </a:lnTo>
                  <a:lnTo>
                    <a:pt x="178" y="44"/>
                  </a:lnTo>
                  <a:lnTo>
                    <a:pt x="179" y="47"/>
                  </a:lnTo>
                  <a:lnTo>
                    <a:pt x="182" y="48"/>
                  </a:lnTo>
                  <a:lnTo>
                    <a:pt x="186" y="46"/>
                  </a:lnTo>
                  <a:lnTo>
                    <a:pt x="188" y="43"/>
                  </a:lnTo>
                  <a:lnTo>
                    <a:pt x="192" y="40"/>
                  </a:lnTo>
                  <a:lnTo>
                    <a:pt x="194" y="35"/>
                  </a:lnTo>
                  <a:lnTo>
                    <a:pt x="195" y="31"/>
                  </a:lnTo>
                  <a:lnTo>
                    <a:pt x="194" y="27"/>
                  </a:lnTo>
                  <a:lnTo>
                    <a:pt x="191" y="24"/>
                  </a:lnTo>
                  <a:lnTo>
                    <a:pt x="190" y="20"/>
                  </a:lnTo>
                  <a:lnTo>
                    <a:pt x="189" y="17"/>
                  </a:lnTo>
                  <a:lnTo>
                    <a:pt x="188" y="12"/>
                  </a:lnTo>
                  <a:lnTo>
                    <a:pt x="186" y="10"/>
                  </a:lnTo>
                  <a:lnTo>
                    <a:pt x="184" y="8"/>
                  </a:lnTo>
                  <a:lnTo>
                    <a:pt x="180" y="7"/>
                  </a:lnTo>
                  <a:lnTo>
                    <a:pt x="175" y="8"/>
                  </a:lnTo>
                  <a:lnTo>
                    <a:pt x="173" y="8"/>
                  </a:lnTo>
                  <a:lnTo>
                    <a:pt x="170" y="7"/>
                  </a:lnTo>
                  <a:lnTo>
                    <a:pt x="167" y="3"/>
                  </a:lnTo>
                  <a:lnTo>
                    <a:pt x="166" y="1"/>
                  </a:lnTo>
                  <a:lnTo>
                    <a:pt x="165" y="1"/>
                  </a:lnTo>
                  <a:lnTo>
                    <a:pt x="165" y="2"/>
                  </a:lnTo>
                  <a:lnTo>
                    <a:pt x="165" y="1"/>
                  </a:lnTo>
                  <a:close/>
                </a:path>
              </a:pathLst>
            </a:custGeom>
            <a:grpFill/>
            <a:ln w="28575">
              <a:noFill/>
              <a:prstDash val="sysDot"/>
              <a:round/>
              <a:headEnd/>
              <a:tailEnd/>
            </a:ln>
          </p:spPr>
          <p:txBody>
            <a:bodyPr/>
            <a:lstStyle/>
            <a:p>
              <a:endParaRPr lang="zh-CN" altLang="en-US" kern="0" dirty="0">
                <a:solidFill>
                  <a:prstClr val="black"/>
                </a:solidFill>
                <a:ea typeface="微软雅黑" pitchFamily="34" charset="-122"/>
              </a:endParaRPr>
            </a:p>
          </p:txBody>
        </p:sp>
        <p:sp>
          <p:nvSpPr>
            <p:cNvPr id="15" name="Freeform 15"/>
            <p:cNvSpPr>
              <a:spLocks/>
            </p:cNvSpPr>
            <p:nvPr/>
          </p:nvSpPr>
          <p:spPr bwMode="auto">
            <a:xfrm>
              <a:off x="2650262" y="2967149"/>
              <a:ext cx="1647825" cy="1211262"/>
            </a:xfrm>
            <a:custGeom>
              <a:avLst/>
              <a:gdLst>
                <a:gd name="T0" fmla="*/ 2147483647 w 900"/>
                <a:gd name="T1" fmla="*/ 2147483647 h 635"/>
                <a:gd name="T2" fmla="*/ 2147483647 w 900"/>
                <a:gd name="T3" fmla="*/ 2147483647 h 635"/>
                <a:gd name="T4" fmla="*/ 2147483647 w 900"/>
                <a:gd name="T5" fmla="*/ 2147483647 h 635"/>
                <a:gd name="T6" fmla="*/ 2147483647 w 900"/>
                <a:gd name="T7" fmla="*/ 2147483647 h 635"/>
                <a:gd name="T8" fmla="*/ 2147483647 w 900"/>
                <a:gd name="T9" fmla="*/ 2147483647 h 635"/>
                <a:gd name="T10" fmla="*/ 2147483647 w 900"/>
                <a:gd name="T11" fmla="*/ 2147483647 h 635"/>
                <a:gd name="T12" fmla="*/ 2147483647 w 900"/>
                <a:gd name="T13" fmla="*/ 2147483647 h 635"/>
                <a:gd name="T14" fmla="*/ 2147483647 w 900"/>
                <a:gd name="T15" fmla="*/ 2147483647 h 635"/>
                <a:gd name="T16" fmla="*/ 2147483647 w 900"/>
                <a:gd name="T17" fmla="*/ 2147483647 h 635"/>
                <a:gd name="T18" fmla="*/ 2147483647 w 900"/>
                <a:gd name="T19" fmla="*/ 2147483647 h 635"/>
                <a:gd name="T20" fmla="*/ 2147483647 w 900"/>
                <a:gd name="T21" fmla="*/ 2147483647 h 635"/>
                <a:gd name="T22" fmla="*/ 2147483647 w 900"/>
                <a:gd name="T23" fmla="*/ 2147483647 h 635"/>
                <a:gd name="T24" fmla="*/ 2147483647 w 900"/>
                <a:gd name="T25" fmla="*/ 2147483647 h 635"/>
                <a:gd name="T26" fmla="*/ 2147483647 w 900"/>
                <a:gd name="T27" fmla="*/ 2147483647 h 635"/>
                <a:gd name="T28" fmla="*/ 2147483647 w 900"/>
                <a:gd name="T29" fmla="*/ 2147483647 h 635"/>
                <a:gd name="T30" fmla="*/ 2147483647 w 900"/>
                <a:gd name="T31" fmla="*/ 2147483647 h 635"/>
                <a:gd name="T32" fmla="*/ 2147483647 w 900"/>
                <a:gd name="T33" fmla="*/ 2147483647 h 635"/>
                <a:gd name="T34" fmla="*/ 2147483647 w 900"/>
                <a:gd name="T35" fmla="*/ 2147483647 h 635"/>
                <a:gd name="T36" fmla="*/ 2147483647 w 900"/>
                <a:gd name="T37" fmla="*/ 2147483647 h 635"/>
                <a:gd name="T38" fmla="*/ 2147483647 w 900"/>
                <a:gd name="T39" fmla="*/ 2147483647 h 635"/>
                <a:gd name="T40" fmla="*/ 2147483647 w 900"/>
                <a:gd name="T41" fmla="*/ 2147483647 h 635"/>
                <a:gd name="T42" fmla="*/ 2147483647 w 900"/>
                <a:gd name="T43" fmla="*/ 2147483647 h 635"/>
                <a:gd name="T44" fmla="*/ 2147483647 w 900"/>
                <a:gd name="T45" fmla="*/ 2147483647 h 635"/>
                <a:gd name="T46" fmla="*/ 2147483647 w 900"/>
                <a:gd name="T47" fmla="*/ 2147483647 h 635"/>
                <a:gd name="T48" fmla="*/ 2147483647 w 900"/>
                <a:gd name="T49" fmla="*/ 2147483647 h 635"/>
                <a:gd name="T50" fmla="*/ 2147483647 w 900"/>
                <a:gd name="T51" fmla="*/ 2147483647 h 635"/>
                <a:gd name="T52" fmla="*/ 2147483647 w 900"/>
                <a:gd name="T53" fmla="*/ 2147483647 h 635"/>
                <a:gd name="T54" fmla="*/ 2147483647 w 900"/>
                <a:gd name="T55" fmla="*/ 2147483647 h 635"/>
                <a:gd name="T56" fmla="*/ 2147483647 w 900"/>
                <a:gd name="T57" fmla="*/ 2147483647 h 635"/>
                <a:gd name="T58" fmla="*/ 2147483647 w 900"/>
                <a:gd name="T59" fmla="*/ 2147483647 h 635"/>
                <a:gd name="T60" fmla="*/ 2147483647 w 900"/>
                <a:gd name="T61" fmla="*/ 2147483647 h 635"/>
                <a:gd name="T62" fmla="*/ 2147483647 w 900"/>
                <a:gd name="T63" fmla="*/ 2147483647 h 635"/>
                <a:gd name="T64" fmla="*/ 2147483647 w 900"/>
                <a:gd name="T65" fmla="*/ 2147483647 h 635"/>
                <a:gd name="T66" fmla="*/ 2147483647 w 900"/>
                <a:gd name="T67" fmla="*/ 2147483647 h 635"/>
                <a:gd name="T68" fmla="*/ 2147483647 w 900"/>
                <a:gd name="T69" fmla="*/ 2147483647 h 635"/>
                <a:gd name="T70" fmla="*/ 2147483647 w 900"/>
                <a:gd name="T71" fmla="*/ 2147483647 h 635"/>
                <a:gd name="T72" fmla="*/ 2147483647 w 900"/>
                <a:gd name="T73" fmla="*/ 2147483647 h 635"/>
                <a:gd name="T74" fmla="*/ 2147483647 w 900"/>
                <a:gd name="T75" fmla="*/ 2147483647 h 635"/>
                <a:gd name="T76" fmla="*/ 2147483647 w 900"/>
                <a:gd name="T77" fmla="*/ 2147483647 h 635"/>
                <a:gd name="T78" fmla="*/ 2147483647 w 900"/>
                <a:gd name="T79" fmla="*/ 2147483647 h 635"/>
                <a:gd name="T80" fmla="*/ 2147483647 w 900"/>
                <a:gd name="T81" fmla="*/ 2147483647 h 635"/>
                <a:gd name="T82" fmla="*/ 2147483647 w 900"/>
                <a:gd name="T83" fmla="*/ 2147483647 h 635"/>
                <a:gd name="T84" fmla="*/ 2147483647 w 900"/>
                <a:gd name="T85" fmla="*/ 2147483647 h 635"/>
                <a:gd name="T86" fmla="*/ 2147483647 w 900"/>
                <a:gd name="T87" fmla="*/ 2147483647 h 635"/>
                <a:gd name="T88" fmla="*/ 2147483647 w 900"/>
                <a:gd name="T89" fmla="*/ 2147483647 h 635"/>
                <a:gd name="T90" fmla="*/ 2147483647 w 900"/>
                <a:gd name="T91" fmla="*/ 2147483647 h 635"/>
                <a:gd name="T92" fmla="*/ 2147483647 w 900"/>
                <a:gd name="T93" fmla="*/ 2147483647 h 635"/>
                <a:gd name="T94" fmla="*/ 2147483647 w 900"/>
                <a:gd name="T95" fmla="*/ 2147483647 h 635"/>
                <a:gd name="T96" fmla="*/ 2147483647 w 900"/>
                <a:gd name="T97" fmla="*/ 2147483647 h 635"/>
                <a:gd name="T98" fmla="*/ 2147483647 w 900"/>
                <a:gd name="T99" fmla="*/ 2147483647 h 635"/>
                <a:gd name="T100" fmla="*/ 2147483647 w 900"/>
                <a:gd name="T101" fmla="*/ 2147483647 h 635"/>
                <a:gd name="T102" fmla="*/ 2147483647 w 900"/>
                <a:gd name="T103" fmla="*/ 2147483647 h 635"/>
                <a:gd name="T104" fmla="*/ 2147483647 w 900"/>
                <a:gd name="T105" fmla="*/ 2147483647 h 635"/>
                <a:gd name="T106" fmla="*/ 2147483647 w 900"/>
                <a:gd name="T107" fmla="*/ 2147483647 h 635"/>
                <a:gd name="T108" fmla="*/ 2147483647 w 900"/>
                <a:gd name="T109" fmla="*/ 2147483647 h 635"/>
                <a:gd name="T110" fmla="*/ 2147483647 w 900"/>
                <a:gd name="T111" fmla="*/ 2147483647 h 635"/>
                <a:gd name="T112" fmla="*/ 2147483647 w 900"/>
                <a:gd name="T113" fmla="*/ 2147483647 h 635"/>
                <a:gd name="T114" fmla="*/ 2147483647 w 900"/>
                <a:gd name="T115" fmla="*/ 2147483647 h 63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900"/>
                <a:gd name="T175" fmla="*/ 0 h 635"/>
                <a:gd name="T176" fmla="*/ 900 w 900"/>
                <a:gd name="T177" fmla="*/ 635 h 635"/>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900" h="635">
                  <a:moveTo>
                    <a:pt x="535" y="560"/>
                  </a:moveTo>
                  <a:lnTo>
                    <a:pt x="530" y="555"/>
                  </a:lnTo>
                  <a:lnTo>
                    <a:pt x="528" y="555"/>
                  </a:lnTo>
                  <a:lnTo>
                    <a:pt x="519" y="546"/>
                  </a:lnTo>
                  <a:lnTo>
                    <a:pt x="517" y="546"/>
                  </a:lnTo>
                  <a:lnTo>
                    <a:pt x="514" y="543"/>
                  </a:lnTo>
                  <a:lnTo>
                    <a:pt x="514" y="537"/>
                  </a:lnTo>
                  <a:lnTo>
                    <a:pt x="512" y="532"/>
                  </a:lnTo>
                  <a:lnTo>
                    <a:pt x="512" y="529"/>
                  </a:lnTo>
                  <a:lnTo>
                    <a:pt x="514" y="525"/>
                  </a:lnTo>
                  <a:lnTo>
                    <a:pt x="522" y="521"/>
                  </a:lnTo>
                  <a:lnTo>
                    <a:pt x="525" y="516"/>
                  </a:lnTo>
                  <a:lnTo>
                    <a:pt x="525" y="513"/>
                  </a:lnTo>
                  <a:lnTo>
                    <a:pt x="523" y="511"/>
                  </a:lnTo>
                  <a:lnTo>
                    <a:pt x="533" y="496"/>
                  </a:lnTo>
                  <a:lnTo>
                    <a:pt x="535" y="496"/>
                  </a:lnTo>
                  <a:lnTo>
                    <a:pt x="540" y="490"/>
                  </a:lnTo>
                  <a:lnTo>
                    <a:pt x="540" y="488"/>
                  </a:lnTo>
                  <a:lnTo>
                    <a:pt x="535" y="485"/>
                  </a:lnTo>
                  <a:lnTo>
                    <a:pt x="531" y="485"/>
                  </a:lnTo>
                  <a:lnTo>
                    <a:pt x="527" y="483"/>
                  </a:lnTo>
                  <a:lnTo>
                    <a:pt x="526" y="481"/>
                  </a:lnTo>
                  <a:lnTo>
                    <a:pt x="526" y="479"/>
                  </a:lnTo>
                  <a:lnTo>
                    <a:pt x="524" y="478"/>
                  </a:lnTo>
                  <a:lnTo>
                    <a:pt x="520" y="470"/>
                  </a:lnTo>
                  <a:lnTo>
                    <a:pt x="519" y="460"/>
                  </a:lnTo>
                  <a:lnTo>
                    <a:pt x="523" y="458"/>
                  </a:lnTo>
                  <a:lnTo>
                    <a:pt x="529" y="457"/>
                  </a:lnTo>
                  <a:lnTo>
                    <a:pt x="531" y="453"/>
                  </a:lnTo>
                  <a:lnTo>
                    <a:pt x="531" y="449"/>
                  </a:lnTo>
                  <a:lnTo>
                    <a:pt x="535" y="446"/>
                  </a:lnTo>
                  <a:lnTo>
                    <a:pt x="535" y="447"/>
                  </a:lnTo>
                  <a:lnTo>
                    <a:pt x="540" y="445"/>
                  </a:lnTo>
                  <a:lnTo>
                    <a:pt x="540" y="442"/>
                  </a:lnTo>
                  <a:lnTo>
                    <a:pt x="548" y="447"/>
                  </a:lnTo>
                  <a:lnTo>
                    <a:pt x="561" y="447"/>
                  </a:lnTo>
                  <a:lnTo>
                    <a:pt x="562" y="448"/>
                  </a:lnTo>
                  <a:lnTo>
                    <a:pt x="568" y="448"/>
                  </a:lnTo>
                  <a:lnTo>
                    <a:pt x="569" y="449"/>
                  </a:lnTo>
                  <a:lnTo>
                    <a:pt x="573" y="449"/>
                  </a:lnTo>
                  <a:lnTo>
                    <a:pt x="576" y="450"/>
                  </a:lnTo>
                  <a:lnTo>
                    <a:pt x="579" y="450"/>
                  </a:lnTo>
                  <a:lnTo>
                    <a:pt x="582" y="452"/>
                  </a:lnTo>
                  <a:lnTo>
                    <a:pt x="584" y="451"/>
                  </a:lnTo>
                  <a:lnTo>
                    <a:pt x="586" y="452"/>
                  </a:lnTo>
                  <a:lnTo>
                    <a:pt x="586" y="455"/>
                  </a:lnTo>
                  <a:lnTo>
                    <a:pt x="602" y="474"/>
                  </a:lnTo>
                  <a:lnTo>
                    <a:pt x="602" y="477"/>
                  </a:lnTo>
                  <a:lnTo>
                    <a:pt x="603" y="479"/>
                  </a:lnTo>
                  <a:lnTo>
                    <a:pt x="603" y="482"/>
                  </a:lnTo>
                  <a:lnTo>
                    <a:pt x="605" y="485"/>
                  </a:lnTo>
                  <a:lnTo>
                    <a:pt x="605" y="490"/>
                  </a:lnTo>
                  <a:lnTo>
                    <a:pt x="607" y="492"/>
                  </a:lnTo>
                  <a:lnTo>
                    <a:pt x="607" y="497"/>
                  </a:lnTo>
                  <a:lnTo>
                    <a:pt x="608" y="498"/>
                  </a:lnTo>
                  <a:lnTo>
                    <a:pt x="608" y="500"/>
                  </a:lnTo>
                  <a:lnTo>
                    <a:pt x="610" y="503"/>
                  </a:lnTo>
                  <a:lnTo>
                    <a:pt x="609" y="505"/>
                  </a:lnTo>
                  <a:lnTo>
                    <a:pt x="612" y="507"/>
                  </a:lnTo>
                  <a:lnTo>
                    <a:pt x="613" y="514"/>
                  </a:lnTo>
                  <a:lnTo>
                    <a:pt x="617" y="518"/>
                  </a:lnTo>
                  <a:lnTo>
                    <a:pt x="622" y="521"/>
                  </a:lnTo>
                  <a:lnTo>
                    <a:pt x="625" y="521"/>
                  </a:lnTo>
                  <a:lnTo>
                    <a:pt x="637" y="526"/>
                  </a:lnTo>
                  <a:lnTo>
                    <a:pt x="637" y="531"/>
                  </a:lnTo>
                  <a:lnTo>
                    <a:pt x="638" y="533"/>
                  </a:lnTo>
                  <a:lnTo>
                    <a:pt x="639" y="537"/>
                  </a:lnTo>
                  <a:lnTo>
                    <a:pt x="668" y="550"/>
                  </a:lnTo>
                  <a:lnTo>
                    <a:pt x="671" y="547"/>
                  </a:lnTo>
                  <a:lnTo>
                    <a:pt x="671" y="542"/>
                  </a:lnTo>
                  <a:lnTo>
                    <a:pt x="672" y="541"/>
                  </a:lnTo>
                  <a:lnTo>
                    <a:pt x="672" y="538"/>
                  </a:lnTo>
                  <a:lnTo>
                    <a:pt x="677" y="532"/>
                  </a:lnTo>
                  <a:lnTo>
                    <a:pt x="679" y="528"/>
                  </a:lnTo>
                  <a:lnTo>
                    <a:pt x="682" y="529"/>
                  </a:lnTo>
                  <a:lnTo>
                    <a:pt x="698" y="544"/>
                  </a:lnTo>
                  <a:lnTo>
                    <a:pt x="698" y="552"/>
                  </a:lnTo>
                  <a:lnTo>
                    <a:pt x="694" y="557"/>
                  </a:lnTo>
                  <a:lnTo>
                    <a:pt x="694" y="559"/>
                  </a:lnTo>
                  <a:lnTo>
                    <a:pt x="697" y="561"/>
                  </a:lnTo>
                  <a:lnTo>
                    <a:pt x="700" y="560"/>
                  </a:lnTo>
                  <a:lnTo>
                    <a:pt x="703" y="554"/>
                  </a:lnTo>
                  <a:lnTo>
                    <a:pt x="714" y="552"/>
                  </a:lnTo>
                  <a:lnTo>
                    <a:pt x="720" y="558"/>
                  </a:lnTo>
                  <a:lnTo>
                    <a:pt x="720" y="560"/>
                  </a:lnTo>
                  <a:lnTo>
                    <a:pt x="723" y="562"/>
                  </a:lnTo>
                  <a:lnTo>
                    <a:pt x="725" y="569"/>
                  </a:lnTo>
                  <a:lnTo>
                    <a:pt x="720" y="575"/>
                  </a:lnTo>
                  <a:lnTo>
                    <a:pt x="720" y="577"/>
                  </a:lnTo>
                  <a:lnTo>
                    <a:pt x="722" y="579"/>
                  </a:lnTo>
                  <a:lnTo>
                    <a:pt x="725" y="578"/>
                  </a:lnTo>
                  <a:lnTo>
                    <a:pt x="731" y="572"/>
                  </a:lnTo>
                  <a:lnTo>
                    <a:pt x="731" y="569"/>
                  </a:lnTo>
                  <a:lnTo>
                    <a:pt x="732" y="569"/>
                  </a:lnTo>
                  <a:lnTo>
                    <a:pt x="732" y="567"/>
                  </a:lnTo>
                  <a:lnTo>
                    <a:pt x="736" y="560"/>
                  </a:lnTo>
                  <a:lnTo>
                    <a:pt x="740" y="561"/>
                  </a:lnTo>
                  <a:lnTo>
                    <a:pt x="745" y="565"/>
                  </a:lnTo>
                  <a:lnTo>
                    <a:pt x="747" y="564"/>
                  </a:lnTo>
                  <a:lnTo>
                    <a:pt x="751" y="562"/>
                  </a:lnTo>
                  <a:lnTo>
                    <a:pt x="756" y="561"/>
                  </a:lnTo>
                  <a:lnTo>
                    <a:pt x="758" y="563"/>
                  </a:lnTo>
                  <a:lnTo>
                    <a:pt x="761" y="562"/>
                  </a:lnTo>
                  <a:lnTo>
                    <a:pt x="764" y="560"/>
                  </a:lnTo>
                  <a:lnTo>
                    <a:pt x="766" y="560"/>
                  </a:lnTo>
                  <a:lnTo>
                    <a:pt x="768" y="557"/>
                  </a:lnTo>
                  <a:lnTo>
                    <a:pt x="769" y="553"/>
                  </a:lnTo>
                  <a:lnTo>
                    <a:pt x="770" y="552"/>
                  </a:lnTo>
                  <a:lnTo>
                    <a:pt x="771" y="548"/>
                  </a:lnTo>
                  <a:lnTo>
                    <a:pt x="766" y="541"/>
                  </a:lnTo>
                  <a:lnTo>
                    <a:pt x="765" y="529"/>
                  </a:lnTo>
                  <a:lnTo>
                    <a:pt x="767" y="525"/>
                  </a:lnTo>
                  <a:lnTo>
                    <a:pt x="768" y="522"/>
                  </a:lnTo>
                  <a:lnTo>
                    <a:pt x="786" y="517"/>
                  </a:lnTo>
                  <a:lnTo>
                    <a:pt x="793" y="520"/>
                  </a:lnTo>
                  <a:lnTo>
                    <a:pt x="798" y="525"/>
                  </a:lnTo>
                  <a:lnTo>
                    <a:pt x="801" y="525"/>
                  </a:lnTo>
                  <a:lnTo>
                    <a:pt x="803" y="522"/>
                  </a:lnTo>
                  <a:lnTo>
                    <a:pt x="802" y="521"/>
                  </a:lnTo>
                  <a:lnTo>
                    <a:pt x="804" y="518"/>
                  </a:lnTo>
                  <a:lnTo>
                    <a:pt x="804" y="513"/>
                  </a:lnTo>
                  <a:lnTo>
                    <a:pt x="801" y="509"/>
                  </a:lnTo>
                  <a:lnTo>
                    <a:pt x="801" y="506"/>
                  </a:lnTo>
                  <a:lnTo>
                    <a:pt x="804" y="499"/>
                  </a:lnTo>
                  <a:lnTo>
                    <a:pt x="804" y="497"/>
                  </a:lnTo>
                  <a:lnTo>
                    <a:pt x="800" y="494"/>
                  </a:lnTo>
                  <a:lnTo>
                    <a:pt x="800" y="486"/>
                  </a:lnTo>
                  <a:lnTo>
                    <a:pt x="793" y="480"/>
                  </a:lnTo>
                  <a:lnTo>
                    <a:pt x="789" y="480"/>
                  </a:lnTo>
                  <a:lnTo>
                    <a:pt x="788" y="482"/>
                  </a:lnTo>
                  <a:lnTo>
                    <a:pt x="778" y="482"/>
                  </a:lnTo>
                  <a:lnTo>
                    <a:pt x="772" y="480"/>
                  </a:lnTo>
                  <a:lnTo>
                    <a:pt x="770" y="476"/>
                  </a:lnTo>
                  <a:lnTo>
                    <a:pt x="768" y="469"/>
                  </a:lnTo>
                  <a:lnTo>
                    <a:pt x="756" y="458"/>
                  </a:lnTo>
                  <a:lnTo>
                    <a:pt x="756" y="456"/>
                  </a:lnTo>
                  <a:lnTo>
                    <a:pt x="745" y="440"/>
                  </a:lnTo>
                  <a:lnTo>
                    <a:pt x="745" y="432"/>
                  </a:lnTo>
                  <a:lnTo>
                    <a:pt x="752" y="423"/>
                  </a:lnTo>
                  <a:lnTo>
                    <a:pt x="757" y="421"/>
                  </a:lnTo>
                  <a:lnTo>
                    <a:pt x="763" y="423"/>
                  </a:lnTo>
                  <a:lnTo>
                    <a:pt x="768" y="426"/>
                  </a:lnTo>
                  <a:lnTo>
                    <a:pt x="771" y="426"/>
                  </a:lnTo>
                  <a:lnTo>
                    <a:pt x="785" y="432"/>
                  </a:lnTo>
                  <a:lnTo>
                    <a:pt x="788" y="434"/>
                  </a:lnTo>
                  <a:lnTo>
                    <a:pt x="790" y="434"/>
                  </a:lnTo>
                  <a:lnTo>
                    <a:pt x="790" y="436"/>
                  </a:lnTo>
                  <a:lnTo>
                    <a:pt x="812" y="447"/>
                  </a:lnTo>
                  <a:lnTo>
                    <a:pt x="814" y="445"/>
                  </a:lnTo>
                  <a:lnTo>
                    <a:pt x="815" y="446"/>
                  </a:lnTo>
                  <a:lnTo>
                    <a:pt x="819" y="442"/>
                  </a:lnTo>
                  <a:lnTo>
                    <a:pt x="821" y="442"/>
                  </a:lnTo>
                  <a:lnTo>
                    <a:pt x="824" y="440"/>
                  </a:lnTo>
                  <a:lnTo>
                    <a:pt x="827" y="433"/>
                  </a:lnTo>
                  <a:lnTo>
                    <a:pt x="828" y="431"/>
                  </a:lnTo>
                  <a:lnTo>
                    <a:pt x="834" y="431"/>
                  </a:lnTo>
                  <a:lnTo>
                    <a:pt x="839" y="428"/>
                  </a:lnTo>
                  <a:lnTo>
                    <a:pt x="841" y="425"/>
                  </a:lnTo>
                  <a:lnTo>
                    <a:pt x="836" y="421"/>
                  </a:lnTo>
                  <a:lnTo>
                    <a:pt x="831" y="415"/>
                  </a:lnTo>
                  <a:lnTo>
                    <a:pt x="823" y="408"/>
                  </a:lnTo>
                  <a:lnTo>
                    <a:pt x="813" y="401"/>
                  </a:lnTo>
                  <a:lnTo>
                    <a:pt x="812" y="395"/>
                  </a:lnTo>
                  <a:lnTo>
                    <a:pt x="815" y="393"/>
                  </a:lnTo>
                  <a:lnTo>
                    <a:pt x="818" y="392"/>
                  </a:lnTo>
                  <a:lnTo>
                    <a:pt x="820" y="390"/>
                  </a:lnTo>
                  <a:lnTo>
                    <a:pt x="821" y="385"/>
                  </a:lnTo>
                  <a:lnTo>
                    <a:pt x="824" y="381"/>
                  </a:lnTo>
                  <a:lnTo>
                    <a:pt x="833" y="376"/>
                  </a:lnTo>
                  <a:lnTo>
                    <a:pt x="835" y="373"/>
                  </a:lnTo>
                  <a:lnTo>
                    <a:pt x="835" y="374"/>
                  </a:lnTo>
                  <a:lnTo>
                    <a:pt x="847" y="367"/>
                  </a:lnTo>
                  <a:lnTo>
                    <a:pt x="849" y="367"/>
                  </a:lnTo>
                  <a:lnTo>
                    <a:pt x="853" y="361"/>
                  </a:lnTo>
                  <a:lnTo>
                    <a:pt x="848" y="352"/>
                  </a:lnTo>
                  <a:lnTo>
                    <a:pt x="848" y="347"/>
                  </a:lnTo>
                  <a:lnTo>
                    <a:pt x="849" y="346"/>
                  </a:lnTo>
                  <a:lnTo>
                    <a:pt x="849" y="344"/>
                  </a:lnTo>
                  <a:lnTo>
                    <a:pt x="852" y="340"/>
                  </a:lnTo>
                  <a:lnTo>
                    <a:pt x="854" y="340"/>
                  </a:lnTo>
                  <a:lnTo>
                    <a:pt x="857" y="337"/>
                  </a:lnTo>
                  <a:lnTo>
                    <a:pt x="858" y="338"/>
                  </a:lnTo>
                  <a:lnTo>
                    <a:pt x="860" y="336"/>
                  </a:lnTo>
                  <a:lnTo>
                    <a:pt x="862" y="334"/>
                  </a:lnTo>
                  <a:lnTo>
                    <a:pt x="869" y="334"/>
                  </a:lnTo>
                  <a:lnTo>
                    <a:pt x="879" y="329"/>
                  </a:lnTo>
                  <a:lnTo>
                    <a:pt x="878" y="319"/>
                  </a:lnTo>
                  <a:lnTo>
                    <a:pt x="880" y="318"/>
                  </a:lnTo>
                  <a:lnTo>
                    <a:pt x="879" y="312"/>
                  </a:lnTo>
                  <a:lnTo>
                    <a:pt x="881" y="311"/>
                  </a:lnTo>
                  <a:lnTo>
                    <a:pt x="890" y="309"/>
                  </a:lnTo>
                  <a:lnTo>
                    <a:pt x="891" y="308"/>
                  </a:lnTo>
                  <a:lnTo>
                    <a:pt x="891" y="303"/>
                  </a:lnTo>
                  <a:lnTo>
                    <a:pt x="892" y="301"/>
                  </a:lnTo>
                  <a:lnTo>
                    <a:pt x="892" y="293"/>
                  </a:lnTo>
                  <a:lnTo>
                    <a:pt x="893" y="291"/>
                  </a:lnTo>
                  <a:lnTo>
                    <a:pt x="893" y="289"/>
                  </a:lnTo>
                  <a:lnTo>
                    <a:pt x="897" y="285"/>
                  </a:lnTo>
                  <a:lnTo>
                    <a:pt x="900" y="279"/>
                  </a:lnTo>
                  <a:lnTo>
                    <a:pt x="880" y="233"/>
                  </a:lnTo>
                  <a:lnTo>
                    <a:pt x="875" y="229"/>
                  </a:lnTo>
                  <a:lnTo>
                    <a:pt x="875" y="228"/>
                  </a:lnTo>
                  <a:lnTo>
                    <a:pt x="866" y="219"/>
                  </a:lnTo>
                  <a:lnTo>
                    <a:pt x="866" y="216"/>
                  </a:lnTo>
                  <a:lnTo>
                    <a:pt x="867" y="215"/>
                  </a:lnTo>
                  <a:lnTo>
                    <a:pt x="868" y="211"/>
                  </a:lnTo>
                  <a:lnTo>
                    <a:pt x="870" y="210"/>
                  </a:lnTo>
                  <a:lnTo>
                    <a:pt x="869" y="198"/>
                  </a:lnTo>
                  <a:lnTo>
                    <a:pt x="865" y="194"/>
                  </a:lnTo>
                  <a:lnTo>
                    <a:pt x="864" y="195"/>
                  </a:lnTo>
                  <a:lnTo>
                    <a:pt x="850" y="184"/>
                  </a:lnTo>
                  <a:lnTo>
                    <a:pt x="849" y="184"/>
                  </a:lnTo>
                  <a:lnTo>
                    <a:pt x="837" y="175"/>
                  </a:lnTo>
                  <a:lnTo>
                    <a:pt x="838" y="174"/>
                  </a:lnTo>
                  <a:lnTo>
                    <a:pt x="838" y="164"/>
                  </a:lnTo>
                  <a:lnTo>
                    <a:pt x="836" y="162"/>
                  </a:lnTo>
                  <a:lnTo>
                    <a:pt x="837" y="158"/>
                  </a:lnTo>
                  <a:lnTo>
                    <a:pt x="835" y="156"/>
                  </a:lnTo>
                  <a:lnTo>
                    <a:pt x="836" y="155"/>
                  </a:lnTo>
                  <a:lnTo>
                    <a:pt x="834" y="154"/>
                  </a:lnTo>
                  <a:lnTo>
                    <a:pt x="828" y="154"/>
                  </a:lnTo>
                  <a:lnTo>
                    <a:pt x="824" y="160"/>
                  </a:lnTo>
                  <a:lnTo>
                    <a:pt x="822" y="165"/>
                  </a:lnTo>
                  <a:lnTo>
                    <a:pt x="819" y="169"/>
                  </a:lnTo>
                  <a:lnTo>
                    <a:pt x="807" y="161"/>
                  </a:lnTo>
                  <a:lnTo>
                    <a:pt x="806" y="161"/>
                  </a:lnTo>
                  <a:lnTo>
                    <a:pt x="799" y="154"/>
                  </a:lnTo>
                  <a:lnTo>
                    <a:pt x="797" y="154"/>
                  </a:lnTo>
                  <a:lnTo>
                    <a:pt x="773" y="134"/>
                  </a:lnTo>
                  <a:lnTo>
                    <a:pt x="767" y="131"/>
                  </a:lnTo>
                  <a:lnTo>
                    <a:pt x="764" y="131"/>
                  </a:lnTo>
                  <a:lnTo>
                    <a:pt x="758" y="126"/>
                  </a:lnTo>
                  <a:lnTo>
                    <a:pt x="757" y="127"/>
                  </a:lnTo>
                  <a:lnTo>
                    <a:pt x="755" y="125"/>
                  </a:lnTo>
                  <a:lnTo>
                    <a:pt x="751" y="124"/>
                  </a:lnTo>
                  <a:lnTo>
                    <a:pt x="747" y="117"/>
                  </a:lnTo>
                  <a:lnTo>
                    <a:pt x="745" y="111"/>
                  </a:lnTo>
                  <a:lnTo>
                    <a:pt x="740" y="108"/>
                  </a:lnTo>
                  <a:lnTo>
                    <a:pt x="738" y="108"/>
                  </a:lnTo>
                  <a:lnTo>
                    <a:pt x="732" y="103"/>
                  </a:lnTo>
                  <a:lnTo>
                    <a:pt x="732" y="102"/>
                  </a:lnTo>
                  <a:lnTo>
                    <a:pt x="723" y="92"/>
                  </a:lnTo>
                  <a:lnTo>
                    <a:pt x="721" y="92"/>
                  </a:lnTo>
                  <a:lnTo>
                    <a:pt x="719" y="89"/>
                  </a:lnTo>
                  <a:lnTo>
                    <a:pt x="716" y="89"/>
                  </a:lnTo>
                  <a:lnTo>
                    <a:pt x="715" y="91"/>
                  </a:lnTo>
                  <a:lnTo>
                    <a:pt x="715" y="93"/>
                  </a:lnTo>
                  <a:lnTo>
                    <a:pt x="716" y="94"/>
                  </a:lnTo>
                  <a:lnTo>
                    <a:pt x="717" y="101"/>
                  </a:lnTo>
                  <a:lnTo>
                    <a:pt x="718" y="102"/>
                  </a:lnTo>
                  <a:lnTo>
                    <a:pt x="717" y="107"/>
                  </a:lnTo>
                  <a:lnTo>
                    <a:pt x="704" y="102"/>
                  </a:lnTo>
                  <a:lnTo>
                    <a:pt x="704" y="101"/>
                  </a:lnTo>
                  <a:lnTo>
                    <a:pt x="700" y="101"/>
                  </a:lnTo>
                  <a:lnTo>
                    <a:pt x="700" y="98"/>
                  </a:lnTo>
                  <a:lnTo>
                    <a:pt x="693" y="93"/>
                  </a:lnTo>
                  <a:lnTo>
                    <a:pt x="692" y="91"/>
                  </a:lnTo>
                  <a:lnTo>
                    <a:pt x="687" y="86"/>
                  </a:lnTo>
                  <a:lnTo>
                    <a:pt x="685" y="83"/>
                  </a:lnTo>
                  <a:lnTo>
                    <a:pt x="678" y="77"/>
                  </a:lnTo>
                  <a:lnTo>
                    <a:pt x="678" y="75"/>
                  </a:lnTo>
                  <a:lnTo>
                    <a:pt x="672" y="71"/>
                  </a:lnTo>
                  <a:lnTo>
                    <a:pt x="669" y="66"/>
                  </a:lnTo>
                  <a:lnTo>
                    <a:pt x="645" y="44"/>
                  </a:lnTo>
                  <a:lnTo>
                    <a:pt x="644" y="41"/>
                  </a:lnTo>
                  <a:lnTo>
                    <a:pt x="638" y="36"/>
                  </a:lnTo>
                  <a:lnTo>
                    <a:pt x="634" y="37"/>
                  </a:lnTo>
                  <a:lnTo>
                    <a:pt x="627" y="45"/>
                  </a:lnTo>
                  <a:lnTo>
                    <a:pt x="623" y="47"/>
                  </a:lnTo>
                  <a:lnTo>
                    <a:pt x="622" y="46"/>
                  </a:lnTo>
                  <a:lnTo>
                    <a:pt x="621" y="48"/>
                  </a:lnTo>
                  <a:lnTo>
                    <a:pt x="610" y="40"/>
                  </a:lnTo>
                  <a:lnTo>
                    <a:pt x="607" y="41"/>
                  </a:lnTo>
                  <a:lnTo>
                    <a:pt x="592" y="59"/>
                  </a:lnTo>
                  <a:lnTo>
                    <a:pt x="584" y="55"/>
                  </a:lnTo>
                  <a:lnTo>
                    <a:pt x="577" y="49"/>
                  </a:lnTo>
                  <a:lnTo>
                    <a:pt x="576" y="49"/>
                  </a:lnTo>
                  <a:lnTo>
                    <a:pt x="570" y="44"/>
                  </a:lnTo>
                  <a:lnTo>
                    <a:pt x="563" y="39"/>
                  </a:lnTo>
                  <a:lnTo>
                    <a:pt x="561" y="39"/>
                  </a:lnTo>
                  <a:lnTo>
                    <a:pt x="554" y="32"/>
                  </a:lnTo>
                  <a:lnTo>
                    <a:pt x="546" y="29"/>
                  </a:lnTo>
                  <a:lnTo>
                    <a:pt x="543" y="27"/>
                  </a:lnTo>
                  <a:lnTo>
                    <a:pt x="532" y="21"/>
                  </a:lnTo>
                  <a:lnTo>
                    <a:pt x="525" y="21"/>
                  </a:lnTo>
                  <a:lnTo>
                    <a:pt x="524" y="24"/>
                  </a:lnTo>
                  <a:lnTo>
                    <a:pt x="523" y="25"/>
                  </a:lnTo>
                  <a:lnTo>
                    <a:pt x="524" y="44"/>
                  </a:lnTo>
                  <a:lnTo>
                    <a:pt x="523" y="46"/>
                  </a:lnTo>
                  <a:lnTo>
                    <a:pt x="523" y="55"/>
                  </a:lnTo>
                  <a:lnTo>
                    <a:pt x="518" y="65"/>
                  </a:lnTo>
                  <a:lnTo>
                    <a:pt x="520" y="88"/>
                  </a:lnTo>
                  <a:lnTo>
                    <a:pt x="518" y="90"/>
                  </a:lnTo>
                  <a:lnTo>
                    <a:pt x="511" y="90"/>
                  </a:lnTo>
                  <a:lnTo>
                    <a:pt x="510" y="89"/>
                  </a:lnTo>
                  <a:lnTo>
                    <a:pt x="507" y="89"/>
                  </a:lnTo>
                  <a:lnTo>
                    <a:pt x="503" y="87"/>
                  </a:lnTo>
                  <a:lnTo>
                    <a:pt x="499" y="87"/>
                  </a:lnTo>
                  <a:lnTo>
                    <a:pt x="494" y="82"/>
                  </a:lnTo>
                  <a:lnTo>
                    <a:pt x="477" y="64"/>
                  </a:lnTo>
                  <a:lnTo>
                    <a:pt x="475" y="66"/>
                  </a:lnTo>
                  <a:lnTo>
                    <a:pt x="471" y="65"/>
                  </a:lnTo>
                  <a:lnTo>
                    <a:pt x="467" y="61"/>
                  </a:lnTo>
                  <a:lnTo>
                    <a:pt x="464" y="62"/>
                  </a:lnTo>
                  <a:lnTo>
                    <a:pt x="462" y="59"/>
                  </a:lnTo>
                  <a:lnTo>
                    <a:pt x="458" y="59"/>
                  </a:lnTo>
                  <a:lnTo>
                    <a:pt x="456" y="61"/>
                  </a:lnTo>
                  <a:lnTo>
                    <a:pt x="453" y="61"/>
                  </a:lnTo>
                  <a:lnTo>
                    <a:pt x="452" y="62"/>
                  </a:lnTo>
                  <a:lnTo>
                    <a:pt x="448" y="63"/>
                  </a:lnTo>
                  <a:lnTo>
                    <a:pt x="445" y="66"/>
                  </a:lnTo>
                  <a:lnTo>
                    <a:pt x="442" y="66"/>
                  </a:lnTo>
                  <a:lnTo>
                    <a:pt x="440" y="68"/>
                  </a:lnTo>
                  <a:lnTo>
                    <a:pt x="440" y="70"/>
                  </a:lnTo>
                  <a:lnTo>
                    <a:pt x="439" y="73"/>
                  </a:lnTo>
                  <a:lnTo>
                    <a:pt x="435" y="73"/>
                  </a:lnTo>
                  <a:lnTo>
                    <a:pt x="420" y="60"/>
                  </a:lnTo>
                  <a:lnTo>
                    <a:pt x="414" y="58"/>
                  </a:lnTo>
                  <a:lnTo>
                    <a:pt x="405" y="58"/>
                  </a:lnTo>
                  <a:lnTo>
                    <a:pt x="403" y="56"/>
                  </a:lnTo>
                  <a:lnTo>
                    <a:pt x="403" y="54"/>
                  </a:lnTo>
                  <a:lnTo>
                    <a:pt x="401" y="52"/>
                  </a:lnTo>
                  <a:lnTo>
                    <a:pt x="394" y="52"/>
                  </a:lnTo>
                  <a:lnTo>
                    <a:pt x="390" y="48"/>
                  </a:lnTo>
                  <a:lnTo>
                    <a:pt x="382" y="49"/>
                  </a:lnTo>
                  <a:lnTo>
                    <a:pt x="376" y="44"/>
                  </a:lnTo>
                  <a:lnTo>
                    <a:pt x="370" y="43"/>
                  </a:lnTo>
                  <a:lnTo>
                    <a:pt x="367" y="40"/>
                  </a:lnTo>
                  <a:lnTo>
                    <a:pt x="367" y="35"/>
                  </a:lnTo>
                  <a:lnTo>
                    <a:pt x="365" y="34"/>
                  </a:lnTo>
                  <a:lnTo>
                    <a:pt x="361" y="34"/>
                  </a:lnTo>
                  <a:lnTo>
                    <a:pt x="359" y="33"/>
                  </a:lnTo>
                  <a:lnTo>
                    <a:pt x="346" y="34"/>
                  </a:lnTo>
                  <a:lnTo>
                    <a:pt x="343" y="30"/>
                  </a:lnTo>
                  <a:lnTo>
                    <a:pt x="343" y="22"/>
                  </a:lnTo>
                  <a:lnTo>
                    <a:pt x="338" y="22"/>
                  </a:lnTo>
                  <a:lnTo>
                    <a:pt x="336" y="21"/>
                  </a:lnTo>
                  <a:lnTo>
                    <a:pt x="290" y="23"/>
                  </a:lnTo>
                  <a:lnTo>
                    <a:pt x="289" y="22"/>
                  </a:lnTo>
                  <a:lnTo>
                    <a:pt x="288" y="17"/>
                  </a:lnTo>
                  <a:lnTo>
                    <a:pt x="285" y="13"/>
                  </a:lnTo>
                  <a:lnTo>
                    <a:pt x="285" y="8"/>
                  </a:lnTo>
                  <a:lnTo>
                    <a:pt x="286" y="7"/>
                  </a:lnTo>
                  <a:lnTo>
                    <a:pt x="285" y="1"/>
                  </a:lnTo>
                  <a:lnTo>
                    <a:pt x="285" y="0"/>
                  </a:lnTo>
                  <a:lnTo>
                    <a:pt x="263" y="0"/>
                  </a:lnTo>
                  <a:lnTo>
                    <a:pt x="249" y="0"/>
                  </a:lnTo>
                  <a:lnTo>
                    <a:pt x="237" y="3"/>
                  </a:lnTo>
                  <a:lnTo>
                    <a:pt x="235" y="4"/>
                  </a:lnTo>
                  <a:lnTo>
                    <a:pt x="217" y="5"/>
                  </a:lnTo>
                  <a:lnTo>
                    <a:pt x="216" y="6"/>
                  </a:lnTo>
                  <a:lnTo>
                    <a:pt x="197" y="7"/>
                  </a:lnTo>
                  <a:lnTo>
                    <a:pt x="195" y="9"/>
                  </a:lnTo>
                  <a:lnTo>
                    <a:pt x="178" y="10"/>
                  </a:lnTo>
                  <a:lnTo>
                    <a:pt x="176" y="11"/>
                  </a:lnTo>
                  <a:lnTo>
                    <a:pt x="164" y="12"/>
                  </a:lnTo>
                  <a:lnTo>
                    <a:pt x="163" y="13"/>
                  </a:lnTo>
                  <a:lnTo>
                    <a:pt x="149" y="15"/>
                  </a:lnTo>
                  <a:lnTo>
                    <a:pt x="148" y="17"/>
                  </a:lnTo>
                  <a:lnTo>
                    <a:pt x="135" y="19"/>
                  </a:lnTo>
                  <a:lnTo>
                    <a:pt x="133" y="20"/>
                  </a:lnTo>
                  <a:lnTo>
                    <a:pt x="119" y="22"/>
                  </a:lnTo>
                  <a:lnTo>
                    <a:pt x="117" y="24"/>
                  </a:lnTo>
                  <a:lnTo>
                    <a:pt x="112" y="24"/>
                  </a:lnTo>
                  <a:lnTo>
                    <a:pt x="110" y="25"/>
                  </a:lnTo>
                  <a:lnTo>
                    <a:pt x="104" y="26"/>
                  </a:lnTo>
                  <a:lnTo>
                    <a:pt x="103" y="27"/>
                  </a:lnTo>
                  <a:lnTo>
                    <a:pt x="97" y="27"/>
                  </a:lnTo>
                  <a:lnTo>
                    <a:pt x="96" y="29"/>
                  </a:lnTo>
                  <a:lnTo>
                    <a:pt x="90" y="29"/>
                  </a:lnTo>
                  <a:lnTo>
                    <a:pt x="86" y="33"/>
                  </a:lnTo>
                  <a:lnTo>
                    <a:pt x="88" y="45"/>
                  </a:lnTo>
                  <a:lnTo>
                    <a:pt x="91" y="50"/>
                  </a:lnTo>
                  <a:lnTo>
                    <a:pt x="92" y="54"/>
                  </a:lnTo>
                  <a:lnTo>
                    <a:pt x="95" y="59"/>
                  </a:lnTo>
                  <a:lnTo>
                    <a:pt x="96" y="68"/>
                  </a:lnTo>
                  <a:lnTo>
                    <a:pt x="98" y="70"/>
                  </a:lnTo>
                  <a:lnTo>
                    <a:pt x="99" y="89"/>
                  </a:lnTo>
                  <a:lnTo>
                    <a:pt x="133" y="120"/>
                  </a:lnTo>
                  <a:lnTo>
                    <a:pt x="136" y="137"/>
                  </a:lnTo>
                  <a:lnTo>
                    <a:pt x="143" y="146"/>
                  </a:lnTo>
                  <a:lnTo>
                    <a:pt x="143" y="154"/>
                  </a:lnTo>
                  <a:lnTo>
                    <a:pt x="142" y="156"/>
                  </a:lnTo>
                  <a:lnTo>
                    <a:pt x="126" y="156"/>
                  </a:lnTo>
                  <a:lnTo>
                    <a:pt x="124" y="158"/>
                  </a:lnTo>
                  <a:lnTo>
                    <a:pt x="123" y="157"/>
                  </a:lnTo>
                  <a:lnTo>
                    <a:pt x="111" y="162"/>
                  </a:lnTo>
                  <a:lnTo>
                    <a:pt x="104" y="166"/>
                  </a:lnTo>
                  <a:lnTo>
                    <a:pt x="102" y="166"/>
                  </a:lnTo>
                  <a:lnTo>
                    <a:pt x="99" y="169"/>
                  </a:lnTo>
                  <a:lnTo>
                    <a:pt x="99" y="185"/>
                  </a:lnTo>
                  <a:lnTo>
                    <a:pt x="101" y="188"/>
                  </a:lnTo>
                  <a:lnTo>
                    <a:pt x="109" y="189"/>
                  </a:lnTo>
                  <a:lnTo>
                    <a:pt x="109" y="190"/>
                  </a:lnTo>
                  <a:lnTo>
                    <a:pt x="117" y="191"/>
                  </a:lnTo>
                  <a:lnTo>
                    <a:pt x="120" y="194"/>
                  </a:lnTo>
                  <a:lnTo>
                    <a:pt x="121" y="225"/>
                  </a:lnTo>
                  <a:lnTo>
                    <a:pt x="103" y="226"/>
                  </a:lnTo>
                  <a:lnTo>
                    <a:pt x="96" y="219"/>
                  </a:lnTo>
                  <a:lnTo>
                    <a:pt x="94" y="219"/>
                  </a:lnTo>
                  <a:lnTo>
                    <a:pt x="93" y="218"/>
                  </a:lnTo>
                  <a:lnTo>
                    <a:pt x="90" y="218"/>
                  </a:lnTo>
                  <a:lnTo>
                    <a:pt x="84" y="215"/>
                  </a:lnTo>
                  <a:lnTo>
                    <a:pt x="76" y="214"/>
                  </a:lnTo>
                  <a:lnTo>
                    <a:pt x="75" y="213"/>
                  </a:lnTo>
                  <a:lnTo>
                    <a:pt x="72" y="213"/>
                  </a:lnTo>
                  <a:lnTo>
                    <a:pt x="66" y="209"/>
                  </a:lnTo>
                  <a:lnTo>
                    <a:pt x="65" y="210"/>
                  </a:lnTo>
                  <a:lnTo>
                    <a:pt x="61" y="206"/>
                  </a:lnTo>
                  <a:lnTo>
                    <a:pt x="59" y="206"/>
                  </a:lnTo>
                  <a:lnTo>
                    <a:pt x="56" y="203"/>
                  </a:lnTo>
                  <a:lnTo>
                    <a:pt x="52" y="204"/>
                  </a:lnTo>
                  <a:lnTo>
                    <a:pt x="49" y="210"/>
                  </a:lnTo>
                  <a:lnTo>
                    <a:pt x="46" y="213"/>
                  </a:lnTo>
                  <a:lnTo>
                    <a:pt x="23" y="215"/>
                  </a:lnTo>
                  <a:lnTo>
                    <a:pt x="10" y="216"/>
                  </a:lnTo>
                  <a:lnTo>
                    <a:pt x="10" y="224"/>
                  </a:lnTo>
                  <a:lnTo>
                    <a:pt x="14" y="227"/>
                  </a:lnTo>
                  <a:lnTo>
                    <a:pt x="17" y="228"/>
                  </a:lnTo>
                  <a:lnTo>
                    <a:pt x="23" y="232"/>
                  </a:lnTo>
                  <a:lnTo>
                    <a:pt x="27" y="233"/>
                  </a:lnTo>
                  <a:lnTo>
                    <a:pt x="31" y="236"/>
                  </a:lnTo>
                  <a:lnTo>
                    <a:pt x="23" y="253"/>
                  </a:lnTo>
                  <a:lnTo>
                    <a:pt x="24" y="262"/>
                  </a:lnTo>
                  <a:lnTo>
                    <a:pt x="22" y="265"/>
                  </a:lnTo>
                  <a:lnTo>
                    <a:pt x="13" y="267"/>
                  </a:lnTo>
                  <a:lnTo>
                    <a:pt x="12" y="268"/>
                  </a:lnTo>
                  <a:lnTo>
                    <a:pt x="7" y="270"/>
                  </a:lnTo>
                  <a:lnTo>
                    <a:pt x="6" y="280"/>
                  </a:lnTo>
                  <a:lnTo>
                    <a:pt x="3" y="284"/>
                  </a:lnTo>
                  <a:lnTo>
                    <a:pt x="5" y="288"/>
                  </a:lnTo>
                  <a:lnTo>
                    <a:pt x="8" y="292"/>
                  </a:lnTo>
                  <a:lnTo>
                    <a:pt x="8" y="297"/>
                  </a:lnTo>
                  <a:lnTo>
                    <a:pt x="7" y="298"/>
                  </a:lnTo>
                  <a:lnTo>
                    <a:pt x="6" y="302"/>
                  </a:lnTo>
                  <a:lnTo>
                    <a:pt x="6" y="310"/>
                  </a:lnTo>
                  <a:lnTo>
                    <a:pt x="8" y="312"/>
                  </a:lnTo>
                  <a:lnTo>
                    <a:pt x="17" y="310"/>
                  </a:lnTo>
                  <a:lnTo>
                    <a:pt x="18" y="309"/>
                  </a:lnTo>
                  <a:lnTo>
                    <a:pt x="21" y="310"/>
                  </a:lnTo>
                  <a:lnTo>
                    <a:pt x="22" y="318"/>
                  </a:lnTo>
                  <a:lnTo>
                    <a:pt x="19" y="321"/>
                  </a:lnTo>
                  <a:lnTo>
                    <a:pt x="15" y="321"/>
                  </a:lnTo>
                  <a:lnTo>
                    <a:pt x="12" y="324"/>
                  </a:lnTo>
                  <a:lnTo>
                    <a:pt x="12" y="328"/>
                  </a:lnTo>
                  <a:lnTo>
                    <a:pt x="17" y="332"/>
                  </a:lnTo>
                  <a:lnTo>
                    <a:pt x="18" y="352"/>
                  </a:lnTo>
                  <a:lnTo>
                    <a:pt x="12" y="365"/>
                  </a:lnTo>
                  <a:lnTo>
                    <a:pt x="12" y="367"/>
                  </a:lnTo>
                  <a:lnTo>
                    <a:pt x="8" y="369"/>
                  </a:lnTo>
                  <a:lnTo>
                    <a:pt x="5" y="369"/>
                  </a:lnTo>
                  <a:lnTo>
                    <a:pt x="1" y="373"/>
                  </a:lnTo>
                  <a:lnTo>
                    <a:pt x="0" y="378"/>
                  </a:lnTo>
                  <a:lnTo>
                    <a:pt x="8" y="390"/>
                  </a:lnTo>
                  <a:lnTo>
                    <a:pt x="8" y="392"/>
                  </a:lnTo>
                  <a:lnTo>
                    <a:pt x="9" y="392"/>
                  </a:lnTo>
                  <a:lnTo>
                    <a:pt x="9" y="394"/>
                  </a:lnTo>
                  <a:lnTo>
                    <a:pt x="12" y="396"/>
                  </a:lnTo>
                  <a:lnTo>
                    <a:pt x="17" y="406"/>
                  </a:lnTo>
                  <a:lnTo>
                    <a:pt x="21" y="411"/>
                  </a:lnTo>
                  <a:lnTo>
                    <a:pt x="21" y="413"/>
                  </a:lnTo>
                  <a:lnTo>
                    <a:pt x="25" y="417"/>
                  </a:lnTo>
                  <a:lnTo>
                    <a:pt x="25" y="419"/>
                  </a:lnTo>
                  <a:lnTo>
                    <a:pt x="28" y="421"/>
                  </a:lnTo>
                  <a:lnTo>
                    <a:pt x="28" y="423"/>
                  </a:lnTo>
                  <a:lnTo>
                    <a:pt x="31" y="426"/>
                  </a:lnTo>
                  <a:lnTo>
                    <a:pt x="35" y="443"/>
                  </a:lnTo>
                  <a:lnTo>
                    <a:pt x="36" y="444"/>
                  </a:lnTo>
                  <a:lnTo>
                    <a:pt x="38" y="444"/>
                  </a:lnTo>
                  <a:lnTo>
                    <a:pt x="42" y="448"/>
                  </a:lnTo>
                  <a:lnTo>
                    <a:pt x="44" y="448"/>
                  </a:lnTo>
                  <a:lnTo>
                    <a:pt x="52" y="455"/>
                  </a:lnTo>
                  <a:lnTo>
                    <a:pt x="54" y="455"/>
                  </a:lnTo>
                  <a:lnTo>
                    <a:pt x="57" y="458"/>
                  </a:lnTo>
                  <a:lnTo>
                    <a:pt x="67" y="462"/>
                  </a:lnTo>
                  <a:lnTo>
                    <a:pt x="85" y="458"/>
                  </a:lnTo>
                  <a:lnTo>
                    <a:pt x="89" y="458"/>
                  </a:lnTo>
                  <a:lnTo>
                    <a:pt x="91" y="456"/>
                  </a:lnTo>
                  <a:lnTo>
                    <a:pt x="93" y="457"/>
                  </a:lnTo>
                  <a:lnTo>
                    <a:pt x="95" y="455"/>
                  </a:lnTo>
                  <a:lnTo>
                    <a:pt x="95" y="453"/>
                  </a:lnTo>
                  <a:lnTo>
                    <a:pt x="97" y="450"/>
                  </a:lnTo>
                  <a:lnTo>
                    <a:pt x="101" y="451"/>
                  </a:lnTo>
                  <a:lnTo>
                    <a:pt x="103" y="450"/>
                  </a:lnTo>
                  <a:lnTo>
                    <a:pt x="106" y="451"/>
                  </a:lnTo>
                  <a:lnTo>
                    <a:pt x="109" y="455"/>
                  </a:lnTo>
                  <a:lnTo>
                    <a:pt x="111" y="465"/>
                  </a:lnTo>
                  <a:lnTo>
                    <a:pt x="131" y="488"/>
                  </a:lnTo>
                  <a:lnTo>
                    <a:pt x="133" y="488"/>
                  </a:lnTo>
                  <a:lnTo>
                    <a:pt x="144" y="496"/>
                  </a:lnTo>
                  <a:lnTo>
                    <a:pt x="148" y="496"/>
                  </a:lnTo>
                  <a:lnTo>
                    <a:pt x="150" y="497"/>
                  </a:lnTo>
                  <a:lnTo>
                    <a:pt x="153" y="496"/>
                  </a:lnTo>
                  <a:lnTo>
                    <a:pt x="161" y="504"/>
                  </a:lnTo>
                  <a:lnTo>
                    <a:pt x="163" y="506"/>
                  </a:lnTo>
                  <a:lnTo>
                    <a:pt x="170" y="505"/>
                  </a:lnTo>
                  <a:lnTo>
                    <a:pt x="172" y="506"/>
                  </a:lnTo>
                  <a:lnTo>
                    <a:pt x="182" y="507"/>
                  </a:lnTo>
                  <a:lnTo>
                    <a:pt x="191" y="511"/>
                  </a:lnTo>
                  <a:lnTo>
                    <a:pt x="193" y="511"/>
                  </a:lnTo>
                  <a:lnTo>
                    <a:pt x="195" y="512"/>
                  </a:lnTo>
                  <a:lnTo>
                    <a:pt x="203" y="511"/>
                  </a:lnTo>
                  <a:lnTo>
                    <a:pt x="204" y="513"/>
                  </a:lnTo>
                  <a:lnTo>
                    <a:pt x="208" y="513"/>
                  </a:lnTo>
                  <a:lnTo>
                    <a:pt x="211" y="515"/>
                  </a:lnTo>
                  <a:lnTo>
                    <a:pt x="213" y="522"/>
                  </a:lnTo>
                  <a:lnTo>
                    <a:pt x="226" y="521"/>
                  </a:lnTo>
                  <a:lnTo>
                    <a:pt x="228" y="522"/>
                  </a:lnTo>
                  <a:lnTo>
                    <a:pt x="228" y="523"/>
                  </a:lnTo>
                  <a:lnTo>
                    <a:pt x="237" y="533"/>
                  </a:lnTo>
                  <a:lnTo>
                    <a:pt x="238" y="536"/>
                  </a:lnTo>
                  <a:lnTo>
                    <a:pt x="243" y="540"/>
                  </a:lnTo>
                  <a:lnTo>
                    <a:pt x="256" y="532"/>
                  </a:lnTo>
                  <a:lnTo>
                    <a:pt x="268" y="541"/>
                  </a:lnTo>
                  <a:lnTo>
                    <a:pt x="270" y="541"/>
                  </a:lnTo>
                  <a:lnTo>
                    <a:pt x="272" y="542"/>
                  </a:lnTo>
                  <a:lnTo>
                    <a:pt x="274" y="541"/>
                  </a:lnTo>
                  <a:lnTo>
                    <a:pt x="283" y="544"/>
                  </a:lnTo>
                  <a:lnTo>
                    <a:pt x="287" y="544"/>
                  </a:lnTo>
                  <a:lnTo>
                    <a:pt x="288" y="545"/>
                  </a:lnTo>
                  <a:lnTo>
                    <a:pt x="292" y="545"/>
                  </a:lnTo>
                  <a:lnTo>
                    <a:pt x="297" y="542"/>
                  </a:lnTo>
                  <a:lnTo>
                    <a:pt x="299" y="542"/>
                  </a:lnTo>
                  <a:lnTo>
                    <a:pt x="303" y="539"/>
                  </a:lnTo>
                  <a:lnTo>
                    <a:pt x="305" y="539"/>
                  </a:lnTo>
                  <a:lnTo>
                    <a:pt x="310" y="535"/>
                  </a:lnTo>
                  <a:lnTo>
                    <a:pt x="312" y="536"/>
                  </a:lnTo>
                  <a:lnTo>
                    <a:pt x="316" y="533"/>
                  </a:lnTo>
                  <a:lnTo>
                    <a:pt x="322" y="533"/>
                  </a:lnTo>
                  <a:lnTo>
                    <a:pt x="341" y="557"/>
                  </a:lnTo>
                  <a:lnTo>
                    <a:pt x="342" y="563"/>
                  </a:lnTo>
                  <a:lnTo>
                    <a:pt x="347" y="566"/>
                  </a:lnTo>
                  <a:lnTo>
                    <a:pt x="349" y="568"/>
                  </a:lnTo>
                  <a:lnTo>
                    <a:pt x="353" y="567"/>
                  </a:lnTo>
                  <a:lnTo>
                    <a:pt x="354" y="569"/>
                  </a:lnTo>
                  <a:lnTo>
                    <a:pt x="360" y="568"/>
                  </a:lnTo>
                  <a:lnTo>
                    <a:pt x="361" y="570"/>
                  </a:lnTo>
                  <a:lnTo>
                    <a:pt x="363" y="570"/>
                  </a:lnTo>
                  <a:lnTo>
                    <a:pt x="369" y="578"/>
                  </a:lnTo>
                  <a:lnTo>
                    <a:pt x="371" y="584"/>
                  </a:lnTo>
                  <a:lnTo>
                    <a:pt x="366" y="590"/>
                  </a:lnTo>
                  <a:lnTo>
                    <a:pt x="366" y="595"/>
                  </a:lnTo>
                  <a:lnTo>
                    <a:pt x="368" y="596"/>
                  </a:lnTo>
                  <a:lnTo>
                    <a:pt x="368" y="600"/>
                  </a:lnTo>
                  <a:lnTo>
                    <a:pt x="372" y="611"/>
                  </a:lnTo>
                  <a:lnTo>
                    <a:pt x="375" y="613"/>
                  </a:lnTo>
                  <a:lnTo>
                    <a:pt x="379" y="613"/>
                  </a:lnTo>
                  <a:lnTo>
                    <a:pt x="381" y="611"/>
                  </a:lnTo>
                  <a:lnTo>
                    <a:pt x="384" y="610"/>
                  </a:lnTo>
                  <a:lnTo>
                    <a:pt x="388" y="613"/>
                  </a:lnTo>
                  <a:lnTo>
                    <a:pt x="397" y="617"/>
                  </a:lnTo>
                  <a:lnTo>
                    <a:pt x="412" y="618"/>
                  </a:lnTo>
                  <a:lnTo>
                    <a:pt x="417" y="624"/>
                  </a:lnTo>
                  <a:lnTo>
                    <a:pt x="419" y="633"/>
                  </a:lnTo>
                  <a:lnTo>
                    <a:pt x="422" y="635"/>
                  </a:lnTo>
                  <a:lnTo>
                    <a:pt x="423" y="633"/>
                  </a:lnTo>
                  <a:lnTo>
                    <a:pt x="427" y="625"/>
                  </a:lnTo>
                  <a:lnTo>
                    <a:pt x="427" y="614"/>
                  </a:lnTo>
                  <a:lnTo>
                    <a:pt x="425" y="613"/>
                  </a:lnTo>
                  <a:lnTo>
                    <a:pt x="423" y="608"/>
                  </a:lnTo>
                  <a:lnTo>
                    <a:pt x="427" y="602"/>
                  </a:lnTo>
                  <a:lnTo>
                    <a:pt x="429" y="602"/>
                  </a:lnTo>
                  <a:lnTo>
                    <a:pt x="431" y="606"/>
                  </a:lnTo>
                  <a:lnTo>
                    <a:pt x="438" y="613"/>
                  </a:lnTo>
                  <a:lnTo>
                    <a:pt x="438" y="614"/>
                  </a:lnTo>
                  <a:lnTo>
                    <a:pt x="446" y="621"/>
                  </a:lnTo>
                  <a:lnTo>
                    <a:pt x="449" y="622"/>
                  </a:lnTo>
                  <a:lnTo>
                    <a:pt x="453" y="622"/>
                  </a:lnTo>
                  <a:lnTo>
                    <a:pt x="457" y="625"/>
                  </a:lnTo>
                  <a:lnTo>
                    <a:pt x="462" y="626"/>
                  </a:lnTo>
                  <a:lnTo>
                    <a:pt x="465" y="622"/>
                  </a:lnTo>
                  <a:lnTo>
                    <a:pt x="464" y="604"/>
                  </a:lnTo>
                  <a:lnTo>
                    <a:pt x="463" y="602"/>
                  </a:lnTo>
                  <a:lnTo>
                    <a:pt x="463" y="599"/>
                  </a:lnTo>
                  <a:lnTo>
                    <a:pt x="466" y="598"/>
                  </a:lnTo>
                  <a:lnTo>
                    <a:pt x="475" y="602"/>
                  </a:lnTo>
                  <a:lnTo>
                    <a:pt x="484" y="597"/>
                  </a:lnTo>
                  <a:lnTo>
                    <a:pt x="490" y="597"/>
                  </a:lnTo>
                  <a:lnTo>
                    <a:pt x="491" y="595"/>
                  </a:lnTo>
                  <a:lnTo>
                    <a:pt x="496" y="595"/>
                  </a:lnTo>
                  <a:lnTo>
                    <a:pt x="499" y="592"/>
                  </a:lnTo>
                  <a:lnTo>
                    <a:pt x="501" y="586"/>
                  </a:lnTo>
                  <a:lnTo>
                    <a:pt x="502" y="578"/>
                  </a:lnTo>
                  <a:lnTo>
                    <a:pt x="509" y="574"/>
                  </a:lnTo>
                  <a:lnTo>
                    <a:pt x="508" y="564"/>
                  </a:lnTo>
                  <a:lnTo>
                    <a:pt x="509" y="563"/>
                  </a:lnTo>
                  <a:lnTo>
                    <a:pt x="535" y="560"/>
                  </a:lnTo>
                  <a:close/>
                </a:path>
              </a:pathLst>
            </a:custGeom>
            <a:grpFill/>
            <a:ln w="28575">
              <a:noFill/>
              <a:prstDash val="sysDot"/>
              <a:round/>
              <a:headEnd/>
              <a:tailEnd/>
            </a:ln>
          </p:spPr>
          <p:txBody>
            <a:bodyPr/>
            <a:lstStyle/>
            <a:p>
              <a:endParaRPr lang="zh-CN" altLang="en-US" kern="0" dirty="0">
                <a:solidFill>
                  <a:prstClr val="black"/>
                </a:solidFill>
                <a:ea typeface="微软雅黑" pitchFamily="34" charset="-122"/>
              </a:endParaRPr>
            </a:p>
          </p:txBody>
        </p:sp>
        <p:sp>
          <p:nvSpPr>
            <p:cNvPr id="16" name="Freeform 16"/>
            <p:cNvSpPr>
              <a:spLocks/>
            </p:cNvSpPr>
            <p:nvPr/>
          </p:nvSpPr>
          <p:spPr bwMode="auto">
            <a:xfrm>
              <a:off x="3131274" y="2449624"/>
              <a:ext cx="1831975" cy="1598612"/>
            </a:xfrm>
            <a:custGeom>
              <a:avLst/>
              <a:gdLst>
                <a:gd name="T0" fmla="*/ 2147483647 w 1001"/>
                <a:gd name="T1" fmla="*/ 2147483647 h 838"/>
                <a:gd name="T2" fmla="*/ 2147483647 w 1001"/>
                <a:gd name="T3" fmla="*/ 2147483647 h 838"/>
                <a:gd name="T4" fmla="*/ 2147483647 w 1001"/>
                <a:gd name="T5" fmla="*/ 2147483647 h 838"/>
                <a:gd name="T6" fmla="*/ 2147483647 w 1001"/>
                <a:gd name="T7" fmla="*/ 2147483647 h 838"/>
                <a:gd name="T8" fmla="*/ 2147483647 w 1001"/>
                <a:gd name="T9" fmla="*/ 2147483647 h 838"/>
                <a:gd name="T10" fmla="*/ 2147483647 w 1001"/>
                <a:gd name="T11" fmla="*/ 2147483647 h 838"/>
                <a:gd name="T12" fmla="*/ 2147483647 w 1001"/>
                <a:gd name="T13" fmla="*/ 2147483647 h 838"/>
                <a:gd name="T14" fmla="*/ 2147483647 w 1001"/>
                <a:gd name="T15" fmla="*/ 2147483647 h 838"/>
                <a:gd name="T16" fmla="*/ 2147483647 w 1001"/>
                <a:gd name="T17" fmla="*/ 2147483647 h 838"/>
                <a:gd name="T18" fmla="*/ 2147483647 w 1001"/>
                <a:gd name="T19" fmla="*/ 2147483647 h 838"/>
                <a:gd name="T20" fmla="*/ 2147483647 w 1001"/>
                <a:gd name="T21" fmla="*/ 2147483647 h 838"/>
                <a:gd name="T22" fmla="*/ 2147483647 w 1001"/>
                <a:gd name="T23" fmla="*/ 2147483647 h 838"/>
                <a:gd name="T24" fmla="*/ 2147483647 w 1001"/>
                <a:gd name="T25" fmla="*/ 2147483647 h 838"/>
                <a:gd name="T26" fmla="*/ 2147483647 w 1001"/>
                <a:gd name="T27" fmla="*/ 2147483647 h 838"/>
                <a:gd name="T28" fmla="*/ 2147483647 w 1001"/>
                <a:gd name="T29" fmla="*/ 2147483647 h 838"/>
                <a:gd name="T30" fmla="*/ 2147483647 w 1001"/>
                <a:gd name="T31" fmla="*/ 2147483647 h 838"/>
                <a:gd name="T32" fmla="*/ 2147483647 w 1001"/>
                <a:gd name="T33" fmla="*/ 2147483647 h 838"/>
                <a:gd name="T34" fmla="*/ 2147483647 w 1001"/>
                <a:gd name="T35" fmla="*/ 2147483647 h 838"/>
                <a:gd name="T36" fmla="*/ 2147483647 w 1001"/>
                <a:gd name="T37" fmla="*/ 2147483647 h 838"/>
                <a:gd name="T38" fmla="*/ 2147483647 w 1001"/>
                <a:gd name="T39" fmla="*/ 2147483647 h 838"/>
                <a:gd name="T40" fmla="*/ 2147483647 w 1001"/>
                <a:gd name="T41" fmla="*/ 2147483647 h 838"/>
                <a:gd name="T42" fmla="*/ 2147483647 w 1001"/>
                <a:gd name="T43" fmla="*/ 2147483647 h 838"/>
                <a:gd name="T44" fmla="*/ 2147483647 w 1001"/>
                <a:gd name="T45" fmla="*/ 2147483647 h 838"/>
                <a:gd name="T46" fmla="*/ 2147483647 w 1001"/>
                <a:gd name="T47" fmla="*/ 2147483647 h 838"/>
                <a:gd name="T48" fmla="*/ 2147483647 w 1001"/>
                <a:gd name="T49" fmla="*/ 2147483647 h 838"/>
                <a:gd name="T50" fmla="*/ 2147483647 w 1001"/>
                <a:gd name="T51" fmla="*/ 2147483647 h 838"/>
                <a:gd name="T52" fmla="*/ 2147483647 w 1001"/>
                <a:gd name="T53" fmla="*/ 2147483647 h 838"/>
                <a:gd name="T54" fmla="*/ 2147483647 w 1001"/>
                <a:gd name="T55" fmla="*/ 2147483647 h 838"/>
                <a:gd name="T56" fmla="*/ 2147483647 w 1001"/>
                <a:gd name="T57" fmla="*/ 2147483647 h 838"/>
                <a:gd name="T58" fmla="*/ 2147483647 w 1001"/>
                <a:gd name="T59" fmla="*/ 2147483647 h 838"/>
                <a:gd name="T60" fmla="*/ 2147483647 w 1001"/>
                <a:gd name="T61" fmla="*/ 2147483647 h 838"/>
                <a:gd name="T62" fmla="*/ 2147483647 w 1001"/>
                <a:gd name="T63" fmla="*/ 2147483647 h 838"/>
                <a:gd name="T64" fmla="*/ 2147483647 w 1001"/>
                <a:gd name="T65" fmla="*/ 2147483647 h 838"/>
                <a:gd name="T66" fmla="*/ 2147483647 w 1001"/>
                <a:gd name="T67" fmla="*/ 2147483647 h 838"/>
                <a:gd name="T68" fmla="*/ 2147483647 w 1001"/>
                <a:gd name="T69" fmla="*/ 2147483647 h 838"/>
                <a:gd name="T70" fmla="*/ 2147483647 w 1001"/>
                <a:gd name="T71" fmla="*/ 2147483647 h 838"/>
                <a:gd name="T72" fmla="*/ 2147483647 w 1001"/>
                <a:gd name="T73" fmla="*/ 2147483647 h 838"/>
                <a:gd name="T74" fmla="*/ 2147483647 w 1001"/>
                <a:gd name="T75" fmla="*/ 2147483647 h 838"/>
                <a:gd name="T76" fmla="*/ 2147483647 w 1001"/>
                <a:gd name="T77" fmla="*/ 2147483647 h 838"/>
                <a:gd name="T78" fmla="*/ 2147483647 w 1001"/>
                <a:gd name="T79" fmla="*/ 2147483647 h 838"/>
                <a:gd name="T80" fmla="*/ 2147483647 w 1001"/>
                <a:gd name="T81" fmla="*/ 2147483647 h 838"/>
                <a:gd name="T82" fmla="*/ 2147483647 w 1001"/>
                <a:gd name="T83" fmla="*/ 2147483647 h 838"/>
                <a:gd name="T84" fmla="*/ 2147483647 w 1001"/>
                <a:gd name="T85" fmla="*/ 2147483647 h 838"/>
                <a:gd name="T86" fmla="*/ 2147483647 w 1001"/>
                <a:gd name="T87" fmla="*/ 2147483647 h 838"/>
                <a:gd name="T88" fmla="*/ 2147483647 w 1001"/>
                <a:gd name="T89" fmla="*/ 2147483647 h 838"/>
                <a:gd name="T90" fmla="*/ 2147483647 w 1001"/>
                <a:gd name="T91" fmla="*/ 2147483647 h 838"/>
                <a:gd name="T92" fmla="*/ 2147483647 w 1001"/>
                <a:gd name="T93" fmla="*/ 2147483647 h 838"/>
                <a:gd name="T94" fmla="*/ 2147483647 w 1001"/>
                <a:gd name="T95" fmla="*/ 2147483647 h 838"/>
                <a:gd name="T96" fmla="*/ 2147483647 w 1001"/>
                <a:gd name="T97" fmla="*/ 2147483647 h 838"/>
                <a:gd name="T98" fmla="*/ 2147483647 w 1001"/>
                <a:gd name="T99" fmla="*/ 2147483647 h 838"/>
                <a:gd name="T100" fmla="*/ 2147483647 w 1001"/>
                <a:gd name="T101" fmla="*/ 2147483647 h 838"/>
                <a:gd name="T102" fmla="*/ 2147483647 w 1001"/>
                <a:gd name="T103" fmla="*/ 2147483647 h 838"/>
                <a:gd name="T104" fmla="*/ 2147483647 w 1001"/>
                <a:gd name="T105" fmla="*/ 2147483647 h 838"/>
                <a:gd name="T106" fmla="*/ 2147483647 w 1001"/>
                <a:gd name="T107" fmla="*/ 2147483647 h 838"/>
                <a:gd name="T108" fmla="*/ 2147483647 w 1001"/>
                <a:gd name="T109" fmla="*/ 2147483647 h 838"/>
                <a:gd name="T110" fmla="*/ 2147483647 w 1001"/>
                <a:gd name="T111" fmla="*/ 2147483647 h 838"/>
                <a:gd name="T112" fmla="*/ 2147483647 w 1001"/>
                <a:gd name="T113" fmla="*/ 2147483647 h 838"/>
                <a:gd name="T114" fmla="*/ 2147483647 w 1001"/>
                <a:gd name="T115" fmla="*/ 2147483647 h 838"/>
                <a:gd name="T116" fmla="*/ 2147483647 w 1001"/>
                <a:gd name="T117" fmla="*/ 2147483647 h 838"/>
                <a:gd name="T118" fmla="*/ 2147483647 w 1001"/>
                <a:gd name="T119" fmla="*/ 2147483647 h 83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1001"/>
                <a:gd name="T181" fmla="*/ 0 h 838"/>
                <a:gd name="T182" fmla="*/ 1001 w 1001"/>
                <a:gd name="T183" fmla="*/ 838 h 838"/>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1001" h="838">
                  <a:moveTo>
                    <a:pt x="907" y="481"/>
                  </a:moveTo>
                  <a:lnTo>
                    <a:pt x="904" y="478"/>
                  </a:lnTo>
                  <a:lnTo>
                    <a:pt x="891" y="477"/>
                  </a:lnTo>
                  <a:lnTo>
                    <a:pt x="890" y="476"/>
                  </a:lnTo>
                  <a:lnTo>
                    <a:pt x="867" y="478"/>
                  </a:lnTo>
                  <a:lnTo>
                    <a:pt x="866" y="481"/>
                  </a:lnTo>
                  <a:lnTo>
                    <a:pt x="868" y="485"/>
                  </a:lnTo>
                  <a:lnTo>
                    <a:pt x="869" y="489"/>
                  </a:lnTo>
                  <a:lnTo>
                    <a:pt x="865" y="493"/>
                  </a:lnTo>
                  <a:lnTo>
                    <a:pt x="866" y="494"/>
                  </a:lnTo>
                  <a:lnTo>
                    <a:pt x="865" y="495"/>
                  </a:lnTo>
                  <a:lnTo>
                    <a:pt x="869" y="499"/>
                  </a:lnTo>
                  <a:lnTo>
                    <a:pt x="869" y="501"/>
                  </a:lnTo>
                  <a:lnTo>
                    <a:pt x="864" y="510"/>
                  </a:lnTo>
                  <a:lnTo>
                    <a:pt x="861" y="509"/>
                  </a:lnTo>
                  <a:lnTo>
                    <a:pt x="858" y="512"/>
                  </a:lnTo>
                  <a:lnTo>
                    <a:pt x="856" y="513"/>
                  </a:lnTo>
                  <a:lnTo>
                    <a:pt x="852" y="518"/>
                  </a:lnTo>
                  <a:lnTo>
                    <a:pt x="852" y="521"/>
                  </a:lnTo>
                  <a:lnTo>
                    <a:pt x="859" y="526"/>
                  </a:lnTo>
                  <a:lnTo>
                    <a:pt x="860" y="530"/>
                  </a:lnTo>
                  <a:lnTo>
                    <a:pt x="858" y="532"/>
                  </a:lnTo>
                  <a:lnTo>
                    <a:pt x="858" y="541"/>
                  </a:lnTo>
                  <a:lnTo>
                    <a:pt x="861" y="543"/>
                  </a:lnTo>
                  <a:lnTo>
                    <a:pt x="863" y="541"/>
                  </a:lnTo>
                  <a:lnTo>
                    <a:pt x="866" y="540"/>
                  </a:lnTo>
                  <a:lnTo>
                    <a:pt x="871" y="544"/>
                  </a:lnTo>
                  <a:lnTo>
                    <a:pt x="873" y="543"/>
                  </a:lnTo>
                  <a:lnTo>
                    <a:pt x="882" y="548"/>
                  </a:lnTo>
                  <a:lnTo>
                    <a:pt x="884" y="551"/>
                  </a:lnTo>
                  <a:lnTo>
                    <a:pt x="888" y="555"/>
                  </a:lnTo>
                  <a:lnTo>
                    <a:pt x="888" y="558"/>
                  </a:lnTo>
                  <a:lnTo>
                    <a:pt x="887" y="559"/>
                  </a:lnTo>
                  <a:lnTo>
                    <a:pt x="886" y="568"/>
                  </a:lnTo>
                  <a:lnTo>
                    <a:pt x="885" y="570"/>
                  </a:lnTo>
                  <a:lnTo>
                    <a:pt x="885" y="572"/>
                  </a:lnTo>
                  <a:lnTo>
                    <a:pt x="887" y="573"/>
                  </a:lnTo>
                  <a:lnTo>
                    <a:pt x="887" y="578"/>
                  </a:lnTo>
                  <a:lnTo>
                    <a:pt x="886" y="579"/>
                  </a:lnTo>
                  <a:lnTo>
                    <a:pt x="886" y="583"/>
                  </a:lnTo>
                  <a:lnTo>
                    <a:pt x="881" y="589"/>
                  </a:lnTo>
                  <a:lnTo>
                    <a:pt x="879" y="588"/>
                  </a:lnTo>
                  <a:lnTo>
                    <a:pt x="878" y="590"/>
                  </a:lnTo>
                  <a:lnTo>
                    <a:pt x="876" y="590"/>
                  </a:lnTo>
                  <a:lnTo>
                    <a:pt x="874" y="592"/>
                  </a:lnTo>
                  <a:lnTo>
                    <a:pt x="873" y="588"/>
                  </a:lnTo>
                  <a:lnTo>
                    <a:pt x="871" y="589"/>
                  </a:lnTo>
                  <a:lnTo>
                    <a:pt x="866" y="586"/>
                  </a:lnTo>
                  <a:lnTo>
                    <a:pt x="860" y="587"/>
                  </a:lnTo>
                  <a:lnTo>
                    <a:pt x="858" y="589"/>
                  </a:lnTo>
                  <a:lnTo>
                    <a:pt x="858" y="602"/>
                  </a:lnTo>
                  <a:lnTo>
                    <a:pt x="856" y="603"/>
                  </a:lnTo>
                  <a:lnTo>
                    <a:pt x="857" y="607"/>
                  </a:lnTo>
                  <a:lnTo>
                    <a:pt x="860" y="612"/>
                  </a:lnTo>
                  <a:lnTo>
                    <a:pt x="861" y="617"/>
                  </a:lnTo>
                  <a:lnTo>
                    <a:pt x="850" y="626"/>
                  </a:lnTo>
                  <a:lnTo>
                    <a:pt x="849" y="624"/>
                  </a:lnTo>
                  <a:lnTo>
                    <a:pt x="846" y="623"/>
                  </a:lnTo>
                  <a:lnTo>
                    <a:pt x="840" y="617"/>
                  </a:lnTo>
                  <a:lnTo>
                    <a:pt x="840" y="614"/>
                  </a:lnTo>
                  <a:lnTo>
                    <a:pt x="838" y="615"/>
                  </a:lnTo>
                  <a:lnTo>
                    <a:pt x="834" y="616"/>
                  </a:lnTo>
                  <a:lnTo>
                    <a:pt x="830" y="609"/>
                  </a:lnTo>
                  <a:lnTo>
                    <a:pt x="828" y="610"/>
                  </a:lnTo>
                  <a:lnTo>
                    <a:pt x="824" y="611"/>
                  </a:lnTo>
                  <a:lnTo>
                    <a:pt x="822" y="609"/>
                  </a:lnTo>
                  <a:lnTo>
                    <a:pt x="822" y="607"/>
                  </a:lnTo>
                  <a:lnTo>
                    <a:pt x="826" y="603"/>
                  </a:lnTo>
                  <a:lnTo>
                    <a:pt x="822" y="601"/>
                  </a:lnTo>
                  <a:lnTo>
                    <a:pt x="818" y="604"/>
                  </a:lnTo>
                  <a:lnTo>
                    <a:pt x="814" y="603"/>
                  </a:lnTo>
                  <a:lnTo>
                    <a:pt x="807" y="588"/>
                  </a:lnTo>
                  <a:lnTo>
                    <a:pt x="802" y="588"/>
                  </a:lnTo>
                  <a:lnTo>
                    <a:pt x="799" y="590"/>
                  </a:lnTo>
                  <a:lnTo>
                    <a:pt x="797" y="590"/>
                  </a:lnTo>
                  <a:lnTo>
                    <a:pt x="794" y="587"/>
                  </a:lnTo>
                  <a:lnTo>
                    <a:pt x="787" y="575"/>
                  </a:lnTo>
                  <a:lnTo>
                    <a:pt x="785" y="575"/>
                  </a:lnTo>
                  <a:lnTo>
                    <a:pt x="782" y="573"/>
                  </a:lnTo>
                  <a:lnTo>
                    <a:pt x="784" y="564"/>
                  </a:lnTo>
                  <a:lnTo>
                    <a:pt x="788" y="558"/>
                  </a:lnTo>
                  <a:lnTo>
                    <a:pt x="791" y="558"/>
                  </a:lnTo>
                  <a:lnTo>
                    <a:pt x="796" y="555"/>
                  </a:lnTo>
                  <a:lnTo>
                    <a:pt x="796" y="549"/>
                  </a:lnTo>
                  <a:lnTo>
                    <a:pt x="795" y="548"/>
                  </a:lnTo>
                  <a:lnTo>
                    <a:pt x="795" y="541"/>
                  </a:lnTo>
                  <a:lnTo>
                    <a:pt x="790" y="532"/>
                  </a:lnTo>
                  <a:lnTo>
                    <a:pt x="780" y="524"/>
                  </a:lnTo>
                  <a:lnTo>
                    <a:pt x="780" y="514"/>
                  </a:lnTo>
                  <a:lnTo>
                    <a:pt x="778" y="512"/>
                  </a:lnTo>
                  <a:lnTo>
                    <a:pt x="780" y="510"/>
                  </a:lnTo>
                  <a:lnTo>
                    <a:pt x="785" y="508"/>
                  </a:lnTo>
                  <a:lnTo>
                    <a:pt x="787" y="503"/>
                  </a:lnTo>
                  <a:lnTo>
                    <a:pt x="784" y="499"/>
                  </a:lnTo>
                  <a:lnTo>
                    <a:pt x="777" y="491"/>
                  </a:lnTo>
                  <a:lnTo>
                    <a:pt x="777" y="490"/>
                  </a:lnTo>
                  <a:lnTo>
                    <a:pt x="771" y="485"/>
                  </a:lnTo>
                  <a:lnTo>
                    <a:pt x="760" y="480"/>
                  </a:lnTo>
                  <a:lnTo>
                    <a:pt x="754" y="470"/>
                  </a:lnTo>
                  <a:lnTo>
                    <a:pt x="751" y="466"/>
                  </a:lnTo>
                  <a:lnTo>
                    <a:pt x="748" y="467"/>
                  </a:lnTo>
                  <a:lnTo>
                    <a:pt x="744" y="469"/>
                  </a:lnTo>
                  <a:lnTo>
                    <a:pt x="741" y="468"/>
                  </a:lnTo>
                  <a:lnTo>
                    <a:pt x="747" y="462"/>
                  </a:lnTo>
                  <a:lnTo>
                    <a:pt x="746" y="455"/>
                  </a:lnTo>
                  <a:lnTo>
                    <a:pt x="743" y="453"/>
                  </a:lnTo>
                  <a:lnTo>
                    <a:pt x="726" y="449"/>
                  </a:lnTo>
                  <a:lnTo>
                    <a:pt x="702" y="450"/>
                  </a:lnTo>
                  <a:lnTo>
                    <a:pt x="696" y="444"/>
                  </a:lnTo>
                  <a:lnTo>
                    <a:pt x="696" y="442"/>
                  </a:lnTo>
                  <a:lnTo>
                    <a:pt x="691" y="439"/>
                  </a:lnTo>
                  <a:lnTo>
                    <a:pt x="691" y="437"/>
                  </a:lnTo>
                  <a:lnTo>
                    <a:pt x="678" y="428"/>
                  </a:lnTo>
                  <a:lnTo>
                    <a:pt x="675" y="427"/>
                  </a:lnTo>
                  <a:lnTo>
                    <a:pt x="673" y="425"/>
                  </a:lnTo>
                  <a:lnTo>
                    <a:pt x="671" y="425"/>
                  </a:lnTo>
                  <a:lnTo>
                    <a:pt x="662" y="417"/>
                  </a:lnTo>
                  <a:lnTo>
                    <a:pt x="660" y="417"/>
                  </a:lnTo>
                  <a:lnTo>
                    <a:pt x="659" y="413"/>
                  </a:lnTo>
                  <a:lnTo>
                    <a:pt x="660" y="412"/>
                  </a:lnTo>
                  <a:lnTo>
                    <a:pt x="660" y="405"/>
                  </a:lnTo>
                  <a:lnTo>
                    <a:pt x="661" y="401"/>
                  </a:lnTo>
                  <a:lnTo>
                    <a:pt x="664" y="399"/>
                  </a:lnTo>
                  <a:lnTo>
                    <a:pt x="664" y="397"/>
                  </a:lnTo>
                  <a:lnTo>
                    <a:pt x="666" y="394"/>
                  </a:lnTo>
                  <a:lnTo>
                    <a:pt x="666" y="393"/>
                  </a:lnTo>
                  <a:lnTo>
                    <a:pt x="669" y="390"/>
                  </a:lnTo>
                  <a:lnTo>
                    <a:pt x="670" y="384"/>
                  </a:lnTo>
                  <a:lnTo>
                    <a:pt x="668" y="383"/>
                  </a:lnTo>
                  <a:lnTo>
                    <a:pt x="668" y="378"/>
                  </a:lnTo>
                  <a:lnTo>
                    <a:pt x="667" y="378"/>
                  </a:lnTo>
                  <a:lnTo>
                    <a:pt x="666" y="373"/>
                  </a:lnTo>
                  <a:lnTo>
                    <a:pt x="672" y="370"/>
                  </a:lnTo>
                  <a:lnTo>
                    <a:pt x="674" y="370"/>
                  </a:lnTo>
                  <a:lnTo>
                    <a:pt x="675" y="369"/>
                  </a:lnTo>
                  <a:lnTo>
                    <a:pt x="679" y="369"/>
                  </a:lnTo>
                  <a:lnTo>
                    <a:pt x="685" y="365"/>
                  </a:lnTo>
                  <a:lnTo>
                    <a:pt x="687" y="365"/>
                  </a:lnTo>
                  <a:lnTo>
                    <a:pt x="689" y="363"/>
                  </a:lnTo>
                  <a:lnTo>
                    <a:pt x="690" y="363"/>
                  </a:lnTo>
                  <a:lnTo>
                    <a:pt x="694" y="356"/>
                  </a:lnTo>
                  <a:lnTo>
                    <a:pt x="698" y="351"/>
                  </a:lnTo>
                  <a:lnTo>
                    <a:pt x="701" y="346"/>
                  </a:lnTo>
                  <a:lnTo>
                    <a:pt x="703" y="344"/>
                  </a:lnTo>
                  <a:lnTo>
                    <a:pt x="702" y="342"/>
                  </a:lnTo>
                  <a:lnTo>
                    <a:pt x="706" y="339"/>
                  </a:lnTo>
                  <a:lnTo>
                    <a:pt x="707" y="335"/>
                  </a:lnTo>
                  <a:lnTo>
                    <a:pt x="714" y="322"/>
                  </a:lnTo>
                  <a:lnTo>
                    <a:pt x="705" y="309"/>
                  </a:lnTo>
                  <a:lnTo>
                    <a:pt x="705" y="296"/>
                  </a:lnTo>
                  <a:lnTo>
                    <a:pt x="700" y="291"/>
                  </a:lnTo>
                  <a:lnTo>
                    <a:pt x="686" y="292"/>
                  </a:lnTo>
                  <a:lnTo>
                    <a:pt x="685" y="293"/>
                  </a:lnTo>
                  <a:lnTo>
                    <a:pt x="678" y="294"/>
                  </a:lnTo>
                  <a:lnTo>
                    <a:pt x="674" y="297"/>
                  </a:lnTo>
                  <a:lnTo>
                    <a:pt x="672" y="297"/>
                  </a:lnTo>
                  <a:lnTo>
                    <a:pt x="672" y="298"/>
                  </a:lnTo>
                  <a:lnTo>
                    <a:pt x="668" y="300"/>
                  </a:lnTo>
                  <a:lnTo>
                    <a:pt x="665" y="303"/>
                  </a:lnTo>
                  <a:lnTo>
                    <a:pt x="656" y="307"/>
                  </a:lnTo>
                  <a:lnTo>
                    <a:pt x="654" y="310"/>
                  </a:lnTo>
                  <a:lnTo>
                    <a:pt x="645" y="315"/>
                  </a:lnTo>
                  <a:lnTo>
                    <a:pt x="643" y="315"/>
                  </a:lnTo>
                  <a:lnTo>
                    <a:pt x="640" y="318"/>
                  </a:lnTo>
                  <a:lnTo>
                    <a:pt x="637" y="317"/>
                  </a:lnTo>
                  <a:lnTo>
                    <a:pt x="636" y="320"/>
                  </a:lnTo>
                  <a:lnTo>
                    <a:pt x="634" y="319"/>
                  </a:lnTo>
                  <a:lnTo>
                    <a:pt x="632" y="320"/>
                  </a:lnTo>
                  <a:lnTo>
                    <a:pt x="629" y="320"/>
                  </a:lnTo>
                  <a:lnTo>
                    <a:pt x="626" y="317"/>
                  </a:lnTo>
                  <a:lnTo>
                    <a:pt x="622" y="316"/>
                  </a:lnTo>
                  <a:lnTo>
                    <a:pt x="617" y="317"/>
                  </a:lnTo>
                  <a:lnTo>
                    <a:pt x="615" y="315"/>
                  </a:lnTo>
                  <a:lnTo>
                    <a:pt x="610" y="315"/>
                  </a:lnTo>
                  <a:lnTo>
                    <a:pt x="604" y="307"/>
                  </a:lnTo>
                  <a:lnTo>
                    <a:pt x="599" y="308"/>
                  </a:lnTo>
                  <a:lnTo>
                    <a:pt x="597" y="309"/>
                  </a:lnTo>
                  <a:lnTo>
                    <a:pt x="597" y="311"/>
                  </a:lnTo>
                  <a:lnTo>
                    <a:pt x="595" y="313"/>
                  </a:lnTo>
                  <a:lnTo>
                    <a:pt x="580" y="315"/>
                  </a:lnTo>
                  <a:lnTo>
                    <a:pt x="578" y="316"/>
                  </a:lnTo>
                  <a:lnTo>
                    <a:pt x="564" y="317"/>
                  </a:lnTo>
                  <a:lnTo>
                    <a:pt x="568" y="326"/>
                  </a:lnTo>
                  <a:lnTo>
                    <a:pt x="572" y="329"/>
                  </a:lnTo>
                  <a:lnTo>
                    <a:pt x="574" y="329"/>
                  </a:lnTo>
                  <a:lnTo>
                    <a:pt x="579" y="331"/>
                  </a:lnTo>
                  <a:lnTo>
                    <a:pt x="580" y="333"/>
                  </a:lnTo>
                  <a:lnTo>
                    <a:pt x="579" y="335"/>
                  </a:lnTo>
                  <a:lnTo>
                    <a:pt x="566" y="352"/>
                  </a:lnTo>
                  <a:lnTo>
                    <a:pt x="551" y="352"/>
                  </a:lnTo>
                  <a:lnTo>
                    <a:pt x="547" y="347"/>
                  </a:lnTo>
                  <a:lnTo>
                    <a:pt x="534" y="342"/>
                  </a:lnTo>
                  <a:lnTo>
                    <a:pt x="521" y="327"/>
                  </a:lnTo>
                  <a:lnTo>
                    <a:pt x="510" y="326"/>
                  </a:lnTo>
                  <a:lnTo>
                    <a:pt x="503" y="321"/>
                  </a:lnTo>
                  <a:lnTo>
                    <a:pt x="506" y="317"/>
                  </a:lnTo>
                  <a:lnTo>
                    <a:pt x="504" y="293"/>
                  </a:lnTo>
                  <a:lnTo>
                    <a:pt x="500" y="291"/>
                  </a:lnTo>
                  <a:lnTo>
                    <a:pt x="488" y="291"/>
                  </a:lnTo>
                  <a:lnTo>
                    <a:pt x="484" y="289"/>
                  </a:lnTo>
                  <a:lnTo>
                    <a:pt x="483" y="285"/>
                  </a:lnTo>
                  <a:lnTo>
                    <a:pt x="484" y="282"/>
                  </a:lnTo>
                  <a:lnTo>
                    <a:pt x="482" y="280"/>
                  </a:lnTo>
                  <a:lnTo>
                    <a:pt x="474" y="280"/>
                  </a:lnTo>
                  <a:lnTo>
                    <a:pt x="472" y="270"/>
                  </a:lnTo>
                  <a:lnTo>
                    <a:pt x="469" y="266"/>
                  </a:lnTo>
                  <a:lnTo>
                    <a:pt x="461" y="265"/>
                  </a:lnTo>
                  <a:lnTo>
                    <a:pt x="448" y="255"/>
                  </a:lnTo>
                  <a:lnTo>
                    <a:pt x="447" y="255"/>
                  </a:lnTo>
                  <a:lnTo>
                    <a:pt x="441" y="251"/>
                  </a:lnTo>
                  <a:lnTo>
                    <a:pt x="437" y="251"/>
                  </a:lnTo>
                  <a:lnTo>
                    <a:pt x="435" y="250"/>
                  </a:lnTo>
                  <a:lnTo>
                    <a:pt x="427" y="249"/>
                  </a:lnTo>
                  <a:lnTo>
                    <a:pt x="424" y="246"/>
                  </a:lnTo>
                  <a:lnTo>
                    <a:pt x="428" y="242"/>
                  </a:lnTo>
                  <a:lnTo>
                    <a:pt x="430" y="242"/>
                  </a:lnTo>
                  <a:lnTo>
                    <a:pt x="432" y="240"/>
                  </a:lnTo>
                  <a:lnTo>
                    <a:pt x="432" y="238"/>
                  </a:lnTo>
                  <a:lnTo>
                    <a:pt x="442" y="227"/>
                  </a:lnTo>
                  <a:lnTo>
                    <a:pt x="445" y="226"/>
                  </a:lnTo>
                  <a:lnTo>
                    <a:pt x="454" y="215"/>
                  </a:lnTo>
                  <a:lnTo>
                    <a:pt x="457" y="214"/>
                  </a:lnTo>
                  <a:lnTo>
                    <a:pt x="467" y="201"/>
                  </a:lnTo>
                  <a:lnTo>
                    <a:pt x="467" y="199"/>
                  </a:lnTo>
                  <a:lnTo>
                    <a:pt x="470" y="197"/>
                  </a:lnTo>
                  <a:lnTo>
                    <a:pt x="470" y="195"/>
                  </a:lnTo>
                  <a:lnTo>
                    <a:pt x="473" y="189"/>
                  </a:lnTo>
                  <a:lnTo>
                    <a:pt x="472" y="184"/>
                  </a:lnTo>
                  <a:lnTo>
                    <a:pt x="470" y="183"/>
                  </a:lnTo>
                  <a:lnTo>
                    <a:pt x="466" y="174"/>
                  </a:lnTo>
                  <a:lnTo>
                    <a:pt x="462" y="171"/>
                  </a:lnTo>
                  <a:lnTo>
                    <a:pt x="449" y="165"/>
                  </a:lnTo>
                  <a:lnTo>
                    <a:pt x="428" y="166"/>
                  </a:lnTo>
                  <a:lnTo>
                    <a:pt x="426" y="168"/>
                  </a:lnTo>
                  <a:lnTo>
                    <a:pt x="408" y="169"/>
                  </a:lnTo>
                  <a:lnTo>
                    <a:pt x="400" y="172"/>
                  </a:lnTo>
                  <a:lnTo>
                    <a:pt x="396" y="172"/>
                  </a:lnTo>
                  <a:lnTo>
                    <a:pt x="387" y="178"/>
                  </a:lnTo>
                  <a:lnTo>
                    <a:pt x="383" y="184"/>
                  </a:lnTo>
                  <a:lnTo>
                    <a:pt x="381" y="184"/>
                  </a:lnTo>
                  <a:lnTo>
                    <a:pt x="376" y="189"/>
                  </a:lnTo>
                  <a:lnTo>
                    <a:pt x="373" y="191"/>
                  </a:lnTo>
                  <a:lnTo>
                    <a:pt x="370" y="194"/>
                  </a:lnTo>
                  <a:lnTo>
                    <a:pt x="364" y="194"/>
                  </a:lnTo>
                  <a:lnTo>
                    <a:pt x="363" y="193"/>
                  </a:lnTo>
                  <a:lnTo>
                    <a:pt x="359" y="193"/>
                  </a:lnTo>
                  <a:lnTo>
                    <a:pt x="358" y="192"/>
                  </a:lnTo>
                  <a:lnTo>
                    <a:pt x="354" y="192"/>
                  </a:lnTo>
                  <a:lnTo>
                    <a:pt x="352" y="191"/>
                  </a:lnTo>
                  <a:lnTo>
                    <a:pt x="352" y="186"/>
                  </a:lnTo>
                  <a:lnTo>
                    <a:pt x="353" y="184"/>
                  </a:lnTo>
                  <a:lnTo>
                    <a:pt x="353" y="182"/>
                  </a:lnTo>
                  <a:lnTo>
                    <a:pt x="354" y="180"/>
                  </a:lnTo>
                  <a:lnTo>
                    <a:pt x="354" y="176"/>
                  </a:lnTo>
                  <a:lnTo>
                    <a:pt x="355" y="174"/>
                  </a:lnTo>
                  <a:lnTo>
                    <a:pt x="355" y="166"/>
                  </a:lnTo>
                  <a:lnTo>
                    <a:pt x="348" y="157"/>
                  </a:lnTo>
                  <a:lnTo>
                    <a:pt x="340" y="150"/>
                  </a:lnTo>
                  <a:lnTo>
                    <a:pt x="340" y="148"/>
                  </a:lnTo>
                  <a:lnTo>
                    <a:pt x="332" y="139"/>
                  </a:lnTo>
                  <a:lnTo>
                    <a:pt x="332" y="138"/>
                  </a:lnTo>
                  <a:lnTo>
                    <a:pt x="323" y="129"/>
                  </a:lnTo>
                  <a:lnTo>
                    <a:pt x="323" y="126"/>
                  </a:lnTo>
                  <a:lnTo>
                    <a:pt x="315" y="118"/>
                  </a:lnTo>
                  <a:lnTo>
                    <a:pt x="314" y="115"/>
                  </a:lnTo>
                  <a:lnTo>
                    <a:pt x="330" y="98"/>
                  </a:lnTo>
                  <a:lnTo>
                    <a:pt x="328" y="91"/>
                  </a:lnTo>
                  <a:lnTo>
                    <a:pt x="327" y="91"/>
                  </a:lnTo>
                  <a:lnTo>
                    <a:pt x="326" y="88"/>
                  </a:lnTo>
                  <a:lnTo>
                    <a:pt x="325" y="86"/>
                  </a:lnTo>
                  <a:lnTo>
                    <a:pt x="325" y="82"/>
                  </a:lnTo>
                  <a:lnTo>
                    <a:pt x="323" y="81"/>
                  </a:lnTo>
                  <a:lnTo>
                    <a:pt x="320" y="70"/>
                  </a:lnTo>
                  <a:lnTo>
                    <a:pt x="319" y="69"/>
                  </a:lnTo>
                  <a:lnTo>
                    <a:pt x="319" y="66"/>
                  </a:lnTo>
                  <a:lnTo>
                    <a:pt x="317" y="65"/>
                  </a:lnTo>
                  <a:lnTo>
                    <a:pt x="317" y="61"/>
                  </a:lnTo>
                  <a:lnTo>
                    <a:pt x="316" y="60"/>
                  </a:lnTo>
                  <a:lnTo>
                    <a:pt x="312" y="49"/>
                  </a:lnTo>
                  <a:lnTo>
                    <a:pt x="311" y="48"/>
                  </a:lnTo>
                  <a:lnTo>
                    <a:pt x="311" y="45"/>
                  </a:lnTo>
                  <a:lnTo>
                    <a:pt x="309" y="44"/>
                  </a:lnTo>
                  <a:lnTo>
                    <a:pt x="309" y="40"/>
                  </a:lnTo>
                  <a:lnTo>
                    <a:pt x="306" y="35"/>
                  </a:lnTo>
                  <a:lnTo>
                    <a:pt x="306" y="31"/>
                  </a:lnTo>
                  <a:lnTo>
                    <a:pt x="305" y="31"/>
                  </a:lnTo>
                  <a:lnTo>
                    <a:pt x="303" y="24"/>
                  </a:lnTo>
                  <a:lnTo>
                    <a:pt x="301" y="23"/>
                  </a:lnTo>
                  <a:lnTo>
                    <a:pt x="300" y="15"/>
                  </a:lnTo>
                  <a:lnTo>
                    <a:pt x="298" y="13"/>
                  </a:lnTo>
                  <a:lnTo>
                    <a:pt x="300" y="2"/>
                  </a:lnTo>
                  <a:lnTo>
                    <a:pt x="296" y="2"/>
                  </a:lnTo>
                  <a:lnTo>
                    <a:pt x="279" y="2"/>
                  </a:lnTo>
                  <a:lnTo>
                    <a:pt x="278" y="2"/>
                  </a:lnTo>
                  <a:lnTo>
                    <a:pt x="277" y="2"/>
                  </a:lnTo>
                  <a:lnTo>
                    <a:pt x="276" y="2"/>
                  </a:lnTo>
                  <a:lnTo>
                    <a:pt x="275" y="2"/>
                  </a:lnTo>
                  <a:lnTo>
                    <a:pt x="274" y="1"/>
                  </a:lnTo>
                  <a:lnTo>
                    <a:pt x="260" y="1"/>
                  </a:lnTo>
                  <a:lnTo>
                    <a:pt x="259" y="1"/>
                  </a:lnTo>
                  <a:lnTo>
                    <a:pt x="258" y="1"/>
                  </a:lnTo>
                  <a:lnTo>
                    <a:pt x="257" y="1"/>
                  </a:lnTo>
                  <a:lnTo>
                    <a:pt x="256" y="0"/>
                  </a:lnTo>
                  <a:lnTo>
                    <a:pt x="241" y="9"/>
                  </a:lnTo>
                  <a:lnTo>
                    <a:pt x="233" y="19"/>
                  </a:lnTo>
                  <a:lnTo>
                    <a:pt x="228" y="22"/>
                  </a:lnTo>
                  <a:lnTo>
                    <a:pt x="224" y="27"/>
                  </a:lnTo>
                  <a:lnTo>
                    <a:pt x="225" y="34"/>
                  </a:lnTo>
                  <a:lnTo>
                    <a:pt x="230" y="39"/>
                  </a:lnTo>
                  <a:lnTo>
                    <a:pt x="228" y="44"/>
                  </a:lnTo>
                  <a:lnTo>
                    <a:pt x="228" y="50"/>
                  </a:lnTo>
                  <a:lnTo>
                    <a:pt x="235" y="57"/>
                  </a:lnTo>
                  <a:lnTo>
                    <a:pt x="228" y="65"/>
                  </a:lnTo>
                  <a:lnTo>
                    <a:pt x="223" y="68"/>
                  </a:lnTo>
                  <a:lnTo>
                    <a:pt x="221" y="68"/>
                  </a:lnTo>
                  <a:lnTo>
                    <a:pt x="221" y="70"/>
                  </a:lnTo>
                  <a:lnTo>
                    <a:pt x="216" y="70"/>
                  </a:lnTo>
                  <a:lnTo>
                    <a:pt x="215" y="71"/>
                  </a:lnTo>
                  <a:lnTo>
                    <a:pt x="202" y="72"/>
                  </a:lnTo>
                  <a:lnTo>
                    <a:pt x="200" y="73"/>
                  </a:lnTo>
                  <a:lnTo>
                    <a:pt x="195" y="74"/>
                  </a:lnTo>
                  <a:lnTo>
                    <a:pt x="190" y="77"/>
                  </a:lnTo>
                  <a:lnTo>
                    <a:pt x="184" y="85"/>
                  </a:lnTo>
                  <a:lnTo>
                    <a:pt x="174" y="77"/>
                  </a:lnTo>
                  <a:lnTo>
                    <a:pt x="152" y="79"/>
                  </a:lnTo>
                  <a:lnTo>
                    <a:pt x="144" y="83"/>
                  </a:lnTo>
                  <a:lnTo>
                    <a:pt x="141" y="86"/>
                  </a:lnTo>
                  <a:lnTo>
                    <a:pt x="113" y="103"/>
                  </a:lnTo>
                  <a:lnTo>
                    <a:pt x="88" y="131"/>
                  </a:lnTo>
                  <a:lnTo>
                    <a:pt x="88" y="133"/>
                  </a:lnTo>
                  <a:lnTo>
                    <a:pt x="62" y="161"/>
                  </a:lnTo>
                  <a:lnTo>
                    <a:pt x="50" y="167"/>
                  </a:lnTo>
                  <a:lnTo>
                    <a:pt x="48" y="169"/>
                  </a:lnTo>
                  <a:lnTo>
                    <a:pt x="46" y="167"/>
                  </a:lnTo>
                  <a:lnTo>
                    <a:pt x="36" y="166"/>
                  </a:lnTo>
                  <a:lnTo>
                    <a:pt x="35" y="165"/>
                  </a:lnTo>
                  <a:lnTo>
                    <a:pt x="26" y="164"/>
                  </a:lnTo>
                  <a:lnTo>
                    <a:pt x="25" y="163"/>
                  </a:lnTo>
                  <a:lnTo>
                    <a:pt x="18" y="163"/>
                  </a:lnTo>
                  <a:lnTo>
                    <a:pt x="14" y="167"/>
                  </a:lnTo>
                  <a:lnTo>
                    <a:pt x="15" y="172"/>
                  </a:lnTo>
                  <a:lnTo>
                    <a:pt x="14" y="173"/>
                  </a:lnTo>
                  <a:lnTo>
                    <a:pt x="14" y="178"/>
                  </a:lnTo>
                  <a:lnTo>
                    <a:pt x="12" y="182"/>
                  </a:lnTo>
                  <a:lnTo>
                    <a:pt x="13" y="185"/>
                  </a:lnTo>
                  <a:lnTo>
                    <a:pt x="12" y="187"/>
                  </a:lnTo>
                  <a:lnTo>
                    <a:pt x="10" y="200"/>
                  </a:lnTo>
                  <a:lnTo>
                    <a:pt x="8" y="206"/>
                  </a:lnTo>
                  <a:lnTo>
                    <a:pt x="6" y="208"/>
                  </a:lnTo>
                  <a:lnTo>
                    <a:pt x="4" y="213"/>
                  </a:lnTo>
                  <a:lnTo>
                    <a:pt x="7" y="256"/>
                  </a:lnTo>
                  <a:lnTo>
                    <a:pt x="6" y="258"/>
                  </a:lnTo>
                  <a:lnTo>
                    <a:pt x="6" y="262"/>
                  </a:lnTo>
                  <a:lnTo>
                    <a:pt x="4" y="262"/>
                  </a:lnTo>
                  <a:lnTo>
                    <a:pt x="4" y="265"/>
                  </a:lnTo>
                  <a:lnTo>
                    <a:pt x="0" y="271"/>
                  </a:lnTo>
                  <a:lnTo>
                    <a:pt x="22" y="271"/>
                  </a:lnTo>
                  <a:lnTo>
                    <a:pt x="22" y="272"/>
                  </a:lnTo>
                  <a:lnTo>
                    <a:pt x="23" y="278"/>
                  </a:lnTo>
                  <a:lnTo>
                    <a:pt x="22" y="279"/>
                  </a:lnTo>
                  <a:lnTo>
                    <a:pt x="22" y="284"/>
                  </a:lnTo>
                  <a:lnTo>
                    <a:pt x="25" y="288"/>
                  </a:lnTo>
                  <a:lnTo>
                    <a:pt x="26" y="293"/>
                  </a:lnTo>
                  <a:lnTo>
                    <a:pt x="27" y="294"/>
                  </a:lnTo>
                  <a:lnTo>
                    <a:pt x="73" y="292"/>
                  </a:lnTo>
                  <a:lnTo>
                    <a:pt x="75" y="293"/>
                  </a:lnTo>
                  <a:lnTo>
                    <a:pt x="80" y="293"/>
                  </a:lnTo>
                  <a:lnTo>
                    <a:pt x="80" y="301"/>
                  </a:lnTo>
                  <a:lnTo>
                    <a:pt x="83" y="305"/>
                  </a:lnTo>
                  <a:lnTo>
                    <a:pt x="96" y="304"/>
                  </a:lnTo>
                  <a:lnTo>
                    <a:pt x="98" y="305"/>
                  </a:lnTo>
                  <a:lnTo>
                    <a:pt x="102" y="305"/>
                  </a:lnTo>
                  <a:lnTo>
                    <a:pt x="104" y="306"/>
                  </a:lnTo>
                  <a:lnTo>
                    <a:pt x="104" y="311"/>
                  </a:lnTo>
                  <a:lnTo>
                    <a:pt x="107" y="314"/>
                  </a:lnTo>
                  <a:lnTo>
                    <a:pt x="113" y="315"/>
                  </a:lnTo>
                  <a:lnTo>
                    <a:pt x="119" y="320"/>
                  </a:lnTo>
                  <a:lnTo>
                    <a:pt x="127" y="319"/>
                  </a:lnTo>
                  <a:lnTo>
                    <a:pt x="131" y="323"/>
                  </a:lnTo>
                  <a:lnTo>
                    <a:pt x="138" y="323"/>
                  </a:lnTo>
                  <a:lnTo>
                    <a:pt x="140" y="325"/>
                  </a:lnTo>
                  <a:lnTo>
                    <a:pt x="140" y="327"/>
                  </a:lnTo>
                  <a:lnTo>
                    <a:pt x="142" y="329"/>
                  </a:lnTo>
                  <a:lnTo>
                    <a:pt x="151" y="329"/>
                  </a:lnTo>
                  <a:lnTo>
                    <a:pt x="157" y="331"/>
                  </a:lnTo>
                  <a:lnTo>
                    <a:pt x="172" y="344"/>
                  </a:lnTo>
                  <a:lnTo>
                    <a:pt x="176" y="344"/>
                  </a:lnTo>
                  <a:lnTo>
                    <a:pt x="177" y="341"/>
                  </a:lnTo>
                  <a:lnTo>
                    <a:pt x="177" y="339"/>
                  </a:lnTo>
                  <a:lnTo>
                    <a:pt x="179" y="337"/>
                  </a:lnTo>
                  <a:lnTo>
                    <a:pt x="182" y="337"/>
                  </a:lnTo>
                  <a:lnTo>
                    <a:pt x="185" y="334"/>
                  </a:lnTo>
                  <a:lnTo>
                    <a:pt x="189" y="333"/>
                  </a:lnTo>
                  <a:lnTo>
                    <a:pt x="190" y="332"/>
                  </a:lnTo>
                  <a:lnTo>
                    <a:pt x="193" y="332"/>
                  </a:lnTo>
                  <a:lnTo>
                    <a:pt x="195" y="330"/>
                  </a:lnTo>
                  <a:lnTo>
                    <a:pt x="199" y="330"/>
                  </a:lnTo>
                  <a:lnTo>
                    <a:pt x="201" y="333"/>
                  </a:lnTo>
                  <a:lnTo>
                    <a:pt x="204" y="332"/>
                  </a:lnTo>
                  <a:lnTo>
                    <a:pt x="208" y="336"/>
                  </a:lnTo>
                  <a:lnTo>
                    <a:pt x="212" y="337"/>
                  </a:lnTo>
                  <a:lnTo>
                    <a:pt x="214" y="335"/>
                  </a:lnTo>
                  <a:lnTo>
                    <a:pt x="231" y="353"/>
                  </a:lnTo>
                  <a:lnTo>
                    <a:pt x="236" y="358"/>
                  </a:lnTo>
                  <a:lnTo>
                    <a:pt x="240" y="358"/>
                  </a:lnTo>
                  <a:lnTo>
                    <a:pt x="244" y="360"/>
                  </a:lnTo>
                  <a:lnTo>
                    <a:pt x="247" y="360"/>
                  </a:lnTo>
                  <a:lnTo>
                    <a:pt x="248" y="361"/>
                  </a:lnTo>
                  <a:lnTo>
                    <a:pt x="255" y="361"/>
                  </a:lnTo>
                  <a:lnTo>
                    <a:pt x="257" y="359"/>
                  </a:lnTo>
                  <a:lnTo>
                    <a:pt x="255" y="336"/>
                  </a:lnTo>
                  <a:lnTo>
                    <a:pt x="260" y="326"/>
                  </a:lnTo>
                  <a:lnTo>
                    <a:pt x="260" y="317"/>
                  </a:lnTo>
                  <a:lnTo>
                    <a:pt x="261" y="315"/>
                  </a:lnTo>
                  <a:lnTo>
                    <a:pt x="260" y="296"/>
                  </a:lnTo>
                  <a:lnTo>
                    <a:pt x="261" y="295"/>
                  </a:lnTo>
                  <a:lnTo>
                    <a:pt x="262" y="292"/>
                  </a:lnTo>
                  <a:lnTo>
                    <a:pt x="269" y="292"/>
                  </a:lnTo>
                  <a:lnTo>
                    <a:pt x="280" y="298"/>
                  </a:lnTo>
                  <a:lnTo>
                    <a:pt x="283" y="300"/>
                  </a:lnTo>
                  <a:lnTo>
                    <a:pt x="291" y="303"/>
                  </a:lnTo>
                  <a:lnTo>
                    <a:pt x="298" y="310"/>
                  </a:lnTo>
                  <a:lnTo>
                    <a:pt x="300" y="310"/>
                  </a:lnTo>
                  <a:lnTo>
                    <a:pt x="307" y="315"/>
                  </a:lnTo>
                  <a:lnTo>
                    <a:pt x="313" y="320"/>
                  </a:lnTo>
                  <a:lnTo>
                    <a:pt x="314" y="320"/>
                  </a:lnTo>
                  <a:lnTo>
                    <a:pt x="321" y="326"/>
                  </a:lnTo>
                  <a:lnTo>
                    <a:pt x="329" y="330"/>
                  </a:lnTo>
                  <a:lnTo>
                    <a:pt x="344" y="312"/>
                  </a:lnTo>
                  <a:lnTo>
                    <a:pt x="347" y="311"/>
                  </a:lnTo>
                  <a:lnTo>
                    <a:pt x="358" y="319"/>
                  </a:lnTo>
                  <a:lnTo>
                    <a:pt x="359" y="317"/>
                  </a:lnTo>
                  <a:lnTo>
                    <a:pt x="360" y="318"/>
                  </a:lnTo>
                  <a:lnTo>
                    <a:pt x="364" y="316"/>
                  </a:lnTo>
                  <a:lnTo>
                    <a:pt x="371" y="308"/>
                  </a:lnTo>
                  <a:lnTo>
                    <a:pt x="375" y="307"/>
                  </a:lnTo>
                  <a:lnTo>
                    <a:pt x="381" y="312"/>
                  </a:lnTo>
                  <a:lnTo>
                    <a:pt x="382" y="315"/>
                  </a:lnTo>
                  <a:lnTo>
                    <a:pt x="406" y="337"/>
                  </a:lnTo>
                  <a:lnTo>
                    <a:pt x="409" y="342"/>
                  </a:lnTo>
                  <a:lnTo>
                    <a:pt x="415" y="346"/>
                  </a:lnTo>
                  <a:lnTo>
                    <a:pt x="415" y="348"/>
                  </a:lnTo>
                  <a:lnTo>
                    <a:pt x="422" y="354"/>
                  </a:lnTo>
                  <a:lnTo>
                    <a:pt x="424" y="357"/>
                  </a:lnTo>
                  <a:lnTo>
                    <a:pt x="429" y="362"/>
                  </a:lnTo>
                  <a:lnTo>
                    <a:pt x="430" y="364"/>
                  </a:lnTo>
                  <a:lnTo>
                    <a:pt x="437" y="369"/>
                  </a:lnTo>
                  <a:lnTo>
                    <a:pt x="437" y="372"/>
                  </a:lnTo>
                  <a:lnTo>
                    <a:pt x="441" y="372"/>
                  </a:lnTo>
                  <a:lnTo>
                    <a:pt x="441" y="373"/>
                  </a:lnTo>
                  <a:lnTo>
                    <a:pt x="454" y="378"/>
                  </a:lnTo>
                  <a:lnTo>
                    <a:pt x="455" y="373"/>
                  </a:lnTo>
                  <a:lnTo>
                    <a:pt x="454" y="372"/>
                  </a:lnTo>
                  <a:lnTo>
                    <a:pt x="453" y="365"/>
                  </a:lnTo>
                  <a:lnTo>
                    <a:pt x="452" y="364"/>
                  </a:lnTo>
                  <a:lnTo>
                    <a:pt x="452" y="362"/>
                  </a:lnTo>
                  <a:lnTo>
                    <a:pt x="453" y="360"/>
                  </a:lnTo>
                  <a:lnTo>
                    <a:pt x="456" y="360"/>
                  </a:lnTo>
                  <a:lnTo>
                    <a:pt x="458" y="363"/>
                  </a:lnTo>
                  <a:lnTo>
                    <a:pt x="460" y="363"/>
                  </a:lnTo>
                  <a:lnTo>
                    <a:pt x="469" y="373"/>
                  </a:lnTo>
                  <a:lnTo>
                    <a:pt x="469" y="374"/>
                  </a:lnTo>
                  <a:lnTo>
                    <a:pt x="475" y="379"/>
                  </a:lnTo>
                  <a:lnTo>
                    <a:pt x="477" y="379"/>
                  </a:lnTo>
                  <a:lnTo>
                    <a:pt x="482" y="382"/>
                  </a:lnTo>
                  <a:lnTo>
                    <a:pt x="484" y="388"/>
                  </a:lnTo>
                  <a:lnTo>
                    <a:pt x="488" y="395"/>
                  </a:lnTo>
                  <a:lnTo>
                    <a:pt x="492" y="396"/>
                  </a:lnTo>
                  <a:lnTo>
                    <a:pt x="494" y="398"/>
                  </a:lnTo>
                  <a:lnTo>
                    <a:pt x="495" y="397"/>
                  </a:lnTo>
                  <a:lnTo>
                    <a:pt x="501" y="402"/>
                  </a:lnTo>
                  <a:lnTo>
                    <a:pt x="504" y="402"/>
                  </a:lnTo>
                  <a:lnTo>
                    <a:pt x="510" y="405"/>
                  </a:lnTo>
                  <a:lnTo>
                    <a:pt x="534" y="425"/>
                  </a:lnTo>
                  <a:lnTo>
                    <a:pt x="536" y="425"/>
                  </a:lnTo>
                  <a:lnTo>
                    <a:pt x="543" y="432"/>
                  </a:lnTo>
                  <a:lnTo>
                    <a:pt x="544" y="432"/>
                  </a:lnTo>
                  <a:lnTo>
                    <a:pt x="556" y="440"/>
                  </a:lnTo>
                  <a:lnTo>
                    <a:pt x="559" y="436"/>
                  </a:lnTo>
                  <a:lnTo>
                    <a:pt x="561" y="431"/>
                  </a:lnTo>
                  <a:lnTo>
                    <a:pt x="565" y="425"/>
                  </a:lnTo>
                  <a:lnTo>
                    <a:pt x="571" y="425"/>
                  </a:lnTo>
                  <a:lnTo>
                    <a:pt x="573" y="426"/>
                  </a:lnTo>
                  <a:lnTo>
                    <a:pt x="572" y="427"/>
                  </a:lnTo>
                  <a:lnTo>
                    <a:pt x="574" y="429"/>
                  </a:lnTo>
                  <a:lnTo>
                    <a:pt x="573" y="433"/>
                  </a:lnTo>
                  <a:lnTo>
                    <a:pt x="575" y="435"/>
                  </a:lnTo>
                  <a:lnTo>
                    <a:pt x="575" y="445"/>
                  </a:lnTo>
                  <a:lnTo>
                    <a:pt x="574" y="446"/>
                  </a:lnTo>
                  <a:lnTo>
                    <a:pt x="586" y="455"/>
                  </a:lnTo>
                  <a:lnTo>
                    <a:pt x="587" y="455"/>
                  </a:lnTo>
                  <a:lnTo>
                    <a:pt x="601" y="466"/>
                  </a:lnTo>
                  <a:lnTo>
                    <a:pt x="602" y="465"/>
                  </a:lnTo>
                  <a:lnTo>
                    <a:pt x="606" y="469"/>
                  </a:lnTo>
                  <a:lnTo>
                    <a:pt x="607" y="481"/>
                  </a:lnTo>
                  <a:lnTo>
                    <a:pt x="605" y="482"/>
                  </a:lnTo>
                  <a:lnTo>
                    <a:pt x="604" y="486"/>
                  </a:lnTo>
                  <a:lnTo>
                    <a:pt x="603" y="487"/>
                  </a:lnTo>
                  <a:lnTo>
                    <a:pt x="603" y="490"/>
                  </a:lnTo>
                  <a:lnTo>
                    <a:pt x="612" y="499"/>
                  </a:lnTo>
                  <a:lnTo>
                    <a:pt x="612" y="500"/>
                  </a:lnTo>
                  <a:lnTo>
                    <a:pt x="617" y="504"/>
                  </a:lnTo>
                  <a:lnTo>
                    <a:pt x="637" y="550"/>
                  </a:lnTo>
                  <a:lnTo>
                    <a:pt x="634" y="556"/>
                  </a:lnTo>
                  <a:lnTo>
                    <a:pt x="630" y="560"/>
                  </a:lnTo>
                  <a:lnTo>
                    <a:pt x="630" y="562"/>
                  </a:lnTo>
                  <a:lnTo>
                    <a:pt x="629" y="564"/>
                  </a:lnTo>
                  <a:lnTo>
                    <a:pt x="629" y="572"/>
                  </a:lnTo>
                  <a:lnTo>
                    <a:pt x="628" y="574"/>
                  </a:lnTo>
                  <a:lnTo>
                    <a:pt x="628" y="579"/>
                  </a:lnTo>
                  <a:lnTo>
                    <a:pt x="627" y="580"/>
                  </a:lnTo>
                  <a:lnTo>
                    <a:pt x="618" y="582"/>
                  </a:lnTo>
                  <a:lnTo>
                    <a:pt x="616" y="583"/>
                  </a:lnTo>
                  <a:lnTo>
                    <a:pt x="617" y="589"/>
                  </a:lnTo>
                  <a:lnTo>
                    <a:pt x="615" y="590"/>
                  </a:lnTo>
                  <a:lnTo>
                    <a:pt x="616" y="600"/>
                  </a:lnTo>
                  <a:lnTo>
                    <a:pt x="606" y="605"/>
                  </a:lnTo>
                  <a:lnTo>
                    <a:pt x="599" y="605"/>
                  </a:lnTo>
                  <a:lnTo>
                    <a:pt x="597" y="607"/>
                  </a:lnTo>
                  <a:lnTo>
                    <a:pt x="595" y="609"/>
                  </a:lnTo>
                  <a:lnTo>
                    <a:pt x="594" y="608"/>
                  </a:lnTo>
                  <a:lnTo>
                    <a:pt x="591" y="611"/>
                  </a:lnTo>
                  <a:lnTo>
                    <a:pt x="589" y="611"/>
                  </a:lnTo>
                  <a:lnTo>
                    <a:pt x="586" y="615"/>
                  </a:lnTo>
                  <a:lnTo>
                    <a:pt x="586" y="617"/>
                  </a:lnTo>
                  <a:lnTo>
                    <a:pt x="585" y="618"/>
                  </a:lnTo>
                  <a:lnTo>
                    <a:pt x="585" y="623"/>
                  </a:lnTo>
                  <a:lnTo>
                    <a:pt x="590" y="632"/>
                  </a:lnTo>
                  <a:lnTo>
                    <a:pt x="586" y="638"/>
                  </a:lnTo>
                  <a:lnTo>
                    <a:pt x="584" y="638"/>
                  </a:lnTo>
                  <a:lnTo>
                    <a:pt x="572" y="645"/>
                  </a:lnTo>
                  <a:lnTo>
                    <a:pt x="572" y="644"/>
                  </a:lnTo>
                  <a:lnTo>
                    <a:pt x="570" y="647"/>
                  </a:lnTo>
                  <a:lnTo>
                    <a:pt x="561" y="652"/>
                  </a:lnTo>
                  <a:lnTo>
                    <a:pt x="558" y="656"/>
                  </a:lnTo>
                  <a:lnTo>
                    <a:pt x="557" y="661"/>
                  </a:lnTo>
                  <a:lnTo>
                    <a:pt x="555" y="663"/>
                  </a:lnTo>
                  <a:lnTo>
                    <a:pt x="552" y="664"/>
                  </a:lnTo>
                  <a:lnTo>
                    <a:pt x="549" y="666"/>
                  </a:lnTo>
                  <a:lnTo>
                    <a:pt x="550" y="672"/>
                  </a:lnTo>
                  <a:lnTo>
                    <a:pt x="560" y="679"/>
                  </a:lnTo>
                  <a:lnTo>
                    <a:pt x="568" y="686"/>
                  </a:lnTo>
                  <a:lnTo>
                    <a:pt x="573" y="692"/>
                  </a:lnTo>
                  <a:lnTo>
                    <a:pt x="578" y="696"/>
                  </a:lnTo>
                  <a:lnTo>
                    <a:pt x="576" y="699"/>
                  </a:lnTo>
                  <a:lnTo>
                    <a:pt x="571" y="702"/>
                  </a:lnTo>
                  <a:lnTo>
                    <a:pt x="565" y="702"/>
                  </a:lnTo>
                  <a:lnTo>
                    <a:pt x="564" y="704"/>
                  </a:lnTo>
                  <a:lnTo>
                    <a:pt x="561" y="711"/>
                  </a:lnTo>
                  <a:lnTo>
                    <a:pt x="558" y="713"/>
                  </a:lnTo>
                  <a:lnTo>
                    <a:pt x="556" y="713"/>
                  </a:lnTo>
                  <a:lnTo>
                    <a:pt x="552" y="717"/>
                  </a:lnTo>
                  <a:lnTo>
                    <a:pt x="551" y="716"/>
                  </a:lnTo>
                  <a:lnTo>
                    <a:pt x="549" y="718"/>
                  </a:lnTo>
                  <a:lnTo>
                    <a:pt x="527" y="707"/>
                  </a:lnTo>
                  <a:lnTo>
                    <a:pt x="527" y="705"/>
                  </a:lnTo>
                  <a:lnTo>
                    <a:pt x="525" y="705"/>
                  </a:lnTo>
                  <a:lnTo>
                    <a:pt x="522" y="703"/>
                  </a:lnTo>
                  <a:lnTo>
                    <a:pt x="508" y="697"/>
                  </a:lnTo>
                  <a:lnTo>
                    <a:pt x="505" y="697"/>
                  </a:lnTo>
                  <a:lnTo>
                    <a:pt x="500" y="694"/>
                  </a:lnTo>
                  <a:lnTo>
                    <a:pt x="494" y="692"/>
                  </a:lnTo>
                  <a:lnTo>
                    <a:pt x="489" y="694"/>
                  </a:lnTo>
                  <a:lnTo>
                    <a:pt x="482" y="703"/>
                  </a:lnTo>
                  <a:lnTo>
                    <a:pt x="482" y="711"/>
                  </a:lnTo>
                  <a:lnTo>
                    <a:pt x="493" y="727"/>
                  </a:lnTo>
                  <a:lnTo>
                    <a:pt x="493" y="729"/>
                  </a:lnTo>
                  <a:lnTo>
                    <a:pt x="505" y="740"/>
                  </a:lnTo>
                  <a:lnTo>
                    <a:pt x="507" y="747"/>
                  </a:lnTo>
                  <a:lnTo>
                    <a:pt x="509" y="751"/>
                  </a:lnTo>
                  <a:lnTo>
                    <a:pt x="515" y="753"/>
                  </a:lnTo>
                  <a:lnTo>
                    <a:pt x="525" y="753"/>
                  </a:lnTo>
                  <a:lnTo>
                    <a:pt x="526" y="751"/>
                  </a:lnTo>
                  <a:lnTo>
                    <a:pt x="530" y="751"/>
                  </a:lnTo>
                  <a:lnTo>
                    <a:pt x="537" y="757"/>
                  </a:lnTo>
                  <a:lnTo>
                    <a:pt x="537" y="765"/>
                  </a:lnTo>
                  <a:lnTo>
                    <a:pt x="541" y="768"/>
                  </a:lnTo>
                  <a:lnTo>
                    <a:pt x="546" y="764"/>
                  </a:lnTo>
                  <a:lnTo>
                    <a:pt x="549" y="760"/>
                  </a:lnTo>
                  <a:lnTo>
                    <a:pt x="553" y="764"/>
                  </a:lnTo>
                  <a:lnTo>
                    <a:pt x="554" y="774"/>
                  </a:lnTo>
                  <a:lnTo>
                    <a:pt x="549" y="785"/>
                  </a:lnTo>
                  <a:lnTo>
                    <a:pt x="549" y="795"/>
                  </a:lnTo>
                  <a:lnTo>
                    <a:pt x="553" y="798"/>
                  </a:lnTo>
                  <a:lnTo>
                    <a:pt x="561" y="790"/>
                  </a:lnTo>
                  <a:lnTo>
                    <a:pt x="563" y="790"/>
                  </a:lnTo>
                  <a:lnTo>
                    <a:pt x="564" y="789"/>
                  </a:lnTo>
                  <a:lnTo>
                    <a:pt x="567" y="787"/>
                  </a:lnTo>
                  <a:lnTo>
                    <a:pt x="570" y="782"/>
                  </a:lnTo>
                  <a:lnTo>
                    <a:pt x="572" y="780"/>
                  </a:lnTo>
                  <a:lnTo>
                    <a:pt x="585" y="776"/>
                  </a:lnTo>
                  <a:lnTo>
                    <a:pt x="591" y="768"/>
                  </a:lnTo>
                  <a:lnTo>
                    <a:pt x="591" y="762"/>
                  </a:lnTo>
                  <a:lnTo>
                    <a:pt x="587" y="757"/>
                  </a:lnTo>
                  <a:lnTo>
                    <a:pt x="586" y="755"/>
                  </a:lnTo>
                  <a:lnTo>
                    <a:pt x="585" y="755"/>
                  </a:lnTo>
                  <a:lnTo>
                    <a:pt x="582" y="750"/>
                  </a:lnTo>
                  <a:lnTo>
                    <a:pt x="582" y="748"/>
                  </a:lnTo>
                  <a:lnTo>
                    <a:pt x="578" y="744"/>
                  </a:lnTo>
                  <a:lnTo>
                    <a:pt x="579" y="742"/>
                  </a:lnTo>
                  <a:lnTo>
                    <a:pt x="576" y="737"/>
                  </a:lnTo>
                  <a:lnTo>
                    <a:pt x="581" y="730"/>
                  </a:lnTo>
                  <a:lnTo>
                    <a:pt x="582" y="728"/>
                  </a:lnTo>
                  <a:lnTo>
                    <a:pt x="587" y="728"/>
                  </a:lnTo>
                  <a:lnTo>
                    <a:pt x="592" y="722"/>
                  </a:lnTo>
                  <a:lnTo>
                    <a:pt x="601" y="721"/>
                  </a:lnTo>
                  <a:lnTo>
                    <a:pt x="613" y="705"/>
                  </a:lnTo>
                  <a:lnTo>
                    <a:pt x="615" y="705"/>
                  </a:lnTo>
                  <a:lnTo>
                    <a:pt x="618" y="707"/>
                  </a:lnTo>
                  <a:lnTo>
                    <a:pt x="623" y="708"/>
                  </a:lnTo>
                  <a:lnTo>
                    <a:pt x="624" y="710"/>
                  </a:lnTo>
                  <a:lnTo>
                    <a:pt x="626" y="709"/>
                  </a:lnTo>
                  <a:lnTo>
                    <a:pt x="627" y="712"/>
                  </a:lnTo>
                  <a:lnTo>
                    <a:pt x="630" y="716"/>
                  </a:lnTo>
                  <a:lnTo>
                    <a:pt x="633" y="716"/>
                  </a:lnTo>
                  <a:lnTo>
                    <a:pt x="636" y="718"/>
                  </a:lnTo>
                  <a:lnTo>
                    <a:pt x="637" y="728"/>
                  </a:lnTo>
                  <a:lnTo>
                    <a:pt x="636" y="730"/>
                  </a:lnTo>
                  <a:lnTo>
                    <a:pt x="636" y="736"/>
                  </a:lnTo>
                  <a:lnTo>
                    <a:pt x="637" y="736"/>
                  </a:lnTo>
                  <a:lnTo>
                    <a:pt x="639" y="744"/>
                  </a:lnTo>
                  <a:lnTo>
                    <a:pt x="640" y="744"/>
                  </a:lnTo>
                  <a:lnTo>
                    <a:pt x="641" y="746"/>
                  </a:lnTo>
                  <a:lnTo>
                    <a:pt x="645" y="752"/>
                  </a:lnTo>
                  <a:lnTo>
                    <a:pt x="655" y="751"/>
                  </a:lnTo>
                  <a:lnTo>
                    <a:pt x="657" y="749"/>
                  </a:lnTo>
                  <a:lnTo>
                    <a:pt x="658" y="749"/>
                  </a:lnTo>
                  <a:lnTo>
                    <a:pt x="660" y="751"/>
                  </a:lnTo>
                  <a:lnTo>
                    <a:pt x="662" y="751"/>
                  </a:lnTo>
                  <a:lnTo>
                    <a:pt x="665" y="755"/>
                  </a:lnTo>
                  <a:lnTo>
                    <a:pt x="671" y="754"/>
                  </a:lnTo>
                  <a:lnTo>
                    <a:pt x="673" y="755"/>
                  </a:lnTo>
                  <a:lnTo>
                    <a:pt x="684" y="755"/>
                  </a:lnTo>
                  <a:lnTo>
                    <a:pt x="688" y="757"/>
                  </a:lnTo>
                  <a:lnTo>
                    <a:pt x="694" y="756"/>
                  </a:lnTo>
                  <a:lnTo>
                    <a:pt x="696" y="757"/>
                  </a:lnTo>
                  <a:lnTo>
                    <a:pt x="698" y="757"/>
                  </a:lnTo>
                  <a:lnTo>
                    <a:pt x="701" y="759"/>
                  </a:lnTo>
                  <a:lnTo>
                    <a:pt x="701" y="764"/>
                  </a:lnTo>
                  <a:lnTo>
                    <a:pt x="704" y="767"/>
                  </a:lnTo>
                  <a:lnTo>
                    <a:pt x="707" y="772"/>
                  </a:lnTo>
                  <a:lnTo>
                    <a:pt x="707" y="775"/>
                  </a:lnTo>
                  <a:lnTo>
                    <a:pt x="712" y="782"/>
                  </a:lnTo>
                  <a:lnTo>
                    <a:pt x="712" y="784"/>
                  </a:lnTo>
                  <a:lnTo>
                    <a:pt x="718" y="794"/>
                  </a:lnTo>
                  <a:lnTo>
                    <a:pt x="719" y="810"/>
                  </a:lnTo>
                  <a:lnTo>
                    <a:pt x="712" y="818"/>
                  </a:lnTo>
                  <a:lnTo>
                    <a:pt x="731" y="831"/>
                  </a:lnTo>
                  <a:lnTo>
                    <a:pt x="737" y="833"/>
                  </a:lnTo>
                  <a:lnTo>
                    <a:pt x="748" y="835"/>
                  </a:lnTo>
                  <a:lnTo>
                    <a:pt x="749" y="836"/>
                  </a:lnTo>
                  <a:lnTo>
                    <a:pt x="752" y="836"/>
                  </a:lnTo>
                  <a:lnTo>
                    <a:pt x="757" y="838"/>
                  </a:lnTo>
                  <a:lnTo>
                    <a:pt x="777" y="838"/>
                  </a:lnTo>
                  <a:lnTo>
                    <a:pt x="779" y="835"/>
                  </a:lnTo>
                  <a:lnTo>
                    <a:pt x="781" y="835"/>
                  </a:lnTo>
                  <a:lnTo>
                    <a:pt x="784" y="831"/>
                  </a:lnTo>
                  <a:lnTo>
                    <a:pt x="786" y="830"/>
                  </a:lnTo>
                  <a:lnTo>
                    <a:pt x="788" y="828"/>
                  </a:lnTo>
                  <a:lnTo>
                    <a:pt x="787" y="826"/>
                  </a:lnTo>
                  <a:lnTo>
                    <a:pt x="789" y="826"/>
                  </a:lnTo>
                  <a:lnTo>
                    <a:pt x="789" y="821"/>
                  </a:lnTo>
                  <a:lnTo>
                    <a:pt x="790" y="821"/>
                  </a:lnTo>
                  <a:lnTo>
                    <a:pt x="792" y="815"/>
                  </a:lnTo>
                  <a:lnTo>
                    <a:pt x="797" y="815"/>
                  </a:lnTo>
                  <a:lnTo>
                    <a:pt x="799" y="816"/>
                  </a:lnTo>
                  <a:lnTo>
                    <a:pt x="803" y="816"/>
                  </a:lnTo>
                  <a:lnTo>
                    <a:pt x="805" y="817"/>
                  </a:lnTo>
                  <a:lnTo>
                    <a:pt x="811" y="816"/>
                  </a:lnTo>
                  <a:lnTo>
                    <a:pt x="811" y="814"/>
                  </a:lnTo>
                  <a:lnTo>
                    <a:pt x="813" y="814"/>
                  </a:lnTo>
                  <a:lnTo>
                    <a:pt x="814" y="813"/>
                  </a:lnTo>
                  <a:lnTo>
                    <a:pt x="816" y="813"/>
                  </a:lnTo>
                  <a:lnTo>
                    <a:pt x="817" y="811"/>
                  </a:lnTo>
                  <a:lnTo>
                    <a:pt x="819" y="810"/>
                  </a:lnTo>
                  <a:lnTo>
                    <a:pt x="819" y="801"/>
                  </a:lnTo>
                  <a:lnTo>
                    <a:pt x="821" y="794"/>
                  </a:lnTo>
                  <a:lnTo>
                    <a:pt x="819" y="792"/>
                  </a:lnTo>
                  <a:lnTo>
                    <a:pt x="813" y="790"/>
                  </a:lnTo>
                  <a:lnTo>
                    <a:pt x="810" y="787"/>
                  </a:lnTo>
                  <a:lnTo>
                    <a:pt x="807" y="782"/>
                  </a:lnTo>
                  <a:lnTo>
                    <a:pt x="807" y="780"/>
                  </a:lnTo>
                  <a:lnTo>
                    <a:pt x="812" y="774"/>
                  </a:lnTo>
                  <a:lnTo>
                    <a:pt x="814" y="773"/>
                  </a:lnTo>
                  <a:lnTo>
                    <a:pt x="819" y="767"/>
                  </a:lnTo>
                  <a:lnTo>
                    <a:pt x="821" y="762"/>
                  </a:lnTo>
                  <a:lnTo>
                    <a:pt x="824" y="759"/>
                  </a:lnTo>
                  <a:lnTo>
                    <a:pt x="833" y="758"/>
                  </a:lnTo>
                  <a:lnTo>
                    <a:pt x="839" y="763"/>
                  </a:lnTo>
                  <a:lnTo>
                    <a:pt x="845" y="760"/>
                  </a:lnTo>
                  <a:lnTo>
                    <a:pt x="855" y="760"/>
                  </a:lnTo>
                  <a:lnTo>
                    <a:pt x="858" y="762"/>
                  </a:lnTo>
                  <a:lnTo>
                    <a:pt x="860" y="762"/>
                  </a:lnTo>
                  <a:lnTo>
                    <a:pt x="861" y="764"/>
                  </a:lnTo>
                  <a:lnTo>
                    <a:pt x="861" y="755"/>
                  </a:lnTo>
                  <a:lnTo>
                    <a:pt x="861" y="752"/>
                  </a:lnTo>
                  <a:lnTo>
                    <a:pt x="857" y="746"/>
                  </a:lnTo>
                  <a:lnTo>
                    <a:pt x="855" y="725"/>
                  </a:lnTo>
                  <a:lnTo>
                    <a:pt x="857" y="724"/>
                  </a:lnTo>
                  <a:lnTo>
                    <a:pt x="858" y="718"/>
                  </a:lnTo>
                  <a:lnTo>
                    <a:pt x="863" y="708"/>
                  </a:lnTo>
                  <a:lnTo>
                    <a:pt x="863" y="704"/>
                  </a:lnTo>
                  <a:lnTo>
                    <a:pt x="870" y="704"/>
                  </a:lnTo>
                  <a:lnTo>
                    <a:pt x="872" y="702"/>
                  </a:lnTo>
                  <a:lnTo>
                    <a:pt x="872" y="700"/>
                  </a:lnTo>
                  <a:lnTo>
                    <a:pt x="863" y="692"/>
                  </a:lnTo>
                  <a:lnTo>
                    <a:pt x="857" y="690"/>
                  </a:lnTo>
                  <a:lnTo>
                    <a:pt x="855" y="689"/>
                  </a:lnTo>
                  <a:lnTo>
                    <a:pt x="852" y="689"/>
                  </a:lnTo>
                  <a:lnTo>
                    <a:pt x="850" y="688"/>
                  </a:lnTo>
                  <a:lnTo>
                    <a:pt x="847" y="688"/>
                  </a:lnTo>
                  <a:lnTo>
                    <a:pt x="846" y="682"/>
                  </a:lnTo>
                  <a:lnTo>
                    <a:pt x="849" y="678"/>
                  </a:lnTo>
                  <a:lnTo>
                    <a:pt x="849" y="676"/>
                  </a:lnTo>
                  <a:lnTo>
                    <a:pt x="854" y="672"/>
                  </a:lnTo>
                  <a:lnTo>
                    <a:pt x="860" y="659"/>
                  </a:lnTo>
                  <a:lnTo>
                    <a:pt x="855" y="653"/>
                  </a:lnTo>
                  <a:lnTo>
                    <a:pt x="854" y="646"/>
                  </a:lnTo>
                  <a:lnTo>
                    <a:pt x="857" y="643"/>
                  </a:lnTo>
                  <a:lnTo>
                    <a:pt x="860" y="640"/>
                  </a:lnTo>
                  <a:lnTo>
                    <a:pt x="885" y="638"/>
                  </a:lnTo>
                  <a:lnTo>
                    <a:pt x="894" y="645"/>
                  </a:lnTo>
                  <a:lnTo>
                    <a:pt x="899" y="648"/>
                  </a:lnTo>
                  <a:lnTo>
                    <a:pt x="905" y="654"/>
                  </a:lnTo>
                  <a:lnTo>
                    <a:pt x="908" y="654"/>
                  </a:lnTo>
                  <a:lnTo>
                    <a:pt x="909" y="653"/>
                  </a:lnTo>
                  <a:lnTo>
                    <a:pt x="916" y="652"/>
                  </a:lnTo>
                  <a:lnTo>
                    <a:pt x="917" y="651"/>
                  </a:lnTo>
                  <a:lnTo>
                    <a:pt x="932" y="650"/>
                  </a:lnTo>
                  <a:lnTo>
                    <a:pt x="933" y="649"/>
                  </a:lnTo>
                  <a:lnTo>
                    <a:pt x="944" y="649"/>
                  </a:lnTo>
                  <a:lnTo>
                    <a:pt x="946" y="647"/>
                  </a:lnTo>
                  <a:lnTo>
                    <a:pt x="946" y="642"/>
                  </a:lnTo>
                  <a:lnTo>
                    <a:pt x="936" y="627"/>
                  </a:lnTo>
                  <a:lnTo>
                    <a:pt x="943" y="624"/>
                  </a:lnTo>
                  <a:lnTo>
                    <a:pt x="946" y="624"/>
                  </a:lnTo>
                  <a:lnTo>
                    <a:pt x="947" y="626"/>
                  </a:lnTo>
                  <a:lnTo>
                    <a:pt x="959" y="625"/>
                  </a:lnTo>
                  <a:lnTo>
                    <a:pt x="960" y="624"/>
                  </a:lnTo>
                  <a:lnTo>
                    <a:pt x="969" y="623"/>
                  </a:lnTo>
                  <a:lnTo>
                    <a:pt x="970" y="622"/>
                  </a:lnTo>
                  <a:lnTo>
                    <a:pt x="993" y="621"/>
                  </a:lnTo>
                  <a:lnTo>
                    <a:pt x="999" y="616"/>
                  </a:lnTo>
                  <a:lnTo>
                    <a:pt x="998" y="607"/>
                  </a:lnTo>
                  <a:lnTo>
                    <a:pt x="995" y="602"/>
                  </a:lnTo>
                  <a:lnTo>
                    <a:pt x="995" y="598"/>
                  </a:lnTo>
                  <a:lnTo>
                    <a:pt x="992" y="593"/>
                  </a:lnTo>
                  <a:lnTo>
                    <a:pt x="992" y="588"/>
                  </a:lnTo>
                  <a:lnTo>
                    <a:pt x="990" y="588"/>
                  </a:lnTo>
                  <a:lnTo>
                    <a:pt x="990" y="574"/>
                  </a:lnTo>
                  <a:lnTo>
                    <a:pt x="992" y="571"/>
                  </a:lnTo>
                  <a:lnTo>
                    <a:pt x="994" y="571"/>
                  </a:lnTo>
                  <a:lnTo>
                    <a:pt x="996" y="568"/>
                  </a:lnTo>
                  <a:lnTo>
                    <a:pt x="1000" y="565"/>
                  </a:lnTo>
                  <a:lnTo>
                    <a:pt x="1000" y="563"/>
                  </a:lnTo>
                  <a:lnTo>
                    <a:pt x="1001" y="561"/>
                  </a:lnTo>
                  <a:lnTo>
                    <a:pt x="1000" y="544"/>
                  </a:lnTo>
                  <a:lnTo>
                    <a:pt x="1001" y="542"/>
                  </a:lnTo>
                  <a:lnTo>
                    <a:pt x="1001" y="532"/>
                  </a:lnTo>
                  <a:lnTo>
                    <a:pt x="997" y="529"/>
                  </a:lnTo>
                  <a:lnTo>
                    <a:pt x="993" y="529"/>
                  </a:lnTo>
                  <a:lnTo>
                    <a:pt x="989" y="527"/>
                  </a:lnTo>
                  <a:lnTo>
                    <a:pt x="984" y="526"/>
                  </a:lnTo>
                  <a:lnTo>
                    <a:pt x="977" y="521"/>
                  </a:lnTo>
                  <a:lnTo>
                    <a:pt x="973" y="520"/>
                  </a:lnTo>
                  <a:lnTo>
                    <a:pt x="968" y="516"/>
                  </a:lnTo>
                  <a:lnTo>
                    <a:pt x="966" y="516"/>
                  </a:lnTo>
                  <a:lnTo>
                    <a:pt x="964" y="515"/>
                  </a:lnTo>
                  <a:lnTo>
                    <a:pt x="959" y="514"/>
                  </a:lnTo>
                  <a:lnTo>
                    <a:pt x="945" y="505"/>
                  </a:lnTo>
                  <a:lnTo>
                    <a:pt x="943" y="502"/>
                  </a:lnTo>
                  <a:lnTo>
                    <a:pt x="940" y="503"/>
                  </a:lnTo>
                  <a:lnTo>
                    <a:pt x="937" y="500"/>
                  </a:lnTo>
                  <a:lnTo>
                    <a:pt x="934" y="500"/>
                  </a:lnTo>
                  <a:lnTo>
                    <a:pt x="932" y="498"/>
                  </a:lnTo>
                  <a:lnTo>
                    <a:pt x="931" y="499"/>
                  </a:lnTo>
                  <a:lnTo>
                    <a:pt x="930" y="498"/>
                  </a:lnTo>
                  <a:lnTo>
                    <a:pt x="922" y="497"/>
                  </a:lnTo>
                  <a:lnTo>
                    <a:pt x="921" y="496"/>
                  </a:lnTo>
                  <a:lnTo>
                    <a:pt x="919" y="496"/>
                  </a:lnTo>
                  <a:lnTo>
                    <a:pt x="915" y="493"/>
                  </a:lnTo>
                  <a:lnTo>
                    <a:pt x="908" y="490"/>
                  </a:lnTo>
                  <a:lnTo>
                    <a:pt x="907" y="481"/>
                  </a:lnTo>
                  <a:close/>
                </a:path>
              </a:pathLst>
            </a:custGeom>
            <a:grpFill/>
            <a:ln w="28575">
              <a:noFill/>
              <a:prstDash val="sysDot"/>
              <a:round/>
              <a:headEnd/>
              <a:tailEnd/>
            </a:ln>
          </p:spPr>
          <p:txBody>
            <a:bodyPr/>
            <a:lstStyle/>
            <a:p>
              <a:endParaRPr lang="zh-CN" altLang="en-US" kern="0" dirty="0">
                <a:solidFill>
                  <a:prstClr val="black"/>
                </a:solidFill>
                <a:ea typeface="微软雅黑" pitchFamily="34" charset="-122"/>
              </a:endParaRPr>
            </a:p>
          </p:txBody>
        </p:sp>
        <p:sp>
          <p:nvSpPr>
            <p:cNvPr id="17" name="Freeform 17"/>
            <p:cNvSpPr>
              <a:spLocks/>
            </p:cNvSpPr>
            <p:nvPr/>
          </p:nvSpPr>
          <p:spPr bwMode="auto">
            <a:xfrm>
              <a:off x="3677374" y="649399"/>
              <a:ext cx="2859088" cy="2659062"/>
            </a:xfrm>
            <a:custGeom>
              <a:avLst/>
              <a:gdLst>
                <a:gd name="T0" fmla="*/ 2147483647 w 1562"/>
                <a:gd name="T1" fmla="*/ 2147483647 h 1394"/>
                <a:gd name="T2" fmla="*/ 2147483647 w 1562"/>
                <a:gd name="T3" fmla="*/ 2147483647 h 1394"/>
                <a:gd name="T4" fmla="*/ 2147483647 w 1562"/>
                <a:gd name="T5" fmla="*/ 2147483647 h 1394"/>
                <a:gd name="T6" fmla="*/ 2147483647 w 1562"/>
                <a:gd name="T7" fmla="*/ 2147483647 h 1394"/>
                <a:gd name="T8" fmla="*/ 2147483647 w 1562"/>
                <a:gd name="T9" fmla="*/ 2147483647 h 1394"/>
                <a:gd name="T10" fmla="*/ 2147483647 w 1562"/>
                <a:gd name="T11" fmla="*/ 2147483647 h 1394"/>
                <a:gd name="T12" fmla="*/ 2147483647 w 1562"/>
                <a:gd name="T13" fmla="*/ 2147483647 h 1394"/>
                <a:gd name="T14" fmla="*/ 2147483647 w 1562"/>
                <a:gd name="T15" fmla="*/ 2147483647 h 1394"/>
                <a:gd name="T16" fmla="*/ 2147483647 w 1562"/>
                <a:gd name="T17" fmla="*/ 2147483647 h 1394"/>
                <a:gd name="T18" fmla="*/ 2147483647 w 1562"/>
                <a:gd name="T19" fmla="*/ 2147483647 h 1394"/>
                <a:gd name="T20" fmla="*/ 2147483647 w 1562"/>
                <a:gd name="T21" fmla="*/ 2147483647 h 1394"/>
                <a:gd name="T22" fmla="*/ 2147483647 w 1562"/>
                <a:gd name="T23" fmla="*/ 2147483647 h 1394"/>
                <a:gd name="T24" fmla="*/ 2147483647 w 1562"/>
                <a:gd name="T25" fmla="*/ 2147483647 h 1394"/>
                <a:gd name="T26" fmla="*/ 2147483647 w 1562"/>
                <a:gd name="T27" fmla="*/ 2147483647 h 1394"/>
                <a:gd name="T28" fmla="*/ 2147483647 w 1562"/>
                <a:gd name="T29" fmla="*/ 2147483647 h 1394"/>
                <a:gd name="T30" fmla="*/ 2147483647 w 1562"/>
                <a:gd name="T31" fmla="*/ 2147483647 h 1394"/>
                <a:gd name="T32" fmla="*/ 2147483647 w 1562"/>
                <a:gd name="T33" fmla="*/ 2147483647 h 1394"/>
                <a:gd name="T34" fmla="*/ 2147483647 w 1562"/>
                <a:gd name="T35" fmla="*/ 2147483647 h 1394"/>
                <a:gd name="T36" fmla="*/ 2147483647 w 1562"/>
                <a:gd name="T37" fmla="*/ 2147483647 h 1394"/>
                <a:gd name="T38" fmla="*/ 2147483647 w 1562"/>
                <a:gd name="T39" fmla="*/ 2147483647 h 1394"/>
                <a:gd name="T40" fmla="*/ 2147483647 w 1562"/>
                <a:gd name="T41" fmla="*/ 2147483647 h 1394"/>
                <a:gd name="T42" fmla="*/ 2147483647 w 1562"/>
                <a:gd name="T43" fmla="*/ 2147483647 h 1394"/>
                <a:gd name="T44" fmla="*/ 2147483647 w 1562"/>
                <a:gd name="T45" fmla="*/ 2147483647 h 1394"/>
                <a:gd name="T46" fmla="*/ 2147483647 w 1562"/>
                <a:gd name="T47" fmla="*/ 2147483647 h 1394"/>
                <a:gd name="T48" fmla="*/ 2147483647 w 1562"/>
                <a:gd name="T49" fmla="*/ 2147483647 h 1394"/>
                <a:gd name="T50" fmla="*/ 2147483647 w 1562"/>
                <a:gd name="T51" fmla="*/ 2147483647 h 1394"/>
                <a:gd name="T52" fmla="*/ 2147483647 w 1562"/>
                <a:gd name="T53" fmla="*/ 2147483647 h 1394"/>
                <a:gd name="T54" fmla="*/ 2147483647 w 1562"/>
                <a:gd name="T55" fmla="*/ 2147483647 h 1394"/>
                <a:gd name="T56" fmla="*/ 2147483647 w 1562"/>
                <a:gd name="T57" fmla="*/ 2147483647 h 1394"/>
                <a:gd name="T58" fmla="*/ 2147483647 w 1562"/>
                <a:gd name="T59" fmla="*/ 2147483647 h 1394"/>
                <a:gd name="T60" fmla="*/ 2147483647 w 1562"/>
                <a:gd name="T61" fmla="*/ 2147483647 h 1394"/>
                <a:gd name="T62" fmla="*/ 2147483647 w 1562"/>
                <a:gd name="T63" fmla="*/ 2147483647 h 1394"/>
                <a:gd name="T64" fmla="*/ 2147483647 w 1562"/>
                <a:gd name="T65" fmla="*/ 2147483647 h 1394"/>
                <a:gd name="T66" fmla="*/ 2147483647 w 1562"/>
                <a:gd name="T67" fmla="*/ 2147483647 h 1394"/>
                <a:gd name="T68" fmla="*/ 2147483647 w 1562"/>
                <a:gd name="T69" fmla="*/ 2147483647 h 1394"/>
                <a:gd name="T70" fmla="*/ 2147483647 w 1562"/>
                <a:gd name="T71" fmla="*/ 2147483647 h 1394"/>
                <a:gd name="T72" fmla="*/ 2147483647 w 1562"/>
                <a:gd name="T73" fmla="*/ 2147483647 h 1394"/>
                <a:gd name="T74" fmla="*/ 2147483647 w 1562"/>
                <a:gd name="T75" fmla="*/ 2147483647 h 1394"/>
                <a:gd name="T76" fmla="*/ 2147483647 w 1562"/>
                <a:gd name="T77" fmla="*/ 2147483647 h 1394"/>
                <a:gd name="T78" fmla="*/ 2147483647 w 1562"/>
                <a:gd name="T79" fmla="*/ 2147483647 h 1394"/>
                <a:gd name="T80" fmla="*/ 2147483647 w 1562"/>
                <a:gd name="T81" fmla="*/ 2147483647 h 1394"/>
                <a:gd name="T82" fmla="*/ 2147483647 w 1562"/>
                <a:gd name="T83" fmla="*/ 2147483647 h 1394"/>
                <a:gd name="T84" fmla="*/ 2147483647 w 1562"/>
                <a:gd name="T85" fmla="*/ 2147483647 h 1394"/>
                <a:gd name="T86" fmla="*/ 2147483647 w 1562"/>
                <a:gd name="T87" fmla="*/ 2147483647 h 1394"/>
                <a:gd name="T88" fmla="*/ 2147483647 w 1562"/>
                <a:gd name="T89" fmla="*/ 2147483647 h 1394"/>
                <a:gd name="T90" fmla="*/ 2147483647 w 1562"/>
                <a:gd name="T91" fmla="*/ 2147483647 h 1394"/>
                <a:gd name="T92" fmla="*/ 2147483647 w 1562"/>
                <a:gd name="T93" fmla="*/ 2147483647 h 1394"/>
                <a:gd name="T94" fmla="*/ 2147483647 w 1562"/>
                <a:gd name="T95" fmla="*/ 2147483647 h 1394"/>
                <a:gd name="T96" fmla="*/ 2147483647 w 1562"/>
                <a:gd name="T97" fmla="*/ 2147483647 h 1394"/>
                <a:gd name="T98" fmla="*/ 2147483647 w 1562"/>
                <a:gd name="T99" fmla="*/ 2147483647 h 1394"/>
                <a:gd name="T100" fmla="*/ 2147483647 w 1562"/>
                <a:gd name="T101" fmla="*/ 2147483647 h 1394"/>
                <a:gd name="T102" fmla="*/ 2147483647 w 1562"/>
                <a:gd name="T103" fmla="*/ 2147483647 h 1394"/>
                <a:gd name="T104" fmla="*/ 2147483647 w 1562"/>
                <a:gd name="T105" fmla="*/ 2147483647 h 1394"/>
                <a:gd name="T106" fmla="*/ 2147483647 w 1562"/>
                <a:gd name="T107" fmla="*/ 2147483647 h 1394"/>
                <a:gd name="T108" fmla="*/ 2147483647 w 1562"/>
                <a:gd name="T109" fmla="*/ 2147483647 h 1394"/>
                <a:gd name="T110" fmla="*/ 2147483647 w 1562"/>
                <a:gd name="T111" fmla="*/ 2147483647 h 1394"/>
                <a:gd name="T112" fmla="*/ 2147483647 w 1562"/>
                <a:gd name="T113" fmla="*/ 2147483647 h 1394"/>
                <a:gd name="T114" fmla="*/ 2147483647 w 1562"/>
                <a:gd name="T115" fmla="*/ 2147483647 h 1394"/>
                <a:gd name="T116" fmla="*/ 2147483647 w 1562"/>
                <a:gd name="T117" fmla="*/ 2147483647 h 1394"/>
                <a:gd name="T118" fmla="*/ 2147483647 w 1562"/>
                <a:gd name="T119" fmla="*/ 2147483647 h 1394"/>
                <a:gd name="T120" fmla="*/ 2147483647 w 1562"/>
                <a:gd name="T121" fmla="*/ 2147483647 h 1394"/>
                <a:gd name="T122" fmla="*/ 2147483647 w 1562"/>
                <a:gd name="T123" fmla="*/ 2147483647 h 1394"/>
                <a:gd name="T124" fmla="*/ 2147483647 w 1562"/>
                <a:gd name="T125" fmla="*/ 2147483647 h 139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1562"/>
                <a:gd name="T190" fmla="*/ 0 h 1394"/>
                <a:gd name="T191" fmla="*/ 1562 w 1562"/>
                <a:gd name="T192" fmla="*/ 1394 h 1394"/>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1562" h="1394">
                  <a:moveTo>
                    <a:pt x="404" y="1394"/>
                  </a:moveTo>
                  <a:lnTo>
                    <a:pt x="398" y="1388"/>
                  </a:lnTo>
                  <a:lnTo>
                    <a:pt x="398" y="1386"/>
                  </a:lnTo>
                  <a:lnTo>
                    <a:pt x="393" y="1383"/>
                  </a:lnTo>
                  <a:lnTo>
                    <a:pt x="393" y="1381"/>
                  </a:lnTo>
                  <a:lnTo>
                    <a:pt x="380" y="1372"/>
                  </a:lnTo>
                  <a:lnTo>
                    <a:pt x="377" y="1371"/>
                  </a:lnTo>
                  <a:lnTo>
                    <a:pt x="375" y="1369"/>
                  </a:lnTo>
                  <a:lnTo>
                    <a:pt x="373" y="1369"/>
                  </a:lnTo>
                  <a:lnTo>
                    <a:pt x="364" y="1361"/>
                  </a:lnTo>
                  <a:lnTo>
                    <a:pt x="362" y="1361"/>
                  </a:lnTo>
                  <a:lnTo>
                    <a:pt x="361" y="1357"/>
                  </a:lnTo>
                  <a:lnTo>
                    <a:pt x="362" y="1356"/>
                  </a:lnTo>
                  <a:lnTo>
                    <a:pt x="362" y="1349"/>
                  </a:lnTo>
                  <a:lnTo>
                    <a:pt x="363" y="1345"/>
                  </a:lnTo>
                  <a:lnTo>
                    <a:pt x="366" y="1343"/>
                  </a:lnTo>
                  <a:lnTo>
                    <a:pt x="366" y="1341"/>
                  </a:lnTo>
                  <a:lnTo>
                    <a:pt x="368" y="1338"/>
                  </a:lnTo>
                  <a:lnTo>
                    <a:pt x="368" y="1337"/>
                  </a:lnTo>
                  <a:lnTo>
                    <a:pt x="371" y="1334"/>
                  </a:lnTo>
                  <a:lnTo>
                    <a:pt x="372" y="1328"/>
                  </a:lnTo>
                  <a:lnTo>
                    <a:pt x="370" y="1327"/>
                  </a:lnTo>
                  <a:lnTo>
                    <a:pt x="370" y="1322"/>
                  </a:lnTo>
                  <a:lnTo>
                    <a:pt x="369" y="1322"/>
                  </a:lnTo>
                  <a:lnTo>
                    <a:pt x="368" y="1317"/>
                  </a:lnTo>
                  <a:lnTo>
                    <a:pt x="374" y="1314"/>
                  </a:lnTo>
                  <a:lnTo>
                    <a:pt x="376" y="1314"/>
                  </a:lnTo>
                  <a:lnTo>
                    <a:pt x="377" y="1313"/>
                  </a:lnTo>
                  <a:lnTo>
                    <a:pt x="381" y="1313"/>
                  </a:lnTo>
                  <a:lnTo>
                    <a:pt x="387" y="1309"/>
                  </a:lnTo>
                  <a:lnTo>
                    <a:pt x="389" y="1309"/>
                  </a:lnTo>
                  <a:lnTo>
                    <a:pt x="391" y="1307"/>
                  </a:lnTo>
                  <a:lnTo>
                    <a:pt x="392" y="1307"/>
                  </a:lnTo>
                  <a:lnTo>
                    <a:pt x="396" y="1300"/>
                  </a:lnTo>
                  <a:lnTo>
                    <a:pt x="400" y="1295"/>
                  </a:lnTo>
                  <a:lnTo>
                    <a:pt x="403" y="1290"/>
                  </a:lnTo>
                  <a:lnTo>
                    <a:pt x="405" y="1288"/>
                  </a:lnTo>
                  <a:lnTo>
                    <a:pt x="404" y="1286"/>
                  </a:lnTo>
                  <a:lnTo>
                    <a:pt x="408" y="1283"/>
                  </a:lnTo>
                  <a:lnTo>
                    <a:pt x="409" y="1279"/>
                  </a:lnTo>
                  <a:lnTo>
                    <a:pt x="416" y="1266"/>
                  </a:lnTo>
                  <a:lnTo>
                    <a:pt x="407" y="1253"/>
                  </a:lnTo>
                  <a:lnTo>
                    <a:pt x="407" y="1240"/>
                  </a:lnTo>
                  <a:lnTo>
                    <a:pt x="402" y="1235"/>
                  </a:lnTo>
                  <a:lnTo>
                    <a:pt x="388" y="1236"/>
                  </a:lnTo>
                  <a:lnTo>
                    <a:pt x="387" y="1237"/>
                  </a:lnTo>
                  <a:lnTo>
                    <a:pt x="380" y="1238"/>
                  </a:lnTo>
                  <a:lnTo>
                    <a:pt x="376" y="1241"/>
                  </a:lnTo>
                  <a:lnTo>
                    <a:pt x="374" y="1241"/>
                  </a:lnTo>
                  <a:lnTo>
                    <a:pt x="374" y="1242"/>
                  </a:lnTo>
                  <a:lnTo>
                    <a:pt x="370" y="1244"/>
                  </a:lnTo>
                  <a:lnTo>
                    <a:pt x="367" y="1247"/>
                  </a:lnTo>
                  <a:lnTo>
                    <a:pt x="358" y="1251"/>
                  </a:lnTo>
                  <a:lnTo>
                    <a:pt x="356" y="1254"/>
                  </a:lnTo>
                  <a:lnTo>
                    <a:pt x="347" y="1259"/>
                  </a:lnTo>
                  <a:lnTo>
                    <a:pt x="345" y="1259"/>
                  </a:lnTo>
                  <a:lnTo>
                    <a:pt x="342" y="1262"/>
                  </a:lnTo>
                  <a:lnTo>
                    <a:pt x="339" y="1261"/>
                  </a:lnTo>
                  <a:lnTo>
                    <a:pt x="338" y="1264"/>
                  </a:lnTo>
                  <a:lnTo>
                    <a:pt x="336" y="1263"/>
                  </a:lnTo>
                  <a:lnTo>
                    <a:pt x="334" y="1264"/>
                  </a:lnTo>
                  <a:lnTo>
                    <a:pt x="331" y="1264"/>
                  </a:lnTo>
                  <a:lnTo>
                    <a:pt x="328" y="1261"/>
                  </a:lnTo>
                  <a:lnTo>
                    <a:pt x="324" y="1260"/>
                  </a:lnTo>
                  <a:lnTo>
                    <a:pt x="319" y="1261"/>
                  </a:lnTo>
                  <a:lnTo>
                    <a:pt x="317" y="1259"/>
                  </a:lnTo>
                  <a:lnTo>
                    <a:pt x="312" y="1259"/>
                  </a:lnTo>
                  <a:lnTo>
                    <a:pt x="306" y="1251"/>
                  </a:lnTo>
                  <a:lnTo>
                    <a:pt x="301" y="1252"/>
                  </a:lnTo>
                  <a:lnTo>
                    <a:pt x="299" y="1253"/>
                  </a:lnTo>
                  <a:lnTo>
                    <a:pt x="299" y="1255"/>
                  </a:lnTo>
                  <a:lnTo>
                    <a:pt x="297" y="1257"/>
                  </a:lnTo>
                  <a:lnTo>
                    <a:pt x="282" y="1259"/>
                  </a:lnTo>
                  <a:lnTo>
                    <a:pt x="280" y="1260"/>
                  </a:lnTo>
                  <a:lnTo>
                    <a:pt x="266" y="1261"/>
                  </a:lnTo>
                  <a:lnTo>
                    <a:pt x="270" y="1270"/>
                  </a:lnTo>
                  <a:lnTo>
                    <a:pt x="274" y="1273"/>
                  </a:lnTo>
                  <a:lnTo>
                    <a:pt x="276" y="1273"/>
                  </a:lnTo>
                  <a:lnTo>
                    <a:pt x="281" y="1275"/>
                  </a:lnTo>
                  <a:lnTo>
                    <a:pt x="282" y="1277"/>
                  </a:lnTo>
                  <a:lnTo>
                    <a:pt x="281" y="1279"/>
                  </a:lnTo>
                  <a:lnTo>
                    <a:pt x="268" y="1296"/>
                  </a:lnTo>
                  <a:lnTo>
                    <a:pt x="253" y="1296"/>
                  </a:lnTo>
                  <a:lnTo>
                    <a:pt x="249" y="1291"/>
                  </a:lnTo>
                  <a:lnTo>
                    <a:pt x="236" y="1286"/>
                  </a:lnTo>
                  <a:lnTo>
                    <a:pt x="223" y="1271"/>
                  </a:lnTo>
                  <a:lnTo>
                    <a:pt x="212" y="1270"/>
                  </a:lnTo>
                  <a:lnTo>
                    <a:pt x="205" y="1265"/>
                  </a:lnTo>
                  <a:lnTo>
                    <a:pt x="208" y="1261"/>
                  </a:lnTo>
                  <a:lnTo>
                    <a:pt x="206" y="1237"/>
                  </a:lnTo>
                  <a:lnTo>
                    <a:pt x="202" y="1235"/>
                  </a:lnTo>
                  <a:lnTo>
                    <a:pt x="190" y="1235"/>
                  </a:lnTo>
                  <a:lnTo>
                    <a:pt x="186" y="1233"/>
                  </a:lnTo>
                  <a:lnTo>
                    <a:pt x="185" y="1229"/>
                  </a:lnTo>
                  <a:lnTo>
                    <a:pt x="186" y="1226"/>
                  </a:lnTo>
                  <a:lnTo>
                    <a:pt x="184" y="1224"/>
                  </a:lnTo>
                  <a:lnTo>
                    <a:pt x="176" y="1224"/>
                  </a:lnTo>
                  <a:lnTo>
                    <a:pt x="174" y="1214"/>
                  </a:lnTo>
                  <a:lnTo>
                    <a:pt x="171" y="1210"/>
                  </a:lnTo>
                  <a:lnTo>
                    <a:pt x="163" y="1209"/>
                  </a:lnTo>
                  <a:lnTo>
                    <a:pt x="150" y="1199"/>
                  </a:lnTo>
                  <a:lnTo>
                    <a:pt x="149" y="1199"/>
                  </a:lnTo>
                  <a:lnTo>
                    <a:pt x="143" y="1195"/>
                  </a:lnTo>
                  <a:lnTo>
                    <a:pt x="139" y="1195"/>
                  </a:lnTo>
                  <a:lnTo>
                    <a:pt x="137" y="1194"/>
                  </a:lnTo>
                  <a:lnTo>
                    <a:pt x="129" y="1193"/>
                  </a:lnTo>
                  <a:lnTo>
                    <a:pt x="126" y="1190"/>
                  </a:lnTo>
                  <a:lnTo>
                    <a:pt x="130" y="1186"/>
                  </a:lnTo>
                  <a:lnTo>
                    <a:pt x="132" y="1186"/>
                  </a:lnTo>
                  <a:lnTo>
                    <a:pt x="134" y="1184"/>
                  </a:lnTo>
                  <a:lnTo>
                    <a:pt x="134" y="1182"/>
                  </a:lnTo>
                  <a:lnTo>
                    <a:pt x="144" y="1171"/>
                  </a:lnTo>
                  <a:lnTo>
                    <a:pt x="147" y="1170"/>
                  </a:lnTo>
                  <a:lnTo>
                    <a:pt x="156" y="1159"/>
                  </a:lnTo>
                  <a:lnTo>
                    <a:pt x="159" y="1158"/>
                  </a:lnTo>
                  <a:lnTo>
                    <a:pt x="169" y="1145"/>
                  </a:lnTo>
                  <a:lnTo>
                    <a:pt x="169" y="1143"/>
                  </a:lnTo>
                  <a:lnTo>
                    <a:pt x="172" y="1141"/>
                  </a:lnTo>
                  <a:lnTo>
                    <a:pt x="172" y="1139"/>
                  </a:lnTo>
                  <a:lnTo>
                    <a:pt x="175" y="1133"/>
                  </a:lnTo>
                  <a:lnTo>
                    <a:pt x="174" y="1128"/>
                  </a:lnTo>
                  <a:lnTo>
                    <a:pt x="172" y="1127"/>
                  </a:lnTo>
                  <a:lnTo>
                    <a:pt x="168" y="1118"/>
                  </a:lnTo>
                  <a:lnTo>
                    <a:pt x="164" y="1115"/>
                  </a:lnTo>
                  <a:lnTo>
                    <a:pt x="151" y="1109"/>
                  </a:lnTo>
                  <a:lnTo>
                    <a:pt x="130" y="1110"/>
                  </a:lnTo>
                  <a:lnTo>
                    <a:pt x="128" y="1112"/>
                  </a:lnTo>
                  <a:lnTo>
                    <a:pt x="110" y="1113"/>
                  </a:lnTo>
                  <a:lnTo>
                    <a:pt x="102" y="1116"/>
                  </a:lnTo>
                  <a:lnTo>
                    <a:pt x="98" y="1116"/>
                  </a:lnTo>
                  <a:lnTo>
                    <a:pt x="89" y="1122"/>
                  </a:lnTo>
                  <a:lnTo>
                    <a:pt x="85" y="1128"/>
                  </a:lnTo>
                  <a:lnTo>
                    <a:pt x="83" y="1128"/>
                  </a:lnTo>
                  <a:lnTo>
                    <a:pt x="78" y="1133"/>
                  </a:lnTo>
                  <a:lnTo>
                    <a:pt x="75" y="1135"/>
                  </a:lnTo>
                  <a:lnTo>
                    <a:pt x="72" y="1138"/>
                  </a:lnTo>
                  <a:lnTo>
                    <a:pt x="66" y="1138"/>
                  </a:lnTo>
                  <a:lnTo>
                    <a:pt x="65" y="1137"/>
                  </a:lnTo>
                  <a:lnTo>
                    <a:pt x="61" y="1137"/>
                  </a:lnTo>
                  <a:lnTo>
                    <a:pt x="60" y="1136"/>
                  </a:lnTo>
                  <a:lnTo>
                    <a:pt x="56" y="1136"/>
                  </a:lnTo>
                  <a:lnTo>
                    <a:pt x="54" y="1135"/>
                  </a:lnTo>
                  <a:lnTo>
                    <a:pt x="54" y="1130"/>
                  </a:lnTo>
                  <a:lnTo>
                    <a:pt x="55" y="1128"/>
                  </a:lnTo>
                  <a:lnTo>
                    <a:pt x="55" y="1126"/>
                  </a:lnTo>
                  <a:lnTo>
                    <a:pt x="56" y="1124"/>
                  </a:lnTo>
                  <a:lnTo>
                    <a:pt x="56" y="1120"/>
                  </a:lnTo>
                  <a:lnTo>
                    <a:pt x="57" y="1118"/>
                  </a:lnTo>
                  <a:lnTo>
                    <a:pt x="57" y="1110"/>
                  </a:lnTo>
                  <a:lnTo>
                    <a:pt x="50" y="1101"/>
                  </a:lnTo>
                  <a:lnTo>
                    <a:pt x="42" y="1094"/>
                  </a:lnTo>
                  <a:lnTo>
                    <a:pt x="42" y="1092"/>
                  </a:lnTo>
                  <a:lnTo>
                    <a:pt x="34" y="1083"/>
                  </a:lnTo>
                  <a:lnTo>
                    <a:pt x="34" y="1082"/>
                  </a:lnTo>
                  <a:lnTo>
                    <a:pt x="25" y="1073"/>
                  </a:lnTo>
                  <a:lnTo>
                    <a:pt x="25" y="1070"/>
                  </a:lnTo>
                  <a:lnTo>
                    <a:pt x="17" y="1062"/>
                  </a:lnTo>
                  <a:lnTo>
                    <a:pt x="16" y="1059"/>
                  </a:lnTo>
                  <a:lnTo>
                    <a:pt x="32" y="1042"/>
                  </a:lnTo>
                  <a:lnTo>
                    <a:pt x="30" y="1035"/>
                  </a:lnTo>
                  <a:lnTo>
                    <a:pt x="29" y="1035"/>
                  </a:lnTo>
                  <a:lnTo>
                    <a:pt x="28" y="1032"/>
                  </a:lnTo>
                  <a:lnTo>
                    <a:pt x="27" y="1030"/>
                  </a:lnTo>
                  <a:lnTo>
                    <a:pt x="27" y="1026"/>
                  </a:lnTo>
                  <a:lnTo>
                    <a:pt x="25" y="1025"/>
                  </a:lnTo>
                  <a:lnTo>
                    <a:pt x="22" y="1014"/>
                  </a:lnTo>
                  <a:lnTo>
                    <a:pt x="21" y="1013"/>
                  </a:lnTo>
                  <a:lnTo>
                    <a:pt x="21" y="1010"/>
                  </a:lnTo>
                  <a:lnTo>
                    <a:pt x="19" y="1009"/>
                  </a:lnTo>
                  <a:lnTo>
                    <a:pt x="19" y="1005"/>
                  </a:lnTo>
                  <a:lnTo>
                    <a:pt x="18" y="1004"/>
                  </a:lnTo>
                  <a:lnTo>
                    <a:pt x="14" y="993"/>
                  </a:lnTo>
                  <a:lnTo>
                    <a:pt x="13" y="992"/>
                  </a:lnTo>
                  <a:lnTo>
                    <a:pt x="13" y="989"/>
                  </a:lnTo>
                  <a:lnTo>
                    <a:pt x="11" y="988"/>
                  </a:lnTo>
                  <a:lnTo>
                    <a:pt x="11" y="984"/>
                  </a:lnTo>
                  <a:lnTo>
                    <a:pt x="8" y="979"/>
                  </a:lnTo>
                  <a:lnTo>
                    <a:pt x="8" y="975"/>
                  </a:lnTo>
                  <a:lnTo>
                    <a:pt x="7" y="975"/>
                  </a:lnTo>
                  <a:lnTo>
                    <a:pt x="5" y="968"/>
                  </a:lnTo>
                  <a:lnTo>
                    <a:pt x="3" y="967"/>
                  </a:lnTo>
                  <a:lnTo>
                    <a:pt x="2" y="959"/>
                  </a:lnTo>
                  <a:lnTo>
                    <a:pt x="0" y="957"/>
                  </a:lnTo>
                  <a:lnTo>
                    <a:pt x="2" y="946"/>
                  </a:lnTo>
                  <a:lnTo>
                    <a:pt x="11" y="948"/>
                  </a:lnTo>
                  <a:lnTo>
                    <a:pt x="27" y="952"/>
                  </a:lnTo>
                  <a:lnTo>
                    <a:pt x="45" y="958"/>
                  </a:lnTo>
                  <a:lnTo>
                    <a:pt x="58" y="961"/>
                  </a:lnTo>
                  <a:lnTo>
                    <a:pt x="71" y="964"/>
                  </a:lnTo>
                  <a:lnTo>
                    <a:pt x="72" y="964"/>
                  </a:lnTo>
                  <a:lnTo>
                    <a:pt x="73" y="964"/>
                  </a:lnTo>
                  <a:lnTo>
                    <a:pt x="74" y="964"/>
                  </a:lnTo>
                  <a:lnTo>
                    <a:pt x="75" y="964"/>
                  </a:lnTo>
                  <a:lnTo>
                    <a:pt x="89" y="965"/>
                  </a:lnTo>
                  <a:lnTo>
                    <a:pt x="113" y="968"/>
                  </a:lnTo>
                  <a:lnTo>
                    <a:pt x="142" y="972"/>
                  </a:lnTo>
                  <a:lnTo>
                    <a:pt x="144" y="972"/>
                  </a:lnTo>
                  <a:lnTo>
                    <a:pt x="145" y="972"/>
                  </a:lnTo>
                  <a:lnTo>
                    <a:pt x="146" y="972"/>
                  </a:lnTo>
                  <a:lnTo>
                    <a:pt x="148" y="972"/>
                  </a:lnTo>
                  <a:lnTo>
                    <a:pt x="150" y="972"/>
                  </a:lnTo>
                  <a:lnTo>
                    <a:pt x="152" y="972"/>
                  </a:lnTo>
                  <a:lnTo>
                    <a:pt x="155" y="972"/>
                  </a:lnTo>
                  <a:lnTo>
                    <a:pt x="159" y="971"/>
                  </a:lnTo>
                  <a:lnTo>
                    <a:pt x="164" y="971"/>
                  </a:lnTo>
                  <a:lnTo>
                    <a:pt x="170" y="971"/>
                  </a:lnTo>
                  <a:lnTo>
                    <a:pt x="177" y="970"/>
                  </a:lnTo>
                  <a:lnTo>
                    <a:pt x="184" y="970"/>
                  </a:lnTo>
                  <a:lnTo>
                    <a:pt x="191" y="969"/>
                  </a:lnTo>
                  <a:lnTo>
                    <a:pt x="197" y="969"/>
                  </a:lnTo>
                  <a:lnTo>
                    <a:pt x="204" y="969"/>
                  </a:lnTo>
                  <a:lnTo>
                    <a:pt x="210" y="969"/>
                  </a:lnTo>
                  <a:lnTo>
                    <a:pt x="214" y="969"/>
                  </a:lnTo>
                  <a:lnTo>
                    <a:pt x="218" y="969"/>
                  </a:lnTo>
                  <a:lnTo>
                    <a:pt x="221" y="969"/>
                  </a:lnTo>
                  <a:lnTo>
                    <a:pt x="224" y="969"/>
                  </a:lnTo>
                  <a:lnTo>
                    <a:pt x="226" y="969"/>
                  </a:lnTo>
                  <a:lnTo>
                    <a:pt x="227" y="970"/>
                  </a:lnTo>
                  <a:lnTo>
                    <a:pt x="228" y="970"/>
                  </a:lnTo>
                  <a:lnTo>
                    <a:pt x="229" y="970"/>
                  </a:lnTo>
                  <a:lnTo>
                    <a:pt x="230" y="970"/>
                  </a:lnTo>
                  <a:lnTo>
                    <a:pt x="232" y="971"/>
                  </a:lnTo>
                  <a:lnTo>
                    <a:pt x="234" y="972"/>
                  </a:lnTo>
                  <a:lnTo>
                    <a:pt x="235" y="972"/>
                  </a:lnTo>
                  <a:lnTo>
                    <a:pt x="236" y="973"/>
                  </a:lnTo>
                  <a:lnTo>
                    <a:pt x="237" y="974"/>
                  </a:lnTo>
                  <a:lnTo>
                    <a:pt x="238" y="974"/>
                  </a:lnTo>
                  <a:lnTo>
                    <a:pt x="239" y="974"/>
                  </a:lnTo>
                  <a:lnTo>
                    <a:pt x="239" y="975"/>
                  </a:lnTo>
                  <a:lnTo>
                    <a:pt x="240" y="975"/>
                  </a:lnTo>
                  <a:lnTo>
                    <a:pt x="241" y="975"/>
                  </a:lnTo>
                  <a:lnTo>
                    <a:pt x="242" y="975"/>
                  </a:lnTo>
                  <a:lnTo>
                    <a:pt x="243" y="976"/>
                  </a:lnTo>
                  <a:lnTo>
                    <a:pt x="244" y="976"/>
                  </a:lnTo>
                  <a:lnTo>
                    <a:pt x="245" y="976"/>
                  </a:lnTo>
                  <a:lnTo>
                    <a:pt x="246" y="976"/>
                  </a:lnTo>
                  <a:lnTo>
                    <a:pt x="259" y="980"/>
                  </a:lnTo>
                  <a:lnTo>
                    <a:pt x="260" y="980"/>
                  </a:lnTo>
                  <a:lnTo>
                    <a:pt x="261" y="981"/>
                  </a:lnTo>
                  <a:lnTo>
                    <a:pt x="262" y="981"/>
                  </a:lnTo>
                  <a:lnTo>
                    <a:pt x="263" y="981"/>
                  </a:lnTo>
                  <a:lnTo>
                    <a:pt x="269" y="983"/>
                  </a:lnTo>
                  <a:lnTo>
                    <a:pt x="270" y="983"/>
                  </a:lnTo>
                  <a:lnTo>
                    <a:pt x="271" y="983"/>
                  </a:lnTo>
                  <a:lnTo>
                    <a:pt x="272" y="983"/>
                  </a:lnTo>
                  <a:lnTo>
                    <a:pt x="273" y="984"/>
                  </a:lnTo>
                  <a:lnTo>
                    <a:pt x="274" y="984"/>
                  </a:lnTo>
                  <a:lnTo>
                    <a:pt x="275" y="984"/>
                  </a:lnTo>
                  <a:lnTo>
                    <a:pt x="275" y="985"/>
                  </a:lnTo>
                  <a:lnTo>
                    <a:pt x="276" y="985"/>
                  </a:lnTo>
                  <a:lnTo>
                    <a:pt x="277" y="986"/>
                  </a:lnTo>
                  <a:lnTo>
                    <a:pt x="278" y="987"/>
                  </a:lnTo>
                  <a:lnTo>
                    <a:pt x="279" y="987"/>
                  </a:lnTo>
                  <a:lnTo>
                    <a:pt x="280" y="988"/>
                  </a:lnTo>
                  <a:lnTo>
                    <a:pt x="281" y="988"/>
                  </a:lnTo>
                  <a:lnTo>
                    <a:pt x="282" y="989"/>
                  </a:lnTo>
                  <a:lnTo>
                    <a:pt x="283" y="989"/>
                  </a:lnTo>
                  <a:lnTo>
                    <a:pt x="284" y="990"/>
                  </a:lnTo>
                  <a:lnTo>
                    <a:pt x="285" y="990"/>
                  </a:lnTo>
                  <a:lnTo>
                    <a:pt x="287" y="991"/>
                  </a:lnTo>
                  <a:lnTo>
                    <a:pt x="294" y="1004"/>
                  </a:lnTo>
                  <a:lnTo>
                    <a:pt x="299" y="1011"/>
                  </a:lnTo>
                  <a:lnTo>
                    <a:pt x="299" y="1012"/>
                  </a:lnTo>
                  <a:lnTo>
                    <a:pt x="299" y="1013"/>
                  </a:lnTo>
                  <a:lnTo>
                    <a:pt x="300" y="1013"/>
                  </a:lnTo>
                  <a:lnTo>
                    <a:pt x="301" y="1013"/>
                  </a:lnTo>
                  <a:lnTo>
                    <a:pt x="302" y="1013"/>
                  </a:lnTo>
                  <a:lnTo>
                    <a:pt x="303" y="1014"/>
                  </a:lnTo>
                  <a:lnTo>
                    <a:pt x="307" y="1014"/>
                  </a:lnTo>
                  <a:lnTo>
                    <a:pt x="309" y="1014"/>
                  </a:lnTo>
                  <a:lnTo>
                    <a:pt x="312" y="1015"/>
                  </a:lnTo>
                  <a:lnTo>
                    <a:pt x="314" y="1015"/>
                  </a:lnTo>
                  <a:lnTo>
                    <a:pt x="316" y="1016"/>
                  </a:lnTo>
                  <a:lnTo>
                    <a:pt x="319" y="1016"/>
                  </a:lnTo>
                  <a:lnTo>
                    <a:pt x="321" y="1016"/>
                  </a:lnTo>
                  <a:lnTo>
                    <a:pt x="323" y="1016"/>
                  </a:lnTo>
                  <a:lnTo>
                    <a:pt x="324" y="1017"/>
                  </a:lnTo>
                  <a:lnTo>
                    <a:pt x="326" y="1017"/>
                  </a:lnTo>
                  <a:lnTo>
                    <a:pt x="327" y="1017"/>
                  </a:lnTo>
                  <a:lnTo>
                    <a:pt x="328" y="1017"/>
                  </a:lnTo>
                  <a:lnTo>
                    <a:pt x="329" y="1017"/>
                  </a:lnTo>
                  <a:lnTo>
                    <a:pt x="330" y="1017"/>
                  </a:lnTo>
                  <a:lnTo>
                    <a:pt x="331" y="1017"/>
                  </a:lnTo>
                  <a:lnTo>
                    <a:pt x="335" y="1019"/>
                  </a:lnTo>
                  <a:lnTo>
                    <a:pt x="336" y="1020"/>
                  </a:lnTo>
                  <a:lnTo>
                    <a:pt x="337" y="1021"/>
                  </a:lnTo>
                  <a:lnTo>
                    <a:pt x="338" y="1021"/>
                  </a:lnTo>
                  <a:lnTo>
                    <a:pt x="340" y="1022"/>
                  </a:lnTo>
                  <a:lnTo>
                    <a:pt x="341" y="1023"/>
                  </a:lnTo>
                  <a:lnTo>
                    <a:pt x="342" y="1024"/>
                  </a:lnTo>
                  <a:lnTo>
                    <a:pt x="344" y="1024"/>
                  </a:lnTo>
                  <a:lnTo>
                    <a:pt x="345" y="1025"/>
                  </a:lnTo>
                  <a:lnTo>
                    <a:pt x="346" y="1026"/>
                  </a:lnTo>
                  <a:lnTo>
                    <a:pt x="347" y="1026"/>
                  </a:lnTo>
                  <a:lnTo>
                    <a:pt x="348" y="1026"/>
                  </a:lnTo>
                  <a:lnTo>
                    <a:pt x="349" y="1027"/>
                  </a:lnTo>
                  <a:lnTo>
                    <a:pt x="350" y="1027"/>
                  </a:lnTo>
                  <a:lnTo>
                    <a:pt x="351" y="1028"/>
                  </a:lnTo>
                  <a:lnTo>
                    <a:pt x="352" y="1028"/>
                  </a:lnTo>
                  <a:lnTo>
                    <a:pt x="352" y="1029"/>
                  </a:lnTo>
                  <a:lnTo>
                    <a:pt x="364" y="1034"/>
                  </a:lnTo>
                  <a:lnTo>
                    <a:pt x="365" y="1035"/>
                  </a:lnTo>
                  <a:lnTo>
                    <a:pt x="366" y="1035"/>
                  </a:lnTo>
                  <a:lnTo>
                    <a:pt x="367" y="1036"/>
                  </a:lnTo>
                  <a:lnTo>
                    <a:pt x="368" y="1036"/>
                  </a:lnTo>
                  <a:lnTo>
                    <a:pt x="378" y="1042"/>
                  </a:lnTo>
                  <a:lnTo>
                    <a:pt x="381" y="1043"/>
                  </a:lnTo>
                  <a:lnTo>
                    <a:pt x="382" y="1044"/>
                  </a:lnTo>
                  <a:lnTo>
                    <a:pt x="384" y="1045"/>
                  </a:lnTo>
                  <a:lnTo>
                    <a:pt x="385" y="1045"/>
                  </a:lnTo>
                  <a:lnTo>
                    <a:pt x="387" y="1046"/>
                  </a:lnTo>
                  <a:lnTo>
                    <a:pt x="389" y="1047"/>
                  </a:lnTo>
                  <a:lnTo>
                    <a:pt x="391" y="1047"/>
                  </a:lnTo>
                  <a:lnTo>
                    <a:pt x="393" y="1048"/>
                  </a:lnTo>
                  <a:lnTo>
                    <a:pt x="394" y="1049"/>
                  </a:lnTo>
                  <a:lnTo>
                    <a:pt x="396" y="1049"/>
                  </a:lnTo>
                  <a:lnTo>
                    <a:pt x="398" y="1049"/>
                  </a:lnTo>
                  <a:lnTo>
                    <a:pt x="399" y="1049"/>
                  </a:lnTo>
                  <a:lnTo>
                    <a:pt x="401" y="1049"/>
                  </a:lnTo>
                  <a:lnTo>
                    <a:pt x="402" y="1049"/>
                  </a:lnTo>
                  <a:lnTo>
                    <a:pt x="403" y="1049"/>
                  </a:lnTo>
                  <a:lnTo>
                    <a:pt x="404" y="1049"/>
                  </a:lnTo>
                  <a:lnTo>
                    <a:pt x="406" y="1049"/>
                  </a:lnTo>
                  <a:lnTo>
                    <a:pt x="419" y="1046"/>
                  </a:lnTo>
                  <a:lnTo>
                    <a:pt x="420" y="1045"/>
                  </a:lnTo>
                  <a:lnTo>
                    <a:pt x="421" y="1045"/>
                  </a:lnTo>
                  <a:lnTo>
                    <a:pt x="422" y="1045"/>
                  </a:lnTo>
                  <a:lnTo>
                    <a:pt x="429" y="1046"/>
                  </a:lnTo>
                  <a:lnTo>
                    <a:pt x="430" y="1046"/>
                  </a:lnTo>
                  <a:lnTo>
                    <a:pt x="431" y="1046"/>
                  </a:lnTo>
                  <a:lnTo>
                    <a:pt x="432" y="1046"/>
                  </a:lnTo>
                  <a:lnTo>
                    <a:pt x="440" y="1045"/>
                  </a:lnTo>
                  <a:lnTo>
                    <a:pt x="441" y="1045"/>
                  </a:lnTo>
                  <a:lnTo>
                    <a:pt x="442" y="1045"/>
                  </a:lnTo>
                  <a:lnTo>
                    <a:pt x="442" y="1046"/>
                  </a:lnTo>
                  <a:lnTo>
                    <a:pt x="443" y="1046"/>
                  </a:lnTo>
                  <a:lnTo>
                    <a:pt x="443" y="1047"/>
                  </a:lnTo>
                  <a:lnTo>
                    <a:pt x="443" y="1048"/>
                  </a:lnTo>
                  <a:lnTo>
                    <a:pt x="444" y="1049"/>
                  </a:lnTo>
                  <a:lnTo>
                    <a:pt x="444" y="1050"/>
                  </a:lnTo>
                  <a:lnTo>
                    <a:pt x="445" y="1052"/>
                  </a:lnTo>
                  <a:lnTo>
                    <a:pt x="446" y="1053"/>
                  </a:lnTo>
                  <a:lnTo>
                    <a:pt x="447" y="1055"/>
                  </a:lnTo>
                  <a:lnTo>
                    <a:pt x="448" y="1056"/>
                  </a:lnTo>
                  <a:lnTo>
                    <a:pt x="450" y="1057"/>
                  </a:lnTo>
                  <a:lnTo>
                    <a:pt x="452" y="1058"/>
                  </a:lnTo>
                  <a:lnTo>
                    <a:pt x="454" y="1059"/>
                  </a:lnTo>
                  <a:lnTo>
                    <a:pt x="456" y="1060"/>
                  </a:lnTo>
                  <a:lnTo>
                    <a:pt x="459" y="1060"/>
                  </a:lnTo>
                  <a:lnTo>
                    <a:pt x="462" y="1061"/>
                  </a:lnTo>
                  <a:lnTo>
                    <a:pt x="465" y="1060"/>
                  </a:lnTo>
                  <a:lnTo>
                    <a:pt x="468" y="1060"/>
                  </a:lnTo>
                  <a:lnTo>
                    <a:pt x="472" y="1059"/>
                  </a:lnTo>
                  <a:lnTo>
                    <a:pt x="476" y="1058"/>
                  </a:lnTo>
                  <a:lnTo>
                    <a:pt x="480" y="1056"/>
                  </a:lnTo>
                  <a:lnTo>
                    <a:pt x="485" y="1054"/>
                  </a:lnTo>
                  <a:lnTo>
                    <a:pt x="489" y="1052"/>
                  </a:lnTo>
                  <a:lnTo>
                    <a:pt x="494" y="1049"/>
                  </a:lnTo>
                  <a:lnTo>
                    <a:pt x="498" y="1047"/>
                  </a:lnTo>
                  <a:lnTo>
                    <a:pt x="502" y="1045"/>
                  </a:lnTo>
                  <a:lnTo>
                    <a:pt x="506" y="1042"/>
                  </a:lnTo>
                  <a:lnTo>
                    <a:pt x="509" y="1040"/>
                  </a:lnTo>
                  <a:lnTo>
                    <a:pt x="511" y="1039"/>
                  </a:lnTo>
                  <a:lnTo>
                    <a:pt x="513" y="1038"/>
                  </a:lnTo>
                  <a:lnTo>
                    <a:pt x="514" y="1037"/>
                  </a:lnTo>
                  <a:lnTo>
                    <a:pt x="516" y="1036"/>
                  </a:lnTo>
                  <a:lnTo>
                    <a:pt x="517" y="1035"/>
                  </a:lnTo>
                  <a:lnTo>
                    <a:pt x="518" y="1035"/>
                  </a:lnTo>
                  <a:lnTo>
                    <a:pt x="520" y="1034"/>
                  </a:lnTo>
                  <a:lnTo>
                    <a:pt x="521" y="1033"/>
                  </a:lnTo>
                  <a:lnTo>
                    <a:pt x="550" y="1018"/>
                  </a:lnTo>
                  <a:lnTo>
                    <a:pt x="560" y="1012"/>
                  </a:lnTo>
                  <a:lnTo>
                    <a:pt x="574" y="1011"/>
                  </a:lnTo>
                  <a:lnTo>
                    <a:pt x="588" y="1004"/>
                  </a:lnTo>
                  <a:lnTo>
                    <a:pt x="590" y="1003"/>
                  </a:lnTo>
                  <a:lnTo>
                    <a:pt x="590" y="1002"/>
                  </a:lnTo>
                  <a:lnTo>
                    <a:pt x="591" y="1002"/>
                  </a:lnTo>
                  <a:lnTo>
                    <a:pt x="592" y="1001"/>
                  </a:lnTo>
                  <a:lnTo>
                    <a:pt x="593" y="1001"/>
                  </a:lnTo>
                  <a:lnTo>
                    <a:pt x="594" y="1001"/>
                  </a:lnTo>
                  <a:lnTo>
                    <a:pt x="595" y="1000"/>
                  </a:lnTo>
                  <a:lnTo>
                    <a:pt x="596" y="1000"/>
                  </a:lnTo>
                  <a:lnTo>
                    <a:pt x="598" y="999"/>
                  </a:lnTo>
                  <a:lnTo>
                    <a:pt x="599" y="999"/>
                  </a:lnTo>
                  <a:lnTo>
                    <a:pt x="601" y="999"/>
                  </a:lnTo>
                  <a:lnTo>
                    <a:pt x="602" y="999"/>
                  </a:lnTo>
                  <a:lnTo>
                    <a:pt x="604" y="999"/>
                  </a:lnTo>
                  <a:lnTo>
                    <a:pt x="605" y="999"/>
                  </a:lnTo>
                  <a:lnTo>
                    <a:pt x="606" y="1000"/>
                  </a:lnTo>
                  <a:lnTo>
                    <a:pt x="607" y="1000"/>
                  </a:lnTo>
                  <a:lnTo>
                    <a:pt x="609" y="1000"/>
                  </a:lnTo>
                  <a:lnTo>
                    <a:pt x="611" y="1000"/>
                  </a:lnTo>
                  <a:lnTo>
                    <a:pt x="613" y="1000"/>
                  </a:lnTo>
                  <a:lnTo>
                    <a:pt x="614" y="1000"/>
                  </a:lnTo>
                  <a:lnTo>
                    <a:pt x="615" y="1000"/>
                  </a:lnTo>
                  <a:lnTo>
                    <a:pt x="616" y="1000"/>
                  </a:lnTo>
                  <a:lnTo>
                    <a:pt x="617" y="1000"/>
                  </a:lnTo>
                  <a:lnTo>
                    <a:pt x="618" y="1000"/>
                  </a:lnTo>
                  <a:lnTo>
                    <a:pt x="619" y="1000"/>
                  </a:lnTo>
                  <a:lnTo>
                    <a:pt x="621" y="1000"/>
                  </a:lnTo>
                  <a:lnTo>
                    <a:pt x="622" y="1000"/>
                  </a:lnTo>
                  <a:lnTo>
                    <a:pt x="623" y="999"/>
                  </a:lnTo>
                  <a:lnTo>
                    <a:pt x="624" y="999"/>
                  </a:lnTo>
                  <a:lnTo>
                    <a:pt x="625" y="999"/>
                  </a:lnTo>
                  <a:lnTo>
                    <a:pt x="626" y="999"/>
                  </a:lnTo>
                  <a:lnTo>
                    <a:pt x="627" y="999"/>
                  </a:lnTo>
                  <a:lnTo>
                    <a:pt x="628" y="999"/>
                  </a:lnTo>
                  <a:lnTo>
                    <a:pt x="629" y="999"/>
                  </a:lnTo>
                  <a:lnTo>
                    <a:pt x="630" y="999"/>
                  </a:lnTo>
                  <a:lnTo>
                    <a:pt x="631" y="999"/>
                  </a:lnTo>
                  <a:lnTo>
                    <a:pt x="632" y="999"/>
                  </a:lnTo>
                  <a:lnTo>
                    <a:pt x="633" y="999"/>
                  </a:lnTo>
                  <a:lnTo>
                    <a:pt x="634" y="998"/>
                  </a:lnTo>
                  <a:lnTo>
                    <a:pt x="635" y="998"/>
                  </a:lnTo>
                  <a:lnTo>
                    <a:pt x="636" y="998"/>
                  </a:lnTo>
                  <a:lnTo>
                    <a:pt x="637" y="997"/>
                  </a:lnTo>
                  <a:lnTo>
                    <a:pt x="638" y="997"/>
                  </a:lnTo>
                  <a:lnTo>
                    <a:pt x="638" y="996"/>
                  </a:lnTo>
                  <a:lnTo>
                    <a:pt x="639" y="996"/>
                  </a:lnTo>
                  <a:lnTo>
                    <a:pt x="640" y="996"/>
                  </a:lnTo>
                  <a:lnTo>
                    <a:pt x="641" y="996"/>
                  </a:lnTo>
                  <a:lnTo>
                    <a:pt x="641" y="995"/>
                  </a:lnTo>
                  <a:lnTo>
                    <a:pt x="642" y="995"/>
                  </a:lnTo>
                  <a:lnTo>
                    <a:pt x="643" y="995"/>
                  </a:lnTo>
                  <a:lnTo>
                    <a:pt x="652" y="993"/>
                  </a:lnTo>
                  <a:lnTo>
                    <a:pt x="653" y="993"/>
                  </a:lnTo>
                  <a:lnTo>
                    <a:pt x="654" y="993"/>
                  </a:lnTo>
                  <a:lnTo>
                    <a:pt x="655" y="993"/>
                  </a:lnTo>
                  <a:lnTo>
                    <a:pt x="656" y="993"/>
                  </a:lnTo>
                  <a:lnTo>
                    <a:pt x="667" y="992"/>
                  </a:lnTo>
                  <a:lnTo>
                    <a:pt x="668" y="992"/>
                  </a:lnTo>
                  <a:lnTo>
                    <a:pt x="669" y="991"/>
                  </a:lnTo>
                  <a:lnTo>
                    <a:pt x="670" y="991"/>
                  </a:lnTo>
                  <a:lnTo>
                    <a:pt x="671" y="992"/>
                  </a:lnTo>
                  <a:lnTo>
                    <a:pt x="672" y="992"/>
                  </a:lnTo>
                  <a:lnTo>
                    <a:pt x="684" y="994"/>
                  </a:lnTo>
                  <a:lnTo>
                    <a:pt x="685" y="994"/>
                  </a:lnTo>
                  <a:lnTo>
                    <a:pt x="686" y="994"/>
                  </a:lnTo>
                  <a:lnTo>
                    <a:pt x="687" y="994"/>
                  </a:lnTo>
                  <a:lnTo>
                    <a:pt x="692" y="996"/>
                  </a:lnTo>
                  <a:lnTo>
                    <a:pt x="693" y="996"/>
                  </a:lnTo>
                  <a:lnTo>
                    <a:pt x="694" y="996"/>
                  </a:lnTo>
                  <a:lnTo>
                    <a:pt x="695" y="996"/>
                  </a:lnTo>
                  <a:lnTo>
                    <a:pt x="696" y="996"/>
                  </a:lnTo>
                  <a:lnTo>
                    <a:pt x="705" y="992"/>
                  </a:lnTo>
                  <a:lnTo>
                    <a:pt x="706" y="992"/>
                  </a:lnTo>
                  <a:lnTo>
                    <a:pt x="707" y="992"/>
                  </a:lnTo>
                  <a:lnTo>
                    <a:pt x="708" y="992"/>
                  </a:lnTo>
                  <a:lnTo>
                    <a:pt x="709" y="992"/>
                  </a:lnTo>
                  <a:lnTo>
                    <a:pt x="710" y="992"/>
                  </a:lnTo>
                  <a:lnTo>
                    <a:pt x="711" y="992"/>
                  </a:lnTo>
                  <a:lnTo>
                    <a:pt x="725" y="991"/>
                  </a:lnTo>
                  <a:lnTo>
                    <a:pt x="726" y="991"/>
                  </a:lnTo>
                  <a:lnTo>
                    <a:pt x="727" y="991"/>
                  </a:lnTo>
                  <a:lnTo>
                    <a:pt x="728" y="991"/>
                  </a:lnTo>
                  <a:lnTo>
                    <a:pt x="728" y="990"/>
                  </a:lnTo>
                  <a:lnTo>
                    <a:pt x="729" y="990"/>
                  </a:lnTo>
                  <a:lnTo>
                    <a:pt x="729" y="989"/>
                  </a:lnTo>
                  <a:lnTo>
                    <a:pt x="730" y="989"/>
                  </a:lnTo>
                  <a:lnTo>
                    <a:pt x="731" y="988"/>
                  </a:lnTo>
                  <a:lnTo>
                    <a:pt x="732" y="987"/>
                  </a:lnTo>
                  <a:lnTo>
                    <a:pt x="733" y="986"/>
                  </a:lnTo>
                  <a:lnTo>
                    <a:pt x="734" y="985"/>
                  </a:lnTo>
                  <a:lnTo>
                    <a:pt x="735" y="985"/>
                  </a:lnTo>
                  <a:lnTo>
                    <a:pt x="735" y="984"/>
                  </a:lnTo>
                  <a:lnTo>
                    <a:pt x="736" y="984"/>
                  </a:lnTo>
                  <a:lnTo>
                    <a:pt x="737" y="983"/>
                  </a:lnTo>
                  <a:lnTo>
                    <a:pt x="738" y="982"/>
                  </a:lnTo>
                  <a:lnTo>
                    <a:pt x="739" y="982"/>
                  </a:lnTo>
                  <a:lnTo>
                    <a:pt x="740" y="981"/>
                  </a:lnTo>
                  <a:lnTo>
                    <a:pt x="740" y="980"/>
                  </a:lnTo>
                  <a:lnTo>
                    <a:pt x="741" y="980"/>
                  </a:lnTo>
                  <a:lnTo>
                    <a:pt x="742" y="979"/>
                  </a:lnTo>
                  <a:lnTo>
                    <a:pt x="743" y="978"/>
                  </a:lnTo>
                  <a:lnTo>
                    <a:pt x="743" y="977"/>
                  </a:lnTo>
                  <a:lnTo>
                    <a:pt x="744" y="977"/>
                  </a:lnTo>
                  <a:lnTo>
                    <a:pt x="745" y="976"/>
                  </a:lnTo>
                  <a:lnTo>
                    <a:pt x="745" y="975"/>
                  </a:lnTo>
                  <a:lnTo>
                    <a:pt x="746" y="975"/>
                  </a:lnTo>
                  <a:lnTo>
                    <a:pt x="747" y="974"/>
                  </a:lnTo>
                  <a:lnTo>
                    <a:pt x="748" y="974"/>
                  </a:lnTo>
                  <a:lnTo>
                    <a:pt x="749" y="973"/>
                  </a:lnTo>
                  <a:lnTo>
                    <a:pt x="750" y="972"/>
                  </a:lnTo>
                  <a:lnTo>
                    <a:pt x="751" y="972"/>
                  </a:lnTo>
                  <a:lnTo>
                    <a:pt x="752" y="972"/>
                  </a:lnTo>
                  <a:lnTo>
                    <a:pt x="753" y="971"/>
                  </a:lnTo>
                  <a:lnTo>
                    <a:pt x="754" y="971"/>
                  </a:lnTo>
                  <a:lnTo>
                    <a:pt x="755" y="970"/>
                  </a:lnTo>
                  <a:lnTo>
                    <a:pt x="757" y="970"/>
                  </a:lnTo>
                  <a:lnTo>
                    <a:pt x="758" y="970"/>
                  </a:lnTo>
                  <a:lnTo>
                    <a:pt x="759" y="970"/>
                  </a:lnTo>
                  <a:lnTo>
                    <a:pt x="759" y="969"/>
                  </a:lnTo>
                  <a:lnTo>
                    <a:pt x="760" y="969"/>
                  </a:lnTo>
                  <a:lnTo>
                    <a:pt x="761" y="969"/>
                  </a:lnTo>
                  <a:lnTo>
                    <a:pt x="763" y="969"/>
                  </a:lnTo>
                  <a:lnTo>
                    <a:pt x="772" y="964"/>
                  </a:lnTo>
                  <a:lnTo>
                    <a:pt x="778" y="960"/>
                  </a:lnTo>
                  <a:lnTo>
                    <a:pt x="782" y="956"/>
                  </a:lnTo>
                  <a:lnTo>
                    <a:pt x="783" y="956"/>
                  </a:lnTo>
                  <a:lnTo>
                    <a:pt x="783" y="955"/>
                  </a:lnTo>
                  <a:lnTo>
                    <a:pt x="787" y="947"/>
                  </a:lnTo>
                  <a:lnTo>
                    <a:pt x="788" y="946"/>
                  </a:lnTo>
                  <a:lnTo>
                    <a:pt x="788" y="945"/>
                  </a:lnTo>
                  <a:lnTo>
                    <a:pt x="789" y="944"/>
                  </a:lnTo>
                  <a:lnTo>
                    <a:pt x="790" y="943"/>
                  </a:lnTo>
                  <a:lnTo>
                    <a:pt x="790" y="942"/>
                  </a:lnTo>
                  <a:lnTo>
                    <a:pt x="791" y="940"/>
                  </a:lnTo>
                  <a:lnTo>
                    <a:pt x="791" y="939"/>
                  </a:lnTo>
                  <a:lnTo>
                    <a:pt x="792" y="938"/>
                  </a:lnTo>
                  <a:lnTo>
                    <a:pt x="793" y="937"/>
                  </a:lnTo>
                  <a:lnTo>
                    <a:pt x="793" y="936"/>
                  </a:lnTo>
                  <a:lnTo>
                    <a:pt x="794" y="935"/>
                  </a:lnTo>
                  <a:lnTo>
                    <a:pt x="794" y="934"/>
                  </a:lnTo>
                  <a:lnTo>
                    <a:pt x="795" y="933"/>
                  </a:lnTo>
                  <a:lnTo>
                    <a:pt x="796" y="932"/>
                  </a:lnTo>
                  <a:lnTo>
                    <a:pt x="796" y="931"/>
                  </a:lnTo>
                  <a:lnTo>
                    <a:pt x="797" y="930"/>
                  </a:lnTo>
                  <a:lnTo>
                    <a:pt x="797" y="929"/>
                  </a:lnTo>
                  <a:lnTo>
                    <a:pt x="798" y="928"/>
                  </a:lnTo>
                  <a:lnTo>
                    <a:pt x="798" y="927"/>
                  </a:lnTo>
                  <a:lnTo>
                    <a:pt x="799" y="926"/>
                  </a:lnTo>
                  <a:lnTo>
                    <a:pt x="800" y="925"/>
                  </a:lnTo>
                  <a:lnTo>
                    <a:pt x="800" y="923"/>
                  </a:lnTo>
                  <a:lnTo>
                    <a:pt x="801" y="922"/>
                  </a:lnTo>
                  <a:lnTo>
                    <a:pt x="802" y="921"/>
                  </a:lnTo>
                  <a:lnTo>
                    <a:pt x="803" y="920"/>
                  </a:lnTo>
                  <a:lnTo>
                    <a:pt x="804" y="919"/>
                  </a:lnTo>
                  <a:lnTo>
                    <a:pt x="805" y="918"/>
                  </a:lnTo>
                  <a:lnTo>
                    <a:pt x="806" y="916"/>
                  </a:lnTo>
                  <a:lnTo>
                    <a:pt x="807" y="916"/>
                  </a:lnTo>
                  <a:lnTo>
                    <a:pt x="808" y="914"/>
                  </a:lnTo>
                  <a:lnTo>
                    <a:pt x="809" y="913"/>
                  </a:lnTo>
                  <a:lnTo>
                    <a:pt x="810" y="912"/>
                  </a:lnTo>
                  <a:lnTo>
                    <a:pt x="811" y="911"/>
                  </a:lnTo>
                  <a:lnTo>
                    <a:pt x="813" y="910"/>
                  </a:lnTo>
                  <a:lnTo>
                    <a:pt x="813" y="909"/>
                  </a:lnTo>
                  <a:lnTo>
                    <a:pt x="815" y="909"/>
                  </a:lnTo>
                  <a:lnTo>
                    <a:pt x="815" y="908"/>
                  </a:lnTo>
                  <a:lnTo>
                    <a:pt x="816" y="907"/>
                  </a:lnTo>
                  <a:lnTo>
                    <a:pt x="817" y="906"/>
                  </a:lnTo>
                  <a:lnTo>
                    <a:pt x="818" y="906"/>
                  </a:lnTo>
                  <a:lnTo>
                    <a:pt x="819" y="905"/>
                  </a:lnTo>
                  <a:lnTo>
                    <a:pt x="821" y="904"/>
                  </a:lnTo>
                  <a:lnTo>
                    <a:pt x="823" y="903"/>
                  </a:lnTo>
                  <a:lnTo>
                    <a:pt x="824" y="902"/>
                  </a:lnTo>
                  <a:lnTo>
                    <a:pt x="825" y="902"/>
                  </a:lnTo>
                  <a:lnTo>
                    <a:pt x="826" y="901"/>
                  </a:lnTo>
                  <a:lnTo>
                    <a:pt x="827" y="901"/>
                  </a:lnTo>
                  <a:lnTo>
                    <a:pt x="828" y="900"/>
                  </a:lnTo>
                  <a:lnTo>
                    <a:pt x="829" y="900"/>
                  </a:lnTo>
                  <a:lnTo>
                    <a:pt x="830" y="899"/>
                  </a:lnTo>
                  <a:lnTo>
                    <a:pt x="831" y="899"/>
                  </a:lnTo>
                  <a:lnTo>
                    <a:pt x="832" y="898"/>
                  </a:lnTo>
                  <a:lnTo>
                    <a:pt x="834" y="897"/>
                  </a:lnTo>
                  <a:lnTo>
                    <a:pt x="835" y="897"/>
                  </a:lnTo>
                  <a:lnTo>
                    <a:pt x="835" y="896"/>
                  </a:lnTo>
                  <a:lnTo>
                    <a:pt x="840" y="894"/>
                  </a:lnTo>
                  <a:lnTo>
                    <a:pt x="841" y="894"/>
                  </a:lnTo>
                  <a:lnTo>
                    <a:pt x="842" y="893"/>
                  </a:lnTo>
                  <a:lnTo>
                    <a:pt x="842" y="892"/>
                  </a:lnTo>
                  <a:lnTo>
                    <a:pt x="843" y="892"/>
                  </a:lnTo>
                  <a:lnTo>
                    <a:pt x="844" y="891"/>
                  </a:lnTo>
                  <a:lnTo>
                    <a:pt x="845" y="891"/>
                  </a:lnTo>
                  <a:lnTo>
                    <a:pt x="846" y="890"/>
                  </a:lnTo>
                  <a:lnTo>
                    <a:pt x="847" y="889"/>
                  </a:lnTo>
                  <a:lnTo>
                    <a:pt x="848" y="888"/>
                  </a:lnTo>
                  <a:lnTo>
                    <a:pt x="849" y="888"/>
                  </a:lnTo>
                  <a:lnTo>
                    <a:pt x="851" y="887"/>
                  </a:lnTo>
                  <a:lnTo>
                    <a:pt x="852" y="886"/>
                  </a:lnTo>
                  <a:lnTo>
                    <a:pt x="852" y="885"/>
                  </a:lnTo>
                  <a:lnTo>
                    <a:pt x="853" y="885"/>
                  </a:lnTo>
                  <a:lnTo>
                    <a:pt x="854" y="884"/>
                  </a:lnTo>
                  <a:lnTo>
                    <a:pt x="855" y="883"/>
                  </a:lnTo>
                  <a:lnTo>
                    <a:pt x="856" y="882"/>
                  </a:lnTo>
                  <a:lnTo>
                    <a:pt x="857" y="882"/>
                  </a:lnTo>
                  <a:lnTo>
                    <a:pt x="859" y="880"/>
                  </a:lnTo>
                  <a:lnTo>
                    <a:pt x="861" y="878"/>
                  </a:lnTo>
                  <a:lnTo>
                    <a:pt x="861" y="877"/>
                  </a:lnTo>
                  <a:lnTo>
                    <a:pt x="862" y="876"/>
                  </a:lnTo>
                  <a:lnTo>
                    <a:pt x="863" y="875"/>
                  </a:lnTo>
                  <a:lnTo>
                    <a:pt x="863" y="874"/>
                  </a:lnTo>
                  <a:lnTo>
                    <a:pt x="863" y="873"/>
                  </a:lnTo>
                  <a:lnTo>
                    <a:pt x="863" y="872"/>
                  </a:lnTo>
                  <a:lnTo>
                    <a:pt x="862" y="871"/>
                  </a:lnTo>
                  <a:lnTo>
                    <a:pt x="862" y="870"/>
                  </a:lnTo>
                  <a:lnTo>
                    <a:pt x="861" y="870"/>
                  </a:lnTo>
                  <a:lnTo>
                    <a:pt x="861" y="869"/>
                  </a:lnTo>
                  <a:lnTo>
                    <a:pt x="858" y="867"/>
                  </a:lnTo>
                  <a:lnTo>
                    <a:pt x="858" y="866"/>
                  </a:lnTo>
                  <a:lnTo>
                    <a:pt x="857" y="866"/>
                  </a:lnTo>
                  <a:lnTo>
                    <a:pt x="857" y="865"/>
                  </a:lnTo>
                  <a:lnTo>
                    <a:pt x="851" y="861"/>
                  </a:lnTo>
                  <a:lnTo>
                    <a:pt x="850" y="861"/>
                  </a:lnTo>
                  <a:lnTo>
                    <a:pt x="850" y="860"/>
                  </a:lnTo>
                  <a:lnTo>
                    <a:pt x="849" y="860"/>
                  </a:lnTo>
                  <a:lnTo>
                    <a:pt x="849" y="859"/>
                  </a:lnTo>
                  <a:lnTo>
                    <a:pt x="842" y="853"/>
                  </a:lnTo>
                  <a:lnTo>
                    <a:pt x="841" y="852"/>
                  </a:lnTo>
                  <a:lnTo>
                    <a:pt x="840" y="852"/>
                  </a:lnTo>
                  <a:lnTo>
                    <a:pt x="840" y="851"/>
                  </a:lnTo>
                  <a:lnTo>
                    <a:pt x="840" y="850"/>
                  </a:lnTo>
                  <a:lnTo>
                    <a:pt x="837" y="845"/>
                  </a:lnTo>
                  <a:lnTo>
                    <a:pt x="837" y="844"/>
                  </a:lnTo>
                  <a:lnTo>
                    <a:pt x="836" y="844"/>
                  </a:lnTo>
                  <a:lnTo>
                    <a:pt x="836" y="843"/>
                  </a:lnTo>
                  <a:lnTo>
                    <a:pt x="836" y="842"/>
                  </a:lnTo>
                  <a:lnTo>
                    <a:pt x="835" y="842"/>
                  </a:lnTo>
                  <a:lnTo>
                    <a:pt x="835" y="841"/>
                  </a:lnTo>
                  <a:lnTo>
                    <a:pt x="834" y="840"/>
                  </a:lnTo>
                  <a:lnTo>
                    <a:pt x="834" y="839"/>
                  </a:lnTo>
                  <a:lnTo>
                    <a:pt x="833" y="838"/>
                  </a:lnTo>
                  <a:lnTo>
                    <a:pt x="833" y="837"/>
                  </a:lnTo>
                  <a:lnTo>
                    <a:pt x="833" y="836"/>
                  </a:lnTo>
                  <a:lnTo>
                    <a:pt x="832" y="835"/>
                  </a:lnTo>
                  <a:lnTo>
                    <a:pt x="832" y="834"/>
                  </a:lnTo>
                  <a:lnTo>
                    <a:pt x="832" y="833"/>
                  </a:lnTo>
                  <a:lnTo>
                    <a:pt x="831" y="832"/>
                  </a:lnTo>
                  <a:lnTo>
                    <a:pt x="831" y="831"/>
                  </a:lnTo>
                  <a:lnTo>
                    <a:pt x="831" y="830"/>
                  </a:lnTo>
                  <a:lnTo>
                    <a:pt x="830" y="829"/>
                  </a:lnTo>
                  <a:lnTo>
                    <a:pt x="830" y="827"/>
                  </a:lnTo>
                  <a:lnTo>
                    <a:pt x="830" y="826"/>
                  </a:lnTo>
                  <a:lnTo>
                    <a:pt x="830" y="825"/>
                  </a:lnTo>
                  <a:lnTo>
                    <a:pt x="829" y="824"/>
                  </a:lnTo>
                  <a:lnTo>
                    <a:pt x="830" y="823"/>
                  </a:lnTo>
                  <a:lnTo>
                    <a:pt x="830" y="822"/>
                  </a:lnTo>
                  <a:lnTo>
                    <a:pt x="830" y="820"/>
                  </a:lnTo>
                  <a:lnTo>
                    <a:pt x="830" y="819"/>
                  </a:lnTo>
                  <a:lnTo>
                    <a:pt x="830" y="818"/>
                  </a:lnTo>
                  <a:lnTo>
                    <a:pt x="831" y="816"/>
                  </a:lnTo>
                  <a:lnTo>
                    <a:pt x="831" y="815"/>
                  </a:lnTo>
                  <a:lnTo>
                    <a:pt x="832" y="814"/>
                  </a:lnTo>
                  <a:lnTo>
                    <a:pt x="832" y="813"/>
                  </a:lnTo>
                  <a:lnTo>
                    <a:pt x="833" y="811"/>
                  </a:lnTo>
                  <a:lnTo>
                    <a:pt x="833" y="810"/>
                  </a:lnTo>
                  <a:lnTo>
                    <a:pt x="833" y="809"/>
                  </a:lnTo>
                  <a:lnTo>
                    <a:pt x="834" y="808"/>
                  </a:lnTo>
                  <a:lnTo>
                    <a:pt x="834" y="807"/>
                  </a:lnTo>
                  <a:lnTo>
                    <a:pt x="834" y="806"/>
                  </a:lnTo>
                  <a:lnTo>
                    <a:pt x="834" y="805"/>
                  </a:lnTo>
                  <a:lnTo>
                    <a:pt x="835" y="804"/>
                  </a:lnTo>
                  <a:lnTo>
                    <a:pt x="835" y="803"/>
                  </a:lnTo>
                  <a:lnTo>
                    <a:pt x="835" y="802"/>
                  </a:lnTo>
                  <a:lnTo>
                    <a:pt x="835" y="801"/>
                  </a:lnTo>
                  <a:lnTo>
                    <a:pt x="835" y="800"/>
                  </a:lnTo>
                  <a:lnTo>
                    <a:pt x="835" y="799"/>
                  </a:lnTo>
                  <a:lnTo>
                    <a:pt x="835" y="798"/>
                  </a:lnTo>
                  <a:lnTo>
                    <a:pt x="835" y="797"/>
                  </a:lnTo>
                  <a:lnTo>
                    <a:pt x="835" y="796"/>
                  </a:lnTo>
                  <a:lnTo>
                    <a:pt x="836" y="795"/>
                  </a:lnTo>
                  <a:lnTo>
                    <a:pt x="836" y="794"/>
                  </a:lnTo>
                  <a:lnTo>
                    <a:pt x="836" y="793"/>
                  </a:lnTo>
                  <a:lnTo>
                    <a:pt x="836" y="792"/>
                  </a:lnTo>
                  <a:lnTo>
                    <a:pt x="837" y="791"/>
                  </a:lnTo>
                  <a:lnTo>
                    <a:pt x="837" y="790"/>
                  </a:lnTo>
                  <a:lnTo>
                    <a:pt x="837" y="789"/>
                  </a:lnTo>
                  <a:lnTo>
                    <a:pt x="837" y="788"/>
                  </a:lnTo>
                  <a:lnTo>
                    <a:pt x="840" y="780"/>
                  </a:lnTo>
                  <a:lnTo>
                    <a:pt x="840" y="778"/>
                  </a:lnTo>
                  <a:lnTo>
                    <a:pt x="840" y="777"/>
                  </a:lnTo>
                  <a:lnTo>
                    <a:pt x="841" y="777"/>
                  </a:lnTo>
                  <a:lnTo>
                    <a:pt x="841" y="776"/>
                  </a:lnTo>
                  <a:lnTo>
                    <a:pt x="842" y="775"/>
                  </a:lnTo>
                  <a:lnTo>
                    <a:pt x="842" y="774"/>
                  </a:lnTo>
                  <a:lnTo>
                    <a:pt x="843" y="773"/>
                  </a:lnTo>
                  <a:lnTo>
                    <a:pt x="843" y="772"/>
                  </a:lnTo>
                  <a:lnTo>
                    <a:pt x="844" y="772"/>
                  </a:lnTo>
                  <a:lnTo>
                    <a:pt x="844" y="771"/>
                  </a:lnTo>
                  <a:lnTo>
                    <a:pt x="845" y="770"/>
                  </a:lnTo>
                  <a:lnTo>
                    <a:pt x="846" y="769"/>
                  </a:lnTo>
                  <a:lnTo>
                    <a:pt x="847" y="769"/>
                  </a:lnTo>
                  <a:lnTo>
                    <a:pt x="848" y="768"/>
                  </a:lnTo>
                  <a:lnTo>
                    <a:pt x="849" y="767"/>
                  </a:lnTo>
                  <a:lnTo>
                    <a:pt x="850" y="767"/>
                  </a:lnTo>
                  <a:lnTo>
                    <a:pt x="851" y="766"/>
                  </a:lnTo>
                  <a:lnTo>
                    <a:pt x="852" y="766"/>
                  </a:lnTo>
                  <a:lnTo>
                    <a:pt x="853" y="765"/>
                  </a:lnTo>
                  <a:lnTo>
                    <a:pt x="854" y="765"/>
                  </a:lnTo>
                  <a:lnTo>
                    <a:pt x="855" y="764"/>
                  </a:lnTo>
                  <a:lnTo>
                    <a:pt x="856" y="764"/>
                  </a:lnTo>
                  <a:lnTo>
                    <a:pt x="857" y="763"/>
                  </a:lnTo>
                  <a:lnTo>
                    <a:pt x="859" y="763"/>
                  </a:lnTo>
                  <a:lnTo>
                    <a:pt x="860" y="763"/>
                  </a:lnTo>
                  <a:lnTo>
                    <a:pt x="861" y="763"/>
                  </a:lnTo>
                  <a:lnTo>
                    <a:pt x="862" y="763"/>
                  </a:lnTo>
                  <a:lnTo>
                    <a:pt x="863" y="763"/>
                  </a:lnTo>
                  <a:lnTo>
                    <a:pt x="864" y="762"/>
                  </a:lnTo>
                  <a:lnTo>
                    <a:pt x="865" y="762"/>
                  </a:lnTo>
                  <a:lnTo>
                    <a:pt x="866" y="762"/>
                  </a:lnTo>
                  <a:lnTo>
                    <a:pt x="867" y="762"/>
                  </a:lnTo>
                  <a:lnTo>
                    <a:pt x="868" y="762"/>
                  </a:lnTo>
                  <a:lnTo>
                    <a:pt x="869" y="762"/>
                  </a:lnTo>
                  <a:lnTo>
                    <a:pt x="870" y="762"/>
                  </a:lnTo>
                  <a:lnTo>
                    <a:pt x="887" y="762"/>
                  </a:lnTo>
                  <a:lnTo>
                    <a:pt x="895" y="766"/>
                  </a:lnTo>
                  <a:lnTo>
                    <a:pt x="896" y="766"/>
                  </a:lnTo>
                  <a:lnTo>
                    <a:pt x="896" y="767"/>
                  </a:lnTo>
                  <a:lnTo>
                    <a:pt x="897" y="767"/>
                  </a:lnTo>
                  <a:lnTo>
                    <a:pt x="898" y="767"/>
                  </a:lnTo>
                  <a:lnTo>
                    <a:pt x="904" y="772"/>
                  </a:lnTo>
                  <a:lnTo>
                    <a:pt x="905" y="773"/>
                  </a:lnTo>
                  <a:lnTo>
                    <a:pt x="906" y="773"/>
                  </a:lnTo>
                  <a:lnTo>
                    <a:pt x="907" y="774"/>
                  </a:lnTo>
                  <a:lnTo>
                    <a:pt x="908" y="774"/>
                  </a:lnTo>
                  <a:lnTo>
                    <a:pt x="910" y="775"/>
                  </a:lnTo>
                  <a:lnTo>
                    <a:pt x="911" y="775"/>
                  </a:lnTo>
                  <a:lnTo>
                    <a:pt x="913" y="776"/>
                  </a:lnTo>
                  <a:lnTo>
                    <a:pt x="915" y="776"/>
                  </a:lnTo>
                  <a:lnTo>
                    <a:pt x="918" y="776"/>
                  </a:lnTo>
                  <a:lnTo>
                    <a:pt x="921" y="777"/>
                  </a:lnTo>
                  <a:lnTo>
                    <a:pt x="925" y="777"/>
                  </a:lnTo>
                  <a:lnTo>
                    <a:pt x="929" y="777"/>
                  </a:lnTo>
                  <a:lnTo>
                    <a:pt x="933" y="777"/>
                  </a:lnTo>
                  <a:lnTo>
                    <a:pt x="937" y="776"/>
                  </a:lnTo>
                  <a:lnTo>
                    <a:pt x="942" y="776"/>
                  </a:lnTo>
                  <a:lnTo>
                    <a:pt x="946" y="776"/>
                  </a:lnTo>
                  <a:lnTo>
                    <a:pt x="949" y="775"/>
                  </a:lnTo>
                  <a:lnTo>
                    <a:pt x="953" y="775"/>
                  </a:lnTo>
                  <a:lnTo>
                    <a:pt x="956" y="774"/>
                  </a:lnTo>
                  <a:lnTo>
                    <a:pt x="958" y="774"/>
                  </a:lnTo>
                  <a:lnTo>
                    <a:pt x="960" y="773"/>
                  </a:lnTo>
                  <a:lnTo>
                    <a:pt x="961" y="773"/>
                  </a:lnTo>
                  <a:lnTo>
                    <a:pt x="963" y="773"/>
                  </a:lnTo>
                  <a:lnTo>
                    <a:pt x="964" y="772"/>
                  </a:lnTo>
                  <a:lnTo>
                    <a:pt x="965" y="772"/>
                  </a:lnTo>
                  <a:lnTo>
                    <a:pt x="966" y="771"/>
                  </a:lnTo>
                  <a:lnTo>
                    <a:pt x="967" y="770"/>
                  </a:lnTo>
                  <a:lnTo>
                    <a:pt x="968" y="770"/>
                  </a:lnTo>
                  <a:lnTo>
                    <a:pt x="969" y="769"/>
                  </a:lnTo>
                  <a:lnTo>
                    <a:pt x="970" y="768"/>
                  </a:lnTo>
                  <a:lnTo>
                    <a:pt x="971" y="768"/>
                  </a:lnTo>
                  <a:lnTo>
                    <a:pt x="971" y="767"/>
                  </a:lnTo>
                  <a:lnTo>
                    <a:pt x="972" y="766"/>
                  </a:lnTo>
                  <a:lnTo>
                    <a:pt x="973" y="765"/>
                  </a:lnTo>
                  <a:lnTo>
                    <a:pt x="974" y="765"/>
                  </a:lnTo>
                  <a:lnTo>
                    <a:pt x="975" y="765"/>
                  </a:lnTo>
                  <a:lnTo>
                    <a:pt x="976" y="764"/>
                  </a:lnTo>
                  <a:lnTo>
                    <a:pt x="981" y="762"/>
                  </a:lnTo>
                  <a:lnTo>
                    <a:pt x="982" y="762"/>
                  </a:lnTo>
                  <a:lnTo>
                    <a:pt x="982" y="761"/>
                  </a:lnTo>
                  <a:lnTo>
                    <a:pt x="983" y="761"/>
                  </a:lnTo>
                  <a:lnTo>
                    <a:pt x="992" y="754"/>
                  </a:lnTo>
                  <a:lnTo>
                    <a:pt x="992" y="753"/>
                  </a:lnTo>
                  <a:lnTo>
                    <a:pt x="993" y="753"/>
                  </a:lnTo>
                  <a:lnTo>
                    <a:pt x="993" y="752"/>
                  </a:lnTo>
                  <a:lnTo>
                    <a:pt x="994" y="751"/>
                  </a:lnTo>
                  <a:lnTo>
                    <a:pt x="995" y="749"/>
                  </a:lnTo>
                  <a:lnTo>
                    <a:pt x="996" y="748"/>
                  </a:lnTo>
                  <a:lnTo>
                    <a:pt x="997" y="745"/>
                  </a:lnTo>
                  <a:lnTo>
                    <a:pt x="999" y="743"/>
                  </a:lnTo>
                  <a:lnTo>
                    <a:pt x="1001" y="739"/>
                  </a:lnTo>
                  <a:lnTo>
                    <a:pt x="1003" y="736"/>
                  </a:lnTo>
                  <a:lnTo>
                    <a:pt x="1005" y="733"/>
                  </a:lnTo>
                  <a:lnTo>
                    <a:pt x="1008" y="730"/>
                  </a:lnTo>
                  <a:lnTo>
                    <a:pt x="1010" y="728"/>
                  </a:lnTo>
                  <a:lnTo>
                    <a:pt x="1013" y="725"/>
                  </a:lnTo>
                  <a:lnTo>
                    <a:pt x="1015" y="723"/>
                  </a:lnTo>
                  <a:lnTo>
                    <a:pt x="1017" y="722"/>
                  </a:lnTo>
                  <a:lnTo>
                    <a:pt x="1020" y="721"/>
                  </a:lnTo>
                  <a:lnTo>
                    <a:pt x="1022" y="720"/>
                  </a:lnTo>
                  <a:lnTo>
                    <a:pt x="1024" y="719"/>
                  </a:lnTo>
                  <a:lnTo>
                    <a:pt x="1026" y="719"/>
                  </a:lnTo>
                  <a:lnTo>
                    <a:pt x="1027" y="719"/>
                  </a:lnTo>
                  <a:lnTo>
                    <a:pt x="1029" y="719"/>
                  </a:lnTo>
                  <a:lnTo>
                    <a:pt x="1030" y="719"/>
                  </a:lnTo>
                  <a:lnTo>
                    <a:pt x="1031" y="719"/>
                  </a:lnTo>
                  <a:lnTo>
                    <a:pt x="1032" y="719"/>
                  </a:lnTo>
                  <a:lnTo>
                    <a:pt x="1033" y="718"/>
                  </a:lnTo>
                  <a:lnTo>
                    <a:pt x="1034" y="718"/>
                  </a:lnTo>
                  <a:lnTo>
                    <a:pt x="1035" y="718"/>
                  </a:lnTo>
                  <a:lnTo>
                    <a:pt x="1036" y="718"/>
                  </a:lnTo>
                  <a:lnTo>
                    <a:pt x="1038" y="718"/>
                  </a:lnTo>
                  <a:lnTo>
                    <a:pt x="1039" y="717"/>
                  </a:lnTo>
                  <a:lnTo>
                    <a:pt x="1041" y="717"/>
                  </a:lnTo>
                  <a:lnTo>
                    <a:pt x="1043" y="717"/>
                  </a:lnTo>
                  <a:lnTo>
                    <a:pt x="1046" y="716"/>
                  </a:lnTo>
                  <a:lnTo>
                    <a:pt x="1048" y="716"/>
                  </a:lnTo>
                  <a:lnTo>
                    <a:pt x="1050" y="715"/>
                  </a:lnTo>
                  <a:lnTo>
                    <a:pt x="1052" y="715"/>
                  </a:lnTo>
                  <a:lnTo>
                    <a:pt x="1054" y="714"/>
                  </a:lnTo>
                  <a:lnTo>
                    <a:pt x="1056" y="714"/>
                  </a:lnTo>
                  <a:lnTo>
                    <a:pt x="1057" y="713"/>
                  </a:lnTo>
                  <a:lnTo>
                    <a:pt x="1059" y="713"/>
                  </a:lnTo>
                  <a:lnTo>
                    <a:pt x="1060" y="712"/>
                  </a:lnTo>
                  <a:lnTo>
                    <a:pt x="1061" y="712"/>
                  </a:lnTo>
                  <a:lnTo>
                    <a:pt x="1062" y="711"/>
                  </a:lnTo>
                  <a:lnTo>
                    <a:pt x="1065" y="710"/>
                  </a:lnTo>
                  <a:lnTo>
                    <a:pt x="1067" y="708"/>
                  </a:lnTo>
                  <a:lnTo>
                    <a:pt x="1068" y="708"/>
                  </a:lnTo>
                  <a:lnTo>
                    <a:pt x="1069" y="707"/>
                  </a:lnTo>
                  <a:lnTo>
                    <a:pt x="1070" y="706"/>
                  </a:lnTo>
                  <a:lnTo>
                    <a:pt x="1072" y="705"/>
                  </a:lnTo>
                  <a:lnTo>
                    <a:pt x="1073" y="704"/>
                  </a:lnTo>
                  <a:lnTo>
                    <a:pt x="1074" y="703"/>
                  </a:lnTo>
                  <a:lnTo>
                    <a:pt x="1076" y="702"/>
                  </a:lnTo>
                  <a:lnTo>
                    <a:pt x="1077" y="700"/>
                  </a:lnTo>
                  <a:lnTo>
                    <a:pt x="1079" y="699"/>
                  </a:lnTo>
                  <a:lnTo>
                    <a:pt x="1080" y="698"/>
                  </a:lnTo>
                  <a:lnTo>
                    <a:pt x="1082" y="697"/>
                  </a:lnTo>
                  <a:lnTo>
                    <a:pt x="1083" y="695"/>
                  </a:lnTo>
                  <a:lnTo>
                    <a:pt x="1084" y="694"/>
                  </a:lnTo>
                  <a:lnTo>
                    <a:pt x="1085" y="693"/>
                  </a:lnTo>
                  <a:lnTo>
                    <a:pt x="1088" y="691"/>
                  </a:lnTo>
                  <a:lnTo>
                    <a:pt x="1090" y="689"/>
                  </a:lnTo>
                  <a:lnTo>
                    <a:pt x="1091" y="688"/>
                  </a:lnTo>
                  <a:lnTo>
                    <a:pt x="1092" y="687"/>
                  </a:lnTo>
                  <a:lnTo>
                    <a:pt x="1092" y="686"/>
                  </a:lnTo>
                  <a:lnTo>
                    <a:pt x="1093" y="685"/>
                  </a:lnTo>
                  <a:lnTo>
                    <a:pt x="1094" y="684"/>
                  </a:lnTo>
                  <a:lnTo>
                    <a:pt x="1095" y="683"/>
                  </a:lnTo>
                  <a:lnTo>
                    <a:pt x="1095" y="681"/>
                  </a:lnTo>
                  <a:lnTo>
                    <a:pt x="1096" y="680"/>
                  </a:lnTo>
                  <a:lnTo>
                    <a:pt x="1096" y="678"/>
                  </a:lnTo>
                  <a:lnTo>
                    <a:pt x="1096" y="677"/>
                  </a:lnTo>
                  <a:lnTo>
                    <a:pt x="1096" y="675"/>
                  </a:lnTo>
                  <a:lnTo>
                    <a:pt x="1097" y="674"/>
                  </a:lnTo>
                  <a:lnTo>
                    <a:pt x="1097" y="672"/>
                  </a:lnTo>
                  <a:lnTo>
                    <a:pt x="1097" y="671"/>
                  </a:lnTo>
                  <a:lnTo>
                    <a:pt x="1097" y="669"/>
                  </a:lnTo>
                  <a:lnTo>
                    <a:pt x="1097" y="667"/>
                  </a:lnTo>
                  <a:lnTo>
                    <a:pt x="1098" y="666"/>
                  </a:lnTo>
                  <a:lnTo>
                    <a:pt x="1098" y="665"/>
                  </a:lnTo>
                  <a:lnTo>
                    <a:pt x="1098" y="663"/>
                  </a:lnTo>
                  <a:lnTo>
                    <a:pt x="1099" y="662"/>
                  </a:lnTo>
                  <a:lnTo>
                    <a:pt x="1099" y="661"/>
                  </a:lnTo>
                  <a:lnTo>
                    <a:pt x="1100" y="659"/>
                  </a:lnTo>
                  <a:lnTo>
                    <a:pt x="1100" y="658"/>
                  </a:lnTo>
                  <a:lnTo>
                    <a:pt x="1101" y="657"/>
                  </a:lnTo>
                  <a:lnTo>
                    <a:pt x="1101" y="656"/>
                  </a:lnTo>
                  <a:lnTo>
                    <a:pt x="1102" y="656"/>
                  </a:lnTo>
                  <a:lnTo>
                    <a:pt x="1102" y="655"/>
                  </a:lnTo>
                  <a:lnTo>
                    <a:pt x="1102" y="654"/>
                  </a:lnTo>
                  <a:lnTo>
                    <a:pt x="1103" y="653"/>
                  </a:lnTo>
                  <a:lnTo>
                    <a:pt x="1103" y="652"/>
                  </a:lnTo>
                  <a:lnTo>
                    <a:pt x="1104" y="651"/>
                  </a:lnTo>
                  <a:lnTo>
                    <a:pt x="1105" y="650"/>
                  </a:lnTo>
                  <a:lnTo>
                    <a:pt x="1105" y="649"/>
                  </a:lnTo>
                  <a:lnTo>
                    <a:pt x="1105" y="648"/>
                  </a:lnTo>
                  <a:lnTo>
                    <a:pt x="1106" y="646"/>
                  </a:lnTo>
                  <a:lnTo>
                    <a:pt x="1109" y="641"/>
                  </a:lnTo>
                  <a:lnTo>
                    <a:pt x="1110" y="641"/>
                  </a:lnTo>
                  <a:lnTo>
                    <a:pt x="1110" y="640"/>
                  </a:lnTo>
                  <a:lnTo>
                    <a:pt x="1111" y="639"/>
                  </a:lnTo>
                  <a:lnTo>
                    <a:pt x="1112" y="639"/>
                  </a:lnTo>
                  <a:lnTo>
                    <a:pt x="1113" y="638"/>
                  </a:lnTo>
                  <a:lnTo>
                    <a:pt x="1114" y="637"/>
                  </a:lnTo>
                  <a:lnTo>
                    <a:pt x="1115" y="636"/>
                  </a:lnTo>
                  <a:lnTo>
                    <a:pt x="1116" y="636"/>
                  </a:lnTo>
                  <a:lnTo>
                    <a:pt x="1117" y="635"/>
                  </a:lnTo>
                  <a:lnTo>
                    <a:pt x="1117" y="634"/>
                  </a:lnTo>
                  <a:lnTo>
                    <a:pt x="1118" y="634"/>
                  </a:lnTo>
                  <a:lnTo>
                    <a:pt x="1119" y="634"/>
                  </a:lnTo>
                  <a:lnTo>
                    <a:pt x="1120" y="633"/>
                  </a:lnTo>
                  <a:lnTo>
                    <a:pt x="1128" y="626"/>
                  </a:lnTo>
                  <a:lnTo>
                    <a:pt x="1129" y="626"/>
                  </a:lnTo>
                  <a:lnTo>
                    <a:pt x="1129" y="625"/>
                  </a:lnTo>
                  <a:lnTo>
                    <a:pt x="1130" y="625"/>
                  </a:lnTo>
                  <a:lnTo>
                    <a:pt x="1131" y="625"/>
                  </a:lnTo>
                  <a:lnTo>
                    <a:pt x="1132" y="625"/>
                  </a:lnTo>
                  <a:lnTo>
                    <a:pt x="1134" y="625"/>
                  </a:lnTo>
                  <a:lnTo>
                    <a:pt x="1148" y="626"/>
                  </a:lnTo>
                  <a:lnTo>
                    <a:pt x="1149" y="626"/>
                  </a:lnTo>
                  <a:lnTo>
                    <a:pt x="1150" y="626"/>
                  </a:lnTo>
                  <a:lnTo>
                    <a:pt x="1151" y="626"/>
                  </a:lnTo>
                  <a:lnTo>
                    <a:pt x="1152" y="625"/>
                  </a:lnTo>
                  <a:lnTo>
                    <a:pt x="1154" y="623"/>
                  </a:lnTo>
                  <a:lnTo>
                    <a:pt x="1156" y="614"/>
                  </a:lnTo>
                  <a:lnTo>
                    <a:pt x="1157" y="612"/>
                  </a:lnTo>
                  <a:lnTo>
                    <a:pt x="1158" y="611"/>
                  </a:lnTo>
                  <a:lnTo>
                    <a:pt x="1158" y="610"/>
                  </a:lnTo>
                  <a:lnTo>
                    <a:pt x="1159" y="610"/>
                  </a:lnTo>
                  <a:lnTo>
                    <a:pt x="1160" y="609"/>
                  </a:lnTo>
                  <a:lnTo>
                    <a:pt x="1160" y="608"/>
                  </a:lnTo>
                  <a:lnTo>
                    <a:pt x="1161" y="608"/>
                  </a:lnTo>
                  <a:lnTo>
                    <a:pt x="1162" y="607"/>
                  </a:lnTo>
                  <a:lnTo>
                    <a:pt x="1163" y="606"/>
                  </a:lnTo>
                  <a:lnTo>
                    <a:pt x="1164" y="606"/>
                  </a:lnTo>
                  <a:lnTo>
                    <a:pt x="1165" y="605"/>
                  </a:lnTo>
                  <a:lnTo>
                    <a:pt x="1166" y="605"/>
                  </a:lnTo>
                  <a:lnTo>
                    <a:pt x="1167" y="605"/>
                  </a:lnTo>
                  <a:lnTo>
                    <a:pt x="1168" y="605"/>
                  </a:lnTo>
                  <a:lnTo>
                    <a:pt x="1169" y="605"/>
                  </a:lnTo>
                  <a:lnTo>
                    <a:pt x="1170" y="605"/>
                  </a:lnTo>
                  <a:lnTo>
                    <a:pt x="1171" y="605"/>
                  </a:lnTo>
                  <a:lnTo>
                    <a:pt x="1171" y="606"/>
                  </a:lnTo>
                  <a:lnTo>
                    <a:pt x="1172" y="606"/>
                  </a:lnTo>
                  <a:lnTo>
                    <a:pt x="1173" y="606"/>
                  </a:lnTo>
                  <a:lnTo>
                    <a:pt x="1174" y="606"/>
                  </a:lnTo>
                  <a:lnTo>
                    <a:pt x="1175" y="606"/>
                  </a:lnTo>
                  <a:lnTo>
                    <a:pt x="1180" y="607"/>
                  </a:lnTo>
                  <a:lnTo>
                    <a:pt x="1181" y="607"/>
                  </a:lnTo>
                  <a:lnTo>
                    <a:pt x="1182" y="607"/>
                  </a:lnTo>
                  <a:lnTo>
                    <a:pt x="1183" y="606"/>
                  </a:lnTo>
                  <a:lnTo>
                    <a:pt x="1191" y="600"/>
                  </a:lnTo>
                  <a:lnTo>
                    <a:pt x="1191" y="599"/>
                  </a:lnTo>
                  <a:lnTo>
                    <a:pt x="1192" y="599"/>
                  </a:lnTo>
                  <a:lnTo>
                    <a:pt x="1193" y="598"/>
                  </a:lnTo>
                  <a:lnTo>
                    <a:pt x="1197" y="595"/>
                  </a:lnTo>
                  <a:lnTo>
                    <a:pt x="1198" y="595"/>
                  </a:lnTo>
                  <a:lnTo>
                    <a:pt x="1199" y="595"/>
                  </a:lnTo>
                  <a:lnTo>
                    <a:pt x="1200" y="594"/>
                  </a:lnTo>
                  <a:lnTo>
                    <a:pt x="1207" y="590"/>
                  </a:lnTo>
                  <a:lnTo>
                    <a:pt x="1212" y="588"/>
                  </a:lnTo>
                  <a:lnTo>
                    <a:pt x="1214" y="588"/>
                  </a:lnTo>
                  <a:lnTo>
                    <a:pt x="1215" y="588"/>
                  </a:lnTo>
                  <a:lnTo>
                    <a:pt x="1216" y="588"/>
                  </a:lnTo>
                  <a:lnTo>
                    <a:pt x="1217" y="588"/>
                  </a:lnTo>
                  <a:lnTo>
                    <a:pt x="1218" y="589"/>
                  </a:lnTo>
                  <a:lnTo>
                    <a:pt x="1219" y="589"/>
                  </a:lnTo>
                  <a:lnTo>
                    <a:pt x="1220" y="589"/>
                  </a:lnTo>
                  <a:lnTo>
                    <a:pt x="1221" y="589"/>
                  </a:lnTo>
                  <a:lnTo>
                    <a:pt x="1222" y="590"/>
                  </a:lnTo>
                  <a:lnTo>
                    <a:pt x="1223" y="590"/>
                  </a:lnTo>
                  <a:lnTo>
                    <a:pt x="1224" y="590"/>
                  </a:lnTo>
                  <a:lnTo>
                    <a:pt x="1225" y="590"/>
                  </a:lnTo>
                  <a:lnTo>
                    <a:pt x="1226" y="590"/>
                  </a:lnTo>
                  <a:lnTo>
                    <a:pt x="1227" y="590"/>
                  </a:lnTo>
                  <a:lnTo>
                    <a:pt x="1227" y="589"/>
                  </a:lnTo>
                  <a:lnTo>
                    <a:pt x="1228" y="589"/>
                  </a:lnTo>
                  <a:lnTo>
                    <a:pt x="1229" y="588"/>
                  </a:lnTo>
                  <a:lnTo>
                    <a:pt x="1230" y="588"/>
                  </a:lnTo>
                  <a:lnTo>
                    <a:pt x="1230" y="587"/>
                  </a:lnTo>
                  <a:lnTo>
                    <a:pt x="1231" y="587"/>
                  </a:lnTo>
                  <a:lnTo>
                    <a:pt x="1231" y="586"/>
                  </a:lnTo>
                  <a:lnTo>
                    <a:pt x="1232" y="586"/>
                  </a:lnTo>
                  <a:lnTo>
                    <a:pt x="1232" y="585"/>
                  </a:lnTo>
                  <a:lnTo>
                    <a:pt x="1233" y="585"/>
                  </a:lnTo>
                  <a:lnTo>
                    <a:pt x="1233" y="584"/>
                  </a:lnTo>
                  <a:lnTo>
                    <a:pt x="1234" y="584"/>
                  </a:lnTo>
                  <a:lnTo>
                    <a:pt x="1235" y="584"/>
                  </a:lnTo>
                  <a:lnTo>
                    <a:pt x="1235" y="583"/>
                  </a:lnTo>
                  <a:lnTo>
                    <a:pt x="1236" y="583"/>
                  </a:lnTo>
                  <a:lnTo>
                    <a:pt x="1237" y="584"/>
                  </a:lnTo>
                  <a:lnTo>
                    <a:pt x="1238" y="584"/>
                  </a:lnTo>
                  <a:lnTo>
                    <a:pt x="1239" y="584"/>
                  </a:lnTo>
                  <a:lnTo>
                    <a:pt x="1240" y="584"/>
                  </a:lnTo>
                  <a:lnTo>
                    <a:pt x="1241" y="585"/>
                  </a:lnTo>
                  <a:lnTo>
                    <a:pt x="1243" y="585"/>
                  </a:lnTo>
                  <a:lnTo>
                    <a:pt x="1244" y="585"/>
                  </a:lnTo>
                  <a:lnTo>
                    <a:pt x="1245" y="585"/>
                  </a:lnTo>
                  <a:lnTo>
                    <a:pt x="1246" y="585"/>
                  </a:lnTo>
                  <a:lnTo>
                    <a:pt x="1247" y="585"/>
                  </a:lnTo>
                  <a:lnTo>
                    <a:pt x="1248" y="586"/>
                  </a:lnTo>
                  <a:lnTo>
                    <a:pt x="1249" y="586"/>
                  </a:lnTo>
                  <a:lnTo>
                    <a:pt x="1251" y="586"/>
                  </a:lnTo>
                  <a:lnTo>
                    <a:pt x="1253" y="587"/>
                  </a:lnTo>
                  <a:lnTo>
                    <a:pt x="1254" y="588"/>
                  </a:lnTo>
                  <a:lnTo>
                    <a:pt x="1255" y="588"/>
                  </a:lnTo>
                  <a:lnTo>
                    <a:pt x="1257" y="588"/>
                  </a:lnTo>
                  <a:lnTo>
                    <a:pt x="1258" y="589"/>
                  </a:lnTo>
                  <a:lnTo>
                    <a:pt x="1259" y="589"/>
                  </a:lnTo>
                  <a:lnTo>
                    <a:pt x="1260" y="589"/>
                  </a:lnTo>
                  <a:lnTo>
                    <a:pt x="1261" y="589"/>
                  </a:lnTo>
                  <a:lnTo>
                    <a:pt x="1263" y="589"/>
                  </a:lnTo>
                  <a:lnTo>
                    <a:pt x="1264" y="589"/>
                  </a:lnTo>
                  <a:lnTo>
                    <a:pt x="1265" y="589"/>
                  </a:lnTo>
                  <a:lnTo>
                    <a:pt x="1267" y="589"/>
                  </a:lnTo>
                  <a:lnTo>
                    <a:pt x="1268" y="589"/>
                  </a:lnTo>
                  <a:lnTo>
                    <a:pt x="1269" y="589"/>
                  </a:lnTo>
                  <a:lnTo>
                    <a:pt x="1270" y="589"/>
                  </a:lnTo>
                  <a:lnTo>
                    <a:pt x="1271" y="589"/>
                  </a:lnTo>
                  <a:lnTo>
                    <a:pt x="1272" y="589"/>
                  </a:lnTo>
                  <a:lnTo>
                    <a:pt x="1274" y="588"/>
                  </a:lnTo>
                  <a:lnTo>
                    <a:pt x="1275" y="588"/>
                  </a:lnTo>
                  <a:lnTo>
                    <a:pt x="1277" y="588"/>
                  </a:lnTo>
                  <a:lnTo>
                    <a:pt x="1278" y="588"/>
                  </a:lnTo>
                  <a:lnTo>
                    <a:pt x="1280" y="588"/>
                  </a:lnTo>
                  <a:lnTo>
                    <a:pt x="1281" y="587"/>
                  </a:lnTo>
                  <a:lnTo>
                    <a:pt x="1282" y="587"/>
                  </a:lnTo>
                  <a:lnTo>
                    <a:pt x="1284" y="587"/>
                  </a:lnTo>
                  <a:lnTo>
                    <a:pt x="1285" y="587"/>
                  </a:lnTo>
                  <a:lnTo>
                    <a:pt x="1286" y="586"/>
                  </a:lnTo>
                  <a:lnTo>
                    <a:pt x="1287" y="586"/>
                  </a:lnTo>
                  <a:lnTo>
                    <a:pt x="1288" y="586"/>
                  </a:lnTo>
                  <a:lnTo>
                    <a:pt x="1289" y="586"/>
                  </a:lnTo>
                  <a:lnTo>
                    <a:pt x="1290" y="586"/>
                  </a:lnTo>
                  <a:lnTo>
                    <a:pt x="1291" y="586"/>
                  </a:lnTo>
                  <a:lnTo>
                    <a:pt x="1291" y="585"/>
                  </a:lnTo>
                  <a:lnTo>
                    <a:pt x="1291" y="584"/>
                  </a:lnTo>
                  <a:lnTo>
                    <a:pt x="1291" y="583"/>
                  </a:lnTo>
                  <a:lnTo>
                    <a:pt x="1291" y="582"/>
                  </a:lnTo>
                  <a:lnTo>
                    <a:pt x="1291" y="581"/>
                  </a:lnTo>
                  <a:lnTo>
                    <a:pt x="1291" y="580"/>
                  </a:lnTo>
                  <a:lnTo>
                    <a:pt x="1291" y="579"/>
                  </a:lnTo>
                  <a:lnTo>
                    <a:pt x="1291" y="577"/>
                  </a:lnTo>
                  <a:lnTo>
                    <a:pt x="1291" y="576"/>
                  </a:lnTo>
                  <a:lnTo>
                    <a:pt x="1291" y="575"/>
                  </a:lnTo>
                  <a:lnTo>
                    <a:pt x="1291" y="573"/>
                  </a:lnTo>
                  <a:lnTo>
                    <a:pt x="1291" y="572"/>
                  </a:lnTo>
                  <a:lnTo>
                    <a:pt x="1291" y="569"/>
                  </a:lnTo>
                  <a:lnTo>
                    <a:pt x="1290" y="567"/>
                  </a:lnTo>
                  <a:lnTo>
                    <a:pt x="1289" y="567"/>
                  </a:lnTo>
                  <a:lnTo>
                    <a:pt x="1289" y="566"/>
                  </a:lnTo>
                  <a:lnTo>
                    <a:pt x="1288" y="565"/>
                  </a:lnTo>
                  <a:lnTo>
                    <a:pt x="1287" y="564"/>
                  </a:lnTo>
                  <a:lnTo>
                    <a:pt x="1287" y="563"/>
                  </a:lnTo>
                  <a:lnTo>
                    <a:pt x="1286" y="562"/>
                  </a:lnTo>
                  <a:lnTo>
                    <a:pt x="1285" y="560"/>
                  </a:lnTo>
                  <a:lnTo>
                    <a:pt x="1284" y="559"/>
                  </a:lnTo>
                  <a:lnTo>
                    <a:pt x="1282" y="558"/>
                  </a:lnTo>
                  <a:lnTo>
                    <a:pt x="1281" y="557"/>
                  </a:lnTo>
                  <a:lnTo>
                    <a:pt x="1280" y="556"/>
                  </a:lnTo>
                  <a:lnTo>
                    <a:pt x="1279" y="555"/>
                  </a:lnTo>
                  <a:lnTo>
                    <a:pt x="1278" y="554"/>
                  </a:lnTo>
                  <a:lnTo>
                    <a:pt x="1277" y="553"/>
                  </a:lnTo>
                  <a:lnTo>
                    <a:pt x="1276" y="552"/>
                  </a:lnTo>
                  <a:lnTo>
                    <a:pt x="1275" y="551"/>
                  </a:lnTo>
                  <a:lnTo>
                    <a:pt x="1274" y="551"/>
                  </a:lnTo>
                  <a:lnTo>
                    <a:pt x="1274" y="550"/>
                  </a:lnTo>
                  <a:lnTo>
                    <a:pt x="1273" y="550"/>
                  </a:lnTo>
                  <a:lnTo>
                    <a:pt x="1272" y="549"/>
                  </a:lnTo>
                  <a:lnTo>
                    <a:pt x="1271" y="548"/>
                  </a:lnTo>
                  <a:lnTo>
                    <a:pt x="1263" y="542"/>
                  </a:lnTo>
                  <a:lnTo>
                    <a:pt x="1262" y="542"/>
                  </a:lnTo>
                  <a:lnTo>
                    <a:pt x="1261" y="541"/>
                  </a:lnTo>
                  <a:lnTo>
                    <a:pt x="1260" y="540"/>
                  </a:lnTo>
                  <a:lnTo>
                    <a:pt x="1260" y="539"/>
                  </a:lnTo>
                  <a:lnTo>
                    <a:pt x="1259" y="539"/>
                  </a:lnTo>
                  <a:lnTo>
                    <a:pt x="1258" y="538"/>
                  </a:lnTo>
                  <a:lnTo>
                    <a:pt x="1247" y="527"/>
                  </a:lnTo>
                  <a:lnTo>
                    <a:pt x="1246" y="526"/>
                  </a:lnTo>
                  <a:lnTo>
                    <a:pt x="1245" y="525"/>
                  </a:lnTo>
                  <a:lnTo>
                    <a:pt x="1244" y="525"/>
                  </a:lnTo>
                  <a:lnTo>
                    <a:pt x="1239" y="522"/>
                  </a:lnTo>
                  <a:lnTo>
                    <a:pt x="1238" y="522"/>
                  </a:lnTo>
                  <a:lnTo>
                    <a:pt x="1238" y="521"/>
                  </a:lnTo>
                  <a:lnTo>
                    <a:pt x="1237" y="521"/>
                  </a:lnTo>
                  <a:lnTo>
                    <a:pt x="1237" y="520"/>
                  </a:lnTo>
                  <a:lnTo>
                    <a:pt x="1236" y="520"/>
                  </a:lnTo>
                  <a:lnTo>
                    <a:pt x="1235" y="520"/>
                  </a:lnTo>
                  <a:lnTo>
                    <a:pt x="1235" y="519"/>
                  </a:lnTo>
                  <a:lnTo>
                    <a:pt x="1234" y="519"/>
                  </a:lnTo>
                  <a:lnTo>
                    <a:pt x="1233" y="518"/>
                  </a:lnTo>
                  <a:lnTo>
                    <a:pt x="1232" y="518"/>
                  </a:lnTo>
                  <a:lnTo>
                    <a:pt x="1231" y="517"/>
                  </a:lnTo>
                  <a:lnTo>
                    <a:pt x="1230" y="517"/>
                  </a:lnTo>
                  <a:lnTo>
                    <a:pt x="1229" y="516"/>
                  </a:lnTo>
                  <a:lnTo>
                    <a:pt x="1228" y="516"/>
                  </a:lnTo>
                  <a:lnTo>
                    <a:pt x="1227" y="515"/>
                  </a:lnTo>
                  <a:lnTo>
                    <a:pt x="1226" y="515"/>
                  </a:lnTo>
                  <a:lnTo>
                    <a:pt x="1225" y="515"/>
                  </a:lnTo>
                  <a:lnTo>
                    <a:pt x="1225" y="514"/>
                  </a:lnTo>
                  <a:lnTo>
                    <a:pt x="1224" y="514"/>
                  </a:lnTo>
                  <a:lnTo>
                    <a:pt x="1216" y="510"/>
                  </a:lnTo>
                  <a:lnTo>
                    <a:pt x="1216" y="509"/>
                  </a:lnTo>
                  <a:lnTo>
                    <a:pt x="1215" y="509"/>
                  </a:lnTo>
                  <a:lnTo>
                    <a:pt x="1214" y="508"/>
                  </a:lnTo>
                  <a:lnTo>
                    <a:pt x="1213" y="507"/>
                  </a:lnTo>
                  <a:lnTo>
                    <a:pt x="1212" y="506"/>
                  </a:lnTo>
                  <a:lnTo>
                    <a:pt x="1211" y="505"/>
                  </a:lnTo>
                  <a:lnTo>
                    <a:pt x="1209" y="505"/>
                  </a:lnTo>
                  <a:lnTo>
                    <a:pt x="1208" y="504"/>
                  </a:lnTo>
                  <a:lnTo>
                    <a:pt x="1206" y="503"/>
                  </a:lnTo>
                  <a:lnTo>
                    <a:pt x="1204" y="502"/>
                  </a:lnTo>
                  <a:lnTo>
                    <a:pt x="1202" y="502"/>
                  </a:lnTo>
                  <a:lnTo>
                    <a:pt x="1199" y="501"/>
                  </a:lnTo>
                  <a:lnTo>
                    <a:pt x="1196" y="501"/>
                  </a:lnTo>
                  <a:lnTo>
                    <a:pt x="1193" y="501"/>
                  </a:lnTo>
                  <a:lnTo>
                    <a:pt x="1189" y="501"/>
                  </a:lnTo>
                  <a:lnTo>
                    <a:pt x="1186" y="502"/>
                  </a:lnTo>
                  <a:lnTo>
                    <a:pt x="1182" y="503"/>
                  </a:lnTo>
                  <a:lnTo>
                    <a:pt x="1179" y="504"/>
                  </a:lnTo>
                  <a:lnTo>
                    <a:pt x="1175" y="506"/>
                  </a:lnTo>
                  <a:lnTo>
                    <a:pt x="1172" y="508"/>
                  </a:lnTo>
                  <a:lnTo>
                    <a:pt x="1169" y="511"/>
                  </a:lnTo>
                  <a:lnTo>
                    <a:pt x="1166" y="514"/>
                  </a:lnTo>
                  <a:lnTo>
                    <a:pt x="1163" y="517"/>
                  </a:lnTo>
                  <a:lnTo>
                    <a:pt x="1161" y="520"/>
                  </a:lnTo>
                  <a:lnTo>
                    <a:pt x="1158" y="522"/>
                  </a:lnTo>
                  <a:lnTo>
                    <a:pt x="1156" y="525"/>
                  </a:lnTo>
                  <a:lnTo>
                    <a:pt x="1154" y="527"/>
                  </a:lnTo>
                  <a:lnTo>
                    <a:pt x="1152" y="529"/>
                  </a:lnTo>
                  <a:lnTo>
                    <a:pt x="1150" y="530"/>
                  </a:lnTo>
                  <a:lnTo>
                    <a:pt x="1148" y="531"/>
                  </a:lnTo>
                  <a:lnTo>
                    <a:pt x="1146" y="532"/>
                  </a:lnTo>
                  <a:lnTo>
                    <a:pt x="1145" y="532"/>
                  </a:lnTo>
                  <a:lnTo>
                    <a:pt x="1143" y="532"/>
                  </a:lnTo>
                  <a:lnTo>
                    <a:pt x="1141" y="531"/>
                  </a:lnTo>
                  <a:lnTo>
                    <a:pt x="1139" y="530"/>
                  </a:lnTo>
                  <a:lnTo>
                    <a:pt x="1136" y="529"/>
                  </a:lnTo>
                  <a:lnTo>
                    <a:pt x="1134" y="528"/>
                  </a:lnTo>
                  <a:lnTo>
                    <a:pt x="1131" y="527"/>
                  </a:lnTo>
                  <a:lnTo>
                    <a:pt x="1129" y="525"/>
                  </a:lnTo>
                  <a:lnTo>
                    <a:pt x="1126" y="524"/>
                  </a:lnTo>
                  <a:lnTo>
                    <a:pt x="1123" y="523"/>
                  </a:lnTo>
                  <a:lnTo>
                    <a:pt x="1121" y="522"/>
                  </a:lnTo>
                  <a:lnTo>
                    <a:pt x="1118" y="521"/>
                  </a:lnTo>
                  <a:lnTo>
                    <a:pt x="1116" y="521"/>
                  </a:lnTo>
                  <a:lnTo>
                    <a:pt x="1114" y="520"/>
                  </a:lnTo>
                  <a:lnTo>
                    <a:pt x="1112" y="520"/>
                  </a:lnTo>
                  <a:lnTo>
                    <a:pt x="1110" y="521"/>
                  </a:lnTo>
                  <a:lnTo>
                    <a:pt x="1108" y="521"/>
                  </a:lnTo>
                  <a:lnTo>
                    <a:pt x="1107" y="521"/>
                  </a:lnTo>
                  <a:lnTo>
                    <a:pt x="1106" y="522"/>
                  </a:lnTo>
                  <a:lnTo>
                    <a:pt x="1105" y="522"/>
                  </a:lnTo>
                  <a:lnTo>
                    <a:pt x="1104" y="522"/>
                  </a:lnTo>
                  <a:lnTo>
                    <a:pt x="1103" y="523"/>
                  </a:lnTo>
                  <a:lnTo>
                    <a:pt x="1102" y="523"/>
                  </a:lnTo>
                  <a:lnTo>
                    <a:pt x="1101" y="523"/>
                  </a:lnTo>
                  <a:lnTo>
                    <a:pt x="1100" y="523"/>
                  </a:lnTo>
                  <a:lnTo>
                    <a:pt x="1099" y="523"/>
                  </a:lnTo>
                  <a:lnTo>
                    <a:pt x="1097" y="524"/>
                  </a:lnTo>
                  <a:lnTo>
                    <a:pt x="1096" y="524"/>
                  </a:lnTo>
                  <a:lnTo>
                    <a:pt x="1094" y="524"/>
                  </a:lnTo>
                  <a:lnTo>
                    <a:pt x="1092" y="525"/>
                  </a:lnTo>
                  <a:lnTo>
                    <a:pt x="1090" y="525"/>
                  </a:lnTo>
                  <a:lnTo>
                    <a:pt x="1087" y="526"/>
                  </a:lnTo>
                  <a:lnTo>
                    <a:pt x="1085" y="526"/>
                  </a:lnTo>
                  <a:lnTo>
                    <a:pt x="1083" y="527"/>
                  </a:lnTo>
                  <a:lnTo>
                    <a:pt x="1081" y="529"/>
                  </a:lnTo>
                  <a:lnTo>
                    <a:pt x="1079" y="530"/>
                  </a:lnTo>
                  <a:lnTo>
                    <a:pt x="1078" y="531"/>
                  </a:lnTo>
                  <a:lnTo>
                    <a:pt x="1076" y="533"/>
                  </a:lnTo>
                  <a:lnTo>
                    <a:pt x="1075" y="534"/>
                  </a:lnTo>
                  <a:lnTo>
                    <a:pt x="1073" y="535"/>
                  </a:lnTo>
                  <a:lnTo>
                    <a:pt x="1072" y="537"/>
                  </a:lnTo>
                  <a:lnTo>
                    <a:pt x="1071" y="538"/>
                  </a:lnTo>
                  <a:lnTo>
                    <a:pt x="1070" y="539"/>
                  </a:lnTo>
                  <a:lnTo>
                    <a:pt x="1068" y="539"/>
                  </a:lnTo>
                  <a:lnTo>
                    <a:pt x="1067" y="540"/>
                  </a:lnTo>
                  <a:lnTo>
                    <a:pt x="1066" y="540"/>
                  </a:lnTo>
                  <a:lnTo>
                    <a:pt x="1065" y="540"/>
                  </a:lnTo>
                  <a:lnTo>
                    <a:pt x="1064" y="540"/>
                  </a:lnTo>
                  <a:lnTo>
                    <a:pt x="1063" y="540"/>
                  </a:lnTo>
                  <a:lnTo>
                    <a:pt x="1062" y="540"/>
                  </a:lnTo>
                  <a:lnTo>
                    <a:pt x="1062" y="539"/>
                  </a:lnTo>
                  <a:lnTo>
                    <a:pt x="1061" y="539"/>
                  </a:lnTo>
                  <a:lnTo>
                    <a:pt x="1060" y="539"/>
                  </a:lnTo>
                  <a:lnTo>
                    <a:pt x="1060" y="538"/>
                  </a:lnTo>
                  <a:lnTo>
                    <a:pt x="1059" y="538"/>
                  </a:lnTo>
                  <a:lnTo>
                    <a:pt x="1058" y="537"/>
                  </a:lnTo>
                  <a:lnTo>
                    <a:pt x="1057" y="536"/>
                  </a:lnTo>
                  <a:lnTo>
                    <a:pt x="1056" y="536"/>
                  </a:lnTo>
                  <a:lnTo>
                    <a:pt x="1056" y="535"/>
                  </a:lnTo>
                  <a:lnTo>
                    <a:pt x="1055" y="534"/>
                  </a:lnTo>
                  <a:lnTo>
                    <a:pt x="1054" y="533"/>
                  </a:lnTo>
                  <a:lnTo>
                    <a:pt x="1053" y="532"/>
                  </a:lnTo>
                  <a:lnTo>
                    <a:pt x="1052" y="532"/>
                  </a:lnTo>
                  <a:lnTo>
                    <a:pt x="1051" y="531"/>
                  </a:lnTo>
                  <a:lnTo>
                    <a:pt x="1050" y="530"/>
                  </a:lnTo>
                  <a:lnTo>
                    <a:pt x="1048" y="528"/>
                  </a:lnTo>
                  <a:lnTo>
                    <a:pt x="1045" y="525"/>
                  </a:lnTo>
                  <a:lnTo>
                    <a:pt x="1040" y="521"/>
                  </a:lnTo>
                  <a:lnTo>
                    <a:pt x="1037" y="511"/>
                  </a:lnTo>
                  <a:lnTo>
                    <a:pt x="1037" y="510"/>
                  </a:lnTo>
                  <a:lnTo>
                    <a:pt x="1037" y="509"/>
                  </a:lnTo>
                  <a:lnTo>
                    <a:pt x="1036" y="508"/>
                  </a:lnTo>
                  <a:lnTo>
                    <a:pt x="1036" y="507"/>
                  </a:lnTo>
                  <a:lnTo>
                    <a:pt x="1036" y="506"/>
                  </a:lnTo>
                  <a:lnTo>
                    <a:pt x="1036" y="505"/>
                  </a:lnTo>
                  <a:lnTo>
                    <a:pt x="1036" y="503"/>
                  </a:lnTo>
                  <a:lnTo>
                    <a:pt x="1036" y="502"/>
                  </a:lnTo>
                  <a:lnTo>
                    <a:pt x="1037" y="501"/>
                  </a:lnTo>
                  <a:lnTo>
                    <a:pt x="1037" y="499"/>
                  </a:lnTo>
                  <a:lnTo>
                    <a:pt x="1037" y="498"/>
                  </a:lnTo>
                  <a:lnTo>
                    <a:pt x="1038" y="496"/>
                  </a:lnTo>
                  <a:lnTo>
                    <a:pt x="1039" y="494"/>
                  </a:lnTo>
                  <a:lnTo>
                    <a:pt x="1040" y="493"/>
                  </a:lnTo>
                  <a:lnTo>
                    <a:pt x="1041" y="491"/>
                  </a:lnTo>
                  <a:lnTo>
                    <a:pt x="1042" y="489"/>
                  </a:lnTo>
                  <a:lnTo>
                    <a:pt x="1043" y="487"/>
                  </a:lnTo>
                  <a:lnTo>
                    <a:pt x="1044" y="484"/>
                  </a:lnTo>
                  <a:lnTo>
                    <a:pt x="1045" y="482"/>
                  </a:lnTo>
                  <a:lnTo>
                    <a:pt x="1045" y="479"/>
                  </a:lnTo>
                  <a:lnTo>
                    <a:pt x="1046" y="477"/>
                  </a:lnTo>
                  <a:lnTo>
                    <a:pt x="1046" y="474"/>
                  </a:lnTo>
                  <a:lnTo>
                    <a:pt x="1046" y="471"/>
                  </a:lnTo>
                  <a:lnTo>
                    <a:pt x="1047" y="469"/>
                  </a:lnTo>
                  <a:lnTo>
                    <a:pt x="1047" y="466"/>
                  </a:lnTo>
                  <a:lnTo>
                    <a:pt x="1047" y="464"/>
                  </a:lnTo>
                  <a:lnTo>
                    <a:pt x="1047" y="462"/>
                  </a:lnTo>
                  <a:lnTo>
                    <a:pt x="1047" y="461"/>
                  </a:lnTo>
                  <a:lnTo>
                    <a:pt x="1047" y="460"/>
                  </a:lnTo>
                  <a:lnTo>
                    <a:pt x="1047" y="459"/>
                  </a:lnTo>
                  <a:lnTo>
                    <a:pt x="1047" y="458"/>
                  </a:lnTo>
                  <a:lnTo>
                    <a:pt x="1048" y="457"/>
                  </a:lnTo>
                  <a:lnTo>
                    <a:pt x="1051" y="450"/>
                  </a:lnTo>
                  <a:lnTo>
                    <a:pt x="1052" y="450"/>
                  </a:lnTo>
                  <a:lnTo>
                    <a:pt x="1052" y="449"/>
                  </a:lnTo>
                  <a:lnTo>
                    <a:pt x="1052" y="448"/>
                  </a:lnTo>
                  <a:lnTo>
                    <a:pt x="1054" y="442"/>
                  </a:lnTo>
                  <a:lnTo>
                    <a:pt x="1056" y="436"/>
                  </a:lnTo>
                  <a:lnTo>
                    <a:pt x="1056" y="435"/>
                  </a:lnTo>
                  <a:lnTo>
                    <a:pt x="1055" y="430"/>
                  </a:lnTo>
                  <a:lnTo>
                    <a:pt x="1058" y="420"/>
                  </a:lnTo>
                  <a:lnTo>
                    <a:pt x="1058" y="419"/>
                  </a:lnTo>
                  <a:lnTo>
                    <a:pt x="1058" y="418"/>
                  </a:lnTo>
                  <a:lnTo>
                    <a:pt x="1059" y="418"/>
                  </a:lnTo>
                  <a:lnTo>
                    <a:pt x="1059" y="417"/>
                  </a:lnTo>
                  <a:lnTo>
                    <a:pt x="1060" y="416"/>
                  </a:lnTo>
                  <a:lnTo>
                    <a:pt x="1060" y="415"/>
                  </a:lnTo>
                  <a:lnTo>
                    <a:pt x="1061" y="414"/>
                  </a:lnTo>
                  <a:lnTo>
                    <a:pt x="1061" y="413"/>
                  </a:lnTo>
                  <a:lnTo>
                    <a:pt x="1061" y="412"/>
                  </a:lnTo>
                  <a:lnTo>
                    <a:pt x="1061" y="411"/>
                  </a:lnTo>
                  <a:lnTo>
                    <a:pt x="1062" y="410"/>
                  </a:lnTo>
                  <a:lnTo>
                    <a:pt x="1062" y="409"/>
                  </a:lnTo>
                  <a:lnTo>
                    <a:pt x="1062" y="408"/>
                  </a:lnTo>
                  <a:lnTo>
                    <a:pt x="1063" y="408"/>
                  </a:lnTo>
                  <a:lnTo>
                    <a:pt x="1063" y="407"/>
                  </a:lnTo>
                  <a:lnTo>
                    <a:pt x="1063" y="406"/>
                  </a:lnTo>
                  <a:lnTo>
                    <a:pt x="1063" y="404"/>
                  </a:lnTo>
                  <a:lnTo>
                    <a:pt x="1065" y="399"/>
                  </a:lnTo>
                  <a:lnTo>
                    <a:pt x="1065" y="398"/>
                  </a:lnTo>
                  <a:lnTo>
                    <a:pt x="1066" y="397"/>
                  </a:lnTo>
                  <a:lnTo>
                    <a:pt x="1067" y="393"/>
                  </a:lnTo>
                  <a:lnTo>
                    <a:pt x="1067" y="392"/>
                  </a:lnTo>
                  <a:lnTo>
                    <a:pt x="1068" y="392"/>
                  </a:lnTo>
                  <a:lnTo>
                    <a:pt x="1068" y="391"/>
                  </a:lnTo>
                  <a:lnTo>
                    <a:pt x="1071" y="384"/>
                  </a:lnTo>
                  <a:lnTo>
                    <a:pt x="1073" y="376"/>
                  </a:lnTo>
                  <a:lnTo>
                    <a:pt x="1073" y="375"/>
                  </a:lnTo>
                  <a:lnTo>
                    <a:pt x="1074" y="375"/>
                  </a:lnTo>
                  <a:lnTo>
                    <a:pt x="1074" y="374"/>
                  </a:lnTo>
                  <a:lnTo>
                    <a:pt x="1075" y="368"/>
                  </a:lnTo>
                  <a:lnTo>
                    <a:pt x="1076" y="367"/>
                  </a:lnTo>
                  <a:lnTo>
                    <a:pt x="1078" y="358"/>
                  </a:lnTo>
                  <a:lnTo>
                    <a:pt x="1078" y="357"/>
                  </a:lnTo>
                  <a:lnTo>
                    <a:pt x="1078" y="356"/>
                  </a:lnTo>
                  <a:lnTo>
                    <a:pt x="1079" y="356"/>
                  </a:lnTo>
                  <a:lnTo>
                    <a:pt x="1079" y="355"/>
                  </a:lnTo>
                  <a:lnTo>
                    <a:pt x="1079" y="354"/>
                  </a:lnTo>
                  <a:lnTo>
                    <a:pt x="1080" y="353"/>
                  </a:lnTo>
                  <a:lnTo>
                    <a:pt x="1080" y="352"/>
                  </a:lnTo>
                  <a:lnTo>
                    <a:pt x="1080" y="351"/>
                  </a:lnTo>
                  <a:lnTo>
                    <a:pt x="1081" y="350"/>
                  </a:lnTo>
                  <a:lnTo>
                    <a:pt x="1082" y="350"/>
                  </a:lnTo>
                  <a:lnTo>
                    <a:pt x="1082" y="348"/>
                  </a:lnTo>
                  <a:lnTo>
                    <a:pt x="1083" y="348"/>
                  </a:lnTo>
                  <a:lnTo>
                    <a:pt x="1083" y="347"/>
                  </a:lnTo>
                  <a:lnTo>
                    <a:pt x="1084" y="346"/>
                  </a:lnTo>
                  <a:lnTo>
                    <a:pt x="1085" y="346"/>
                  </a:lnTo>
                  <a:lnTo>
                    <a:pt x="1086" y="345"/>
                  </a:lnTo>
                  <a:lnTo>
                    <a:pt x="1087" y="345"/>
                  </a:lnTo>
                  <a:lnTo>
                    <a:pt x="1088" y="345"/>
                  </a:lnTo>
                  <a:lnTo>
                    <a:pt x="1090" y="346"/>
                  </a:lnTo>
                  <a:lnTo>
                    <a:pt x="1091" y="346"/>
                  </a:lnTo>
                  <a:lnTo>
                    <a:pt x="1092" y="346"/>
                  </a:lnTo>
                  <a:lnTo>
                    <a:pt x="1093" y="347"/>
                  </a:lnTo>
                  <a:lnTo>
                    <a:pt x="1095" y="348"/>
                  </a:lnTo>
                  <a:lnTo>
                    <a:pt x="1096" y="348"/>
                  </a:lnTo>
                  <a:lnTo>
                    <a:pt x="1097" y="349"/>
                  </a:lnTo>
                  <a:lnTo>
                    <a:pt x="1098" y="350"/>
                  </a:lnTo>
                  <a:lnTo>
                    <a:pt x="1099" y="350"/>
                  </a:lnTo>
                  <a:lnTo>
                    <a:pt x="1101" y="351"/>
                  </a:lnTo>
                  <a:lnTo>
                    <a:pt x="1120" y="360"/>
                  </a:lnTo>
                  <a:lnTo>
                    <a:pt x="1125" y="360"/>
                  </a:lnTo>
                  <a:lnTo>
                    <a:pt x="1126" y="360"/>
                  </a:lnTo>
                  <a:lnTo>
                    <a:pt x="1128" y="360"/>
                  </a:lnTo>
                  <a:lnTo>
                    <a:pt x="1129" y="360"/>
                  </a:lnTo>
                  <a:lnTo>
                    <a:pt x="1131" y="360"/>
                  </a:lnTo>
                  <a:lnTo>
                    <a:pt x="1133" y="360"/>
                  </a:lnTo>
                  <a:lnTo>
                    <a:pt x="1134" y="360"/>
                  </a:lnTo>
                  <a:lnTo>
                    <a:pt x="1136" y="360"/>
                  </a:lnTo>
                  <a:lnTo>
                    <a:pt x="1138" y="360"/>
                  </a:lnTo>
                  <a:lnTo>
                    <a:pt x="1139" y="360"/>
                  </a:lnTo>
                  <a:lnTo>
                    <a:pt x="1140" y="360"/>
                  </a:lnTo>
                  <a:lnTo>
                    <a:pt x="1141" y="360"/>
                  </a:lnTo>
                  <a:lnTo>
                    <a:pt x="1142" y="360"/>
                  </a:lnTo>
                  <a:lnTo>
                    <a:pt x="1144" y="360"/>
                  </a:lnTo>
                  <a:lnTo>
                    <a:pt x="1145" y="360"/>
                  </a:lnTo>
                  <a:lnTo>
                    <a:pt x="1146" y="360"/>
                  </a:lnTo>
                  <a:lnTo>
                    <a:pt x="1146" y="359"/>
                  </a:lnTo>
                  <a:lnTo>
                    <a:pt x="1147" y="359"/>
                  </a:lnTo>
                  <a:lnTo>
                    <a:pt x="1154" y="357"/>
                  </a:lnTo>
                  <a:lnTo>
                    <a:pt x="1155" y="357"/>
                  </a:lnTo>
                  <a:lnTo>
                    <a:pt x="1156" y="356"/>
                  </a:lnTo>
                  <a:lnTo>
                    <a:pt x="1157" y="355"/>
                  </a:lnTo>
                  <a:lnTo>
                    <a:pt x="1165" y="348"/>
                  </a:lnTo>
                  <a:lnTo>
                    <a:pt x="1166" y="347"/>
                  </a:lnTo>
                  <a:lnTo>
                    <a:pt x="1167" y="347"/>
                  </a:lnTo>
                  <a:lnTo>
                    <a:pt x="1167" y="346"/>
                  </a:lnTo>
                  <a:lnTo>
                    <a:pt x="1168" y="346"/>
                  </a:lnTo>
                  <a:lnTo>
                    <a:pt x="1168" y="345"/>
                  </a:lnTo>
                  <a:lnTo>
                    <a:pt x="1170" y="343"/>
                  </a:lnTo>
                  <a:lnTo>
                    <a:pt x="1170" y="342"/>
                  </a:lnTo>
                  <a:lnTo>
                    <a:pt x="1172" y="341"/>
                  </a:lnTo>
                  <a:lnTo>
                    <a:pt x="1173" y="340"/>
                  </a:lnTo>
                  <a:lnTo>
                    <a:pt x="1174" y="338"/>
                  </a:lnTo>
                  <a:lnTo>
                    <a:pt x="1175" y="337"/>
                  </a:lnTo>
                  <a:lnTo>
                    <a:pt x="1176" y="335"/>
                  </a:lnTo>
                  <a:lnTo>
                    <a:pt x="1178" y="334"/>
                  </a:lnTo>
                  <a:lnTo>
                    <a:pt x="1179" y="333"/>
                  </a:lnTo>
                  <a:lnTo>
                    <a:pt x="1180" y="332"/>
                  </a:lnTo>
                  <a:lnTo>
                    <a:pt x="1181" y="331"/>
                  </a:lnTo>
                  <a:lnTo>
                    <a:pt x="1182" y="330"/>
                  </a:lnTo>
                  <a:lnTo>
                    <a:pt x="1184" y="329"/>
                  </a:lnTo>
                  <a:lnTo>
                    <a:pt x="1185" y="328"/>
                  </a:lnTo>
                  <a:lnTo>
                    <a:pt x="1185" y="327"/>
                  </a:lnTo>
                  <a:lnTo>
                    <a:pt x="1186" y="327"/>
                  </a:lnTo>
                  <a:lnTo>
                    <a:pt x="1188" y="325"/>
                  </a:lnTo>
                  <a:lnTo>
                    <a:pt x="1196" y="323"/>
                  </a:lnTo>
                  <a:lnTo>
                    <a:pt x="1197" y="323"/>
                  </a:lnTo>
                  <a:lnTo>
                    <a:pt x="1198" y="323"/>
                  </a:lnTo>
                  <a:lnTo>
                    <a:pt x="1199" y="323"/>
                  </a:lnTo>
                  <a:lnTo>
                    <a:pt x="1200" y="322"/>
                  </a:lnTo>
                  <a:lnTo>
                    <a:pt x="1201" y="322"/>
                  </a:lnTo>
                  <a:lnTo>
                    <a:pt x="1202" y="321"/>
                  </a:lnTo>
                  <a:lnTo>
                    <a:pt x="1203" y="321"/>
                  </a:lnTo>
                  <a:lnTo>
                    <a:pt x="1204" y="320"/>
                  </a:lnTo>
                  <a:lnTo>
                    <a:pt x="1205" y="319"/>
                  </a:lnTo>
                  <a:lnTo>
                    <a:pt x="1206" y="318"/>
                  </a:lnTo>
                  <a:lnTo>
                    <a:pt x="1207" y="317"/>
                  </a:lnTo>
                  <a:lnTo>
                    <a:pt x="1207" y="316"/>
                  </a:lnTo>
                  <a:lnTo>
                    <a:pt x="1208" y="315"/>
                  </a:lnTo>
                  <a:lnTo>
                    <a:pt x="1209" y="314"/>
                  </a:lnTo>
                  <a:lnTo>
                    <a:pt x="1210" y="313"/>
                  </a:lnTo>
                  <a:lnTo>
                    <a:pt x="1210" y="312"/>
                  </a:lnTo>
                  <a:lnTo>
                    <a:pt x="1211" y="311"/>
                  </a:lnTo>
                  <a:lnTo>
                    <a:pt x="1211" y="310"/>
                  </a:lnTo>
                  <a:lnTo>
                    <a:pt x="1212" y="309"/>
                  </a:lnTo>
                  <a:lnTo>
                    <a:pt x="1212" y="308"/>
                  </a:lnTo>
                  <a:lnTo>
                    <a:pt x="1212" y="307"/>
                  </a:lnTo>
                  <a:lnTo>
                    <a:pt x="1212" y="306"/>
                  </a:lnTo>
                  <a:lnTo>
                    <a:pt x="1212" y="305"/>
                  </a:lnTo>
                  <a:lnTo>
                    <a:pt x="1212" y="304"/>
                  </a:lnTo>
                  <a:lnTo>
                    <a:pt x="1211" y="304"/>
                  </a:lnTo>
                  <a:lnTo>
                    <a:pt x="1211" y="303"/>
                  </a:lnTo>
                  <a:lnTo>
                    <a:pt x="1210" y="303"/>
                  </a:lnTo>
                  <a:lnTo>
                    <a:pt x="1209" y="302"/>
                  </a:lnTo>
                  <a:lnTo>
                    <a:pt x="1208" y="302"/>
                  </a:lnTo>
                  <a:lnTo>
                    <a:pt x="1207" y="301"/>
                  </a:lnTo>
                  <a:lnTo>
                    <a:pt x="1206" y="301"/>
                  </a:lnTo>
                  <a:lnTo>
                    <a:pt x="1206" y="300"/>
                  </a:lnTo>
                  <a:lnTo>
                    <a:pt x="1205" y="299"/>
                  </a:lnTo>
                  <a:lnTo>
                    <a:pt x="1204" y="299"/>
                  </a:lnTo>
                  <a:lnTo>
                    <a:pt x="1204" y="298"/>
                  </a:lnTo>
                  <a:lnTo>
                    <a:pt x="1203" y="297"/>
                  </a:lnTo>
                  <a:lnTo>
                    <a:pt x="1203" y="296"/>
                  </a:lnTo>
                  <a:lnTo>
                    <a:pt x="1202" y="295"/>
                  </a:lnTo>
                  <a:lnTo>
                    <a:pt x="1202" y="294"/>
                  </a:lnTo>
                  <a:lnTo>
                    <a:pt x="1201" y="294"/>
                  </a:lnTo>
                  <a:lnTo>
                    <a:pt x="1201" y="293"/>
                  </a:lnTo>
                  <a:lnTo>
                    <a:pt x="1201" y="292"/>
                  </a:lnTo>
                  <a:lnTo>
                    <a:pt x="1200" y="291"/>
                  </a:lnTo>
                  <a:lnTo>
                    <a:pt x="1200" y="290"/>
                  </a:lnTo>
                  <a:lnTo>
                    <a:pt x="1200" y="289"/>
                  </a:lnTo>
                  <a:lnTo>
                    <a:pt x="1206" y="283"/>
                  </a:lnTo>
                  <a:lnTo>
                    <a:pt x="1207" y="280"/>
                  </a:lnTo>
                  <a:lnTo>
                    <a:pt x="1207" y="279"/>
                  </a:lnTo>
                  <a:lnTo>
                    <a:pt x="1207" y="278"/>
                  </a:lnTo>
                  <a:lnTo>
                    <a:pt x="1207" y="277"/>
                  </a:lnTo>
                  <a:lnTo>
                    <a:pt x="1207" y="276"/>
                  </a:lnTo>
                  <a:lnTo>
                    <a:pt x="1207" y="274"/>
                  </a:lnTo>
                  <a:lnTo>
                    <a:pt x="1208" y="273"/>
                  </a:lnTo>
                  <a:lnTo>
                    <a:pt x="1208" y="272"/>
                  </a:lnTo>
                  <a:lnTo>
                    <a:pt x="1208" y="271"/>
                  </a:lnTo>
                  <a:lnTo>
                    <a:pt x="1209" y="270"/>
                  </a:lnTo>
                  <a:lnTo>
                    <a:pt x="1209" y="269"/>
                  </a:lnTo>
                  <a:lnTo>
                    <a:pt x="1209" y="268"/>
                  </a:lnTo>
                  <a:lnTo>
                    <a:pt x="1210" y="267"/>
                  </a:lnTo>
                  <a:lnTo>
                    <a:pt x="1210" y="266"/>
                  </a:lnTo>
                  <a:lnTo>
                    <a:pt x="1211" y="266"/>
                  </a:lnTo>
                  <a:lnTo>
                    <a:pt x="1211" y="265"/>
                  </a:lnTo>
                  <a:lnTo>
                    <a:pt x="1212" y="265"/>
                  </a:lnTo>
                  <a:lnTo>
                    <a:pt x="1212" y="264"/>
                  </a:lnTo>
                  <a:lnTo>
                    <a:pt x="1213" y="264"/>
                  </a:lnTo>
                  <a:lnTo>
                    <a:pt x="1214" y="264"/>
                  </a:lnTo>
                  <a:lnTo>
                    <a:pt x="1214" y="263"/>
                  </a:lnTo>
                  <a:lnTo>
                    <a:pt x="1215" y="263"/>
                  </a:lnTo>
                  <a:lnTo>
                    <a:pt x="1215" y="262"/>
                  </a:lnTo>
                  <a:lnTo>
                    <a:pt x="1216" y="262"/>
                  </a:lnTo>
                  <a:lnTo>
                    <a:pt x="1216" y="261"/>
                  </a:lnTo>
                  <a:lnTo>
                    <a:pt x="1216" y="260"/>
                  </a:lnTo>
                  <a:lnTo>
                    <a:pt x="1216" y="254"/>
                  </a:lnTo>
                  <a:lnTo>
                    <a:pt x="1216" y="253"/>
                  </a:lnTo>
                  <a:lnTo>
                    <a:pt x="1216" y="252"/>
                  </a:lnTo>
                  <a:lnTo>
                    <a:pt x="1216" y="251"/>
                  </a:lnTo>
                  <a:lnTo>
                    <a:pt x="1216" y="250"/>
                  </a:lnTo>
                  <a:lnTo>
                    <a:pt x="1217" y="250"/>
                  </a:lnTo>
                  <a:lnTo>
                    <a:pt x="1217" y="248"/>
                  </a:lnTo>
                  <a:lnTo>
                    <a:pt x="1217" y="247"/>
                  </a:lnTo>
                  <a:lnTo>
                    <a:pt x="1217" y="246"/>
                  </a:lnTo>
                  <a:lnTo>
                    <a:pt x="1218" y="245"/>
                  </a:lnTo>
                  <a:lnTo>
                    <a:pt x="1218" y="243"/>
                  </a:lnTo>
                  <a:lnTo>
                    <a:pt x="1219" y="242"/>
                  </a:lnTo>
                  <a:lnTo>
                    <a:pt x="1220" y="240"/>
                  </a:lnTo>
                  <a:lnTo>
                    <a:pt x="1220" y="239"/>
                  </a:lnTo>
                  <a:lnTo>
                    <a:pt x="1221" y="238"/>
                  </a:lnTo>
                  <a:lnTo>
                    <a:pt x="1222" y="236"/>
                  </a:lnTo>
                  <a:lnTo>
                    <a:pt x="1223" y="235"/>
                  </a:lnTo>
                  <a:lnTo>
                    <a:pt x="1223" y="234"/>
                  </a:lnTo>
                  <a:lnTo>
                    <a:pt x="1224" y="233"/>
                  </a:lnTo>
                  <a:lnTo>
                    <a:pt x="1224" y="232"/>
                  </a:lnTo>
                  <a:lnTo>
                    <a:pt x="1225" y="231"/>
                  </a:lnTo>
                  <a:lnTo>
                    <a:pt x="1225" y="230"/>
                  </a:lnTo>
                  <a:lnTo>
                    <a:pt x="1226" y="229"/>
                  </a:lnTo>
                  <a:lnTo>
                    <a:pt x="1228" y="219"/>
                  </a:lnTo>
                  <a:lnTo>
                    <a:pt x="1228" y="217"/>
                  </a:lnTo>
                  <a:lnTo>
                    <a:pt x="1229" y="216"/>
                  </a:lnTo>
                  <a:lnTo>
                    <a:pt x="1229" y="215"/>
                  </a:lnTo>
                  <a:lnTo>
                    <a:pt x="1229" y="214"/>
                  </a:lnTo>
                  <a:lnTo>
                    <a:pt x="1230" y="213"/>
                  </a:lnTo>
                  <a:lnTo>
                    <a:pt x="1230" y="212"/>
                  </a:lnTo>
                  <a:lnTo>
                    <a:pt x="1230" y="211"/>
                  </a:lnTo>
                  <a:lnTo>
                    <a:pt x="1231" y="210"/>
                  </a:lnTo>
                  <a:lnTo>
                    <a:pt x="1231" y="209"/>
                  </a:lnTo>
                  <a:lnTo>
                    <a:pt x="1231" y="208"/>
                  </a:lnTo>
                  <a:lnTo>
                    <a:pt x="1231" y="207"/>
                  </a:lnTo>
                  <a:lnTo>
                    <a:pt x="1232" y="206"/>
                  </a:lnTo>
                  <a:lnTo>
                    <a:pt x="1232" y="205"/>
                  </a:lnTo>
                  <a:lnTo>
                    <a:pt x="1232" y="204"/>
                  </a:lnTo>
                  <a:lnTo>
                    <a:pt x="1232" y="203"/>
                  </a:lnTo>
                  <a:lnTo>
                    <a:pt x="1233" y="201"/>
                  </a:lnTo>
                  <a:lnTo>
                    <a:pt x="1232" y="199"/>
                  </a:lnTo>
                  <a:lnTo>
                    <a:pt x="1232" y="198"/>
                  </a:lnTo>
                  <a:lnTo>
                    <a:pt x="1232" y="197"/>
                  </a:lnTo>
                  <a:lnTo>
                    <a:pt x="1232" y="196"/>
                  </a:lnTo>
                  <a:lnTo>
                    <a:pt x="1232" y="195"/>
                  </a:lnTo>
                  <a:lnTo>
                    <a:pt x="1231" y="194"/>
                  </a:lnTo>
                  <a:lnTo>
                    <a:pt x="1231" y="193"/>
                  </a:lnTo>
                  <a:lnTo>
                    <a:pt x="1231" y="191"/>
                  </a:lnTo>
                  <a:lnTo>
                    <a:pt x="1231" y="190"/>
                  </a:lnTo>
                  <a:lnTo>
                    <a:pt x="1231" y="189"/>
                  </a:lnTo>
                  <a:lnTo>
                    <a:pt x="1231" y="188"/>
                  </a:lnTo>
                  <a:lnTo>
                    <a:pt x="1231" y="187"/>
                  </a:lnTo>
                  <a:lnTo>
                    <a:pt x="1231" y="186"/>
                  </a:lnTo>
                  <a:lnTo>
                    <a:pt x="1231" y="185"/>
                  </a:lnTo>
                  <a:lnTo>
                    <a:pt x="1231" y="184"/>
                  </a:lnTo>
                  <a:lnTo>
                    <a:pt x="1231" y="182"/>
                  </a:lnTo>
                  <a:lnTo>
                    <a:pt x="1231" y="180"/>
                  </a:lnTo>
                  <a:lnTo>
                    <a:pt x="1231" y="179"/>
                  </a:lnTo>
                  <a:lnTo>
                    <a:pt x="1232" y="178"/>
                  </a:lnTo>
                  <a:lnTo>
                    <a:pt x="1232" y="176"/>
                  </a:lnTo>
                  <a:lnTo>
                    <a:pt x="1232" y="175"/>
                  </a:lnTo>
                  <a:lnTo>
                    <a:pt x="1232" y="173"/>
                  </a:lnTo>
                  <a:lnTo>
                    <a:pt x="1233" y="172"/>
                  </a:lnTo>
                  <a:lnTo>
                    <a:pt x="1233" y="170"/>
                  </a:lnTo>
                  <a:lnTo>
                    <a:pt x="1234" y="168"/>
                  </a:lnTo>
                  <a:lnTo>
                    <a:pt x="1234" y="167"/>
                  </a:lnTo>
                  <a:lnTo>
                    <a:pt x="1235" y="165"/>
                  </a:lnTo>
                  <a:lnTo>
                    <a:pt x="1236" y="164"/>
                  </a:lnTo>
                  <a:lnTo>
                    <a:pt x="1237" y="162"/>
                  </a:lnTo>
                  <a:lnTo>
                    <a:pt x="1238" y="161"/>
                  </a:lnTo>
                  <a:lnTo>
                    <a:pt x="1239" y="159"/>
                  </a:lnTo>
                  <a:lnTo>
                    <a:pt x="1240" y="158"/>
                  </a:lnTo>
                  <a:lnTo>
                    <a:pt x="1242" y="156"/>
                  </a:lnTo>
                  <a:lnTo>
                    <a:pt x="1243" y="155"/>
                  </a:lnTo>
                  <a:lnTo>
                    <a:pt x="1244" y="153"/>
                  </a:lnTo>
                  <a:lnTo>
                    <a:pt x="1246" y="152"/>
                  </a:lnTo>
                  <a:lnTo>
                    <a:pt x="1247" y="150"/>
                  </a:lnTo>
                  <a:lnTo>
                    <a:pt x="1248" y="149"/>
                  </a:lnTo>
                  <a:lnTo>
                    <a:pt x="1250" y="147"/>
                  </a:lnTo>
                  <a:lnTo>
                    <a:pt x="1251" y="146"/>
                  </a:lnTo>
                  <a:lnTo>
                    <a:pt x="1252" y="145"/>
                  </a:lnTo>
                  <a:lnTo>
                    <a:pt x="1253" y="143"/>
                  </a:lnTo>
                  <a:lnTo>
                    <a:pt x="1254" y="142"/>
                  </a:lnTo>
                  <a:lnTo>
                    <a:pt x="1255" y="141"/>
                  </a:lnTo>
                  <a:lnTo>
                    <a:pt x="1256" y="140"/>
                  </a:lnTo>
                  <a:lnTo>
                    <a:pt x="1257" y="140"/>
                  </a:lnTo>
                  <a:lnTo>
                    <a:pt x="1257" y="139"/>
                  </a:lnTo>
                  <a:lnTo>
                    <a:pt x="1258" y="138"/>
                  </a:lnTo>
                  <a:lnTo>
                    <a:pt x="1259" y="137"/>
                  </a:lnTo>
                  <a:lnTo>
                    <a:pt x="1259" y="136"/>
                  </a:lnTo>
                  <a:lnTo>
                    <a:pt x="1259" y="135"/>
                  </a:lnTo>
                  <a:lnTo>
                    <a:pt x="1259" y="134"/>
                  </a:lnTo>
                  <a:lnTo>
                    <a:pt x="1259" y="133"/>
                  </a:lnTo>
                  <a:lnTo>
                    <a:pt x="1259" y="132"/>
                  </a:lnTo>
                  <a:lnTo>
                    <a:pt x="1259" y="131"/>
                  </a:lnTo>
                  <a:lnTo>
                    <a:pt x="1260" y="130"/>
                  </a:lnTo>
                  <a:lnTo>
                    <a:pt x="1260" y="129"/>
                  </a:lnTo>
                  <a:lnTo>
                    <a:pt x="1260" y="128"/>
                  </a:lnTo>
                  <a:lnTo>
                    <a:pt x="1260" y="127"/>
                  </a:lnTo>
                  <a:lnTo>
                    <a:pt x="1260" y="126"/>
                  </a:lnTo>
                  <a:lnTo>
                    <a:pt x="1260" y="125"/>
                  </a:lnTo>
                  <a:lnTo>
                    <a:pt x="1260" y="124"/>
                  </a:lnTo>
                  <a:lnTo>
                    <a:pt x="1260" y="122"/>
                  </a:lnTo>
                  <a:lnTo>
                    <a:pt x="1260" y="121"/>
                  </a:lnTo>
                  <a:lnTo>
                    <a:pt x="1260" y="120"/>
                  </a:lnTo>
                  <a:lnTo>
                    <a:pt x="1259" y="119"/>
                  </a:lnTo>
                  <a:lnTo>
                    <a:pt x="1258" y="119"/>
                  </a:lnTo>
                  <a:lnTo>
                    <a:pt x="1258" y="118"/>
                  </a:lnTo>
                  <a:lnTo>
                    <a:pt x="1257" y="117"/>
                  </a:lnTo>
                  <a:lnTo>
                    <a:pt x="1256" y="116"/>
                  </a:lnTo>
                  <a:lnTo>
                    <a:pt x="1255" y="115"/>
                  </a:lnTo>
                  <a:lnTo>
                    <a:pt x="1255" y="114"/>
                  </a:lnTo>
                  <a:lnTo>
                    <a:pt x="1254" y="113"/>
                  </a:lnTo>
                  <a:lnTo>
                    <a:pt x="1253" y="112"/>
                  </a:lnTo>
                  <a:lnTo>
                    <a:pt x="1253" y="111"/>
                  </a:lnTo>
                  <a:lnTo>
                    <a:pt x="1253" y="110"/>
                  </a:lnTo>
                  <a:lnTo>
                    <a:pt x="1252" y="109"/>
                  </a:lnTo>
                  <a:lnTo>
                    <a:pt x="1252" y="108"/>
                  </a:lnTo>
                  <a:lnTo>
                    <a:pt x="1252" y="106"/>
                  </a:lnTo>
                  <a:lnTo>
                    <a:pt x="1251" y="105"/>
                  </a:lnTo>
                  <a:lnTo>
                    <a:pt x="1251" y="104"/>
                  </a:lnTo>
                  <a:lnTo>
                    <a:pt x="1251" y="103"/>
                  </a:lnTo>
                  <a:lnTo>
                    <a:pt x="1251" y="102"/>
                  </a:lnTo>
                  <a:lnTo>
                    <a:pt x="1251" y="100"/>
                  </a:lnTo>
                  <a:lnTo>
                    <a:pt x="1251" y="99"/>
                  </a:lnTo>
                  <a:lnTo>
                    <a:pt x="1251" y="98"/>
                  </a:lnTo>
                  <a:lnTo>
                    <a:pt x="1251" y="97"/>
                  </a:lnTo>
                  <a:lnTo>
                    <a:pt x="1251" y="96"/>
                  </a:lnTo>
                  <a:lnTo>
                    <a:pt x="1251" y="95"/>
                  </a:lnTo>
                  <a:lnTo>
                    <a:pt x="1251" y="94"/>
                  </a:lnTo>
                  <a:lnTo>
                    <a:pt x="1250" y="93"/>
                  </a:lnTo>
                  <a:lnTo>
                    <a:pt x="1250" y="92"/>
                  </a:lnTo>
                  <a:lnTo>
                    <a:pt x="1249" y="92"/>
                  </a:lnTo>
                  <a:lnTo>
                    <a:pt x="1248" y="91"/>
                  </a:lnTo>
                  <a:lnTo>
                    <a:pt x="1247" y="91"/>
                  </a:lnTo>
                  <a:lnTo>
                    <a:pt x="1246" y="91"/>
                  </a:lnTo>
                  <a:lnTo>
                    <a:pt x="1245" y="91"/>
                  </a:lnTo>
                  <a:lnTo>
                    <a:pt x="1243" y="91"/>
                  </a:lnTo>
                  <a:lnTo>
                    <a:pt x="1242" y="91"/>
                  </a:lnTo>
                  <a:lnTo>
                    <a:pt x="1241" y="91"/>
                  </a:lnTo>
                  <a:lnTo>
                    <a:pt x="1240" y="92"/>
                  </a:lnTo>
                  <a:lnTo>
                    <a:pt x="1239" y="92"/>
                  </a:lnTo>
                  <a:lnTo>
                    <a:pt x="1238" y="93"/>
                  </a:lnTo>
                  <a:lnTo>
                    <a:pt x="1237" y="93"/>
                  </a:lnTo>
                  <a:lnTo>
                    <a:pt x="1236" y="93"/>
                  </a:lnTo>
                  <a:lnTo>
                    <a:pt x="1235" y="94"/>
                  </a:lnTo>
                  <a:lnTo>
                    <a:pt x="1234" y="94"/>
                  </a:lnTo>
                  <a:lnTo>
                    <a:pt x="1233" y="94"/>
                  </a:lnTo>
                  <a:lnTo>
                    <a:pt x="1233" y="95"/>
                  </a:lnTo>
                  <a:lnTo>
                    <a:pt x="1232" y="95"/>
                  </a:lnTo>
                  <a:lnTo>
                    <a:pt x="1231" y="95"/>
                  </a:lnTo>
                  <a:lnTo>
                    <a:pt x="1230" y="95"/>
                  </a:lnTo>
                  <a:lnTo>
                    <a:pt x="1229" y="95"/>
                  </a:lnTo>
                  <a:lnTo>
                    <a:pt x="1228" y="95"/>
                  </a:lnTo>
                  <a:lnTo>
                    <a:pt x="1227" y="95"/>
                  </a:lnTo>
                  <a:lnTo>
                    <a:pt x="1226" y="95"/>
                  </a:lnTo>
                  <a:lnTo>
                    <a:pt x="1225" y="94"/>
                  </a:lnTo>
                  <a:lnTo>
                    <a:pt x="1224" y="94"/>
                  </a:lnTo>
                  <a:lnTo>
                    <a:pt x="1223" y="93"/>
                  </a:lnTo>
                  <a:lnTo>
                    <a:pt x="1222" y="92"/>
                  </a:lnTo>
                  <a:lnTo>
                    <a:pt x="1221" y="91"/>
                  </a:lnTo>
                  <a:lnTo>
                    <a:pt x="1221" y="90"/>
                  </a:lnTo>
                  <a:lnTo>
                    <a:pt x="1220" y="88"/>
                  </a:lnTo>
                  <a:lnTo>
                    <a:pt x="1220" y="87"/>
                  </a:lnTo>
                  <a:lnTo>
                    <a:pt x="1219" y="86"/>
                  </a:lnTo>
                  <a:lnTo>
                    <a:pt x="1219" y="84"/>
                  </a:lnTo>
                  <a:lnTo>
                    <a:pt x="1219" y="83"/>
                  </a:lnTo>
                  <a:lnTo>
                    <a:pt x="1218" y="82"/>
                  </a:lnTo>
                  <a:lnTo>
                    <a:pt x="1218" y="80"/>
                  </a:lnTo>
                  <a:lnTo>
                    <a:pt x="1218" y="79"/>
                  </a:lnTo>
                  <a:lnTo>
                    <a:pt x="1218" y="78"/>
                  </a:lnTo>
                  <a:lnTo>
                    <a:pt x="1218" y="77"/>
                  </a:lnTo>
                  <a:lnTo>
                    <a:pt x="1218" y="76"/>
                  </a:lnTo>
                  <a:lnTo>
                    <a:pt x="1218" y="75"/>
                  </a:lnTo>
                  <a:lnTo>
                    <a:pt x="1218" y="74"/>
                  </a:lnTo>
                  <a:lnTo>
                    <a:pt x="1218" y="73"/>
                  </a:lnTo>
                  <a:lnTo>
                    <a:pt x="1218" y="72"/>
                  </a:lnTo>
                  <a:lnTo>
                    <a:pt x="1218" y="71"/>
                  </a:lnTo>
                  <a:lnTo>
                    <a:pt x="1218" y="70"/>
                  </a:lnTo>
                  <a:lnTo>
                    <a:pt x="1219" y="68"/>
                  </a:lnTo>
                  <a:lnTo>
                    <a:pt x="1219" y="67"/>
                  </a:lnTo>
                  <a:lnTo>
                    <a:pt x="1219" y="66"/>
                  </a:lnTo>
                  <a:lnTo>
                    <a:pt x="1220" y="65"/>
                  </a:lnTo>
                  <a:lnTo>
                    <a:pt x="1221" y="63"/>
                  </a:lnTo>
                  <a:lnTo>
                    <a:pt x="1221" y="62"/>
                  </a:lnTo>
                  <a:lnTo>
                    <a:pt x="1222" y="61"/>
                  </a:lnTo>
                  <a:lnTo>
                    <a:pt x="1223" y="60"/>
                  </a:lnTo>
                  <a:lnTo>
                    <a:pt x="1224" y="59"/>
                  </a:lnTo>
                  <a:lnTo>
                    <a:pt x="1224" y="58"/>
                  </a:lnTo>
                  <a:lnTo>
                    <a:pt x="1225" y="58"/>
                  </a:lnTo>
                  <a:lnTo>
                    <a:pt x="1225" y="57"/>
                  </a:lnTo>
                  <a:lnTo>
                    <a:pt x="1226" y="56"/>
                  </a:lnTo>
                  <a:lnTo>
                    <a:pt x="1227" y="55"/>
                  </a:lnTo>
                  <a:lnTo>
                    <a:pt x="1228" y="53"/>
                  </a:lnTo>
                  <a:lnTo>
                    <a:pt x="1229" y="52"/>
                  </a:lnTo>
                  <a:lnTo>
                    <a:pt x="1229" y="51"/>
                  </a:lnTo>
                  <a:lnTo>
                    <a:pt x="1231" y="50"/>
                  </a:lnTo>
                  <a:lnTo>
                    <a:pt x="1231" y="48"/>
                  </a:lnTo>
                  <a:lnTo>
                    <a:pt x="1233" y="47"/>
                  </a:lnTo>
                  <a:lnTo>
                    <a:pt x="1234" y="45"/>
                  </a:lnTo>
                  <a:lnTo>
                    <a:pt x="1235" y="43"/>
                  </a:lnTo>
                  <a:lnTo>
                    <a:pt x="1236" y="41"/>
                  </a:lnTo>
                  <a:lnTo>
                    <a:pt x="1237" y="40"/>
                  </a:lnTo>
                  <a:lnTo>
                    <a:pt x="1238" y="38"/>
                  </a:lnTo>
                  <a:lnTo>
                    <a:pt x="1239" y="37"/>
                  </a:lnTo>
                  <a:lnTo>
                    <a:pt x="1240" y="35"/>
                  </a:lnTo>
                  <a:lnTo>
                    <a:pt x="1240" y="34"/>
                  </a:lnTo>
                  <a:lnTo>
                    <a:pt x="1241" y="33"/>
                  </a:lnTo>
                  <a:lnTo>
                    <a:pt x="1242" y="30"/>
                  </a:lnTo>
                  <a:lnTo>
                    <a:pt x="1252" y="17"/>
                  </a:lnTo>
                  <a:lnTo>
                    <a:pt x="1253" y="16"/>
                  </a:lnTo>
                  <a:lnTo>
                    <a:pt x="1253" y="15"/>
                  </a:lnTo>
                  <a:lnTo>
                    <a:pt x="1253" y="14"/>
                  </a:lnTo>
                  <a:lnTo>
                    <a:pt x="1254" y="14"/>
                  </a:lnTo>
                  <a:lnTo>
                    <a:pt x="1255" y="14"/>
                  </a:lnTo>
                  <a:lnTo>
                    <a:pt x="1256" y="14"/>
                  </a:lnTo>
                  <a:lnTo>
                    <a:pt x="1258" y="14"/>
                  </a:lnTo>
                  <a:lnTo>
                    <a:pt x="1259" y="13"/>
                  </a:lnTo>
                  <a:lnTo>
                    <a:pt x="1260" y="13"/>
                  </a:lnTo>
                  <a:lnTo>
                    <a:pt x="1262" y="13"/>
                  </a:lnTo>
                  <a:lnTo>
                    <a:pt x="1263" y="13"/>
                  </a:lnTo>
                  <a:lnTo>
                    <a:pt x="1265" y="12"/>
                  </a:lnTo>
                  <a:lnTo>
                    <a:pt x="1267" y="12"/>
                  </a:lnTo>
                  <a:lnTo>
                    <a:pt x="1268" y="12"/>
                  </a:lnTo>
                  <a:lnTo>
                    <a:pt x="1270" y="11"/>
                  </a:lnTo>
                  <a:lnTo>
                    <a:pt x="1271" y="11"/>
                  </a:lnTo>
                  <a:lnTo>
                    <a:pt x="1273" y="10"/>
                  </a:lnTo>
                  <a:lnTo>
                    <a:pt x="1274" y="10"/>
                  </a:lnTo>
                  <a:lnTo>
                    <a:pt x="1275" y="9"/>
                  </a:lnTo>
                  <a:lnTo>
                    <a:pt x="1276" y="9"/>
                  </a:lnTo>
                  <a:lnTo>
                    <a:pt x="1277" y="8"/>
                  </a:lnTo>
                  <a:lnTo>
                    <a:pt x="1278" y="8"/>
                  </a:lnTo>
                  <a:lnTo>
                    <a:pt x="1280" y="7"/>
                  </a:lnTo>
                  <a:lnTo>
                    <a:pt x="1285" y="4"/>
                  </a:lnTo>
                  <a:lnTo>
                    <a:pt x="1285" y="3"/>
                  </a:lnTo>
                  <a:lnTo>
                    <a:pt x="1286" y="3"/>
                  </a:lnTo>
                  <a:lnTo>
                    <a:pt x="1287" y="2"/>
                  </a:lnTo>
                  <a:lnTo>
                    <a:pt x="1292" y="0"/>
                  </a:lnTo>
                  <a:lnTo>
                    <a:pt x="1300" y="11"/>
                  </a:lnTo>
                  <a:lnTo>
                    <a:pt x="1302" y="13"/>
                  </a:lnTo>
                  <a:lnTo>
                    <a:pt x="1305" y="20"/>
                  </a:lnTo>
                  <a:lnTo>
                    <a:pt x="1310" y="24"/>
                  </a:lnTo>
                  <a:lnTo>
                    <a:pt x="1314" y="25"/>
                  </a:lnTo>
                  <a:lnTo>
                    <a:pt x="1315" y="30"/>
                  </a:lnTo>
                  <a:lnTo>
                    <a:pt x="1313" y="33"/>
                  </a:lnTo>
                  <a:lnTo>
                    <a:pt x="1314" y="34"/>
                  </a:lnTo>
                  <a:lnTo>
                    <a:pt x="1312" y="36"/>
                  </a:lnTo>
                  <a:lnTo>
                    <a:pt x="1305" y="52"/>
                  </a:lnTo>
                  <a:lnTo>
                    <a:pt x="1302" y="56"/>
                  </a:lnTo>
                  <a:lnTo>
                    <a:pt x="1301" y="59"/>
                  </a:lnTo>
                  <a:lnTo>
                    <a:pt x="1299" y="60"/>
                  </a:lnTo>
                  <a:lnTo>
                    <a:pt x="1298" y="63"/>
                  </a:lnTo>
                  <a:lnTo>
                    <a:pt x="1296" y="65"/>
                  </a:lnTo>
                  <a:lnTo>
                    <a:pt x="1296" y="68"/>
                  </a:lnTo>
                  <a:lnTo>
                    <a:pt x="1293" y="72"/>
                  </a:lnTo>
                  <a:lnTo>
                    <a:pt x="1294" y="75"/>
                  </a:lnTo>
                  <a:lnTo>
                    <a:pt x="1297" y="78"/>
                  </a:lnTo>
                  <a:lnTo>
                    <a:pt x="1305" y="79"/>
                  </a:lnTo>
                  <a:lnTo>
                    <a:pt x="1308" y="82"/>
                  </a:lnTo>
                  <a:lnTo>
                    <a:pt x="1311" y="81"/>
                  </a:lnTo>
                  <a:lnTo>
                    <a:pt x="1316" y="85"/>
                  </a:lnTo>
                  <a:lnTo>
                    <a:pt x="1318" y="85"/>
                  </a:lnTo>
                  <a:lnTo>
                    <a:pt x="1326" y="93"/>
                  </a:lnTo>
                  <a:lnTo>
                    <a:pt x="1333" y="94"/>
                  </a:lnTo>
                  <a:lnTo>
                    <a:pt x="1336" y="91"/>
                  </a:lnTo>
                  <a:lnTo>
                    <a:pt x="1337" y="86"/>
                  </a:lnTo>
                  <a:lnTo>
                    <a:pt x="1338" y="85"/>
                  </a:lnTo>
                  <a:lnTo>
                    <a:pt x="1338" y="82"/>
                  </a:lnTo>
                  <a:lnTo>
                    <a:pt x="1341" y="78"/>
                  </a:lnTo>
                  <a:lnTo>
                    <a:pt x="1343" y="74"/>
                  </a:lnTo>
                  <a:lnTo>
                    <a:pt x="1345" y="74"/>
                  </a:lnTo>
                  <a:lnTo>
                    <a:pt x="1352" y="78"/>
                  </a:lnTo>
                  <a:lnTo>
                    <a:pt x="1362" y="87"/>
                  </a:lnTo>
                  <a:lnTo>
                    <a:pt x="1367" y="88"/>
                  </a:lnTo>
                  <a:lnTo>
                    <a:pt x="1368" y="89"/>
                  </a:lnTo>
                  <a:lnTo>
                    <a:pt x="1370" y="89"/>
                  </a:lnTo>
                  <a:lnTo>
                    <a:pt x="1372" y="90"/>
                  </a:lnTo>
                  <a:lnTo>
                    <a:pt x="1372" y="93"/>
                  </a:lnTo>
                  <a:lnTo>
                    <a:pt x="1370" y="97"/>
                  </a:lnTo>
                  <a:lnTo>
                    <a:pt x="1370" y="104"/>
                  </a:lnTo>
                  <a:lnTo>
                    <a:pt x="1374" y="112"/>
                  </a:lnTo>
                  <a:lnTo>
                    <a:pt x="1376" y="118"/>
                  </a:lnTo>
                  <a:lnTo>
                    <a:pt x="1377" y="119"/>
                  </a:lnTo>
                  <a:lnTo>
                    <a:pt x="1377" y="121"/>
                  </a:lnTo>
                  <a:lnTo>
                    <a:pt x="1379" y="122"/>
                  </a:lnTo>
                  <a:lnTo>
                    <a:pt x="1379" y="127"/>
                  </a:lnTo>
                  <a:lnTo>
                    <a:pt x="1381" y="128"/>
                  </a:lnTo>
                  <a:lnTo>
                    <a:pt x="1381" y="130"/>
                  </a:lnTo>
                  <a:lnTo>
                    <a:pt x="1385" y="137"/>
                  </a:lnTo>
                  <a:lnTo>
                    <a:pt x="1385" y="141"/>
                  </a:lnTo>
                  <a:lnTo>
                    <a:pt x="1387" y="142"/>
                  </a:lnTo>
                  <a:lnTo>
                    <a:pt x="1386" y="143"/>
                  </a:lnTo>
                  <a:lnTo>
                    <a:pt x="1388" y="145"/>
                  </a:lnTo>
                  <a:lnTo>
                    <a:pt x="1391" y="150"/>
                  </a:lnTo>
                  <a:lnTo>
                    <a:pt x="1403" y="162"/>
                  </a:lnTo>
                  <a:lnTo>
                    <a:pt x="1409" y="162"/>
                  </a:lnTo>
                  <a:lnTo>
                    <a:pt x="1410" y="163"/>
                  </a:lnTo>
                  <a:lnTo>
                    <a:pt x="1419" y="162"/>
                  </a:lnTo>
                  <a:lnTo>
                    <a:pt x="1425" y="166"/>
                  </a:lnTo>
                  <a:lnTo>
                    <a:pt x="1431" y="175"/>
                  </a:lnTo>
                  <a:lnTo>
                    <a:pt x="1435" y="179"/>
                  </a:lnTo>
                  <a:lnTo>
                    <a:pt x="1438" y="186"/>
                  </a:lnTo>
                  <a:lnTo>
                    <a:pt x="1447" y="192"/>
                  </a:lnTo>
                  <a:lnTo>
                    <a:pt x="1450" y="199"/>
                  </a:lnTo>
                  <a:lnTo>
                    <a:pt x="1459" y="210"/>
                  </a:lnTo>
                  <a:lnTo>
                    <a:pt x="1463" y="211"/>
                  </a:lnTo>
                  <a:lnTo>
                    <a:pt x="1465" y="213"/>
                  </a:lnTo>
                  <a:lnTo>
                    <a:pt x="1471" y="223"/>
                  </a:lnTo>
                  <a:lnTo>
                    <a:pt x="1467" y="228"/>
                  </a:lnTo>
                  <a:lnTo>
                    <a:pt x="1464" y="230"/>
                  </a:lnTo>
                  <a:lnTo>
                    <a:pt x="1462" y="233"/>
                  </a:lnTo>
                  <a:lnTo>
                    <a:pt x="1460" y="233"/>
                  </a:lnTo>
                  <a:lnTo>
                    <a:pt x="1457" y="237"/>
                  </a:lnTo>
                  <a:lnTo>
                    <a:pt x="1457" y="243"/>
                  </a:lnTo>
                  <a:lnTo>
                    <a:pt x="1470" y="255"/>
                  </a:lnTo>
                  <a:lnTo>
                    <a:pt x="1473" y="255"/>
                  </a:lnTo>
                  <a:lnTo>
                    <a:pt x="1473" y="253"/>
                  </a:lnTo>
                  <a:lnTo>
                    <a:pt x="1477" y="253"/>
                  </a:lnTo>
                  <a:lnTo>
                    <a:pt x="1479" y="252"/>
                  </a:lnTo>
                  <a:lnTo>
                    <a:pt x="1482" y="253"/>
                  </a:lnTo>
                  <a:lnTo>
                    <a:pt x="1484" y="253"/>
                  </a:lnTo>
                  <a:lnTo>
                    <a:pt x="1486" y="255"/>
                  </a:lnTo>
                  <a:lnTo>
                    <a:pt x="1489" y="254"/>
                  </a:lnTo>
                  <a:lnTo>
                    <a:pt x="1490" y="246"/>
                  </a:lnTo>
                  <a:lnTo>
                    <a:pt x="1492" y="240"/>
                  </a:lnTo>
                  <a:lnTo>
                    <a:pt x="1493" y="231"/>
                  </a:lnTo>
                  <a:lnTo>
                    <a:pt x="1495" y="228"/>
                  </a:lnTo>
                  <a:lnTo>
                    <a:pt x="1498" y="232"/>
                  </a:lnTo>
                  <a:lnTo>
                    <a:pt x="1518" y="232"/>
                  </a:lnTo>
                  <a:lnTo>
                    <a:pt x="1523" y="237"/>
                  </a:lnTo>
                  <a:lnTo>
                    <a:pt x="1525" y="238"/>
                  </a:lnTo>
                  <a:lnTo>
                    <a:pt x="1530" y="238"/>
                  </a:lnTo>
                  <a:lnTo>
                    <a:pt x="1532" y="239"/>
                  </a:lnTo>
                  <a:lnTo>
                    <a:pt x="1535" y="240"/>
                  </a:lnTo>
                  <a:lnTo>
                    <a:pt x="1537" y="239"/>
                  </a:lnTo>
                  <a:lnTo>
                    <a:pt x="1538" y="250"/>
                  </a:lnTo>
                  <a:lnTo>
                    <a:pt x="1539" y="252"/>
                  </a:lnTo>
                  <a:lnTo>
                    <a:pt x="1540" y="259"/>
                  </a:lnTo>
                  <a:lnTo>
                    <a:pt x="1541" y="260"/>
                  </a:lnTo>
                  <a:lnTo>
                    <a:pt x="1542" y="267"/>
                  </a:lnTo>
                  <a:lnTo>
                    <a:pt x="1543" y="268"/>
                  </a:lnTo>
                  <a:lnTo>
                    <a:pt x="1545" y="282"/>
                  </a:lnTo>
                  <a:lnTo>
                    <a:pt x="1547" y="284"/>
                  </a:lnTo>
                  <a:lnTo>
                    <a:pt x="1547" y="293"/>
                  </a:lnTo>
                  <a:lnTo>
                    <a:pt x="1548" y="295"/>
                  </a:lnTo>
                  <a:lnTo>
                    <a:pt x="1548" y="305"/>
                  </a:lnTo>
                  <a:lnTo>
                    <a:pt x="1545" y="313"/>
                  </a:lnTo>
                  <a:lnTo>
                    <a:pt x="1533" y="315"/>
                  </a:lnTo>
                  <a:lnTo>
                    <a:pt x="1530" y="320"/>
                  </a:lnTo>
                  <a:lnTo>
                    <a:pt x="1530" y="333"/>
                  </a:lnTo>
                  <a:lnTo>
                    <a:pt x="1528" y="339"/>
                  </a:lnTo>
                  <a:lnTo>
                    <a:pt x="1527" y="348"/>
                  </a:lnTo>
                  <a:lnTo>
                    <a:pt x="1526" y="349"/>
                  </a:lnTo>
                  <a:lnTo>
                    <a:pt x="1526" y="354"/>
                  </a:lnTo>
                  <a:lnTo>
                    <a:pt x="1528" y="356"/>
                  </a:lnTo>
                  <a:lnTo>
                    <a:pt x="1524" y="366"/>
                  </a:lnTo>
                  <a:lnTo>
                    <a:pt x="1526" y="376"/>
                  </a:lnTo>
                  <a:lnTo>
                    <a:pt x="1527" y="376"/>
                  </a:lnTo>
                  <a:lnTo>
                    <a:pt x="1529" y="383"/>
                  </a:lnTo>
                  <a:lnTo>
                    <a:pt x="1530" y="384"/>
                  </a:lnTo>
                  <a:lnTo>
                    <a:pt x="1530" y="389"/>
                  </a:lnTo>
                  <a:lnTo>
                    <a:pt x="1532" y="390"/>
                  </a:lnTo>
                  <a:lnTo>
                    <a:pt x="1533" y="396"/>
                  </a:lnTo>
                  <a:lnTo>
                    <a:pt x="1528" y="401"/>
                  </a:lnTo>
                  <a:lnTo>
                    <a:pt x="1526" y="399"/>
                  </a:lnTo>
                  <a:lnTo>
                    <a:pt x="1521" y="384"/>
                  </a:lnTo>
                  <a:lnTo>
                    <a:pt x="1516" y="373"/>
                  </a:lnTo>
                  <a:lnTo>
                    <a:pt x="1509" y="371"/>
                  </a:lnTo>
                  <a:lnTo>
                    <a:pt x="1507" y="372"/>
                  </a:lnTo>
                  <a:lnTo>
                    <a:pt x="1503" y="382"/>
                  </a:lnTo>
                  <a:lnTo>
                    <a:pt x="1502" y="382"/>
                  </a:lnTo>
                  <a:lnTo>
                    <a:pt x="1502" y="384"/>
                  </a:lnTo>
                  <a:lnTo>
                    <a:pt x="1499" y="387"/>
                  </a:lnTo>
                  <a:lnTo>
                    <a:pt x="1495" y="398"/>
                  </a:lnTo>
                  <a:lnTo>
                    <a:pt x="1491" y="402"/>
                  </a:lnTo>
                  <a:lnTo>
                    <a:pt x="1490" y="406"/>
                  </a:lnTo>
                  <a:lnTo>
                    <a:pt x="1480" y="417"/>
                  </a:lnTo>
                  <a:lnTo>
                    <a:pt x="1480" y="419"/>
                  </a:lnTo>
                  <a:lnTo>
                    <a:pt x="1476" y="424"/>
                  </a:lnTo>
                  <a:lnTo>
                    <a:pt x="1473" y="426"/>
                  </a:lnTo>
                  <a:lnTo>
                    <a:pt x="1466" y="434"/>
                  </a:lnTo>
                  <a:lnTo>
                    <a:pt x="1466" y="436"/>
                  </a:lnTo>
                  <a:lnTo>
                    <a:pt x="1452" y="452"/>
                  </a:lnTo>
                  <a:lnTo>
                    <a:pt x="1441" y="459"/>
                  </a:lnTo>
                  <a:lnTo>
                    <a:pt x="1436" y="465"/>
                  </a:lnTo>
                  <a:lnTo>
                    <a:pt x="1432" y="476"/>
                  </a:lnTo>
                  <a:lnTo>
                    <a:pt x="1433" y="482"/>
                  </a:lnTo>
                  <a:lnTo>
                    <a:pt x="1431" y="485"/>
                  </a:lnTo>
                  <a:lnTo>
                    <a:pt x="1426" y="499"/>
                  </a:lnTo>
                  <a:lnTo>
                    <a:pt x="1426" y="511"/>
                  </a:lnTo>
                  <a:lnTo>
                    <a:pt x="1429" y="511"/>
                  </a:lnTo>
                  <a:lnTo>
                    <a:pt x="1444" y="527"/>
                  </a:lnTo>
                  <a:lnTo>
                    <a:pt x="1452" y="527"/>
                  </a:lnTo>
                  <a:lnTo>
                    <a:pt x="1453" y="528"/>
                  </a:lnTo>
                  <a:lnTo>
                    <a:pt x="1455" y="536"/>
                  </a:lnTo>
                  <a:lnTo>
                    <a:pt x="1462" y="539"/>
                  </a:lnTo>
                  <a:lnTo>
                    <a:pt x="1462" y="546"/>
                  </a:lnTo>
                  <a:lnTo>
                    <a:pt x="1469" y="553"/>
                  </a:lnTo>
                  <a:lnTo>
                    <a:pt x="1475" y="553"/>
                  </a:lnTo>
                  <a:lnTo>
                    <a:pt x="1485" y="539"/>
                  </a:lnTo>
                  <a:lnTo>
                    <a:pt x="1484" y="537"/>
                  </a:lnTo>
                  <a:lnTo>
                    <a:pt x="1486" y="535"/>
                  </a:lnTo>
                  <a:lnTo>
                    <a:pt x="1485" y="535"/>
                  </a:lnTo>
                  <a:lnTo>
                    <a:pt x="1488" y="532"/>
                  </a:lnTo>
                  <a:lnTo>
                    <a:pt x="1491" y="534"/>
                  </a:lnTo>
                  <a:lnTo>
                    <a:pt x="1490" y="535"/>
                  </a:lnTo>
                  <a:lnTo>
                    <a:pt x="1490" y="540"/>
                  </a:lnTo>
                  <a:lnTo>
                    <a:pt x="1492" y="542"/>
                  </a:lnTo>
                  <a:lnTo>
                    <a:pt x="1494" y="542"/>
                  </a:lnTo>
                  <a:lnTo>
                    <a:pt x="1498" y="538"/>
                  </a:lnTo>
                  <a:lnTo>
                    <a:pt x="1502" y="538"/>
                  </a:lnTo>
                  <a:lnTo>
                    <a:pt x="1503" y="539"/>
                  </a:lnTo>
                  <a:lnTo>
                    <a:pt x="1504" y="549"/>
                  </a:lnTo>
                  <a:lnTo>
                    <a:pt x="1502" y="551"/>
                  </a:lnTo>
                  <a:lnTo>
                    <a:pt x="1499" y="550"/>
                  </a:lnTo>
                  <a:lnTo>
                    <a:pt x="1489" y="553"/>
                  </a:lnTo>
                  <a:lnTo>
                    <a:pt x="1485" y="558"/>
                  </a:lnTo>
                  <a:lnTo>
                    <a:pt x="1481" y="560"/>
                  </a:lnTo>
                  <a:lnTo>
                    <a:pt x="1479" y="559"/>
                  </a:lnTo>
                  <a:lnTo>
                    <a:pt x="1473" y="563"/>
                  </a:lnTo>
                  <a:lnTo>
                    <a:pt x="1473" y="573"/>
                  </a:lnTo>
                  <a:lnTo>
                    <a:pt x="1474" y="574"/>
                  </a:lnTo>
                  <a:lnTo>
                    <a:pt x="1475" y="578"/>
                  </a:lnTo>
                  <a:lnTo>
                    <a:pt x="1488" y="592"/>
                  </a:lnTo>
                  <a:lnTo>
                    <a:pt x="1488" y="595"/>
                  </a:lnTo>
                  <a:lnTo>
                    <a:pt x="1484" y="604"/>
                  </a:lnTo>
                  <a:lnTo>
                    <a:pt x="1479" y="607"/>
                  </a:lnTo>
                  <a:lnTo>
                    <a:pt x="1476" y="607"/>
                  </a:lnTo>
                  <a:lnTo>
                    <a:pt x="1471" y="608"/>
                  </a:lnTo>
                  <a:lnTo>
                    <a:pt x="1472" y="610"/>
                  </a:lnTo>
                  <a:lnTo>
                    <a:pt x="1472" y="613"/>
                  </a:lnTo>
                  <a:lnTo>
                    <a:pt x="1473" y="614"/>
                  </a:lnTo>
                  <a:lnTo>
                    <a:pt x="1474" y="618"/>
                  </a:lnTo>
                  <a:lnTo>
                    <a:pt x="1477" y="623"/>
                  </a:lnTo>
                  <a:lnTo>
                    <a:pt x="1474" y="630"/>
                  </a:lnTo>
                  <a:lnTo>
                    <a:pt x="1475" y="632"/>
                  </a:lnTo>
                  <a:lnTo>
                    <a:pt x="1471" y="639"/>
                  </a:lnTo>
                  <a:lnTo>
                    <a:pt x="1468" y="639"/>
                  </a:lnTo>
                  <a:lnTo>
                    <a:pt x="1460" y="635"/>
                  </a:lnTo>
                  <a:lnTo>
                    <a:pt x="1457" y="633"/>
                  </a:lnTo>
                  <a:lnTo>
                    <a:pt x="1456" y="629"/>
                  </a:lnTo>
                  <a:lnTo>
                    <a:pt x="1451" y="626"/>
                  </a:lnTo>
                  <a:lnTo>
                    <a:pt x="1444" y="636"/>
                  </a:lnTo>
                  <a:lnTo>
                    <a:pt x="1442" y="636"/>
                  </a:lnTo>
                  <a:lnTo>
                    <a:pt x="1438" y="632"/>
                  </a:lnTo>
                  <a:lnTo>
                    <a:pt x="1436" y="632"/>
                  </a:lnTo>
                  <a:lnTo>
                    <a:pt x="1435" y="631"/>
                  </a:lnTo>
                  <a:lnTo>
                    <a:pt x="1433" y="631"/>
                  </a:lnTo>
                  <a:lnTo>
                    <a:pt x="1430" y="626"/>
                  </a:lnTo>
                  <a:lnTo>
                    <a:pt x="1428" y="626"/>
                  </a:lnTo>
                  <a:lnTo>
                    <a:pt x="1423" y="623"/>
                  </a:lnTo>
                  <a:lnTo>
                    <a:pt x="1419" y="623"/>
                  </a:lnTo>
                  <a:lnTo>
                    <a:pt x="1417" y="625"/>
                  </a:lnTo>
                  <a:lnTo>
                    <a:pt x="1419" y="626"/>
                  </a:lnTo>
                  <a:lnTo>
                    <a:pt x="1419" y="637"/>
                  </a:lnTo>
                  <a:lnTo>
                    <a:pt x="1414" y="644"/>
                  </a:lnTo>
                  <a:lnTo>
                    <a:pt x="1416" y="647"/>
                  </a:lnTo>
                  <a:lnTo>
                    <a:pt x="1418" y="646"/>
                  </a:lnTo>
                  <a:lnTo>
                    <a:pt x="1422" y="646"/>
                  </a:lnTo>
                  <a:lnTo>
                    <a:pt x="1423" y="644"/>
                  </a:lnTo>
                  <a:lnTo>
                    <a:pt x="1426" y="644"/>
                  </a:lnTo>
                  <a:lnTo>
                    <a:pt x="1429" y="647"/>
                  </a:lnTo>
                  <a:lnTo>
                    <a:pt x="1429" y="649"/>
                  </a:lnTo>
                  <a:lnTo>
                    <a:pt x="1431" y="651"/>
                  </a:lnTo>
                  <a:lnTo>
                    <a:pt x="1433" y="657"/>
                  </a:lnTo>
                  <a:lnTo>
                    <a:pt x="1438" y="661"/>
                  </a:lnTo>
                  <a:lnTo>
                    <a:pt x="1441" y="661"/>
                  </a:lnTo>
                  <a:lnTo>
                    <a:pt x="1444" y="662"/>
                  </a:lnTo>
                  <a:lnTo>
                    <a:pt x="1445" y="664"/>
                  </a:lnTo>
                  <a:lnTo>
                    <a:pt x="1446" y="674"/>
                  </a:lnTo>
                  <a:lnTo>
                    <a:pt x="1448" y="675"/>
                  </a:lnTo>
                  <a:lnTo>
                    <a:pt x="1450" y="678"/>
                  </a:lnTo>
                  <a:lnTo>
                    <a:pt x="1452" y="678"/>
                  </a:lnTo>
                  <a:lnTo>
                    <a:pt x="1451" y="681"/>
                  </a:lnTo>
                  <a:lnTo>
                    <a:pt x="1446" y="686"/>
                  </a:lnTo>
                  <a:lnTo>
                    <a:pt x="1447" y="695"/>
                  </a:lnTo>
                  <a:lnTo>
                    <a:pt x="1448" y="697"/>
                  </a:lnTo>
                  <a:lnTo>
                    <a:pt x="1449" y="707"/>
                  </a:lnTo>
                  <a:lnTo>
                    <a:pt x="1448" y="709"/>
                  </a:lnTo>
                  <a:lnTo>
                    <a:pt x="1448" y="711"/>
                  </a:lnTo>
                  <a:lnTo>
                    <a:pt x="1450" y="715"/>
                  </a:lnTo>
                  <a:lnTo>
                    <a:pt x="1451" y="717"/>
                  </a:lnTo>
                  <a:lnTo>
                    <a:pt x="1452" y="718"/>
                  </a:lnTo>
                  <a:lnTo>
                    <a:pt x="1452" y="724"/>
                  </a:lnTo>
                  <a:lnTo>
                    <a:pt x="1457" y="730"/>
                  </a:lnTo>
                  <a:lnTo>
                    <a:pt x="1457" y="731"/>
                  </a:lnTo>
                  <a:lnTo>
                    <a:pt x="1464" y="739"/>
                  </a:lnTo>
                  <a:lnTo>
                    <a:pt x="1465" y="739"/>
                  </a:lnTo>
                  <a:lnTo>
                    <a:pt x="1468" y="741"/>
                  </a:lnTo>
                  <a:lnTo>
                    <a:pt x="1469" y="755"/>
                  </a:lnTo>
                  <a:lnTo>
                    <a:pt x="1474" y="757"/>
                  </a:lnTo>
                  <a:lnTo>
                    <a:pt x="1477" y="754"/>
                  </a:lnTo>
                  <a:lnTo>
                    <a:pt x="1478" y="754"/>
                  </a:lnTo>
                  <a:lnTo>
                    <a:pt x="1481" y="750"/>
                  </a:lnTo>
                  <a:lnTo>
                    <a:pt x="1490" y="744"/>
                  </a:lnTo>
                  <a:lnTo>
                    <a:pt x="1499" y="734"/>
                  </a:lnTo>
                  <a:lnTo>
                    <a:pt x="1501" y="734"/>
                  </a:lnTo>
                  <a:lnTo>
                    <a:pt x="1511" y="722"/>
                  </a:lnTo>
                  <a:lnTo>
                    <a:pt x="1511" y="729"/>
                  </a:lnTo>
                  <a:lnTo>
                    <a:pt x="1514" y="741"/>
                  </a:lnTo>
                  <a:lnTo>
                    <a:pt x="1528" y="751"/>
                  </a:lnTo>
                  <a:lnTo>
                    <a:pt x="1530" y="763"/>
                  </a:lnTo>
                  <a:lnTo>
                    <a:pt x="1538" y="773"/>
                  </a:lnTo>
                  <a:lnTo>
                    <a:pt x="1540" y="778"/>
                  </a:lnTo>
                  <a:lnTo>
                    <a:pt x="1542" y="780"/>
                  </a:lnTo>
                  <a:lnTo>
                    <a:pt x="1542" y="782"/>
                  </a:lnTo>
                  <a:lnTo>
                    <a:pt x="1543" y="784"/>
                  </a:lnTo>
                  <a:lnTo>
                    <a:pt x="1543" y="786"/>
                  </a:lnTo>
                  <a:lnTo>
                    <a:pt x="1545" y="788"/>
                  </a:lnTo>
                  <a:lnTo>
                    <a:pt x="1544" y="794"/>
                  </a:lnTo>
                  <a:lnTo>
                    <a:pt x="1538" y="799"/>
                  </a:lnTo>
                  <a:lnTo>
                    <a:pt x="1539" y="800"/>
                  </a:lnTo>
                  <a:lnTo>
                    <a:pt x="1537" y="802"/>
                  </a:lnTo>
                  <a:lnTo>
                    <a:pt x="1538" y="804"/>
                  </a:lnTo>
                  <a:lnTo>
                    <a:pt x="1539" y="806"/>
                  </a:lnTo>
                  <a:lnTo>
                    <a:pt x="1544" y="809"/>
                  </a:lnTo>
                  <a:lnTo>
                    <a:pt x="1546" y="808"/>
                  </a:lnTo>
                  <a:lnTo>
                    <a:pt x="1547" y="810"/>
                  </a:lnTo>
                  <a:lnTo>
                    <a:pt x="1549" y="810"/>
                  </a:lnTo>
                  <a:lnTo>
                    <a:pt x="1550" y="811"/>
                  </a:lnTo>
                  <a:lnTo>
                    <a:pt x="1561" y="810"/>
                  </a:lnTo>
                  <a:lnTo>
                    <a:pt x="1562" y="824"/>
                  </a:lnTo>
                  <a:lnTo>
                    <a:pt x="1561" y="825"/>
                  </a:lnTo>
                  <a:lnTo>
                    <a:pt x="1562" y="838"/>
                  </a:lnTo>
                  <a:lnTo>
                    <a:pt x="1556" y="838"/>
                  </a:lnTo>
                  <a:lnTo>
                    <a:pt x="1555" y="837"/>
                  </a:lnTo>
                  <a:lnTo>
                    <a:pt x="1549" y="837"/>
                  </a:lnTo>
                  <a:lnTo>
                    <a:pt x="1543" y="842"/>
                  </a:lnTo>
                  <a:lnTo>
                    <a:pt x="1542" y="842"/>
                  </a:lnTo>
                  <a:lnTo>
                    <a:pt x="1537" y="849"/>
                  </a:lnTo>
                  <a:lnTo>
                    <a:pt x="1538" y="857"/>
                  </a:lnTo>
                  <a:lnTo>
                    <a:pt x="1528" y="863"/>
                  </a:lnTo>
                  <a:lnTo>
                    <a:pt x="1526" y="863"/>
                  </a:lnTo>
                  <a:lnTo>
                    <a:pt x="1525" y="865"/>
                  </a:lnTo>
                  <a:lnTo>
                    <a:pt x="1518" y="867"/>
                  </a:lnTo>
                  <a:lnTo>
                    <a:pt x="1513" y="865"/>
                  </a:lnTo>
                  <a:lnTo>
                    <a:pt x="1507" y="865"/>
                  </a:lnTo>
                  <a:lnTo>
                    <a:pt x="1503" y="863"/>
                  </a:lnTo>
                  <a:lnTo>
                    <a:pt x="1493" y="864"/>
                  </a:lnTo>
                  <a:lnTo>
                    <a:pt x="1490" y="867"/>
                  </a:lnTo>
                  <a:lnTo>
                    <a:pt x="1490" y="868"/>
                  </a:lnTo>
                  <a:lnTo>
                    <a:pt x="1494" y="871"/>
                  </a:lnTo>
                  <a:lnTo>
                    <a:pt x="1496" y="871"/>
                  </a:lnTo>
                  <a:lnTo>
                    <a:pt x="1497" y="874"/>
                  </a:lnTo>
                  <a:lnTo>
                    <a:pt x="1493" y="876"/>
                  </a:lnTo>
                  <a:lnTo>
                    <a:pt x="1480" y="876"/>
                  </a:lnTo>
                  <a:lnTo>
                    <a:pt x="1475" y="878"/>
                  </a:lnTo>
                  <a:lnTo>
                    <a:pt x="1469" y="878"/>
                  </a:lnTo>
                  <a:lnTo>
                    <a:pt x="1467" y="881"/>
                  </a:lnTo>
                  <a:lnTo>
                    <a:pt x="1467" y="891"/>
                  </a:lnTo>
                  <a:lnTo>
                    <a:pt x="1458" y="901"/>
                  </a:lnTo>
                  <a:lnTo>
                    <a:pt x="1452" y="898"/>
                  </a:lnTo>
                  <a:lnTo>
                    <a:pt x="1448" y="899"/>
                  </a:lnTo>
                  <a:lnTo>
                    <a:pt x="1442" y="903"/>
                  </a:lnTo>
                  <a:lnTo>
                    <a:pt x="1441" y="903"/>
                  </a:lnTo>
                  <a:lnTo>
                    <a:pt x="1434" y="911"/>
                  </a:lnTo>
                  <a:lnTo>
                    <a:pt x="1434" y="912"/>
                  </a:lnTo>
                  <a:lnTo>
                    <a:pt x="1432" y="914"/>
                  </a:lnTo>
                  <a:lnTo>
                    <a:pt x="1431" y="914"/>
                  </a:lnTo>
                  <a:lnTo>
                    <a:pt x="1419" y="926"/>
                  </a:lnTo>
                  <a:lnTo>
                    <a:pt x="1414" y="926"/>
                  </a:lnTo>
                  <a:lnTo>
                    <a:pt x="1409" y="929"/>
                  </a:lnTo>
                  <a:lnTo>
                    <a:pt x="1408" y="930"/>
                  </a:lnTo>
                  <a:lnTo>
                    <a:pt x="1401" y="933"/>
                  </a:lnTo>
                  <a:lnTo>
                    <a:pt x="1398" y="936"/>
                  </a:lnTo>
                  <a:lnTo>
                    <a:pt x="1396" y="936"/>
                  </a:lnTo>
                  <a:lnTo>
                    <a:pt x="1392" y="941"/>
                  </a:lnTo>
                  <a:lnTo>
                    <a:pt x="1393" y="944"/>
                  </a:lnTo>
                  <a:lnTo>
                    <a:pt x="1391" y="945"/>
                  </a:lnTo>
                  <a:lnTo>
                    <a:pt x="1392" y="949"/>
                  </a:lnTo>
                  <a:lnTo>
                    <a:pt x="1382" y="955"/>
                  </a:lnTo>
                  <a:lnTo>
                    <a:pt x="1381" y="959"/>
                  </a:lnTo>
                  <a:lnTo>
                    <a:pt x="1379" y="961"/>
                  </a:lnTo>
                  <a:lnTo>
                    <a:pt x="1380" y="963"/>
                  </a:lnTo>
                  <a:lnTo>
                    <a:pt x="1377" y="970"/>
                  </a:lnTo>
                  <a:lnTo>
                    <a:pt x="1377" y="973"/>
                  </a:lnTo>
                  <a:lnTo>
                    <a:pt x="1374" y="977"/>
                  </a:lnTo>
                  <a:lnTo>
                    <a:pt x="1372" y="973"/>
                  </a:lnTo>
                  <a:lnTo>
                    <a:pt x="1372" y="969"/>
                  </a:lnTo>
                  <a:lnTo>
                    <a:pt x="1365" y="963"/>
                  </a:lnTo>
                  <a:lnTo>
                    <a:pt x="1362" y="956"/>
                  </a:lnTo>
                  <a:lnTo>
                    <a:pt x="1359" y="954"/>
                  </a:lnTo>
                  <a:lnTo>
                    <a:pt x="1356" y="949"/>
                  </a:lnTo>
                  <a:lnTo>
                    <a:pt x="1354" y="940"/>
                  </a:lnTo>
                  <a:lnTo>
                    <a:pt x="1351" y="939"/>
                  </a:lnTo>
                  <a:lnTo>
                    <a:pt x="1345" y="939"/>
                  </a:lnTo>
                  <a:lnTo>
                    <a:pt x="1340" y="937"/>
                  </a:lnTo>
                  <a:lnTo>
                    <a:pt x="1333" y="930"/>
                  </a:lnTo>
                  <a:lnTo>
                    <a:pt x="1329" y="931"/>
                  </a:lnTo>
                  <a:lnTo>
                    <a:pt x="1327" y="933"/>
                  </a:lnTo>
                  <a:lnTo>
                    <a:pt x="1323" y="935"/>
                  </a:lnTo>
                  <a:lnTo>
                    <a:pt x="1321" y="938"/>
                  </a:lnTo>
                  <a:lnTo>
                    <a:pt x="1319" y="938"/>
                  </a:lnTo>
                  <a:lnTo>
                    <a:pt x="1318" y="940"/>
                  </a:lnTo>
                  <a:lnTo>
                    <a:pt x="1318" y="943"/>
                  </a:lnTo>
                  <a:lnTo>
                    <a:pt x="1316" y="944"/>
                  </a:lnTo>
                  <a:lnTo>
                    <a:pt x="1317" y="947"/>
                  </a:lnTo>
                  <a:lnTo>
                    <a:pt x="1324" y="957"/>
                  </a:lnTo>
                  <a:lnTo>
                    <a:pt x="1326" y="985"/>
                  </a:lnTo>
                  <a:lnTo>
                    <a:pt x="1329" y="992"/>
                  </a:lnTo>
                  <a:lnTo>
                    <a:pt x="1331" y="993"/>
                  </a:lnTo>
                  <a:lnTo>
                    <a:pt x="1331" y="995"/>
                  </a:lnTo>
                  <a:lnTo>
                    <a:pt x="1333" y="996"/>
                  </a:lnTo>
                  <a:lnTo>
                    <a:pt x="1335" y="1006"/>
                  </a:lnTo>
                  <a:lnTo>
                    <a:pt x="1332" y="1013"/>
                  </a:lnTo>
                  <a:lnTo>
                    <a:pt x="1327" y="1019"/>
                  </a:lnTo>
                  <a:lnTo>
                    <a:pt x="1324" y="1018"/>
                  </a:lnTo>
                  <a:lnTo>
                    <a:pt x="1322" y="1021"/>
                  </a:lnTo>
                  <a:lnTo>
                    <a:pt x="1314" y="1021"/>
                  </a:lnTo>
                  <a:lnTo>
                    <a:pt x="1311" y="1020"/>
                  </a:lnTo>
                  <a:lnTo>
                    <a:pt x="1307" y="1021"/>
                  </a:lnTo>
                  <a:lnTo>
                    <a:pt x="1302" y="1018"/>
                  </a:lnTo>
                  <a:lnTo>
                    <a:pt x="1300" y="1018"/>
                  </a:lnTo>
                  <a:lnTo>
                    <a:pt x="1298" y="1020"/>
                  </a:lnTo>
                  <a:lnTo>
                    <a:pt x="1281" y="1021"/>
                  </a:lnTo>
                  <a:lnTo>
                    <a:pt x="1280" y="1023"/>
                  </a:lnTo>
                  <a:lnTo>
                    <a:pt x="1275" y="1026"/>
                  </a:lnTo>
                  <a:lnTo>
                    <a:pt x="1274" y="1026"/>
                  </a:lnTo>
                  <a:lnTo>
                    <a:pt x="1272" y="1024"/>
                  </a:lnTo>
                  <a:lnTo>
                    <a:pt x="1271" y="1016"/>
                  </a:lnTo>
                  <a:lnTo>
                    <a:pt x="1267" y="1013"/>
                  </a:lnTo>
                  <a:lnTo>
                    <a:pt x="1268" y="1008"/>
                  </a:lnTo>
                  <a:lnTo>
                    <a:pt x="1265" y="1005"/>
                  </a:lnTo>
                  <a:lnTo>
                    <a:pt x="1264" y="1006"/>
                  </a:lnTo>
                  <a:lnTo>
                    <a:pt x="1260" y="1003"/>
                  </a:lnTo>
                  <a:lnTo>
                    <a:pt x="1260" y="1001"/>
                  </a:lnTo>
                  <a:lnTo>
                    <a:pt x="1255" y="998"/>
                  </a:lnTo>
                  <a:lnTo>
                    <a:pt x="1255" y="992"/>
                  </a:lnTo>
                  <a:lnTo>
                    <a:pt x="1258" y="987"/>
                  </a:lnTo>
                  <a:lnTo>
                    <a:pt x="1263" y="986"/>
                  </a:lnTo>
                  <a:lnTo>
                    <a:pt x="1265" y="982"/>
                  </a:lnTo>
                  <a:lnTo>
                    <a:pt x="1251" y="970"/>
                  </a:lnTo>
                  <a:lnTo>
                    <a:pt x="1251" y="968"/>
                  </a:lnTo>
                  <a:lnTo>
                    <a:pt x="1250" y="967"/>
                  </a:lnTo>
                  <a:lnTo>
                    <a:pt x="1250" y="965"/>
                  </a:lnTo>
                  <a:lnTo>
                    <a:pt x="1247" y="960"/>
                  </a:lnTo>
                  <a:lnTo>
                    <a:pt x="1241" y="955"/>
                  </a:lnTo>
                  <a:lnTo>
                    <a:pt x="1241" y="952"/>
                  </a:lnTo>
                  <a:lnTo>
                    <a:pt x="1242" y="951"/>
                  </a:lnTo>
                  <a:lnTo>
                    <a:pt x="1242" y="945"/>
                  </a:lnTo>
                  <a:lnTo>
                    <a:pt x="1240" y="944"/>
                  </a:lnTo>
                  <a:lnTo>
                    <a:pt x="1240" y="941"/>
                  </a:lnTo>
                  <a:lnTo>
                    <a:pt x="1232" y="935"/>
                  </a:lnTo>
                  <a:lnTo>
                    <a:pt x="1229" y="930"/>
                  </a:lnTo>
                  <a:lnTo>
                    <a:pt x="1229" y="928"/>
                  </a:lnTo>
                  <a:lnTo>
                    <a:pt x="1227" y="926"/>
                  </a:lnTo>
                  <a:lnTo>
                    <a:pt x="1226" y="926"/>
                  </a:lnTo>
                  <a:lnTo>
                    <a:pt x="1216" y="926"/>
                  </a:lnTo>
                  <a:lnTo>
                    <a:pt x="1215" y="928"/>
                  </a:lnTo>
                  <a:lnTo>
                    <a:pt x="1211" y="928"/>
                  </a:lnTo>
                  <a:lnTo>
                    <a:pt x="1205" y="933"/>
                  </a:lnTo>
                  <a:lnTo>
                    <a:pt x="1206" y="935"/>
                  </a:lnTo>
                  <a:lnTo>
                    <a:pt x="1200" y="940"/>
                  </a:lnTo>
                  <a:lnTo>
                    <a:pt x="1186" y="941"/>
                  </a:lnTo>
                  <a:lnTo>
                    <a:pt x="1172" y="951"/>
                  </a:lnTo>
                  <a:lnTo>
                    <a:pt x="1173" y="952"/>
                  </a:lnTo>
                  <a:lnTo>
                    <a:pt x="1173" y="954"/>
                  </a:lnTo>
                  <a:lnTo>
                    <a:pt x="1176" y="958"/>
                  </a:lnTo>
                  <a:lnTo>
                    <a:pt x="1176" y="964"/>
                  </a:lnTo>
                  <a:lnTo>
                    <a:pt x="1174" y="964"/>
                  </a:lnTo>
                  <a:lnTo>
                    <a:pt x="1172" y="966"/>
                  </a:lnTo>
                  <a:lnTo>
                    <a:pt x="1173" y="970"/>
                  </a:lnTo>
                  <a:lnTo>
                    <a:pt x="1177" y="976"/>
                  </a:lnTo>
                  <a:lnTo>
                    <a:pt x="1174" y="980"/>
                  </a:lnTo>
                  <a:lnTo>
                    <a:pt x="1173" y="985"/>
                  </a:lnTo>
                  <a:lnTo>
                    <a:pt x="1171" y="987"/>
                  </a:lnTo>
                  <a:lnTo>
                    <a:pt x="1160" y="987"/>
                  </a:lnTo>
                  <a:lnTo>
                    <a:pt x="1158" y="986"/>
                  </a:lnTo>
                  <a:lnTo>
                    <a:pt x="1152" y="986"/>
                  </a:lnTo>
                  <a:lnTo>
                    <a:pt x="1151" y="987"/>
                  </a:lnTo>
                  <a:lnTo>
                    <a:pt x="1147" y="983"/>
                  </a:lnTo>
                  <a:lnTo>
                    <a:pt x="1144" y="983"/>
                  </a:lnTo>
                  <a:lnTo>
                    <a:pt x="1140" y="988"/>
                  </a:lnTo>
                  <a:lnTo>
                    <a:pt x="1136" y="990"/>
                  </a:lnTo>
                  <a:lnTo>
                    <a:pt x="1134" y="995"/>
                  </a:lnTo>
                  <a:lnTo>
                    <a:pt x="1130" y="999"/>
                  </a:lnTo>
                  <a:lnTo>
                    <a:pt x="1129" y="1003"/>
                  </a:lnTo>
                  <a:lnTo>
                    <a:pt x="1127" y="1005"/>
                  </a:lnTo>
                  <a:lnTo>
                    <a:pt x="1126" y="1000"/>
                  </a:lnTo>
                  <a:lnTo>
                    <a:pt x="1123" y="998"/>
                  </a:lnTo>
                  <a:lnTo>
                    <a:pt x="1123" y="993"/>
                  </a:lnTo>
                  <a:lnTo>
                    <a:pt x="1120" y="991"/>
                  </a:lnTo>
                  <a:lnTo>
                    <a:pt x="1114" y="990"/>
                  </a:lnTo>
                  <a:lnTo>
                    <a:pt x="1109" y="995"/>
                  </a:lnTo>
                  <a:lnTo>
                    <a:pt x="1107" y="996"/>
                  </a:lnTo>
                  <a:lnTo>
                    <a:pt x="1097" y="1007"/>
                  </a:lnTo>
                  <a:lnTo>
                    <a:pt x="1095" y="1007"/>
                  </a:lnTo>
                  <a:lnTo>
                    <a:pt x="1090" y="1014"/>
                  </a:lnTo>
                  <a:lnTo>
                    <a:pt x="1085" y="1014"/>
                  </a:lnTo>
                  <a:lnTo>
                    <a:pt x="1084" y="1016"/>
                  </a:lnTo>
                  <a:lnTo>
                    <a:pt x="1084" y="1018"/>
                  </a:lnTo>
                  <a:lnTo>
                    <a:pt x="1081" y="1020"/>
                  </a:lnTo>
                  <a:lnTo>
                    <a:pt x="1082" y="1022"/>
                  </a:lnTo>
                  <a:lnTo>
                    <a:pt x="1080" y="1023"/>
                  </a:lnTo>
                  <a:lnTo>
                    <a:pt x="1080" y="1027"/>
                  </a:lnTo>
                  <a:lnTo>
                    <a:pt x="1079" y="1031"/>
                  </a:lnTo>
                  <a:lnTo>
                    <a:pt x="1061" y="1032"/>
                  </a:lnTo>
                  <a:lnTo>
                    <a:pt x="1059" y="1013"/>
                  </a:lnTo>
                  <a:lnTo>
                    <a:pt x="1061" y="1010"/>
                  </a:lnTo>
                  <a:lnTo>
                    <a:pt x="1063" y="1006"/>
                  </a:lnTo>
                  <a:lnTo>
                    <a:pt x="1062" y="1001"/>
                  </a:lnTo>
                  <a:lnTo>
                    <a:pt x="1058" y="994"/>
                  </a:lnTo>
                  <a:lnTo>
                    <a:pt x="1055" y="992"/>
                  </a:lnTo>
                  <a:lnTo>
                    <a:pt x="1055" y="989"/>
                  </a:lnTo>
                  <a:lnTo>
                    <a:pt x="1051" y="987"/>
                  </a:lnTo>
                  <a:lnTo>
                    <a:pt x="1041" y="988"/>
                  </a:lnTo>
                  <a:lnTo>
                    <a:pt x="1039" y="990"/>
                  </a:lnTo>
                  <a:lnTo>
                    <a:pt x="1036" y="996"/>
                  </a:lnTo>
                  <a:lnTo>
                    <a:pt x="1029" y="1004"/>
                  </a:lnTo>
                  <a:lnTo>
                    <a:pt x="1029" y="1006"/>
                  </a:lnTo>
                  <a:lnTo>
                    <a:pt x="1026" y="1009"/>
                  </a:lnTo>
                  <a:lnTo>
                    <a:pt x="1021" y="1024"/>
                  </a:lnTo>
                  <a:lnTo>
                    <a:pt x="1021" y="1029"/>
                  </a:lnTo>
                  <a:lnTo>
                    <a:pt x="1020" y="1030"/>
                  </a:lnTo>
                  <a:lnTo>
                    <a:pt x="1021" y="1036"/>
                  </a:lnTo>
                  <a:lnTo>
                    <a:pt x="1019" y="1039"/>
                  </a:lnTo>
                  <a:lnTo>
                    <a:pt x="1014" y="1039"/>
                  </a:lnTo>
                  <a:lnTo>
                    <a:pt x="1006" y="1041"/>
                  </a:lnTo>
                  <a:lnTo>
                    <a:pt x="1006" y="1051"/>
                  </a:lnTo>
                  <a:lnTo>
                    <a:pt x="1005" y="1052"/>
                  </a:lnTo>
                  <a:lnTo>
                    <a:pt x="1005" y="1055"/>
                  </a:lnTo>
                  <a:lnTo>
                    <a:pt x="1004" y="1056"/>
                  </a:lnTo>
                  <a:lnTo>
                    <a:pt x="1005" y="1059"/>
                  </a:lnTo>
                  <a:lnTo>
                    <a:pt x="1005" y="1062"/>
                  </a:lnTo>
                  <a:lnTo>
                    <a:pt x="1008" y="1066"/>
                  </a:lnTo>
                  <a:lnTo>
                    <a:pt x="1009" y="1069"/>
                  </a:lnTo>
                  <a:lnTo>
                    <a:pt x="1005" y="1075"/>
                  </a:lnTo>
                  <a:lnTo>
                    <a:pt x="1006" y="1077"/>
                  </a:lnTo>
                  <a:lnTo>
                    <a:pt x="1006" y="1080"/>
                  </a:lnTo>
                  <a:lnTo>
                    <a:pt x="1015" y="1089"/>
                  </a:lnTo>
                  <a:lnTo>
                    <a:pt x="1016" y="1089"/>
                  </a:lnTo>
                  <a:lnTo>
                    <a:pt x="1019" y="1091"/>
                  </a:lnTo>
                  <a:lnTo>
                    <a:pt x="1018" y="1094"/>
                  </a:lnTo>
                  <a:lnTo>
                    <a:pt x="1020" y="1101"/>
                  </a:lnTo>
                  <a:lnTo>
                    <a:pt x="1019" y="1104"/>
                  </a:lnTo>
                  <a:lnTo>
                    <a:pt x="1019" y="1112"/>
                  </a:lnTo>
                  <a:lnTo>
                    <a:pt x="1017" y="1117"/>
                  </a:lnTo>
                  <a:lnTo>
                    <a:pt x="1017" y="1118"/>
                  </a:lnTo>
                  <a:lnTo>
                    <a:pt x="1013" y="1124"/>
                  </a:lnTo>
                  <a:lnTo>
                    <a:pt x="1010" y="1124"/>
                  </a:lnTo>
                  <a:lnTo>
                    <a:pt x="1007" y="1125"/>
                  </a:lnTo>
                  <a:lnTo>
                    <a:pt x="1000" y="1126"/>
                  </a:lnTo>
                  <a:lnTo>
                    <a:pt x="996" y="1130"/>
                  </a:lnTo>
                  <a:lnTo>
                    <a:pt x="996" y="1131"/>
                  </a:lnTo>
                  <a:lnTo>
                    <a:pt x="989" y="1140"/>
                  </a:lnTo>
                  <a:lnTo>
                    <a:pt x="954" y="1140"/>
                  </a:lnTo>
                  <a:lnTo>
                    <a:pt x="951" y="1146"/>
                  </a:lnTo>
                  <a:lnTo>
                    <a:pt x="949" y="1149"/>
                  </a:lnTo>
                  <a:lnTo>
                    <a:pt x="950" y="1151"/>
                  </a:lnTo>
                  <a:lnTo>
                    <a:pt x="942" y="1156"/>
                  </a:lnTo>
                  <a:lnTo>
                    <a:pt x="937" y="1156"/>
                  </a:lnTo>
                  <a:lnTo>
                    <a:pt x="934" y="1154"/>
                  </a:lnTo>
                  <a:lnTo>
                    <a:pt x="932" y="1154"/>
                  </a:lnTo>
                  <a:lnTo>
                    <a:pt x="931" y="1152"/>
                  </a:lnTo>
                  <a:lnTo>
                    <a:pt x="924" y="1151"/>
                  </a:lnTo>
                  <a:lnTo>
                    <a:pt x="923" y="1150"/>
                  </a:lnTo>
                  <a:lnTo>
                    <a:pt x="917" y="1150"/>
                  </a:lnTo>
                  <a:lnTo>
                    <a:pt x="912" y="1157"/>
                  </a:lnTo>
                  <a:lnTo>
                    <a:pt x="910" y="1158"/>
                  </a:lnTo>
                  <a:lnTo>
                    <a:pt x="906" y="1162"/>
                  </a:lnTo>
                  <a:lnTo>
                    <a:pt x="906" y="1172"/>
                  </a:lnTo>
                  <a:lnTo>
                    <a:pt x="903" y="1175"/>
                  </a:lnTo>
                  <a:lnTo>
                    <a:pt x="903" y="1178"/>
                  </a:lnTo>
                  <a:lnTo>
                    <a:pt x="900" y="1181"/>
                  </a:lnTo>
                  <a:lnTo>
                    <a:pt x="898" y="1185"/>
                  </a:lnTo>
                  <a:lnTo>
                    <a:pt x="897" y="1186"/>
                  </a:lnTo>
                  <a:lnTo>
                    <a:pt x="898" y="1196"/>
                  </a:lnTo>
                  <a:lnTo>
                    <a:pt x="896" y="1197"/>
                  </a:lnTo>
                  <a:lnTo>
                    <a:pt x="897" y="1205"/>
                  </a:lnTo>
                  <a:lnTo>
                    <a:pt x="893" y="1206"/>
                  </a:lnTo>
                  <a:lnTo>
                    <a:pt x="881" y="1207"/>
                  </a:lnTo>
                  <a:lnTo>
                    <a:pt x="876" y="1205"/>
                  </a:lnTo>
                  <a:lnTo>
                    <a:pt x="870" y="1206"/>
                  </a:lnTo>
                  <a:lnTo>
                    <a:pt x="869" y="1206"/>
                  </a:lnTo>
                  <a:lnTo>
                    <a:pt x="864" y="1206"/>
                  </a:lnTo>
                  <a:lnTo>
                    <a:pt x="853" y="1221"/>
                  </a:lnTo>
                  <a:lnTo>
                    <a:pt x="846" y="1221"/>
                  </a:lnTo>
                  <a:lnTo>
                    <a:pt x="844" y="1225"/>
                  </a:lnTo>
                  <a:lnTo>
                    <a:pt x="844" y="1216"/>
                  </a:lnTo>
                  <a:lnTo>
                    <a:pt x="844" y="1212"/>
                  </a:lnTo>
                  <a:lnTo>
                    <a:pt x="842" y="1210"/>
                  </a:lnTo>
                  <a:lnTo>
                    <a:pt x="838" y="1211"/>
                  </a:lnTo>
                  <a:lnTo>
                    <a:pt x="836" y="1212"/>
                  </a:lnTo>
                  <a:lnTo>
                    <a:pt x="832" y="1213"/>
                  </a:lnTo>
                  <a:lnTo>
                    <a:pt x="831" y="1212"/>
                  </a:lnTo>
                  <a:lnTo>
                    <a:pt x="830" y="1214"/>
                  </a:lnTo>
                  <a:lnTo>
                    <a:pt x="826" y="1215"/>
                  </a:lnTo>
                  <a:lnTo>
                    <a:pt x="823" y="1220"/>
                  </a:lnTo>
                  <a:lnTo>
                    <a:pt x="823" y="1221"/>
                  </a:lnTo>
                  <a:lnTo>
                    <a:pt x="820" y="1223"/>
                  </a:lnTo>
                  <a:lnTo>
                    <a:pt x="816" y="1234"/>
                  </a:lnTo>
                  <a:lnTo>
                    <a:pt x="810" y="1230"/>
                  </a:lnTo>
                  <a:lnTo>
                    <a:pt x="804" y="1227"/>
                  </a:lnTo>
                  <a:lnTo>
                    <a:pt x="800" y="1227"/>
                  </a:lnTo>
                  <a:lnTo>
                    <a:pt x="796" y="1232"/>
                  </a:lnTo>
                  <a:lnTo>
                    <a:pt x="791" y="1227"/>
                  </a:lnTo>
                  <a:lnTo>
                    <a:pt x="790" y="1225"/>
                  </a:lnTo>
                  <a:lnTo>
                    <a:pt x="788" y="1223"/>
                  </a:lnTo>
                  <a:lnTo>
                    <a:pt x="781" y="1223"/>
                  </a:lnTo>
                  <a:lnTo>
                    <a:pt x="777" y="1227"/>
                  </a:lnTo>
                  <a:lnTo>
                    <a:pt x="777" y="1229"/>
                  </a:lnTo>
                  <a:lnTo>
                    <a:pt x="783" y="1233"/>
                  </a:lnTo>
                  <a:lnTo>
                    <a:pt x="784" y="1237"/>
                  </a:lnTo>
                  <a:lnTo>
                    <a:pt x="781" y="1239"/>
                  </a:lnTo>
                  <a:lnTo>
                    <a:pt x="779" y="1241"/>
                  </a:lnTo>
                  <a:lnTo>
                    <a:pt x="776" y="1240"/>
                  </a:lnTo>
                  <a:lnTo>
                    <a:pt x="773" y="1240"/>
                  </a:lnTo>
                  <a:lnTo>
                    <a:pt x="770" y="1239"/>
                  </a:lnTo>
                  <a:lnTo>
                    <a:pt x="766" y="1240"/>
                  </a:lnTo>
                  <a:lnTo>
                    <a:pt x="766" y="1243"/>
                  </a:lnTo>
                  <a:lnTo>
                    <a:pt x="767" y="1244"/>
                  </a:lnTo>
                  <a:lnTo>
                    <a:pt x="768" y="1249"/>
                  </a:lnTo>
                  <a:lnTo>
                    <a:pt x="756" y="1257"/>
                  </a:lnTo>
                  <a:lnTo>
                    <a:pt x="754" y="1264"/>
                  </a:lnTo>
                  <a:lnTo>
                    <a:pt x="755" y="1266"/>
                  </a:lnTo>
                  <a:lnTo>
                    <a:pt x="753" y="1268"/>
                  </a:lnTo>
                  <a:lnTo>
                    <a:pt x="753" y="1269"/>
                  </a:lnTo>
                  <a:lnTo>
                    <a:pt x="749" y="1270"/>
                  </a:lnTo>
                  <a:lnTo>
                    <a:pt x="745" y="1277"/>
                  </a:lnTo>
                  <a:lnTo>
                    <a:pt x="740" y="1277"/>
                  </a:lnTo>
                  <a:lnTo>
                    <a:pt x="735" y="1283"/>
                  </a:lnTo>
                  <a:lnTo>
                    <a:pt x="735" y="1285"/>
                  </a:lnTo>
                  <a:lnTo>
                    <a:pt x="731" y="1288"/>
                  </a:lnTo>
                  <a:lnTo>
                    <a:pt x="731" y="1291"/>
                  </a:lnTo>
                  <a:lnTo>
                    <a:pt x="724" y="1298"/>
                  </a:lnTo>
                  <a:lnTo>
                    <a:pt x="720" y="1306"/>
                  </a:lnTo>
                  <a:lnTo>
                    <a:pt x="713" y="1317"/>
                  </a:lnTo>
                  <a:lnTo>
                    <a:pt x="711" y="1321"/>
                  </a:lnTo>
                  <a:lnTo>
                    <a:pt x="709" y="1324"/>
                  </a:lnTo>
                  <a:lnTo>
                    <a:pt x="710" y="1335"/>
                  </a:lnTo>
                  <a:lnTo>
                    <a:pt x="717" y="1343"/>
                  </a:lnTo>
                  <a:lnTo>
                    <a:pt x="712" y="1344"/>
                  </a:lnTo>
                  <a:lnTo>
                    <a:pt x="711" y="1343"/>
                  </a:lnTo>
                  <a:lnTo>
                    <a:pt x="707" y="1343"/>
                  </a:lnTo>
                  <a:lnTo>
                    <a:pt x="705" y="1342"/>
                  </a:lnTo>
                  <a:lnTo>
                    <a:pt x="701" y="1342"/>
                  </a:lnTo>
                  <a:lnTo>
                    <a:pt x="699" y="1343"/>
                  </a:lnTo>
                  <a:lnTo>
                    <a:pt x="700" y="1349"/>
                  </a:lnTo>
                  <a:lnTo>
                    <a:pt x="701" y="1351"/>
                  </a:lnTo>
                  <a:lnTo>
                    <a:pt x="702" y="1367"/>
                  </a:lnTo>
                  <a:lnTo>
                    <a:pt x="703" y="1372"/>
                  </a:lnTo>
                  <a:lnTo>
                    <a:pt x="694" y="1373"/>
                  </a:lnTo>
                  <a:lnTo>
                    <a:pt x="686" y="1370"/>
                  </a:lnTo>
                  <a:lnTo>
                    <a:pt x="676" y="1370"/>
                  </a:lnTo>
                  <a:lnTo>
                    <a:pt x="670" y="1375"/>
                  </a:lnTo>
                  <a:lnTo>
                    <a:pt x="660" y="1375"/>
                  </a:lnTo>
                  <a:lnTo>
                    <a:pt x="652" y="1366"/>
                  </a:lnTo>
                  <a:lnTo>
                    <a:pt x="647" y="1365"/>
                  </a:lnTo>
                  <a:lnTo>
                    <a:pt x="644" y="1362"/>
                  </a:lnTo>
                  <a:lnTo>
                    <a:pt x="641" y="1363"/>
                  </a:lnTo>
                  <a:lnTo>
                    <a:pt x="637" y="1360"/>
                  </a:lnTo>
                  <a:lnTo>
                    <a:pt x="634" y="1360"/>
                  </a:lnTo>
                  <a:lnTo>
                    <a:pt x="624" y="1355"/>
                  </a:lnTo>
                  <a:lnTo>
                    <a:pt x="618" y="1356"/>
                  </a:lnTo>
                  <a:lnTo>
                    <a:pt x="618" y="1354"/>
                  </a:lnTo>
                  <a:lnTo>
                    <a:pt x="616" y="1354"/>
                  </a:lnTo>
                  <a:lnTo>
                    <a:pt x="613" y="1352"/>
                  </a:lnTo>
                  <a:lnTo>
                    <a:pt x="612" y="1344"/>
                  </a:lnTo>
                  <a:lnTo>
                    <a:pt x="604" y="1338"/>
                  </a:lnTo>
                  <a:lnTo>
                    <a:pt x="603" y="1339"/>
                  </a:lnTo>
                  <a:lnTo>
                    <a:pt x="598" y="1335"/>
                  </a:lnTo>
                  <a:lnTo>
                    <a:pt x="593" y="1336"/>
                  </a:lnTo>
                  <a:lnTo>
                    <a:pt x="592" y="1337"/>
                  </a:lnTo>
                  <a:lnTo>
                    <a:pt x="589" y="1337"/>
                  </a:lnTo>
                  <a:lnTo>
                    <a:pt x="587" y="1340"/>
                  </a:lnTo>
                  <a:lnTo>
                    <a:pt x="580" y="1340"/>
                  </a:lnTo>
                  <a:lnTo>
                    <a:pt x="570" y="1333"/>
                  </a:lnTo>
                  <a:lnTo>
                    <a:pt x="567" y="1333"/>
                  </a:lnTo>
                  <a:lnTo>
                    <a:pt x="560" y="1326"/>
                  </a:lnTo>
                  <a:lnTo>
                    <a:pt x="566" y="1314"/>
                  </a:lnTo>
                  <a:lnTo>
                    <a:pt x="565" y="1312"/>
                  </a:lnTo>
                  <a:lnTo>
                    <a:pt x="567" y="1311"/>
                  </a:lnTo>
                  <a:lnTo>
                    <a:pt x="571" y="1299"/>
                  </a:lnTo>
                  <a:lnTo>
                    <a:pt x="574" y="1295"/>
                  </a:lnTo>
                  <a:lnTo>
                    <a:pt x="574" y="1291"/>
                  </a:lnTo>
                  <a:lnTo>
                    <a:pt x="588" y="1276"/>
                  </a:lnTo>
                  <a:lnTo>
                    <a:pt x="587" y="1268"/>
                  </a:lnTo>
                  <a:lnTo>
                    <a:pt x="584" y="1265"/>
                  </a:lnTo>
                  <a:lnTo>
                    <a:pt x="583" y="1267"/>
                  </a:lnTo>
                  <a:lnTo>
                    <a:pt x="579" y="1268"/>
                  </a:lnTo>
                  <a:lnTo>
                    <a:pt x="578" y="1264"/>
                  </a:lnTo>
                  <a:lnTo>
                    <a:pt x="576" y="1262"/>
                  </a:lnTo>
                  <a:lnTo>
                    <a:pt x="576" y="1258"/>
                  </a:lnTo>
                  <a:lnTo>
                    <a:pt x="573" y="1255"/>
                  </a:lnTo>
                  <a:lnTo>
                    <a:pt x="573" y="1248"/>
                  </a:lnTo>
                  <a:lnTo>
                    <a:pt x="571" y="1247"/>
                  </a:lnTo>
                  <a:lnTo>
                    <a:pt x="570" y="1244"/>
                  </a:lnTo>
                  <a:lnTo>
                    <a:pt x="567" y="1244"/>
                  </a:lnTo>
                  <a:lnTo>
                    <a:pt x="565" y="1243"/>
                  </a:lnTo>
                  <a:lnTo>
                    <a:pt x="561" y="1243"/>
                  </a:lnTo>
                  <a:lnTo>
                    <a:pt x="553" y="1251"/>
                  </a:lnTo>
                  <a:lnTo>
                    <a:pt x="543" y="1251"/>
                  </a:lnTo>
                  <a:lnTo>
                    <a:pt x="542" y="1253"/>
                  </a:lnTo>
                  <a:lnTo>
                    <a:pt x="543" y="1259"/>
                  </a:lnTo>
                  <a:lnTo>
                    <a:pt x="541" y="1261"/>
                  </a:lnTo>
                  <a:lnTo>
                    <a:pt x="535" y="1260"/>
                  </a:lnTo>
                  <a:lnTo>
                    <a:pt x="532" y="1264"/>
                  </a:lnTo>
                  <a:lnTo>
                    <a:pt x="531" y="1269"/>
                  </a:lnTo>
                  <a:lnTo>
                    <a:pt x="530" y="1271"/>
                  </a:lnTo>
                  <a:lnTo>
                    <a:pt x="530" y="1274"/>
                  </a:lnTo>
                  <a:lnTo>
                    <a:pt x="522" y="1283"/>
                  </a:lnTo>
                  <a:lnTo>
                    <a:pt x="520" y="1288"/>
                  </a:lnTo>
                  <a:lnTo>
                    <a:pt x="521" y="1289"/>
                  </a:lnTo>
                  <a:lnTo>
                    <a:pt x="519" y="1293"/>
                  </a:lnTo>
                  <a:lnTo>
                    <a:pt x="519" y="1296"/>
                  </a:lnTo>
                  <a:lnTo>
                    <a:pt x="516" y="1301"/>
                  </a:lnTo>
                  <a:lnTo>
                    <a:pt x="517" y="1307"/>
                  </a:lnTo>
                  <a:lnTo>
                    <a:pt x="515" y="1311"/>
                  </a:lnTo>
                  <a:lnTo>
                    <a:pt x="516" y="1327"/>
                  </a:lnTo>
                  <a:lnTo>
                    <a:pt x="515" y="1334"/>
                  </a:lnTo>
                  <a:lnTo>
                    <a:pt x="511" y="1338"/>
                  </a:lnTo>
                  <a:lnTo>
                    <a:pt x="513" y="1343"/>
                  </a:lnTo>
                  <a:lnTo>
                    <a:pt x="513" y="1347"/>
                  </a:lnTo>
                  <a:lnTo>
                    <a:pt x="515" y="1349"/>
                  </a:lnTo>
                  <a:lnTo>
                    <a:pt x="514" y="1360"/>
                  </a:lnTo>
                  <a:lnTo>
                    <a:pt x="514" y="1361"/>
                  </a:lnTo>
                  <a:lnTo>
                    <a:pt x="512" y="1364"/>
                  </a:lnTo>
                  <a:lnTo>
                    <a:pt x="506" y="1364"/>
                  </a:lnTo>
                  <a:lnTo>
                    <a:pt x="503" y="1368"/>
                  </a:lnTo>
                  <a:lnTo>
                    <a:pt x="503" y="1371"/>
                  </a:lnTo>
                  <a:lnTo>
                    <a:pt x="499" y="1371"/>
                  </a:lnTo>
                  <a:lnTo>
                    <a:pt x="497" y="1373"/>
                  </a:lnTo>
                  <a:lnTo>
                    <a:pt x="488" y="1375"/>
                  </a:lnTo>
                  <a:lnTo>
                    <a:pt x="487" y="1376"/>
                  </a:lnTo>
                  <a:lnTo>
                    <a:pt x="482" y="1376"/>
                  </a:lnTo>
                  <a:lnTo>
                    <a:pt x="482" y="1378"/>
                  </a:lnTo>
                  <a:lnTo>
                    <a:pt x="474" y="1382"/>
                  </a:lnTo>
                  <a:lnTo>
                    <a:pt x="472" y="1382"/>
                  </a:lnTo>
                  <a:lnTo>
                    <a:pt x="468" y="1385"/>
                  </a:lnTo>
                  <a:lnTo>
                    <a:pt x="459" y="1386"/>
                  </a:lnTo>
                  <a:lnTo>
                    <a:pt x="457" y="1387"/>
                  </a:lnTo>
                  <a:lnTo>
                    <a:pt x="440" y="1388"/>
                  </a:lnTo>
                  <a:lnTo>
                    <a:pt x="439" y="1390"/>
                  </a:lnTo>
                  <a:lnTo>
                    <a:pt x="431" y="1390"/>
                  </a:lnTo>
                  <a:lnTo>
                    <a:pt x="428" y="1393"/>
                  </a:lnTo>
                  <a:lnTo>
                    <a:pt x="404" y="1394"/>
                  </a:lnTo>
                  <a:close/>
                </a:path>
              </a:pathLst>
            </a:custGeom>
            <a:grpFill/>
            <a:ln w="28575">
              <a:noFill/>
              <a:prstDash val="sysDot"/>
              <a:round/>
              <a:headEnd/>
              <a:tailEnd/>
            </a:ln>
          </p:spPr>
          <p:txBody>
            <a:bodyPr/>
            <a:lstStyle/>
            <a:p>
              <a:pPr>
                <a:defRPr/>
              </a:pPr>
              <a:endParaRPr lang="zh-CN" altLang="en-US" kern="0" dirty="0">
                <a:solidFill>
                  <a:prstClr val="black"/>
                </a:solidFill>
                <a:ea typeface="微软雅黑" pitchFamily="34" charset="-122"/>
              </a:endParaRPr>
            </a:p>
          </p:txBody>
        </p:sp>
        <p:sp>
          <p:nvSpPr>
            <p:cNvPr id="18" name="Freeform 18"/>
            <p:cNvSpPr>
              <a:spLocks/>
            </p:cNvSpPr>
            <p:nvPr/>
          </p:nvSpPr>
          <p:spPr bwMode="auto">
            <a:xfrm>
              <a:off x="3588474" y="3795824"/>
              <a:ext cx="1381125" cy="1265237"/>
            </a:xfrm>
            <a:custGeom>
              <a:avLst/>
              <a:gdLst>
                <a:gd name="T0" fmla="*/ 2147483647 w 755"/>
                <a:gd name="T1" fmla="*/ 2147483647 h 664"/>
                <a:gd name="T2" fmla="*/ 2147483647 w 755"/>
                <a:gd name="T3" fmla="*/ 2147483647 h 664"/>
                <a:gd name="T4" fmla="*/ 2147483647 w 755"/>
                <a:gd name="T5" fmla="*/ 2147483647 h 664"/>
                <a:gd name="T6" fmla="*/ 2147483647 w 755"/>
                <a:gd name="T7" fmla="*/ 2147483647 h 664"/>
                <a:gd name="T8" fmla="*/ 2147483647 w 755"/>
                <a:gd name="T9" fmla="*/ 2147483647 h 664"/>
                <a:gd name="T10" fmla="*/ 2147483647 w 755"/>
                <a:gd name="T11" fmla="*/ 2147483647 h 664"/>
                <a:gd name="T12" fmla="*/ 2147483647 w 755"/>
                <a:gd name="T13" fmla="*/ 2147483647 h 664"/>
                <a:gd name="T14" fmla="*/ 2147483647 w 755"/>
                <a:gd name="T15" fmla="*/ 2147483647 h 664"/>
                <a:gd name="T16" fmla="*/ 2147483647 w 755"/>
                <a:gd name="T17" fmla="*/ 2147483647 h 664"/>
                <a:gd name="T18" fmla="*/ 2147483647 w 755"/>
                <a:gd name="T19" fmla="*/ 2147483647 h 664"/>
                <a:gd name="T20" fmla="*/ 2147483647 w 755"/>
                <a:gd name="T21" fmla="*/ 2147483647 h 664"/>
                <a:gd name="T22" fmla="*/ 2147483647 w 755"/>
                <a:gd name="T23" fmla="*/ 2147483647 h 664"/>
                <a:gd name="T24" fmla="*/ 2147483647 w 755"/>
                <a:gd name="T25" fmla="*/ 2147483647 h 664"/>
                <a:gd name="T26" fmla="*/ 2147483647 w 755"/>
                <a:gd name="T27" fmla="*/ 2147483647 h 664"/>
                <a:gd name="T28" fmla="*/ 2147483647 w 755"/>
                <a:gd name="T29" fmla="*/ 2147483647 h 664"/>
                <a:gd name="T30" fmla="*/ 2147483647 w 755"/>
                <a:gd name="T31" fmla="*/ 2147483647 h 664"/>
                <a:gd name="T32" fmla="*/ 2147483647 w 755"/>
                <a:gd name="T33" fmla="*/ 2147483647 h 664"/>
                <a:gd name="T34" fmla="*/ 2147483647 w 755"/>
                <a:gd name="T35" fmla="*/ 2147483647 h 664"/>
                <a:gd name="T36" fmla="*/ 2147483647 w 755"/>
                <a:gd name="T37" fmla="*/ 2147483647 h 664"/>
                <a:gd name="T38" fmla="*/ 2147483647 w 755"/>
                <a:gd name="T39" fmla="*/ 2147483647 h 664"/>
                <a:gd name="T40" fmla="*/ 2147483647 w 755"/>
                <a:gd name="T41" fmla="*/ 2147483647 h 664"/>
                <a:gd name="T42" fmla="*/ 2147483647 w 755"/>
                <a:gd name="T43" fmla="*/ 2147483647 h 664"/>
                <a:gd name="T44" fmla="*/ 2147483647 w 755"/>
                <a:gd name="T45" fmla="*/ 2147483647 h 664"/>
                <a:gd name="T46" fmla="*/ 2147483647 w 755"/>
                <a:gd name="T47" fmla="*/ 2147483647 h 664"/>
                <a:gd name="T48" fmla="*/ 2147483647 w 755"/>
                <a:gd name="T49" fmla="*/ 2147483647 h 664"/>
                <a:gd name="T50" fmla="*/ 2147483647 w 755"/>
                <a:gd name="T51" fmla="*/ 2147483647 h 664"/>
                <a:gd name="T52" fmla="*/ 2147483647 w 755"/>
                <a:gd name="T53" fmla="*/ 2147483647 h 664"/>
                <a:gd name="T54" fmla="*/ 2147483647 w 755"/>
                <a:gd name="T55" fmla="*/ 2147483647 h 664"/>
                <a:gd name="T56" fmla="*/ 2147483647 w 755"/>
                <a:gd name="T57" fmla="*/ 2147483647 h 664"/>
                <a:gd name="T58" fmla="*/ 2147483647 w 755"/>
                <a:gd name="T59" fmla="*/ 2147483647 h 664"/>
                <a:gd name="T60" fmla="*/ 2147483647 w 755"/>
                <a:gd name="T61" fmla="*/ 2147483647 h 664"/>
                <a:gd name="T62" fmla="*/ 2147483647 w 755"/>
                <a:gd name="T63" fmla="*/ 2147483647 h 664"/>
                <a:gd name="T64" fmla="*/ 2147483647 w 755"/>
                <a:gd name="T65" fmla="*/ 2147483647 h 664"/>
                <a:gd name="T66" fmla="*/ 2147483647 w 755"/>
                <a:gd name="T67" fmla="*/ 2147483647 h 664"/>
                <a:gd name="T68" fmla="*/ 2147483647 w 755"/>
                <a:gd name="T69" fmla="*/ 2147483647 h 664"/>
                <a:gd name="T70" fmla="*/ 2147483647 w 755"/>
                <a:gd name="T71" fmla="*/ 2147483647 h 664"/>
                <a:gd name="T72" fmla="*/ 2147483647 w 755"/>
                <a:gd name="T73" fmla="*/ 2147483647 h 664"/>
                <a:gd name="T74" fmla="*/ 2147483647 w 755"/>
                <a:gd name="T75" fmla="*/ 2147483647 h 664"/>
                <a:gd name="T76" fmla="*/ 2147483647 w 755"/>
                <a:gd name="T77" fmla="*/ 2147483647 h 664"/>
                <a:gd name="T78" fmla="*/ 2147483647 w 755"/>
                <a:gd name="T79" fmla="*/ 2147483647 h 664"/>
                <a:gd name="T80" fmla="*/ 2147483647 w 755"/>
                <a:gd name="T81" fmla="*/ 2147483647 h 664"/>
                <a:gd name="T82" fmla="*/ 2147483647 w 755"/>
                <a:gd name="T83" fmla="*/ 2147483647 h 664"/>
                <a:gd name="T84" fmla="*/ 2147483647 w 755"/>
                <a:gd name="T85" fmla="*/ 2147483647 h 664"/>
                <a:gd name="T86" fmla="*/ 2147483647 w 755"/>
                <a:gd name="T87" fmla="*/ 2147483647 h 664"/>
                <a:gd name="T88" fmla="*/ 2147483647 w 755"/>
                <a:gd name="T89" fmla="*/ 2147483647 h 664"/>
                <a:gd name="T90" fmla="*/ 2147483647 w 755"/>
                <a:gd name="T91" fmla="*/ 2147483647 h 664"/>
                <a:gd name="T92" fmla="*/ 2147483647 w 755"/>
                <a:gd name="T93" fmla="*/ 2147483647 h 664"/>
                <a:gd name="T94" fmla="*/ 2147483647 w 755"/>
                <a:gd name="T95" fmla="*/ 2147483647 h 664"/>
                <a:gd name="T96" fmla="*/ 2147483647 w 755"/>
                <a:gd name="T97" fmla="*/ 2147483647 h 664"/>
                <a:gd name="T98" fmla="*/ 2147483647 w 755"/>
                <a:gd name="T99" fmla="*/ 2147483647 h 664"/>
                <a:gd name="T100" fmla="*/ 2147483647 w 755"/>
                <a:gd name="T101" fmla="*/ 2147483647 h 664"/>
                <a:gd name="T102" fmla="*/ 2147483647 w 755"/>
                <a:gd name="T103" fmla="*/ 2147483647 h 664"/>
                <a:gd name="T104" fmla="*/ 2147483647 w 755"/>
                <a:gd name="T105" fmla="*/ 2147483647 h 664"/>
                <a:gd name="T106" fmla="*/ 2147483647 w 755"/>
                <a:gd name="T107" fmla="*/ 2147483647 h 664"/>
                <a:gd name="T108" fmla="*/ 2147483647 w 755"/>
                <a:gd name="T109" fmla="*/ 2147483647 h 664"/>
                <a:gd name="T110" fmla="*/ 2147483647 w 755"/>
                <a:gd name="T111" fmla="*/ 2147483647 h 664"/>
                <a:gd name="T112" fmla="*/ 2147483647 w 755"/>
                <a:gd name="T113" fmla="*/ 2147483647 h 664"/>
                <a:gd name="T114" fmla="*/ 2147483647 w 755"/>
                <a:gd name="T115" fmla="*/ 2147483647 h 664"/>
                <a:gd name="T116" fmla="*/ 2147483647 w 755"/>
                <a:gd name="T117" fmla="*/ 2147483647 h 664"/>
                <a:gd name="T118" fmla="*/ 2147483647 w 755"/>
                <a:gd name="T119" fmla="*/ 2147483647 h 664"/>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755"/>
                <a:gd name="T181" fmla="*/ 0 h 664"/>
                <a:gd name="T182" fmla="*/ 755 w 755"/>
                <a:gd name="T183" fmla="*/ 664 h 664"/>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755" h="664">
                  <a:moveTo>
                    <a:pt x="23" y="126"/>
                  </a:moveTo>
                  <a:lnTo>
                    <a:pt x="18" y="121"/>
                  </a:lnTo>
                  <a:lnTo>
                    <a:pt x="16" y="121"/>
                  </a:lnTo>
                  <a:lnTo>
                    <a:pt x="7" y="112"/>
                  </a:lnTo>
                  <a:lnTo>
                    <a:pt x="5" y="112"/>
                  </a:lnTo>
                  <a:lnTo>
                    <a:pt x="2" y="109"/>
                  </a:lnTo>
                  <a:lnTo>
                    <a:pt x="2" y="103"/>
                  </a:lnTo>
                  <a:lnTo>
                    <a:pt x="0" y="98"/>
                  </a:lnTo>
                  <a:lnTo>
                    <a:pt x="0" y="95"/>
                  </a:lnTo>
                  <a:lnTo>
                    <a:pt x="2" y="91"/>
                  </a:lnTo>
                  <a:lnTo>
                    <a:pt x="10" y="87"/>
                  </a:lnTo>
                  <a:lnTo>
                    <a:pt x="13" y="82"/>
                  </a:lnTo>
                  <a:lnTo>
                    <a:pt x="13" y="79"/>
                  </a:lnTo>
                  <a:lnTo>
                    <a:pt x="11" y="77"/>
                  </a:lnTo>
                  <a:lnTo>
                    <a:pt x="21" y="62"/>
                  </a:lnTo>
                  <a:lnTo>
                    <a:pt x="23" y="62"/>
                  </a:lnTo>
                  <a:lnTo>
                    <a:pt x="28" y="56"/>
                  </a:lnTo>
                  <a:lnTo>
                    <a:pt x="28" y="54"/>
                  </a:lnTo>
                  <a:lnTo>
                    <a:pt x="23" y="51"/>
                  </a:lnTo>
                  <a:lnTo>
                    <a:pt x="19" y="51"/>
                  </a:lnTo>
                  <a:lnTo>
                    <a:pt x="15" y="49"/>
                  </a:lnTo>
                  <a:lnTo>
                    <a:pt x="14" y="47"/>
                  </a:lnTo>
                  <a:lnTo>
                    <a:pt x="14" y="45"/>
                  </a:lnTo>
                  <a:lnTo>
                    <a:pt x="12" y="44"/>
                  </a:lnTo>
                  <a:lnTo>
                    <a:pt x="8" y="36"/>
                  </a:lnTo>
                  <a:lnTo>
                    <a:pt x="7" y="26"/>
                  </a:lnTo>
                  <a:lnTo>
                    <a:pt x="11" y="24"/>
                  </a:lnTo>
                  <a:lnTo>
                    <a:pt x="17" y="23"/>
                  </a:lnTo>
                  <a:lnTo>
                    <a:pt x="19" y="19"/>
                  </a:lnTo>
                  <a:lnTo>
                    <a:pt x="19" y="15"/>
                  </a:lnTo>
                  <a:lnTo>
                    <a:pt x="23" y="12"/>
                  </a:lnTo>
                  <a:lnTo>
                    <a:pt x="23" y="13"/>
                  </a:lnTo>
                  <a:lnTo>
                    <a:pt x="28" y="11"/>
                  </a:lnTo>
                  <a:lnTo>
                    <a:pt x="28" y="8"/>
                  </a:lnTo>
                  <a:lnTo>
                    <a:pt x="36" y="13"/>
                  </a:lnTo>
                  <a:lnTo>
                    <a:pt x="49" y="13"/>
                  </a:lnTo>
                  <a:lnTo>
                    <a:pt x="50" y="14"/>
                  </a:lnTo>
                  <a:lnTo>
                    <a:pt x="56" y="14"/>
                  </a:lnTo>
                  <a:lnTo>
                    <a:pt x="57" y="15"/>
                  </a:lnTo>
                  <a:lnTo>
                    <a:pt x="61" y="15"/>
                  </a:lnTo>
                  <a:lnTo>
                    <a:pt x="64" y="16"/>
                  </a:lnTo>
                  <a:lnTo>
                    <a:pt x="67" y="16"/>
                  </a:lnTo>
                  <a:lnTo>
                    <a:pt x="70" y="18"/>
                  </a:lnTo>
                  <a:lnTo>
                    <a:pt x="72" y="17"/>
                  </a:lnTo>
                  <a:lnTo>
                    <a:pt x="74" y="18"/>
                  </a:lnTo>
                  <a:lnTo>
                    <a:pt x="74" y="21"/>
                  </a:lnTo>
                  <a:lnTo>
                    <a:pt x="90" y="40"/>
                  </a:lnTo>
                  <a:lnTo>
                    <a:pt x="90" y="43"/>
                  </a:lnTo>
                  <a:lnTo>
                    <a:pt x="91" y="45"/>
                  </a:lnTo>
                  <a:lnTo>
                    <a:pt x="91" y="48"/>
                  </a:lnTo>
                  <a:lnTo>
                    <a:pt x="93" y="51"/>
                  </a:lnTo>
                  <a:lnTo>
                    <a:pt x="93" y="56"/>
                  </a:lnTo>
                  <a:lnTo>
                    <a:pt x="95" y="58"/>
                  </a:lnTo>
                  <a:lnTo>
                    <a:pt x="95" y="63"/>
                  </a:lnTo>
                  <a:lnTo>
                    <a:pt x="96" y="64"/>
                  </a:lnTo>
                  <a:lnTo>
                    <a:pt x="96" y="66"/>
                  </a:lnTo>
                  <a:lnTo>
                    <a:pt x="98" y="69"/>
                  </a:lnTo>
                  <a:lnTo>
                    <a:pt x="97" y="71"/>
                  </a:lnTo>
                  <a:lnTo>
                    <a:pt x="100" y="73"/>
                  </a:lnTo>
                  <a:lnTo>
                    <a:pt x="101" y="80"/>
                  </a:lnTo>
                  <a:lnTo>
                    <a:pt x="105" y="84"/>
                  </a:lnTo>
                  <a:lnTo>
                    <a:pt x="110" y="87"/>
                  </a:lnTo>
                  <a:lnTo>
                    <a:pt x="113" y="87"/>
                  </a:lnTo>
                  <a:lnTo>
                    <a:pt x="125" y="92"/>
                  </a:lnTo>
                  <a:lnTo>
                    <a:pt x="125" y="97"/>
                  </a:lnTo>
                  <a:lnTo>
                    <a:pt x="126" y="99"/>
                  </a:lnTo>
                  <a:lnTo>
                    <a:pt x="127" y="103"/>
                  </a:lnTo>
                  <a:lnTo>
                    <a:pt x="156" y="116"/>
                  </a:lnTo>
                  <a:lnTo>
                    <a:pt x="159" y="113"/>
                  </a:lnTo>
                  <a:lnTo>
                    <a:pt x="159" y="108"/>
                  </a:lnTo>
                  <a:lnTo>
                    <a:pt x="160" y="107"/>
                  </a:lnTo>
                  <a:lnTo>
                    <a:pt x="160" y="104"/>
                  </a:lnTo>
                  <a:lnTo>
                    <a:pt x="165" y="98"/>
                  </a:lnTo>
                  <a:lnTo>
                    <a:pt x="167" y="94"/>
                  </a:lnTo>
                  <a:lnTo>
                    <a:pt x="170" y="95"/>
                  </a:lnTo>
                  <a:lnTo>
                    <a:pt x="186" y="110"/>
                  </a:lnTo>
                  <a:lnTo>
                    <a:pt x="186" y="118"/>
                  </a:lnTo>
                  <a:lnTo>
                    <a:pt x="182" y="123"/>
                  </a:lnTo>
                  <a:lnTo>
                    <a:pt x="182" y="125"/>
                  </a:lnTo>
                  <a:lnTo>
                    <a:pt x="185" y="127"/>
                  </a:lnTo>
                  <a:lnTo>
                    <a:pt x="188" y="126"/>
                  </a:lnTo>
                  <a:lnTo>
                    <a:pt x="191" y="120"/>
                  </a:lnTo>
                  <a:lnTo>
                    <a:pt x="202" y="118"/>
                  </a:lnTo>
                  <a:lnTo>
                    <a:pt x="208" y="124"/>
                  </a:lnTo>
                  <a:lnTo>
                    <a:pt x="208" y="126"/>
                  </a:lnTo>
                  <a:lnTo>
                    <a:pt x="211" y="128"/>
                  </a:lnTo>
                  <a:lnTo>
                    <a:pt x="213" y="135"/>
                  </a:lnTo>
                  <a:lnTo>
                    <a:pt x="208" y="141"/>
                  </a:lnTo>
                  <a:lnTo>
                    <a:pt x="208" y="143"/>
                  </a:lnTo>
                  <a:lnTo>
                    <a:pt x="210" y="145"/>
                  </a:lnTo>
                  <a:lnTo>
                    <a:pt x="213" y="144"/>
                  </a:lnTo>
                  <a:lnTo>
                    <a:pt x="219" y="138"/>
                  </a:lnTo>
                  <a:lnTo>
                    <a:pt x="219" y="135"/>
                  </a:lnTo>
                  <a:lnTo>
                    <a:pt x="220" y="135"/>
                  </a:lnTo>
                  <a:lnTo>
                    <a:pt x="220" y="133"/>
                  </a:lnTo>
                  <a:lnTo>
                    <a:pt x="224" y="126"/>
                  </a:lnTo>
                  <a:lnTo>
                    <a:pt x="228" y="127"/>
                  </a:lnTo>
                  <a:lnTo>
                    <a:pt x="233" y="131"/>
                  </a:lnTo>
                  <a:lnTo>
                    <a:pt x="235" y="130"/>
                  </a:lnTo>
                  <a:lnTo>
                    <a:pt x="239" y="128"/>
                  </a:lnTo>
                  <a:lnTo>
                    <a:pt x="244" y="127"/>
                  </a:lnTo>
                  <a:lnTo>
                    <a:pt x="246" y="129"/>
                  </a:lnTo>
                  <a:lnTo>
                    <a:pt x="249" y="128"/>
                  </a:lnTo>
                  <a:lnTo>
                    <a:pt x="252" y="126"/>
                  </a:lnTo>
                  <a:lnTo>
                    <a:pt x="254" y="126"/>
                  </a:lnTo>
                  <a:lnTo>
                    <a:pt x="256" y="123"/>
                  </a:lnTo>
                  <a:lnTo>
                    <a:pt x="257" y="119"/>
                  </a:lnTo>
                  <a:lnTo>
                    <a:pt x="258" y="118"/>
                  </a:lnTo>
                  <a:lnTo>
                    <a:pt x="259" y="114"/>
                  </a:lnTo>
                  <a:lnTo>
                    <a:pt x="254" y="107"/>
                  </a:lnTo>
                  <a:lnTo>
                    <a:pt x="253" y="95"/>
                  </a:lnTo>
                  <a:lnTo>
                    <a:pt x="255" y="91"/>
                  </a:lnTo>
                  <a:lnTo>
                    <a:pt x="256" y="88"/>
                  </a:lnTo>
                  <a:lnTo>
                    <a:pt x="274" y="83"/>
                  </a:lnTo>
                  <a:lnTo>
                    <a:pt x="281" y="86"/>
                  </a:lnTo>
                  <a:lnTo>
                    <a:pt x="286" y="91"/>
                  </a:lnTo>
                  <a:lnTo>
                    <a:pt x="289" y="91"/>
                  </a:lnTo>
                  <a:lnTo>
                    <a:pt x="291" y="88"/>
                  </a:lnTo>
                  <a:lnTo>
                    <a:pt x="290" y="87"/>
                  </a:lnTo>
                  <a:lnTo>
                    <a:pt x="292" y="84"/>
                  </a:lnTo>
                  <a:lnTo>
                    <a:pt x="292" y="79"/>
                  </a:lnTo>
                  <a:lnTo>
                    <a:pt x="289" y="75"/>
                  </a:lnTo>
                  <a:lnTo>
                    <a:pt x="289" y="72"/>
                  </a:lnTo>
                  <a:lnTo>
                    <a:pt x="292" y="65"/>
                  </a:lnTo>
                  <a:lnTo>
                    <a:pt x="292" y="63"/>
                  </a:lnTo>
                  <a:lnTo>
                    <a:pt x="297" y="59"/>
                  </a:lnTo>
                  <a:lnTo>
                    <a:pt x="300" y="55"/>
                  </a:lnTo>
                  <a:lnTo>
                    <a:pt x="304" y="59"/>
                  </a:lnTo>
                  <a:lnTo>
                    <a:pt x="305" y="69"/>
                  </a:lnTo>
                  <a:lnTo>
                    <a:pt x="300" y="80"/>
                  </a:lnTo>
                  <a:lnTo>
                    <a:pt x="300" y="90"/>
                  </a:lnTo>
                  <a:lnTo>
                    <a:pt x="304" y="93"/>
                  </a:lnTo>
                  <a:lnTo>
                    <a:pt x="312" y="85"/>
                  </a:lnTo>
                  <a:lnTo>
                    <a:pt x="314" y="85"/>
                  </a:lnTo>
                  <a:lnTo>
                    <a:pt x="315" y="84"/>
                  </a:lnTo>
                  <a:lnTo>
                    <a:pt x="318" y="82"/>
                  </a:lnTo>
                  <a:lnTo>
                    <a:pt x="321" y="77"/>
                  </a:lnTo>
                  <a:lnTo>
                    <a:pt x="323" y="75"/>
                  </a:lnTo>
                  <a:lnTo>
                    <a:pt x="336" y="71"/>
                  </a:lnTo>
                  <a:lnTo>
                    <a:pt x="342" y="63"/>
                  </a:lnTo>
                  <a:lnTo>
                    <a:pt x="342" y="57"/>
                  </a:lnTo>
                  <a:lnTo>
                    <a:pt x="338" y="52"/>
                  </a:lnTo>
                  <a:lnTo>
                    <a:pt x="337" y="50"/>
                  </a:lnTo>
                  <a:lnTo>
                    <a:pt x="336" y="50"/>
                  </a:lnTo>
                  <a:lnTo>
                    <a:pt x="333" y="45"/>
                  </a:lnTo>
                  <a:lnTo>
                    <a:pt x="333" y="43"/>
                  </a:lnTo>
                  <a:lnTo>
                    <a:pt x="329" y="39"/>
                  </a:lnTo>
                  <a:lnTo>
                    <a:pt x="330" y="37"/>
                  </a:lnTo>
                  <a:lnTo>
                    <a:pt x="327" y="32"/>
                  </a:lnTo>
                  <a:lnTo>
                    <a:pt x="332" y="25"/>
                  </a:lnTo>
                  <a:lnTo>
                    <a:pt x="333" y="23"/>
                  </a:lnTo>
                  <a:lnTo>
                    <a:pt x="338" y="23"/>
                  </a:lnTo>
                  <a:lnTo>
                    <a:pt x="343" y="17"/>
                  </a:lnTo>
                  <a:lnTo>
                    <a:pt x="352" y="16"/>
                  </a:lnTo>
                  <a:lnTo>
                    <a:pt x="364" y="0"/>
                  </a:lnTo>
                  <a:lnTo>
                    <a:pt x="366" y="0"/>
                  </a:lnTo>
                  <a:lnTo>
                    <a:pt x="369" y="2"/>
                  </a:lnTo>
                  <a:lnTo>
                    <a:pt x="374" y="3"/>
                  </a:lnTo>
                  <a:lnTo>
                    <a:pt x="375" y="5"/>
                  </a:lnTo>
                  <a:lnTo>
                    <a:pt x="377" y="4"/>
                  </a:lnTo>
                  <a:lnTo>
                    <a:pt x="378" y="7"/>
                  </a:lnTo>
                  <a:lnTo>
                    <a:pt x="381" y="11"/>
                  </a:lnTo>
                  <a:lnTo>
                    <a:pt x="384" y="11"/>
                  </a:lnTo>
                  <a:lnTo>
                    <a:pt x="387" y="13"/>
                  </a:lnTo>
                  <a:lnTo>
                    <a:pt x="388" y="23"/>
                  </a:lnTo>
                  <a:lnTo>
                    <a:pt x="387" y="25"/>
                  </a:lnTo>
                  <a:lnTo>
                    <a:pt x="387" y="31"/>
                  </a:lnTo>
                  <a:lnTo>
                    <a:pt x="388" y="31"/>
                  </a:lnTo>
                  <a:lnTo>
                    <a:pt x="390" y="39"/>
                  </a:lnTo>
                  <a:lnTo>
                    <a:pt x="391" y="39"/>
                  </a:lnTo>
                  <a:lnTo>
                    <a:pt x="392" y="41"/>
                  </a:lnTo>
                  <a:lnTo>
                    <a:pt x="396" y="47"/>
                  </a:lnTo>
                  <a:lnTo>
                    <a:pt x="406" y="46"/>
                  </a:lnTo>
                  <a:lnTo>
                    <a:pt x="408" y="44"/>
                  </a:lnTo>
                  <a:lnTo>
                    <a:pt x="409" y="44"/>
                  </a:lnTo>
                  <a:lnTo>
                    <a:pt x="411" y="46"/>
                  </a:lnTo>
                  <a:lnTo>
                    <a:pt x="413" y="46"/>
                  </a:lnTo>
                  <a:lnTo>
                    <a:pt x="416" y="50"/>
                  </a:lnTo>
                  <a:lnTo>
                    <a:pt x="422" y="49"/>
                  </a:lnTo>
                  <a:lnTo>
                    <a:pt x="424" y="50"/>
                  </a:lnTo>
                  <a:lnTo>
                    <a:pt x="435" y="50"/>
                  </a:lnTo>
                  <a:lnTo>
                    <a:pt x="439" y="52"/>
                  </a:lnTo>
                  <a:lnTo>
                    <a:pt x="445" y="51"/>
                  </a:lnTo>
                  <a:lnTo>
                    <a:pt x="447" y="52"/>
                  </a:lnTo>
                  <a:lnTo>
                    <a:pt x="449" y="52"/>
                  </a:lnTo>
                  <a:lnTo>
                    <a:pt x="452" y="54"/>
                  </a:lnTo>
                  <a:lnTo>
                    <a:pt x="452" y="59"/>
                  </a:lnTo>
                  <a:lnTo>
                    <a:pt x="455" y="62"/>
                  </a:lnTo>
                  <a:lnTo>
                    <a:pt x="458" y="67"/>
                  </a:lnTo>
                  <a:lnTo>
                    <a:pt x="458" y="70"/>
                  </a:lnTo>
                  <a:lnTo>
                    <a:pt x="463" y="77"/>
                  </a:lnTo>
                  <a:lnTo>
                    <a:pt x="463" y="79"/>
                  </a:lnTo>
                  <a:lnTo>
                    <a:pt x="469" y="89"/>
                  </a:lnTo>
                  <a:lnTo>
                    <a:pt x="470" y="105"/>
                  </a:lnTo>
                  <a:lnTo>
                    <a:pt x="463" y="113"/>
                  </a:lnTo>
                  <a:lnTo>
                    <a:pt x="482" y="126"/>
                  </a:lnTo>
                  <a:lnTo>
                    <a:pt x="488" y="128"/>
                  </a:lnTo>
                  <a:lnTo>
                    <a:pt x="499" y="130"/>
                  </a:lnTo>
                  <a:lnTo>
                    <a:pt x="500" y="131"/>
                  </a:lnTo>
                  <a:lnTo>
                    <a:pt x="503" y="131"/>
                  </a:lnTo>
                  <a:lnTo>
                    <a:pt x="508" y="133"/>
                  </a:lnTo>
                  <a:lnTo>
                    <a:pt x="528" y="133"/>
                  </a:lnTo>
                  <a:lnTo>
                    <a:pt x="530" y="130"/>
                  </a:lnTo>
                  <a:lnTo>
                    <a:pt x="532" y="130"/>
                  </a:lnTo>
                  <a:lnTo>
                    <a:pt x="535" y="126"/>
                  </a:lnTo>
                  <a:lnTo>
                    <a:pt x="537" y="125"/>
                  </a:lnTo>
                  <a:lnTo>
                    <a:pt x="539" y="123"/>
                  </a:lnTo>
                  <a:lnTo>
                    <a:pt x="538" y="121"/>
                  </a:lnTo>
                  <a:lnTo>
                    <a:pt x="540" y="121"/>
                  </a:lnTo>
                  <a:lnTo>
                    <a:pt x="540" y="116"/>
                  </a:lnTo>
                  <a:lnTo>
                    <a:pt x="541" y="116"/>
                  </a:lnTo>
                  <a:lnTo>
                    <a:pt x="550" y="125"/>
                  </a:lnTo>
                  <a:lnTo>
                    <a:pt x="550" y="126"/>
                  </a:lnTo>
                  <a:lnTo>
                    <a:pt x="553" y="128"/>
                  </a:lnTo>
                  <a:lnTo>
                    <a:pt x="558" y="126"/>
                  </a:lnTo>
                  <a:lnTo>
                    <a:pt x="559" y="124"/>
                  </a:lnTo>
                  <a:lnTo>
                    <a:pt x="561" y="124"/>
                  </a:lnTo>
                  <a:lnTo>
                    <a:pt x="567" y="118"/>
                  </a:lnTo>
                  <a:lnTo>
                    <a:pt x="581" y="118"/>
                  </a:lnTo>
                  <a:lnTo>
                    <a:pt x="582" y="116"/>
                  </a:lnTo>
                  <a:lnTo>
                    <a:pt x="584" y="116"/>
                  </a:lnTo>
                  <a:lnTo>
                    <a:pt x="587" y="119"/>
                  </a:lnTo>
                  <a:lnTo>
                    <a:pt x="589" y="129"/>
                  </a:lnTo>
                  <a:lnTo>
                    <a:pt x="591" y="130"/>
                  </a:lnTo>
                  <a:lnTo>
                    <a:pt x="600" y="130"/>
                  </a:lnTo>
                  <a:lnTo>
                    <a:pt x="605" y="134"/>
                  </a:lnTo>
                  <a:lnTo>
                    <a:pt x="608" y="134"/>
                  </a:lnTo>
                  <a:lnTo>
                    <a:pt x="613" y="129"/>
                  </a:lnTo>
                  <a:lnTo>
                    <a:pt x="616" y="129"/>
                  </a:lnTo>
                  <a:lnTo>
                    <a:pt x="616" y="130"/>
                  </a:lnTo>
                  <a:lnTo>
                    <a:pt x="623" y="130"/>
                  </a:lnTo>
                  <a:lnTo>
                    <a:pt x="625" y="126"/>
                  </a:lnTo>
                  <a:lnTo>
                    <a:pt x="630" y="126"/>
                  </a:lnTo>
                  <a:lnTo>
                    <a:pt x="632" y="127"/>
                  </a:lnTo>
                  <a:lnTo>
                    <a:pt x="647" y="126"/>
                  </a:lnTo>
                  <a:lnTo>
                    <a:pt x="653" y="131"/>
                  </a:lnTo>
                  <a:lnTo>
                    <a:pt x="652" y="133"/>
                  </a:lnTo>
                  <a:lnTo>
                    <a:pt x="655" y="135"/>
                  </a:lnTo>
                  <a:lnTo>
                    <a:pt x="654" y="138"/>
                  </a:lnTo>
                  <a:lnTo>
                    <a:pt x="656" y="140"/>
                  </a:lnTo>
                  <a:lnTo>
                    <a:pt x="656" y="144"/>
                  </a:lnTo>
                  <a:lnTo>
                    <a:pt x="663" y="148"/>
                  </a:lnTo>
                  <a:lnTo>
                    <a:pt x="665" y="148"/>
                  </a:lnTo>
                  <a:lnTo>
                    <a:pt x="670" y="140"/>
                  </a:lnTo>
                  <a:lnTo>
                    <a:pt x="674" y="140"/>
                  </a:lnTo>
                  <a:lnTo>
                    <a:pt x="678" y="143"/>
                  </a:lnTo>
                  <a:lnTo>
                    <a:pt x="678" y="145"/>
                  </a:lnTo>
                  <a:lnTo>
                    <a:pt x="682" y="150"/>
                  </a:lnTo>
                  <a:lnTo>
                    <a:pt x="686" y="150"/>
                  </a:lnTo>
                  <a:lnTo>
                    <a:pt x="691" y="151"/>
                  </a:lnTo>
                  <a:lnTo>
                    <a:pt x="694" y="151"/>
                  </a:lnTo>
                  <a:lnTo>
                    <a:pt x="696" y="152"/>
                  </a:lnTo>
                  <a:lnTo>
                    <a:pt x="696" y="155"/>
                  </a:lnTo>
                  <a:lnTo>
                    <a:pt x="699" y="156"/>
                  </a:lnTo>
                  <a:lnTo>
                    <a:pt x="699" y="158"/>
                  </a:lnTo>
                  <a:lnTo>
                    <a:pt x="705" y="164"/>
                  </a:lnTo>
                  <a:lnTo>
                    <a:pt x="714" y="167"/>
                  </a:lnTo>
                  <a:lnTo>
                    <a:pt x="720" y="162"/>
                  </a:lnTo>
                  <a:lnTo>
                    <a:pt x="727" y="162"/>
                  </a:lnTo>
                  <a:lnTo>
                    <a:pt x="728" y="160"/>
                  </a:lnTo>
                  <a:lnTo>
                    <a:pt x="744" y="163"/>
                  </a:lnTo>
                  <a:lnTo>
                    <a:pt x="746" y="165"/>
                  </a:lnTo>
                  <a:lnTo>
                    <a:pt x="746" y="166"/>
                  </a:lnTo>
                  <a:lnTo>
                    <a:pt x="745" y="168"/>
                  </a:lnTo>
                  <a:lnTo>
                    <a:pt x="743" y="168"/>
                  </a:lnTo>
                  <a:lnTo>
                    <a:pt x="742" y="170"/>
                  </a:lnTo>
                  <a:lnTo>
                    <a:pt x="749" y="175"/>
                  </a:lnTo>
                  <a:lnTo>
                    <a:pt x="749" y="178"/>
                  </a:lnTo>
                  <a:lnTo>
                    <a:pt x="739" y="184"/>
                  </a:lnTo>
                  <a:lnTo>
                    <a:pt x="738" y="189"/>
                  </a:lnTo>
                  <a:lnTo>
                    <a:pt x="754" y="201"/>
                  </a:lnTo>
                  <a:lnTo>
                    <a:pt x="755" y="208"/>
                  </a:lnTo>
                  <a:lnTo>
                    <a:pt x="753" y="210"/>
                  </a:lnTo>
                  <a:lnTo>
                    <a:pt x="752" y="209"/>
                  </a:lnTo>
                  <a:lnTo>
                    <a:pt x="750" y="212"/>
                  </a:lnTo>
                  <a:lnTo>
                    <a:pt x="746" y="213"/>
                  </a:lnTo>
                  <a:lnTo>
                    <a:pt x="737" y="222"/>
                  </a:lnTo>
                  <a:lnTo>
                    <a:pt x="735" y="227"/>
                  </a:lnTo>
                  <a:lnTo>
                    <a:pt x="731" y="233"/>
                  </a:lnTo>
                  <a:lnTo>
                    <a:pt x="727" y="245"/>
                  </a:lnTo>
                  <a:lnTo>
                    <a:pt x="721" y="256"/>
                  </a:lnTo>
                  <a:lnTo>
                    <a:pt x="722" y="257"/>
                  </a:lnTo>
                  <a:lnTo>
                    <a:pt x="722" y="260"/>
                  </a:lnTo>
                  <a:lnTo>
                    <a:pt x="715" y="266"/>
                  </a:lnTo>
                  <a:lnTo>
                    <a:pt x="716" y="271"/>
                  </a:lnTo>
                  <a:lnTo>
                    <a:pt x="714" y="272"/>
                  </a:lnTo>
                  <a:lnTo>
                    <a:pt x="715" y="274"/>
                  </a:lnTo>
                  <a:lnTo>
                    <a:pt x="712" y="280"/>
                  </a:lnTo>
                  <a:lnTo>
                    <a:pt x="702" y="280"/>
                  </a:lnTo>
                  <a:lnTo>
                    <a:pt x="697" y="277"/>
                  </a:lnTo>
                  <a:lnTo>
                    <a:pt x="688" y="278"/>
                  </a:lnTo>
                  <a:lnTo>
                    <a:pt x="682" y="287"/>
                  </a:lnTo>
                  <a:lnTo>
                    <a:pt x="683" y="288"/>
                  </a:lnTo>
                  <a:lnTo>
                    <a:pt x="683" y="292"/>
                  </a:lnTo>
                  <a:lnTo>
                    <a:pt x="684" y="293"/>
                  </a:lnTo>
                  <a:lnTo>
                    <a:pt x="685" y="296"/>
                  </a:lnTo>
                  <a:lnTo>
                    <a:pt x="681" y="301"/>
                  </a:lnTo>
                  <a:lnTo>
                    <a:pt x="681" y="303"/>
                  </a:lnTo>
                  <a:lnTo>
                    <a:pt x="678" y="306"/>
                  </a:lnTo>
                  <a:lnTo>
                    <a:pt x="669" y="328"/>
                  </a:lnTo>
                  <a:lnTo>
                    <a:pt x="669" y="330"/>
                  </a:lnTo>
                  <a:lnTo>
                    <a:pt x="662" y="336"/>
                  </a:lnTo>
                  <a:lnTo>
                    <a:pt x="663" y="337"/>
                  </a:lnTo>
                  <a:lnTo>
                    <a:pt x="658" y="342"/>
                  </a:lnTo>
                  <a:lnTo>
                    <a:pt x="653" y="343"/>
                  </a:lnTo>
                  <a:lnTo>
                    <a:pt x="653" y="341"/>
                  </a:lnTo>
                  <a:lnTo>
                    <a:pt x="647" y="342"/>
                  </a:lnTo>
                  <a:lnTo>
                    <a:pt x="646" y="343"/>
                  </a:lnTo>
                  <a:lnTo>
                    <a:pt x="632" y="344"/>
                  </a:lnTo>
                  <a:lnTo>
                    <a:pt x="629" y="340"/>
                  </a:lnTo>
                  <a:lnTo>
                    <a:pt x="629" y="335"/>
                  </a:lnTo>
                  <a:lnTo>
                    <a:pt x="627" y="335"/>
                  </a:lnTo>
                  <a:lnTo>
                    <a:pt x="624" y="329"/>
                  </a:lnTo>
                  <a:lnTo>
                    <a:pt x="622" y="327"/>
                  </a:lnTo>
                  <a:lnTo>
                    <a:pt x="619" y="323"/>
                  </a:lnTo>
                  <a:lnTo>
                    <a:pt x="613" y="323"/>
                  </a:lnTo>
                  <a:lnTo>
                    <a:pt x="610" y="327"/>
                  </a:lnTo>
                  <a:lnTo>
                    <a:pt x="608" y="328"/>
                  </a:lnTo>
                  <a:lnTo>
                    <a:pt x="606" y="332"/>
                  </a:lnTo>
                  <a:lnTo>
                    <a:pt x="596" y="332"/>
                  </a:lnTo>
                  <a:lnTo>
                    <a:pt x="592" y="327"/>
                  </a:lnTo>
                  <a:lnTo>
                    <a:pt x="592" y="326"/>
                  </a:lnTo>
                  <a:lnTo>
                    <a:pt x="588" y="322"/>
                  </a:lnTo>
                  <a:lnTo>
                    <a:pt x="579" y="317"/>
                  </a:lnTo>
                  <a:lnTo>
                    <a:pt x="578" y="318"/>
                  </a:lnTo>
                  <a:lnTo>
                    <a:pt x="568" y="318"/>
                  </a:lnTo>
                  <a:lnTo>
                    <a:pt x="567" y="316"/>
                  </a:lnTo>
                  <a:lnTo>
                    <a:pt x="562" y="321"/>
                  </a:lnTo>
                  <a:lnTo>
                    <a:pt x="562" y="324"/>
                  </a:lnTo>
                  <a:lnTo>
                    <a:pt x="557" y="329"/>
                  </a:lnTo>
                  <a:lnTo>
                    <a:pt x="557" y="334"/>
                  </a:lnTo>
                  <a:lnTo>
                    <a:pt x="554" y="339"/>
                  </a:lnTo>
                  <a:lnTo>
                    <a:pt x="556" y="340"/>
                  </a:lnTo>
                  <a:lnTo>
                    <a:pt x="565" y="344"/>
                  </a:lnTo>
                  <a:lnTo>
                    <a:pt x="565" y="358"/>
                  </a:lnTo>
                  <a:lnTo>
                    <a:pt x="553" y="365"/>
                  </a:lnTo>
                  <a:lnTo>
                    <a:pt x="547" y="375"/>
                  </a:lnTo>
                  <a:lnTo>
                    <a:pt x="545" y="375"/>
                  </a:lnTo>
                  <a:lnTo>
                    <a:pt x="542" y="373"/>
                  </a:lnTo>
                  <a:lnTo>
                    <a:pt x="533" y="383"/>
                  </a:lnTo>
                  <a:lnTo>
                    <a:pt x="532" y="386"/>
                  </a:lnTo>
                  <a:lnTo>
                    <a:pt x="542" y="393"/>
                  </a:lnTo>
                  <a:lnTo>
                    <a:pt x="543" y="396"/>
                  </a:lnTo>
                  <a:lnTo>
                    <a:pt x="543" y="400"/>
                  </a:lnTo>
                  <a:lnTo>
                    <a:pt x="546" y="404"/>
                  </a:lnTo>
                  <a:lnTo>
                    <a:pt x="550" y="405"/>
                  </a:lnTo>
                  <a:lnTo>
                    <a:pt x="558" y="404"/>
                  </a:lnTo>
                  <a:lnTo>
                    <a:pt x="560" y="404"/>
                  </a:lnTo>
                  <a:lnTo>
                    <a:pt x="564" y="408"/>
                  </a:lnTo>
                  <a:lnTo>
                    <a:pt x="565" y="429"/>
                  </a:lnTo>
                  <a:lnTo>
                    <a:pt x="567" y="431"/>
                  </a:lnTo>
                  <a:lnTo>
                    <a:pt x="570" y="430"/>
                  </a:lnTo>
                  <a:lnTo>
                    <a:pt x="572" y="432"/>
                  </a:lnTo>
                  <a:lnTo>
                    <a:pt x="576" y="433"/>
                  </a:lnTo>
                  <a:lnTo>
                    <a:pt x="581" y="429"/>
                  </a:lnTo>
                  <a:lnTo>
                    <a:pt x="583" y="429"/>
                  </a:lnTo>
                  <a:lnTo>
                    <a:pt x="590" y="434"/>
                  </a:lnTo>
                  <a:lnTo>
                    <a:pt x="597" y="432"/>
                  </a:lnTo>
                  <a:lnTo>
                    <a:pt x="600" y="434"/>
                  </a:lnTo>
                  <a:lnTo>
                    <a:pt x="600" y="437"/>
                  </a:lnTo>
                  <a:lnTo>
                    <a:pt x="603" y="440"/>
                  </a:lnTo>
                  <a:lnTo>
                    <a:pt x="603" y="446"/>
                  </a:lnTo>
                  <a:lnTo>
                    <a:pt x="604" y="446"/>
                  </a:lnTo>
                  <a:lnTo>
                    <a:pt x="605" y="455"/>
                  </a:lnTo>
                  <a:lnTo>
                    <a:pt x="606" y="456"/>
                  </a:lnTo>
                  <a:lnTo>
                    <a:pt x="606" y="462"/>
                  </a:lnTo>
                  <a:lnTo>
                    <a:pt x="606" y="464"/>
                  </a:lnTo>
                  <a:lnTo>
                    <a:pt x="605" y="466"/>
                  </a:lnTo>
                  <a:lnTo>
                    <a:pt x="604" y="467"/>
                  </a:lnTo>
                  <a:lnTo>
                    <a:pt x="592" y="455"/>
                  </a:lnTo>
                  <a:lnTo>
                    <a:pt x="591" y="455"/>
                  </a:lnTo>
                  <a:lnTo>
                    <a:pt x="585" y="450"/>
                  </a:lnTo>
                  <a:lnTo>
                    <a:pt x="578" y="452"/>
                  </a:lnTo>
                  <a:lnTo>
                    <a:pt x="575" y="455"/>
                  </a:lnTo>
                  <a:lnTo>
                    <a:pt x="573" y="460"/>
                  </a:lnTo>
                  <a:lnTo>
                    <a:pt x="564" y="461"/>
                  </a:lnTo>
                  <a:lnTo>
                    <a:pt x="555" y="470"/>
                  </a:lnTo>
                  <a:lnTo>
                    <a:pt x="555" y="488"/>
                  </a:lnTo>
                  <a:lnTo>
                    <a:pt x="561" y="492"/>
                  </a:lnTo>
                  <a:lnTo>
                    <a:pt x="564" y="492"/>
                  </a:lnTo>
                  <a:lnTo>
                    <a:pt x="566" y="488"/>
                  </a:lnTo>
                  <a:lnTo>
                    <a:pt x="570" y="487"/>
                  </a:lnTo>
                  <a:lnTo>
                    <a:pt x="572" y="491"/>
                  </a:lnTo>
                  <a:lnTo>
                    <a:pt x="573" y="492"/>
                  </a:lnTo>
                  <a:lnTo>
                    <a:pt x="573" y="494"/>
                  </a:lnTo>
                  <a:lnTo>
                    <a:pt x="575" y="494"/>
                  </a:lnTo>
                  <a:lnTo>
                    <a:pt x="576" y="498"/>
                  </a:lnTo>
                  <a:lnTo>
                    <a:pt x="578" y="500"/>
                  </a:lnTo>
                  <a:lnTo>
                    <a:pt x="596" y="499"/>
                  </a:lnTo>
                  <a:lnTo>
                    <a:pt x="599" y="502"/>
                  </a:lnTo>
                  <a:lnTo>
                    <a:pt x="601" y="506"/>
                  </a:lnTo>
                  <a:lnTo>
                    <a:pt x="605" y="509"/>
                  </a:lnTo>
                  <a:lnTo>
                    <a:pt x="607" y="516"/>
                  </a:lnTo>
                  <a:lnTo>
                    <a:pt x="607" y="518"/>
                  </a:lnTo>
                  <a:lnTo>
                    <a:pt x="608" y="519"/>
                  </a:lnTo>
                  <a:lnTo>
                    <a:pt x="601" y="528"/>
                  </a:lnTo>
                  <a:lnTo>
                    <a:pt x="591" y="529"/>
                  </a:lnTo>
                  <a:lnTo>
                    <a:pt x="589" y="530"/>
                  </a:lnTo>
                  <a:lnTo>
                    <a:pt x="576" y="531"/>
                  </a:lnTo>
                  <a:lnTo>
                    <a:pt x="575" y="532"/>
                  </a:lnTo>
                  <a:lnTo>
                    <a:pt x="570" y="532"/>
                  </a:lnTo>
                  <a:lnTo>
                    <a:pt x="568" y="534"/>
                  </a:lnTo>
                  <a:lnTo>
                    <a:pt x="559" y="536"/>
                  </a:lnTo>
                  <a:lnTo>
                    <a:pt x="552" y="529"/>
                  </a:lnTo>
                  <a:lnTo>
                    <a:pt x="549" y="528"/>
                  </a:lnTo>
                  <a:lnTo>
                    <a:pt x="540" y="529"/>
                  </a:lnTo>
                  <a:lnTo>
                    <a:pt x="534" y="536"/>
                  </a:lnTo>
                  <a:lnTo>
                    <a:pt x="533" y="533"/>
                  </a:lnTo>
                  <a:lnTo>
                    <a:pt x="531" y="532"/>
                  </a:lnTo>
                  <a:lnTo>
                    <a:pt x="532" y="508"/>
                  </a:lnTo>
                  <a:lnTo>
                    <a:pt x="526" y="505"/>
                  </a:lnTo>
                  <a:lnTo>
                    <a:pt x="525" y="502"/>
                  </a:lnTo>
                  <a:lnTo>
                    <a:pt x="523" y="500"/>
                  </a:lnTo>
                  <a:lnTo>
                    <a:pt x="519" y="499"/>
                  </a:lnTo>
                  <a:lnTo>
                    <a:pt x="514" y="502"/>
                  </a:lnTo>
                  <a:lnTo>
                    <a:pt x="511" y="503"/>
                  </a:lnTo>
                  <a:lnTo>
                    <a:pt x="507" y="511"/>
                  </a:lnTo>
                  <a:lnTo>
                    <a:pt x="504" y="515"/>
                  </a:lnTo>
                  <a:lnTo>
                    <a:pt x="504" y="516"/>
                  </a:lnTo>
                  <a:lnTo>
                    <a:pt x="501" y="517"/>
                  </a:lnTo>
                  <a:lnTo>
                    <a:pt x="500" y="519"/>
                  </a:lnTo>
                  <a:lnTo>
                    <a:pt x="497" y="519"/>
                  </a:lnTo>
                  <a:lnTo>
                    <a:pt x="497" y="520"/>
                  </a:lnTo>
                  <a:lnTo>
                    <a:pt x="492" y="520"/>
                  </a:lnTo>
                  <a:lnTo>
                    <a:pt x="487" y="523"/>
                  </a:lnTo>
                  <a:lnTo>
                    <a:pt x="482" y="522"/>
                  </a:lnTo>
                  <a:lnTo>
                    <a:pt x="480" y="521"/>
                  </a:lnTo>
                  <a:lnTo>
                    <a:pt x="478" y="521"/>
                  </a:lnTo>
                  <a:lnTo>
                    <a:pt x="476" y="520"/>
                  </a:lnTo>
                  <a:lnTo>
                    <a:pt x="472" y="520"/>
                  </a:lnTo>
                  <a:lnTo>
                    <a:pt x="468" y="516"/>
                  </a:lnTo>
                  <a:lnTo>
                    <a:pt x="468" y="512"/>
                  </a:lnTo>
                  <a:lnTo>
                    <a:pt x="466" y="511"/>
                  </a:lnTo>
                  <a:lnTo>
                    <a:pt x="470" y="507"/>
                  </a:lnTo>
                  <a:lnTo>
                    <a:pt x="470" y="506"/>
                  </a:lnTo>
                  <a:lnTo>
                    <a:pt x="473" y="503"/>
                  </a:lnTo>
                  <a:lnTo>
                    <a:pt x="472" y="490"/>
                  </a:lnTo>
                  <a:lnTo>
                    <a:pt x="469" y="485"/>
                  </a:lnTo>
                  <a:lnTo>
                    <a:pt x="465" y="482"/>
                  </a:lnTo>
                  <a:lnTo>
                    <a:pt x="461" y="484"/>
                  </a:lnTo>
                  <a:lnTo>
                    <a:pt x="460" y="483"/>
                  </a:lnTo>
                  <a:lnTo>
                    <a:pt x="459" y="471"/>
                  </a:lnTo>
                  <a:lnTo>
                    <a:pt x="468" y="462"/>
                  </a:lnTo>
                  <a:lnTo>
                    <a:pt x="465" y="458"/>
                  </a:lnTo>
                  <a:lnTo>
                    <a:pt x="461" y="455"/>
                  </a:lnTo>
                  <a:lnTo>
                    <a:pt x="437" y="457"/>
                  </a:lnTo>
                  <a:lnTo>
                    <a:pt x="432" y="454"/>
                  </a:lnTo>
                  <a:lnTo>
                    <a:pt x="429" y="457"/>
                  </a:lnTo>
                  <a:lnTo>
                    <a:pt x="423" y="466"/>
                  </a:lnTo>
                  <a:lnTo>
                    <a:pt x="425" y="471"/>
                  </a:lnTo>
                  <a:lnTo>
                    <a:pt x="432" y="478"/>
                  </a:lnTo>
                  <a:lnTo>
                    <a:pt x="430" y="481"/>
                  </a:lnTo>
                  <a:lnTo>
                    <a:pt x="430" y="483"/>
                  </a:lnTo>
                  <a:lnTo>
                    <a:pt x="425" y="489"/>
                  </a:lnTo>
                  <a:lnTo>
                    <a:pt x="425" y="490"/>
                  </a:lnTo>
                  <a:lnTo>
                    <a:pt x="420" y="493"/>
                  </a:lnTo>
                  <a:lnTo>
                    <a:pt x="417" y="487"/>
                  </a:lnTo>
                  <a:lnTo>
                    <a:pt x="413" y="486"/>
                  </a:lnTo>
                  <a:lnTo>
                    <a:pt x="404" y="495"/>
                  </a:lnTo>
                  <a:lnTo>
                    <a:pt x="402" y="495"/>
                  </a:lnTo>
                  <a:lnTo>
                    <a:pt x="400" y="500"/>
                  </a:lnTo>
                  <a:lnTo>
                    <a:pt x="400" y="505"/>
                  </a:lnTo>
                  <a:lnTo>
                    <a:pt x="406" y="510"/>
                  </a:lnTo>
                  <a:lnTo>
                    <a:pt x="405" y="522"/>
                  </a:lnTo>
                  <a:lnTo>
                    <a:pt x="402" y="528"/>
                  </a:lnTo>
                  <a:lnTo>
                    <a:pt x="400" y="528"/>
                  </a:lnTo>
                  <a:lnTo>
                    <a:pt x="397" y="532"/>
                  </a:lnTo>
                  <a:lnTo>
                    <a:pt x="394" y="534"/>
                  </a:lnTo>
                  <a:lnTo>
                    <a:pt x="388" y="541"/>
                  </a:lnTo>
                  <a:lnTo>
                    <a:pt x="386" y="541"/>
                  </a:lnTo>
                  <a:lnTo>
                    <a:pt x="379" y="549"/>
                  </a:lnTo>
                  <a:lnTo>
                    <a:pt x="380" y="550"/>
                  </a:lnTo>
                  <a:lnTo>
                    <a:pt x="375" y="556"/>
                  </a:lnTo>
                  <a:lnTo>
                    <a:pt x="369" y="557"/>
                  </a:lnTo>
                  <a:lnTo>
                    <a:pt x="366" y="555"/>
                  </a:lnTo>
                  <a:lnTo>
                    <a:pt x="361" y="561"/>
                  </a:lnTo>
                  <a:lnTo>
                    <a:pt x="361" y="563"/>
                  </a:lnTo>
                  <a:lnTo>
                    <a:pt x="359" y="565"/>
                  </a:lnTo>
                  <a:lnTo>
                    <a:pt x="360" y="577"/>
                  </a:lnTo>
                  <a:lnTo>
                    <a:pt x="359" y="579"/>
                  </a:lnTo>
                  <a:lnTo>
                    <a:pt x="360" y="593"/>
                  </a:lnTo>
                  <a:lnTo>
                    <a:pt x="361" y="594"/>
                  </a:lnTo>
                  <a:lnTo>
                    <a:pt x="361" y="598"/>
                  </a:lnTo>
                  <a:lnTo>
                    <a:pt x="363" y="600"/>
                  </a:lnTo>
                  <a:lnTo>
                    <a:pt x="363" y="603"/>
                  </a:lnTo>
                  <a:lnTo>
                    <a:pt x="364" y="605"/>
                  </a:lnTo>
                  <a:lnTo>
                    <a:pt x="364" y="608"/>
                  </a:lnTo>
                  <a:lnTo>
                    <a:pt x="366" y="609"/>
                  </a:lnTo>
                  <a:lnTo>
                    <a:pt x="368" y="628"/>
                  </a:lnTo>
                  <a:lnTo>
                    <a:pt x="364" y="632"/>
                  </a:lnTo>
                  <a:lnTo>
                    <a:pt x="365" y="640"/>
                  </a:lnTo>
                  <a:lnTo>
                    <a:pt x="364" y="642"/>
                  </a:lnTo>
                  <a:lnTo>
                    <a:pt x="357" y="641"/>
                  </a:lnTo>
                  <a:lnTo>
                    <a:pt x="350" y="645"/>
                  </a:lnTo>
                  <a:lnTo>
                    <a:pt x="348" y="648"/>
                  </a:lnTo>
                  <a:lnTo>
                    <a:pt x="345" y="654"/>
                  </a:lnTo>
                  <a:lnTo>
                    <a:pt x="342" y="654"/>
                  </a:lnTo>
                  <a:lnTo>
                    <a:pt x="341" y="656"/>
                  </a:lnTo>
                  <a:lnTo>
                    <a:pt x="339" y="655"/>
                  </a:lnTo>
                  <a:lnTo>
                    <a:pt x="339" y="651"/>
                  </a:lnTo>
                  <a:lnTo>
                    <a:pt x="341" y="651"/>
                  </a:lnTo>
                  <a:lnTo>
                    <a:pt x="340" y="646"/>
                  </a:lnTo>
                  <a:lnTo>
                    <a:pt x="336" y="641"/>
                  </a:lnTo>
                  <a:lnTo>
                    <a:pt x="332" y="640"/>
                  </a:lnTo>
                  <a:lnTo>
                    <a:pt x="331" y="641"/>
                  </a:lnTo>
                  <a:lnTo>
                    <a:pt x="329" y="642"/>
                  </a:lnTo>
                  <a:lnTo>
                    <a:pt x="320" y="649"/>
                  </a:lnTo>
                  <a:lnTo>
                    <a:pt x="316" y="650"/>
                  </a:lnTo>
                  <a:lnTo>
                    <a:pt x="309" y="659"/>
                  </a:lnTo>
                  <a:lnTo>
                    <a:pt x="304" y="663"/>
                  </a:lnTo>
                  <a:lnTo>
                    <a:pt x="295" y="662"/>
                  </a:lnTo>
                  <a:lnTo>
                    <a:pt x="292" y="660"/>
                  </a:lnTo>
                  <a:lnTo>
                    <a:pt x="285" y="664"/>
                  </a:lnTo>
                  <a:lnTo>
                    <a:pt x="283" y="664"/>
                  </a:lnTo>
                  <a:lnTo>
                    <a:pt x="281" y="663"/>
                  </a:lnTo>
                  <a:lnTo>
                    <a:pt x="279" y="658"/>
                  </a:lnTo>
                  <a:lnTo>
                    <a:pt x="278" y="658"/>
                  </a:lnTo>
                  <a:lnTo>
                    <a:pt x="277" y="656"/>
                  </a:lnTo>
                  <a:lnTo>
                    <a:pt x="275" y="654"/>
                  </a:lnTo>
                  <a:lnTo>
                    <a:pt x="269" y="652"/>
                  </a:lnTo>
                  <a:lnTo>
                    <a:pt x="268" y="650"/>
                  </a:lnTo>
                  <a:lnTo>
                    <a:pt x="267" y="641"/>
                  </a:lnTo>
                  <a:lnTo>
                    <a:pt x="266" y="640"/>
                  </a:lnTo>
                  <a:lnTo>
                    <a:pt x="266" y="635"/>
                  </a:lnTo>
                  <a:lnTo>
                    <a:pt x="256" y="631"/>
                  </a:lnTo>
                  <a:lnTo>
                    <a:pt x="253" y="627"/>
                  </a:lnTo>
                  <a:lnTo>
                    <a:pt x="253" y="624"/>
                  </a:lnTo>
                  <a:lnTo>
                    <a:pt x="254" y="622"/>
                  </a:lnTo>
                  <a:lnTo>
                    <a:pt x="255" y="617"/>
                  </a:lnTo>
                  <a:lnTo>
                    <a:pt x="256" y="617"/>
                  </a:lnTo>
                  <a:lnTo>
                    <a:pt x="256" y="614"/>
                  </a:lnTo>
                  <a:lnTo>
                    <a:pt x="259" y="611"/>
                  </a:lnTo>
                  <a:lnTo>
                    <a:pt x="258" y="608"/>
                  </a:lnTo>
                  <a:lnTo>
                    <a:pt x="254" y="610"/>
                  </a:lnTo>
                  <a:lnTo>
                    <a:pt x="251" y="610"/>
                  </a:lnTo>
                  <a:lnTo>
                    <a:pt x="249" y="601"/>
                  </a:lnTo>
                  <a:lnTo>
                    <a:pt x="243" y="594"/>
                  </a:lnTo>
                  <a:lnTo>
                    <a:pt x="239" y="590"/>
                  </a:lnTo>
                  <a:lnTo>
                    <a:pt x="237" y="587"/>
                  </a:lnTo>
                  <a:lnTo>
                    <a:pt x="235" y="585"/>
                  </a:lnTo>
                  <a:lnTo>
                    <a:pt x="234" y="572"/>
                  </a:lnTo>
                  <a:lnTo>
                    <a:pt x="232" y="569"/>
                  </a:lnTo>
                  <a:lnTo>
                    <a:pt x="228" y="569"/>
                  </a:lnTo>
                  <a:lnTo>
                    <a:pt x="225" y="566"/>
                  </a:lnTo>
                  <a:lnTo>
                    <a:pt x="225" y="562"/>
                  </a:lnTo>
                  <a:lnTo>
                    <a:pt x="222" y="559"/>
                  </a:lnTo>
                  <a:lnTo>
                    <a:pt x="222" y="556"/>
                  </a:lnTo>
                  <a:lnTo>
                    <a:pt x="220" y="554"/>
                  </a:lnTo>
                  <a:lnTo>
                    <a:pt x="221" y="552"/>
                  </a:lnTo>
                  <a:lnTo>
                    <a:pt x="219" y="551"/>
                  </a:lnTo>
                  <a:lnTo>
                    <a:pt x="216" y="544"/>
                  </a:lnTo>
                  <a:lnTo>
                    <a:pt x="216" y="541"/>
                  </a:lnTo>
                  <a:lnTo>
                    <a:pt x="212" y="536"/>
                  </a:lnTo>
                  <a:lnTo>
                    <a:pt x="213" y="535"/>
                  </a:lnTo>
                  <a:lnTo>
                    <a:pt x="211" y="532"/>
                  </a:lnTo>
                  <a:lnTo>
                    <a:pt x="212" y="531"/>
                  </a:lnTo>
                  <a:lnTo>
                    <a:pt x="209" y="529"/>
                  </a:lnTo>
                  <a:lnTo>
                    <a:pt x="210" y="528"/>
                  </a:lnTo>
                  <a:lnTo>
                    <a:pt x="208" y="527"/>
                  </a:lnTo>
                  <a:lnTo>
                    <a:pt x="208" y="525"/>
                  </a:lnTo>
                  <a:lnTo>
                    <a:pt x="206" y="522"/>
                  </a:lnTo>
                  <a:lnTo>
                    <a:pt x="207" y="520"/>
                  </a:lnTo>
                  <a:lnTo>
                    <a:pt x="205" y="518"/>
                  </a:lnTo>
                  <a:lnTo>
                    <a:pt x="203" y="514"/>
                  </a:lnTo>
                  <a:lnTo>
                    <a:pt x="202" y="513"/>
                  </a:lnTo>
                  <a:lnTo>
                    <a:pt x="199" y="518"/>
                  </a:lnTo>
                  <a:lnTo>
                    <a:pt x="191" y="518"/>
                  </a:lnTo>
                  <a:lnTo>
                    <a:pt x="191" y="517"/>
                  </a:lnTo>
                  <a:lnTo>
                    <a:pt x="188" y="517"/>
                  </a:lnTo>
                  <a:lnTo>
                    <a:pt x="182" y="526"/>
                  </a:lnTo>
                  <a:lnTo>
                    <a:pt x="178" y="526"/>
                  </a:lnTo>
                  <a:lnTo>
                    <a:pt x="168" y="526"/>
                  </a:lnTo>
                  <a:lnTo>
                    <a:pt x="167" y="518"/>
                  </a:lnTo>
                  <a:lnTo>
                    <a:pt x="159" y="513"/>
                  </a:lnTo>
                  <a:lnTo>
                    <a:pt x="154" y="504"/>
                  </a:lnTo>
                  <a:lnTo>
                    <a:pt x="151" y="501"/>
                  </a:lnTo>
                  <a:lnTo>
                    <a:pt x="151" y="493"/>
                  </a:lnTo>
                  <a:lnTo>
                    <a:pt x="152" y="490"/>
                  </a:lnTo>
                  <a:lnTo>
                    <a:pt x="159" y="487"/>
                  </a:lnTo>
                  <a:lnTo>
                    <a:pt x="159" y="483"/>
                  </a:lnTo>
                  <a:lnTo>
                    <a:pt x="156" y="479"/>
                  </a:lnTo>
                  <a:lnTo>
                    <a:pt x="155" y="475"/>
                  </a:lnTo>
                  <a:lnTo>
                    <a:pt x="142" y="461"/>
                  </a:lnTo>
                  <a:lnTo>
                    <a:pt x="140" y="457"/>
                  </a:lnTo>
                  <a:lnTo>
                    <a:pt x="137" y="454"/>
                  </a:lnTo>
                  <a:lnTo>
                    <a:pt x="131" y="444"/>
                  </a:lnTo>
                  <a:lnTo>
                    <a:pt x="129" y="441"/>
                  </a:lnTo>
                  <a:lnTo>
                    <a:pt x="122" y="448"/>
                  </a:lnTo>
                  <a:lnTo>
                    <a:pt x="120" y="453"/>
                  </a:lnTo>
                  <a:lnTo>
                    <a:pt x="118" y="457"/>
                  </a:lnTo>
                  <a:lnTo>
                    <a:pt x="113" y="459"/>
                  </a:lnTo>
                  <a:lnTo>
                    <a:pt x="106" y="465"/>
                  </a:lnTo>
                  <a:lnTo>
                    <a:pt x="108" y="480"/>
                  </a:lnTo>
                  <a:lnTo>
                    <a:pt x="106" y="483"/>
                  </a:lnTo>
                  <a:lnTo>
                    <a:pt x="107" y="486"/>
                  </a:lnTo>
                  <a:lnTo>
                    <a:pt x="105" y="489"/>
                  </a:lnTo>
                  <a:lnTo>
                    <a:pt x="103" y="489"/>
                  </a:lnTo>
                  <a:lnTo>
                    <a:pt x="101" y="488"/>
                  </a:lnTo>
                  <a:lnTo>
                    <a:pt x="101" y="485"/>
                  </a:lnTo>
                  <a:lnTo>
                    <a:pt x="100" y="485"/>
                  </a:lnTo>
                  <a:lnTo>
                    <a:pt x="95" y="477"/>
                  </a:lnTo>
                  <a:lnTo>
                    <a:pt x="95" y="475"/>
                  </a:lnTo>
                  <a:lnTo>
                    <a:pt x="94" y="474"/>
                  </a:lnTo>
                  <a:lnTo>
                    <a:pt x="93" y="472"/>
                  </a:lnTo>
                  <a:lnTo>
                    <a:pt x="92" y="471"/>
                  </a:lnTo>
                  <a:lnTo>
                    <a:pt x="91" y="452"/>
                  </a:lnTo>
                  <a:lnTo>
                    <a:pt x="90" y="451"/>
                  </a:lnTo>
                  <a:lnTo>
                    <a:pt x="91" y="436"/>
                  </a:lnTo>
                  <a:lnTo>
                    <a:pt x="92" y="434"/>
                  </a:lnTo>
                  <a:lnTo>
                    <a:pt x="93" y="406"/>
                  </a:lnTo>
                  <a:lnTo>
                    <a:pt x="92" y="402"/>
                  </a:lnTo>
                  <a:lnTo>
                    <a:pt x="93" y="399"/>
                  </a:lnTo>
                  <a:lnTo>
                    <a:pt x="90" y="372"/>
                  </a:lnTo>
                  <a:lnTo>
                    <a:pt x="87" y="366"/>
                  </a:lnTo>
                  <a:lnTo>
                    <a:pt x="90" y="349"/>
                  </a:lnTo>
                  <a:lnTo>
                    <a:pt x="92" y="343"/>
                  </a:lnTo>
                  <a:lnTo>
                    <a:pt x="94" y="342"/>
                  </a:lnTo>
                  <a:lnTo>
                    <a:pt x="95" y="338"/>
                  </a:lnTo>
                  <a:lnTo>
                    <a:pt x="97" y="329"/>
                  </a:lnTo>
                  <a:lnTo>
                    <a:pt x="94" y="326"/>
                  </a:lnTo>
                  <a:lnTo>
                    <a:pt x="92" y="282"/>
                  </a:lnTo>
                  <a:lnTo>
                    <a:pt x="93" y="280"/>
                  </a:lnTo>
                  <a:lnTo>
                    <a:pt x="93" y="270"/>
                  </a:lnTo>
                  <a:lnTo>
                    <a:pt x="87" y="267"/>
                  </a:lnTo>
                  <a:lnTo>
                    <a:pt x="85" y="264"/>
                  </a:lnTo>
                  <a:lnTo>
                    <a:pt x="84" y="263"/>
                  </a:lnTo>
                  <a:lnTo>
                    <a:pt x="84" y="259"/>
                  </a:lnTo>
                  <a:lnTo>
                    <a:pt x="86" y="258"/>
                  </a:lnTo>
                  <a:lnTo>
                    <a:pt x="88" y="256"/>
                  </a:lnTo>
                  <a:lnTo>
                    <a:pt x="88" y="254"/>
                  </a:lnTo>
                  <a:lnTo>
                    <a:pt x="81" y="251"/>
                  </a:lnTo>
                  <a:lnTo>
                    <a:pt x="73" y="239"/>
                  </a:lnTo>
                  <a:lnTo>
                    <a:pt x="73" y="229"/>
                  </a:lnTo>
                  <a:lnTo>
                    <a:pt x="77" y="225"/>
                  </a:lnTo>
                  <a:lnTo>
                    <a:pt x="79" y="225"/>
                  </a:lnTo>
                  <a:lnTo>
                    <a:pt x="87" y="232"/>
                  </a:lnTo>
                  <a:lnTo>
                    <a:pt x="88" y="230"/>
                  </a:lnTo>
                  <a:lnTo>
                    <a:pt x="91" y="226"/>
                  </a:lnTo>
                  <a:lnTo>
                    <a:pt x="91" y="223"/>
                  </a:lnTo>
                  <a:lnTo>
                    <a:pt x="79" y="212"/>
                  </a:lnTo>
                  <a:lnTo>
                    <a:pt x="79" y="210"/>
                  </a:lnTo>
                  <a:lnTo>
                    <a:pt x="71" y="199"/>
                  </a:lnTo>
                  <a:lnTo>
                    <a:pt x="71" y="197"/>
                  </a:lnTo>
                  <a:lnTo>
                    <a:pt x="68" y="195"/>
                  </a:lnTo>
                  <a:lnTo>
                    <a:pt x="68" y="193"/>
                  </a:lnTo>
                  <a:lnTo>
                    <a:pt x="65" y="191"/>
                  </a:lnTo>
                  <a:lnTo>
                    <a:pt x="65" y="189"/>
                  </a:lnTo>
                  <a:lnTo>
                    <a:pt x="64" y="188"/>
                  </a:lnTo>
                  <a:lnTo>
                    <a:pt x="63" y="172"/>
                  </a:lnTo>
                  <a:lnTo>
                    <a:pt x="62" y="171"/>
                  </a:lnTo>
                  <a:lnTo>
                    <a:pt x="62" y="169"/>
                  </a:lnTo>
                  <a:lnTo>
                    <a:pt x="59" y="166"/>
                  </a:lnTo>
                  <a:lnTo>
                    <a:pt x="54" y="158"/>
                  </a:lnTo>
                  <a:lnTo>
                    <a:pt x="52" y="149"/>
                  </a:lnTo>
                  <a:lnTo>
                    <a:pt x="50" y="147"/>
                  </a:lnTo>
                  <a:lnTo>
                    <a:pt x="51" y="145"/>
                  </a:lnTo>
                  <a:lnTo>
                    <a:pt x="44" y="139"/>
                  </a:lnTo>
                  <a:lnTo>
                    <a:pt x="42" y="139"/>
                  </a:lnTo>
                  <a:lnTo>
                    <a:pt x="40" y="136"/>
                  </a:lnTo>
                  <a:lnTo>
                    <a:pt x="35" y="135"/>
                  </a:lnTo>
                  <a:lnTo>
                    <a:pt x="28" y="130"/>
                  </a:lnTo>
                  <a:lnTo>
                    <a:pt x="23" y="126"/>
                  </a:lnTo>
                  <a:close/>
                </a:path>
              </a:pathLst>
            </a:custGeom>
            <a:grpFill/>
            <a:ln w="28575">
              <a:noFill/>
              <a:prstDash val="sysDot"/>
              <a:round/>
              <a:headEnd/>
              <a:tailEnd/>
            </a:ln>
          </p:spPr>
          <p:txBody>
            <a:bodyPr/>
            <a:lstStyle/>
            <a:p>
              <a:endParaRPr lang="zh-CN" altLang="en-US" kern="0" dirty="0">
                <a:solidFill>
                  <a:prstClr val="black"/>
                </a:solidFill>
                <a:ea typeface="微软雅黑" pitchFamily="34" charset="-122"/>
              </a:endParaRPr>
            </a:p>
          </p:txBody>
        </p:sp>
        <p:sp>
          <p:nvSpPr>
            <p:cNvPr id="19" name="Freeform 19"/>
            <p:cNvSpPr>
              <a:spLocks/>
            </p:cNvSpPr>
            <p:nvPr/>
          </p:nvSpPr>
          <p:spPr bwMode="auto">
            <a:xfrm>
              <a:off x="3497987" y="4568936"/>
              <a:ext cx="1187450" cy="1274763"/>
            </a:xfrm>
            <a:custGeom>
              <a:avLst/>
              <a:gdLst>
                <a:gd name="T0" fmla="*/ 2147483647 w 649"/>
                <a:gd name="T1" fmla="*/ 2147483647 h 668"/>
                <a:gd name="T2" fmla="*/ 2147483647 w 649"/>
                <a:gd name="T3" fmla="*/ 2147483647 h 668"/>
                <a:gd name="T4" fmla="*/ 2147483647 w 649"/>
                <a:gd name="T5" fmla="*/ 2147483647 h 668"/>
                <a:gd name="T6" fmla="*/ 2147483647 w 649"/>
                <a:gd name="T7" fmla="*/ 2147483647 h 668"/>
                <a:gd name="T8" fmla="*/ 2147483647 w 649"/>
                <a:gd name="T9" fmla="*/ 2147483647 h 668"/>
                <a:gd name="T10" fmla="*/ 2147483647 w 649"/>
                <a:gd name="T11" fmla="*/ 2147483647 h 668"/>
                <a:gd name="T12" fmla="*/ 2147483647 w 649"/>
                <a:gd name="T13" fmla="*/ 2147483647 h 668"/>
                <a:gd name="T14" fmla="*/ 2147483647 w 649"/>
                <a:gd name="T15" fmla="*/ 2147483647 h 668"/>
                <a:gd name="T16" fmla="*/ 2147483647 w 649"/>
                <a:gd name="T17" fmla="*/ 2147483647 h 668"/>
                <a:gd name="T18" fmla="*/ 2147483647 w 649"/>
                <a:gd name="T19" fmla="*/ 2147483647 h 668"/>
                <a:gd name="T20" fmla="*/ 2147483647 w 649"/>
                <a:gd name="T21" fmla="*/ 2147483647 h 668"/>
                <a:gd name="T22" fmla="*/ 2147483647 w 649"/>
                <a:gd name="T23" fmla="*/ 2147483647 h 668"/>
                <a:gd name="T24" fmla="*/ 2147483647 w 649"/>
                <a:gd name="T25" fmla="*/ 2147483647 h 668"/>
                <a:gd name="T26" fmla="*/ 2147483647 w 649"/>
                <a:gd name="T27" fmla="*/ 2147483647 h 668"/>
                <a:gd name="T28" fmla="*/ 2147483647 w 649"/>
                <a:gd name="T29" fmla="*/ 2147483647 h 668"/>
                <a:gd name="T30" fmla="*/ 2147483647 w 649"/>
                <a:gd name="T31" fmla="*/ 2147483647 h 668"/>
                <a:gd name="T32" fmla="*/ 2147483647 w 649"/>
                <a:gd name="T33" fmla="*/ 2147483647 h 668"/>
                <a:gd name="T34" fmla="*/ 2147483647 w 649"/>
                <a:gd name="T35" fmla="*/ 2147483647 h 668"/>
                <a:gd name="T36" fmla="*/ 2147483647 w 649"/>
                <a:gd name="T37" fmla="*/ 2147483647 h 668"/>
                <a:gd name="T38" fmla="*/ 2147483647 w 649"/>
                <a:gd name="T39" fmla="*/ 2147483647 h 668"/>
                <a:gd name="T40" fmla="*/ 2147483647 w 649"/>
                <a:gd name="T41" fmla="*/ 2147483647 h 668"/>
                <a:gd name="T42" fmla="*/ 2147483647 w 649"/>
                <a:gd name="T43" fmla="*/ 2147483647 h 668"/>
                <a:gd name="T44" fmla="*/ 2147483647 w 649"/>
                <a:gd name="T45" fmla="*/ 2147483647 h 668"/>
                <a:gd name="T46" fmla="*/ 2147483647 w 649"/>
                <a:gd name="T47" fmla="*/ 2147483647 h 668"/>
                <a:gd name="T48" fmla="*/ 2147483647 w 649"/>
                <a:gd name="T49" fmla="*/ 2147483647 h 668"/>
                <a:gd name="T50" fmla="*/ 2147483647 w 649"/>
                <a:gd name="T51" fmla="*/ 2147483647 h 668"/>
                <a:gd name="T52" fmla="*/ 2147483647 w 649"/>
                <a:gd name="T53" fmla="*/ 2147483647 h 668"/>
                <a:gd name="T54" fmla="*/ 2147483647 w 649"/>
                <a:gd name="T55" fmla="*/ 2147483647 h 668"/>
                <a:gd name="T56" fmla="*/ 2147483647 w 649"/>
                <a:gd name="T57" fmla="*/ 2147483647 h 668"/>
                <a:gd name="T58" fmla="*/ 2147483647 w 649"/>
                <a:gd name="T59" fmla="*/ 2147483647 h 668"/>
                <a:gd name="T60" fmla="*/ 2147483647 w 649"/>
                <a:gd name="T61" fmla="*/ 2147483647 h 668"/>
                <a:gd name="T62" fmla="*/ 2147483647 w 649"/>
                <a:gd name="T63" fmla="*/ 2147483647 h 668"/>
                <a:gd name="T64" fmla="*/ 2147483647 w 649"/>
                <a:gd name="T65" fmla="*/ 2147483647 h 668"/>
                <a:gd name="T66" fmla="*/ 2147483647 w 649"/>
                <a:gd name="T67" fmla="*/ 2147483647 h 668"/>
                <a:gd name="T68" fmla="*/ 2147483647 w 649"/>
                <a:gd name="T69" fmla="*/ 2147483647 h 668"/>
                <a:gd name="T70" fmla="*/ 2147483647 w 649"/>
                <a:gd name="T71" fmla="*/ 2147483647 h 668"/>
                <a:gd name="T72" fmla="*/ 2147483647 w 649"/>
                <a:gd name="T73" fmla="*/ 2147483647 h 668"/>
                <a:gd name="T74" fmla="*/ 2147483647 w 649"/>
                <a:gd name="T75" fmla="*/ 2147483647 h 668"/>
                <a:gd name="T76" fmla="*/ 2147483647 w 649"/>
                <a:gd name="T77" fmla="*/ 2147483647 h 668"/>
                <a:gd name="T78" fmla="*/ 2147483647 w 649"/>
                <a:gd name="T79" fmla="*/ 2147483647 h 668"/>
                <a:gd name="T80" fmla="*/ 2147483647 w 649"/>
                <a:gd name="T81" fmla="*/ 2147483647 h 668"/>
                <a:gd name="T82" fmla="*/ 2147483647 w 649"/>
                <a:gd name="T83" fmla="*/ 2147483647 h 668"/>
                <a:gd name="T84" fmla="*/ 2147483647 w 649"/>
                <a:gd name="T85" fmla="*/ 2147483647 h 668"/>
                <a:gd name="T86" fmla="*/ 2147483647 w 649"/>
                <a:gd name="T87" fmla="*/ 2147483647 h 668"/>
                <a:gd name="T88" fmla="*/ 2147483647 w 649"/>
                <a:gd name="T89" fmla="*/ 2147483647 h 668"/>
                <a:gd name="T90" fmla="*/ 2147483647 w 649"/>
                <a:gd name="T91" fmla="*/ 2147483647 h 668"/>
                <a:gd name="T92" fmla="*/ 2147483647 w 649"/>
                <a:gd name="T93" fmla="*/ 2147483647 h 668"/>
                <a:gd name="T94" fmla="*/ 2147483647 w 649"/>
                <a:gd name="T95" fmla="*/ 2147483647 h 668"/>
                <a:gd name="T96" fmla="*/ 2147483647 w 649"/>
                <a:gd name="T97" fmla="*/ 2147483647 h 668"/>
                <a:gd name="T98" fmla="*/ 2147483647 w 649"/>
                <a:gd name="T99" fmla="*/ 2147483647 h 668"/>
                <a:gd name="T100" fmla="*/ 2147483647 w 649"/>
                <a:gd name="T101" fmla="*/ 2147483647 h 668"/>
                <a:gd name="T102" fmla="*/ 2147483647 w 649"/>
                <a:gd name="T103" fmla="*/ 2147483647 h 668"/>
                <a:gd name="T104" fmla="*/ 2147483647 w 649"/>
                <a:gd name="T105" fmla="*/ 2147483647 h 668"/>
                <a:gd name="T106" fmla="*/ 2147483647 w 649"/>
                <a:gd name="T107" fmla="*/ 2147483647 h 668"/>
                <a:gd name="T108" fmla="*/ 2147483647 w 649"/>
                <a:gd name="T109" fmla="*/ 2147483647 h 668"/>
                <a:gd name="T110" fmla="*/ 2147483647 w 649"/>
                <a:gd name="T111" fmla="*/ 2147483647 h 668"/>
                <a:gd name="T112" fmla="*/ 2147483647 w 649"/>
                <a:gd name="T113" fmla="*/ 2147483647 h 668"/>
                <a:gd name="T114" fmla="*/ 2147483647 w 649"/>
                <a:gd name="T115" fmla="*/ 2147483647 h 668"/>
                <a:gd name="T116" fmla="*/ 2147483647 w 649"/>
                <a:gd name="T117" fmla="*/ 2147483647 h 668"/>
                <a:gd name="T118" fmla="*/ 2147483647 w 649"/>
                <a:gd name="T119" fmla="*/ 2147483647 h 668"/>
                <a:gd name="T120" fmla="*/ 2147483647 w 649"/>
                <a:gd name="T121" fmla="*/ 2147483647 h 668"/>
                <a:gd name="T122" fmla="*/ 2147483647 w 649"/>
                <a:gd name="T123" fmla="*/ 2147483647 h 66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649"/>
                <a:gd name="T187" fmla="*/ 0 h 668"/>
                <a:gd name="T188" fmla="*/ 649 w 649"/>
                <a:gd name="T189" fmla="*/ 668 h 668"/>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649" h="668">
                  <a:moveTo>
                    <a:pt x="600" y="498"/>
                  </a:moveTo>
                  <a:lnTo>
                    <a:pt x="595" y="492"/>
                  </a:lnTo>
                  <a:lnTo>
                    <a:pt x="583" y="498"/>
                  </a:lnTo>
                  <a:lnTo>
                    <a:pt x="566" y="510"/>
                  </a:lnTo>
                  <a:lnTo>
                    <a:pt x="569" y="522"/>
                  </a:lnTo>
                  <a:lnTo>
                    <a:pt x="555" y="531"/>
                  </a:lnTo>
                  <a:lnTo>
                    <a:pt x="543" y="533"/>
                  </a:lnTo>
                  <a:lnTo>
                    <a:pt x="542" y="533"/>
                  </a:lnTo>
                  <a:lnTo>
                    <a:pt x="542" y="534"/>
                  </a:lnTo>
                  <a:lnTo>
                    <a:pt x="541" y="534"/>
                  </a:lnTo>
                  <a:lnTo>
                    <a:pt x="540" y="534"/>
                  </a:lnTo>
                  <a:lnTo>
                    <a:pt x="539" y="535"/>
                  </a:lnTo>
                  <a:lnTo>
                    <a:pt x="537" y="536"/>
                  </a:lnTo>
                  <a:lnTo>
                    <a:pt x="536" y="537"/>
                  </a:lnTo>
                  <a:lnTo>
                    <a:pt x="534" y="538"/>
                  </a:lnTo>
                  <a:lnTo>
                    <a:pt x="533" y="539"/>
                  </a:lnTo>
                  <a:lnTo>
                    <a:pt x="531" y="540"/>
                  </a:lnTo>
                  <a:lnTo>
                    <a:pt x="530" y="541"/>
                  </a:lnTo>
                  <a:lnTo>
                    <a:pt x="528" y="541"/>
                  </a:lnTo>
                  <a:lnTo>
                    <a:pt x="526" y="542"/>
                  </a:lnTo>
                  <a:lnTo>
                    <a:pt x="525" y="542"/>
                  </a:lnTo>
                  <a:lnTo>
                    <a:pt x="523" y="542"/>
                  </a:lnTo>
                  <a:lnTo>
                    <a:pt x="522" y="542"/>
                  </a:lnTo>
                  <a:lnTo>
                    <a:pt x="521" y="541"/>
                  </a:lnTo>
                  <a:lnTo>
                    <a:pt x="520" y="541"/>
                  </a:lnTo>
                  <a:lnTo>
                    <a:pt x="519" y="541"/>
                  </a:lnTo>
                  <a:lnTo>
                    <a:pt x="518" y="540"/>
                  </a:lnTo>
                  <a:lnTo>
                    <a:pt x="517" y="540"/>
                  </a:lnTo>
                  <a:lnTo>
                    <a:pt x="515" y="539"/>
                  </a:lnTo>
                  <a:lnTo>
                    <a:pt x="507" y="533"/>
                  </a:lnTo>
                  <a:lnTo>
                    <a:pt x="507" y="532"/>
                  </a:lnTo>
                  <a:lnTo>
                    <a:pt x="506" y="532"/>
                  </a:lnTo>
                  <a:lnTo>
                    <a:pt x="506" y="533"/>
                  </a:lnTo>
                  <a:lnTo>
                    <a:pt x="506" y="539"/>
                  </a:lnTo>
                  <a:lnTo>
                    <a:pt x="505" y="542"/>
                  </a:lnTo>
                  <a:lnTo>
                    <a:pt x="505" y="543"/>
                  </a:lnTo>
                  <a:lnTo>
                    <a:pt x="504" y="544"/>
                  </a:lnTo>
                  <a:lnTo>
                    <a:pt x="504" y="546"/>
                  </a:lnTo>
                  <a:lnTo>
                    <a:pt x="503" y="547"/>
                  </a:lnTo>
                  <a:lnTo>
                    <a:pt x="502" y="549"/>
                  </a:lnTo>
                  <a:lnTo>
                    <a:pt x="502" y="550"/>
                  </a:lnTo>
                  <a:lnTo>
                    <a:pt x="501" y="552"/>
                  </a:lnTo>
                  <a:lnTo>
                    <a:pt x="500" y="553"/>
                  </a:lnTo>
                  <a:lnTo>
                    <a:pt x="499" y="554"/>
                  </a:lnTo>
                  <a:lnTo>
                    <a:pt x="498" y="555"/>
                  </a:lnTo>
                  <a:lnTo>
                    <a:pt x="497" y="556"/>
                  </a:lnTo>
                  <a:lnTo>
                    <a:pt x="495" y="557"/>
                  </a:lnTo>
                  <a:lnTo>
                    <a:pt x="494" y="557"/>
                  </a:lnTo>
                  <a:lnTo>
                    <a:pt x="493" y="558"/>
                  </a:lnTo>
                  <a:lnTo>
                    <a:pt x="492" y="558"/>
                  </a:lnTo>
                  <a:lnTo>
                    <a:pt x="490" y="558"/>
                  </a:lnTo>
                  <a:lnTo>
                    <a:pt x="489" y="557"/>
                  </a:lnTo>
                  <a:lnTo>
                    <a:pt x="488" y="557"/>
                  </a:lnTo>
                  <a:lnTo>
                    <a:pt x="487" y="557"/>
                  </a:lnTo>
                  <a:lnTo>
                    <a:pt x="485" y="556"/>
                  </a:lnTo>
                  <a:lnTo>
                    <a:pt x="484" y="555"/>
                  </a:lnTo>
                  <a:lnTo>
                    <a:pt x="483" y="554"/>
                  </a:lnTo>
                  <a:lnTo>
                    <a:pt x="482" y="553"/>
                  </a:lnTo>
                  <a:lnTo>
                    <a:pt x="481" y="552"/>
                  </a:lnTo>
                  <a:lnTo>
                    <a:pt x="479" y="551"/>
                  </a:lnTo>
                  <a:lnTo>
                    <a:pt x="478" y="550"/>
                  </a:lnTo>
                  <a:lnTo>
                    <a:pt x="477" y="548"/>
                  </a:lnTo>
                  <a:lnTo>
                    <a:pt x="476" y="547"/>
                  </a:lnTo>
                  <a:lnTo>
                    <a:pt x="475" y="546"/>
                  </a:lnTo>
                  <a:lnTo>
                    <a:pt x="474" y="544"/>
                  </a:lnTo>
                  <a:lnTo>
                    <a:pt x="473" y="543"/>
                  </a:lnTo>
                  <a:lnTo>
                    <a:pt x="472" y="542"/>
                  </a:lnTo>
                  <a:lnTo>
                    <a:pt x="470" y="540"/>
                  </a:lnTo>
                  <a:lnTo>
                    <a:pt x="466" y="546"/>
                  </a:lnTo>
                  <a:lnTo>
                    <a:pt x="463" y="552"/>
                  </a:lnTo>
                  <a:lnTo>
                    <a:pt x="462" y="552"/>
                  </a:lnTo>
                  <a:lnTo>
                    <a:pt x="462" y="553"/>
                  </a:lnTo>
                  <a:lnTo>
                    <a:pt x="461" y="552"/>
                  </a:lnTo>
                  <a:lnTo>
                    <a:pt x="460" y="552"/>
                  </a:lnTo>
                  <a:lnTo>
                    <a:pt x="459" y="551"/>
                  </a:lnTo>
                  <a:lnTo>
                    <a:pt x="458" y="551"/>
                  </a:lnTo>
                  <a:lnTo>
                    <a:pt x="457" y="550"/>
                  </a:lnTo>
                  <a:lnTo>
                    <a:pt x="456" y="549"/>
                  </a:lnTo>
                  <a:lnTo>
                    <a:pt x="455" y="549"/>
                  </a:lnTo>
                  <a:lnTo>
                    <a:pt x="454" y="548"/>
                  </a:lnTo>
                  <a:lnTo>
                    <a:pt x="453" y="547"/>
                  </a:lnTo>
                  <a:lnTo>
                    <a:pt x="452" y="546"/>
                  </a:lnTo>
                  <a:lnTo>
                    <a:pt x="451" y="545"/>
                  </a:lnTo>
                  <a:lnTo>
                    <a:pt x="450" y="544"/>
                  </a:lnTo>
                  <a:lnTo>
                    <a:pt x="449" y="543"/>
                  </a:lnTo>
                  <a:lnTo>
                    <a:pt x="448" y="542"/>
                  </a:lnTo>
                  <a:lnTo>
                    <a:pt x="447" y="541"/>
                  </a:lnTo>
                  <a:lnTo>
                    <a:pt x="445" y="539"/>
                  </a:lnTo>
                  <a:lnTo>
                    <a:pt x="441" y="542"/>
                  </a:lnTo>
                  <a:lnTo>
                    <a:pt x="440" y="544"/>
                  </a:lnTo>
                  <a:lnTo>
                    <a:pt x="439" y="545"/>
                  </a:lnTo>
                  <a:lnTo>
                    <a:pt x="439" y="546"/>
                  </a:lnTo>
                  <a:lnTo>
                    <a:pt x="439" y="547"/>
                  </a:lnTo>
                  <a:lnTo>
                    <a:pt x="438" y="548"/>
                  </a:lnTo>
                  <a:lnTo>
                    <a:pt x="437" y="549"/>
                  </a:lnTo>
                  <a:lnTo>
                    <a:pt x="437" y="551"/>
                  </a:lnTo>
                  <a:lnTo>
                    <a:pt x="436" y="552"/>
                  </a:lnTo>
                  <a:lnTo>
                    <a:pt x="435" y="553"/>
                  </a:lnTo>
                  <a:lnTo>
                    <a:pt x="434" y="554"/>
                  </a:lnTo>
                  <a:lnTo>
                    <a:pt x="434" y="556"/>
                  </a:lnTo>
                  <a:lnTo>
                    <a:pt x="433" y="557"/>
                  </a:lnTo>
                  <a:lnTo>
                    <a:pt x="432" y="558"/>
                  </a:lnTo>
                  <a:lnTo>
                    <a:pt x="431" y="559"/>
                  </a:lnTo>
                  <a:lnTo>
                    <a:pt x="430" y="560"/>
                  </a:lnTo>
                  <a:lnTo>
                    <a:pt x="429" y="561"/>
                  </a:lnTo>
                  <a:lnTo>
                    <a:pt x="428" y="562"/>
                  </a:lnTo>
                  <a:lnTo>
                    <a:pt x="427" y="562"/>
                  </a:lnTo>
                  <a:lnTo>
                    <a:pt x="427" y="563"/>
                  </a:lnTo>
                  <a:lnTo>
                    <a:pt x="425" y="563"/>
                  </a:lnTo>
                  <a:lnTo>
                    <a:pt x="424" y="564"/>
                  </a:lnTo>
                  <a:lnTo>
                    <a:pt x="423" y="564"/>
                  </a:lnTo>
                  <a:lnTo>
                    <a:pt x="422" y="564"/>
                  </a:lnTo>
                  <a:lnTo>
                    <a:pt x="421" y="564"/>
                  </a:lnTo>
                  <a:lnTo>
                    <a:pt x="420" y="564"/>
                  </a:lnTo>
                  <a:lnTo>
                    <a:pt x="419" y="564"/>
                  </a:lnTo>
                  <a:lnTo>
                    <a:pt x="418" y="564"/>
                  </a:lnTo>
                  <a:lnTo>
                    <a:pt x="417" y="563"/>
                  </a:lnTo>
                  <a:lnTo>
                    <a:pt x="415" y="563"/>
                  </a:lnTo>
                  <a:lnTo>
                    <a:pt x="414" y="562"/>
                  </a:lnTo>
                  <a:lnTo>
                    <a:pt x="412" y="561"/>
                  </a:lnTo>
                  <a:lnTo>
                    <a:pt x="411" y="560"/>
                  </a:lnTo>
                  <a:lnTo>
                    <a:pt x="409" y="558"/>
                  </a:lnTo>
                  <a:lnTo>
                    <a:pt x="407" y="557"/>
                  </a:lnTo>
                  <a:lnTo>
                    <a:pt x="406" y="556"/>
                  </a:lnTo>
                  <a:lnTo>
                    <a:pt x="405" y="554"/>
                  </a:lnTo>
                  <a:lnTo>
                    <a:pt x="403" y="553"/>
                  </a:lnTo>
                  <a:lnTo>
                    <a:pt x="402" y="551"/>
                  </a:lnTo>
                  <a:lnTo>
                    <a:pt x="400" y="549"/>
                  </a:lnTo>
                  <a:lnTo>
                    <a:pt x="399" y="549"/>
                  </a:lnTo>
                  <a:lnTo>
                    <a:pt x="399" y="548"/>
                  </a:lnTo>
                  <a:lnTo>
                    <a:pt x="398" y="548"/>
                  </a:lnTo>
                  <a:lnTo>
                    <a:pt x="397" y="547"/>
                  </a:lnTo>
                  <a:lnTo>
                    <a:pt x="396" y="546"/>
                  </a:lnTo>
                  <a:lnTo>
                    <a:pt x="385" y="539"/>
                  </a:lnTo>
                  <a:lnTo>
                    <a:pt x="380" y="537"/>
                  </a:lnTo>
                  <a:lnTo>
                    <a:pt x="380" y="536"/>
                  </a:lnTo>
                  <a:lnTo>
                    <a:pt x="379" y="536"/>
                  </a:lnTo>
                  <a:lnTo>
                    <a:pt x="379" y="537"/>
                  </a:lnTo>
                  <a:lnTo>
                    <a:pt x="379" y="538"/>
                  </a:lnTo>
                  <a:lnTo>
                    <a:pt x="379" y="539"/>
                  </a:lnTo>
                  <a:lnTo>
                    <a:pt x="379" y="540"/>
                  </a:lnTo>
                  <a:lnTo>
                    <a:pt x="378" y="541"/>
                  </a:lnTo>
                  <a:lnTo>
                    <a:pt x="378" y="543"/>
                  </a:lnTo>
                  <a:lnTo>
                    <a:pt x="377" y="544"/>
                  </a:lnTo>
                  <a:lnTo>
                    <a:pt x="376" y="545"/>
                  </a:lnTo>
                  <a:lnTo>
                    <a:pt x="376" y="546"/>
                  </a:lnTo>
                  <a:lnTo>
                    <a:pt x="375" y="548"/>
                  </a:lnTo>
                  <a:lnTo>
                    <a:pt x="374" y="549"/>
                  </a:lnTo>
                  <a:lnTo>
                    <a:pt x="373" y="550"/>
                  </a:lnTo>
                  <a:lnTo>
                    <a:pt x="372" y="551"/>
                  </a:lnTo>
                  <a:lnTo>
                    <a:pt x="371" y="553"/>
                  </a:lnTo>
                  <a:lnTo>
                    <a:pt x="369" y="554"/>
                  </a:lnTo>
                  <a:lnTo>
                    <a:pt x="368" y="555"/>
                  </a:lnTo>
                  <a:lnTo>
                    <a:pt x="367" y="556"/>
                  </a:lnTo>
                  <a:lnTo>
                    <a:pt x="366" y="557"/>
                  </a:lnTo>
                  <a:lnTo>
                    <a:pt x="365" y="558"/>
                  </a:lnTo>
                  <a:lnTo>
                    <a:pt x="364" y="559"/>
                  </a:lnTo>
                  <a:lnTo>
                    <a:pt x="363" y="560"/>
                  </a:lnTo>
                  <a:lnTo>
                    <a:pt x="362" y="560"/>
                  </a:lnTo>
                  <a:lnTo>
                    <a:pt x="361" y="561"/>
                  </a:lnTo>
                  <a:lnTo>
                    <a:pt x="360" y="561"/>
                  </a:lnTo>
                  <a:lnTo>
                    <a:pt x="359" y="562"/>
                  </a:lnTo>
                  <a:lnTo>
                    <a:pt x="358" y="562"/>
                  </a:lnTo>
                  <a:lnTo>
                    <a:pt x="357" y="562"/>
                  </a:lnTo>
                  <a:lnTo>
                    <a:pt x="356" y="563"/>
                  </a:lnTo>
                  <a:lnTo>
                    <a:pt x="355" y="563"/>
                  </a:lnTo>
                  <a:lnTo>
                    <a:pt x="354" y="563"/>
                  </a:lnTo>
                  <a:lnTo>
                    <a:pt x="353" y="563"/>
                  </a:lnTo>
                  <a:lnTo>
                    <a:pt x="352" y="563"/>
                  </a:lnTo>
                  <a:lnTo>
                    <a:pt x="351" y="563"/>
                  </a:lnTo>
                  <a:lnTo>
                    <a:pt x="350" y="563"/>
                  </a:lnTo>
                  <a:lnTo>
                    <a:pt x="349" y="562"/>
                  </a:lnTo>
                  <a:lnTo>
                    <a:pt x="348" y="562"/>
                  </a:lnTo>
                  <a:lnTo>
                    <a:pt x="347" y="562"/>
                  </a:lnTo>
                  <a:lnTo>
                    <a:pt x="346" y="561"/>
                  </a:lnTo>
                  <a:lnTo>
                    <a:pt x="345" y="561"/>
                  </a:lnTo>
                  <a:lnTo>
                    <a:pt x="344" y="561"/>
                  </a:lnTo>
                  <a:lnTo>
                    <a:pt x="343" y="561"/>
                  </a:lnTo>
                  <a:lnTo>
                    <a:pt x="339" y="563"/>
                  </a:lnTo>
                  <a:lnTo>
                    <a:pt x="338" y="564"/>
                  </a:lnTo>
                  <a:lnTo>
                    <a:pt x="337" y="564"/>
                  </a:lnTo>
                  <a:lnTo>
                    <a:pt x="336" y="564"/>
                  </a:lnTo>
                  <a:lnTo>
                    <a:pt x="336" y="565"/>
                  </a:lnTo>
                  <a:lnTo>
                    <a:pt x="335" y="565"/>
                  </a:lnTo>
                  <a:lnTo>
                    <a:pt x="334" y="565"/>
                  </a:lnTo>
                  <a:lnTo>
                    <a:pt x="333" y="565"/>
                  </a:lnTo>
                  <a:lnTo>
                    <a:pt x="332" y="565"/>
                  </a:lnTo>
                  <a:lnTo>
                    <a:pt x="331" y="565"/>
                  </a:lnTo>
                  <a:lnTo>
                    <a:pt x="330" y="564"/>
                  </a:lnTo>
                  <a:lnTo>
                    <a:pt x="329" y="564"/>
                  </a:lnTo>
                  <a:lnTo>
                    <a:pt x="328" y="563"/>
                  </a:lnTo>
                  <a:lnTo>
                    <a:pt x="327" y="563"/>
                  </a:lnTo>
                  <a:lnTo>
                    <a:pt x="327" y="562"/>
                  </a:lnTo>
                  <a:lnTo>
                    <a:pt x="326" y="562"/>
                  </a:lnTo>
                  <a:lnTo>
                    <a:pt x="326" y="561"/>
                  </a:lnTo>
                  <a:lnTo>
                    <a:pt x="325" y="561"/>
                  </a:lnTo>
                  <a:lnTo>
                    <a:pt x="325" y="560"/>
                  </a:lnTo>
                  <a:lnTo>
                    <a:pt x="324" y="560"/>
                  </a:lnTo>
                  <a:lnTo>
                    <a:pt x="324" y="559"/>
                  </a:lnTo>
                  <a:lnTo>
                    <a:pt x="323" y="559"/>
                  </a:lnTo>
                  <a:lnTo>
                    <a:pt x="323" y="558"/>
                  </a:lnTo>
                  <a:lnTo>
                    <a:pt x="321" y="562"/>
                  </a:lnTo>
                  <a:lnTo>
                    <a:pt x="315" y="569"/>
                  </a:lnTo>
                  <a:lnTo>
                    <a:pt x="317" y="578"/>
                  </a:lnTo>
                  <a:lnTo>
                    <a:pt x="317" y="579"/>
                  </a:lnTo>
                  <a:lnTo>
                    <a:pt x="317" y="580"/>
                  </a:lnTo>
                  <a:lnTo>
                    <a:pt x="317" y="581"/>
                  </a:lnTo>
                  <a:lnTo>
                    <a:pt x="317" y="582"/>
                  </a:lnTo>
                  <a:lnTo>
                    <a:pt x="317" y="583"/>
                  </a:lnTo>
                  <a:lnTo>
                    <a:pt x="317" y="584"/>
                  </a:lnTo>
                  <a:lnTo>
                    <a:pt x="318" y="585"/>
                  </a:lnTo>
                  <a:lnTo>
                    <a:pt x="318" y="586"/>
                  </a:lnTo>
                  <a:lnTo>
                    <a:pt x="318" y="588"/>
                  </a:lnTo>
                  <a:lnTo>
                    <a:pt x="318" y="589"/>
                  </a:lnTo>
                  <a:lnTo>
                    <a:pt x="318" y="590"/>
                  </a:lnTo>
                  <a:lnTo>
                    <a:pt x="319" y="592"/>
                  </a:lnTo>
                  <a:lnTo>
                    <a:pt x="319" y="593"/>
                  </a:lnTo>
                  <a:lnTo>
                    <a:pt x="320" y="594"/>
                  </a:lnTo>
                  <a:lnTo>
                    <a:pt x="320" y="595"/>
                  </a:lnTo>
                  <a:lnTo>
                    <a:pt x="321" y="597"/>
                  </a:lnTo>
                  <a:lnTo>
                    <a:pt x="322" y="598"/>
                  </a:lnTo>
                  <a:lnTo>
                    <a:pt x="322" y="599"/>
                  </a:lnTo>
                  <a:lnTo>
                    <a:pt x="323" y="601"/>
                  </a:lnTo>
                  <a:lnTo>
                    <a:pt x="324" y="602"/>
                  </a:lnTo>
                  <a:lnTo>
                    <a:pt x="325" y="604"/>
                  </a:lnTo>
                  <a:lnTo>
                    <a:pt x="325" y="606"/>
                  </a:lnTo>
                  <a:lnTo>
                    <a:pt x="326" y="608"/>
                  </a:lnTo>
                  <a:lnTo>
                    <a:pt x="327" y="610"/>
                  </a:lnTo>
                  <a:lnTo>
                    <a:pt x="328" y="612"/>
                  </a:lnTo>
                  <a:lnTo>
                    <a:pt x="328" y="614"/>
                  </a:lnTo>
                  <a:lnTo>
                    <a:pt x="329" y="616"/>
                  </a:lnTo>
                  <a:lnTo>
                    <a:pt x="330" y="617"/>
                  </a:lnTo>
                  <a:lnTo>
                    <a:pt x="330" y="619"/>
                  </a:lnTo>
                  <a:lnTo>
                    <a:pt x="330" y="620"/>
                  </a:lnTo>
                  <a:lnTo>
                    <a:pt x="330" y="622"/>
                  </a:lnTo>
                  <a:lnTo>
                    <a:pt x="331" y="622"/>
                  </a:lnTo>
                  <a:lnTo>
                    <a:pt x="331" y="624"/>
                  </a:lnTo>
                  <a:lnTo>
                    <a:pt x="331" y="625"/>
                  </a:lnTo>
                  <a:lnTo>
                    <a:pt x="331" y="626"/>
                  </a:lnTo>
                  <a:lnTo>
                    <a:pt x="330" y="627"/>
                  </a:lnTo>
                  <a:lnTo>
                    <a:pt x="330" y="628"/>
                  </a:lnTo>
                  <a:lnTo>
                    <a:pt x="330" y="629"/>
                  </a:lnTo>
                  <a:lnTo>
                    <a:pt x="330" y="630"/>
                  </a:lnTo>
                  <a:lnTo>
                    <a:pt x="329" y="631"/>
                  </a:lnTo>
                  <a:lnTo>
                    <a:pt x="329" y="632"/>
                  </a:lnTo>
                  <a:lnTo>
                    <a:pt x="328" y="633"/>
                  </a:lnTo>
                  <a:lnTo>
                    <a:pt x="328" y="634"/>
                  </a:lnTo>
                  <a:lnTo>
                    <a:pt x="328" y="635"/>
                  </a:lnTo>
                  <a:lnTo>
                    <a:pt x="327" y="636"/>
                  </a:lnTo>
                  <a:lnTo>
                    <a:pt x="327" y="637"/>
                  </a:lnTo>
                  <a:lnTo>
                    <a:pt x="327" y="638"/>
                  </a:lnTo>
                  <a:lnTo>
                    <a:pt x="327" y="639"/>
                  </a:lnTo>
                  <a:lnTo>
                    <a:pt x="327" y="640"/>
                  </a:lnTo>
                  <a:lnTo>
                    <a:pt x="326" y="641"/>
                  </a:lnTo>
                  <a:lnTo>
                    <a:pt x="326" y="642"/>
                  </a:lnTo>
                  <a:lnTo>
                    <a:pt x="326" y="644"/>
                  </a:lnTo>
                  <a:lnTo>
                    <a:pt x="326" y="645"/>
                  </a:lnTo>
                  <a:lnTo>
                    <a:pt x="327" y="646"/>
                  </a:lnTo>
                  <a:lnTo>
                    <a:pt x="327" y="647"/>
                  </a:lnTo>
                  <a:lnTo>
                    <a:pt x="328" y="648"/>
                  </a:lnTo>
                  <a:lnTo>
                    <a:pt x="328" y="649"/>
                  </a:lnTo>
                  <a:lnTo>
                    <a:pt x="329" y="650"/>
                  </a:lnTo>
                  <a:lnTo>
                    <a:pt x="329" y="651"/>
                  </a:lnTo>
                  <a:lnTo>
                    <a:pt x="330" y="652"/>
                  </a:lnTo>
                  <a:lnTo>
                    <a:pt x="330" y="654"/>
                  </a:lnTo>
                  <a:lnTo>
                    <a:pt x="330" y="655"/>
                  </a:lnTo>
                  <a:lnTo>
                    <a:pt x="330" y="656"/>
                  </a:lnTo>
                  <a:lnTo>
                    <a:pt x="330" y="658"/>
                  </a:lnTo>
                  <a:lnTo>
                    <a:pt x="330" y="659"/>
                  </a:lnTo>
                  <a:lnTo>
                    <a:pt x="329" y="660"/>
                  </a:lnTo>
                  <a:lnTo>
                    <a:pt x="329" y="661"/>
                  </a:lnTo>
                  <a:lnTo>
                    <a:pt x="328" y="662"/>
                  </a:lnTo>
                  <a:lnTo>
                    <a:pt x="328" y="663"/>
                  </a:lnTo>
                  <a:lnTo>
                    <a:pt x="327" y="665"/>
                  </a:lnTo>
                  <a:lnTo>
                    <a:pt x="325" y="666"/>
                  </a:lnTo>
                  <a:lnTo>
                    <a:pt x="324" y="667"/>
                  </a:lnTo>
                  <a:lnTo>
                    <a:pt x="322" y="667"/>
                  </a:lnTo>
                  <a:lnTo>
                    <a:pt x="321" y="668"/>
                  </a:lnTo>
                  <a:lnTo>
                    <a:pt x="320" y="668"/>
                  </a:lnTo>
                  <a:lnTo>
                    <a:pt x="319" y="668"/>
                  </a:lnTo>
                  <a:lnTo>
                    <a:pt x="318" y="668"/>
                  </a:lnTo>
                  <a:lnTo>
                    <a:pt x="316" y="668"/>
                  </a:lnTo>
                  <a:lnTo>
                    <a:pt x="315" y="668"/>
                  </a:lnTo>
                  <a:lnTo>
                    <a:pt x="314" y="668"/>
                  </a:lnTo>
                  <a:lnTo>
                    <a:pt x="313" y="668"/>
                  </a:lnTo>
                  <a:lnTo>
                    <a:pt x="313" y="667"/>
                  </a:lnTo>
                  <a:lnTo>
                    <a:pt x="312" y="667"/>
                  </a:lnTo>
                  <a:lnTo>
                    <a:pt x="311" y="666"/>
                  </a:lnTo>
                  <a:lnTo>
                    <a:pt x="310" y="666"/>
                  </a:lnTo>
                  <a:lnTo>
                    <a:pt x="310" y="665"/>
                  </a:lnTo>
                  <a:lnTo>
                    <a:pt x="309" y="665"/>
                  </a:lnTo>
                  <a:lnTo>
                    <a:pt x="308" y="665"/>
                  </a:lnTo>
                  <a:lnTo>
                    <a:pt x="308" y="664"/>
                  </a:lnTo>
                  <a:lnTo>
                    <a:pt x="307" y="664"/>
                  </a:lnTo>
                  <a:lnTo>
                    <a:pt x="307" y="663"/>
                  </a:lnTo>
                  <a:lnTo>
                    <a:pt x="306" y="663"/>
                  </a:lnTo>
                  <a:lnTo>
                    <a:pt x="305" y="662"/>
                  </a:lnTo>
                  <a:lnTo>
                    <a:pt x="304" y="662"/>
                  </a:lnTo>
                  <a:lnTo>
                    <a:pt x="303" y="662"/>
                  </a:lnTo>
                  <a:lnTo>
                    <a:pt x="303" y="661"/>
                  </a:lnTo>
                  <a:lnTo>
                    <a:pt x="302" y="661"/>
                  </a:lnTo>
                  <a:lnTo>
                    <a:pt x="301" y="661"/>
                  </a:lnTo>
                  <a:lnTo>
                    <a:pt x="300" y="661"/>
                  </a:lnTo>
                  <a:lnTo>
                    <a:pt x="299" y="661"/>
                  </a:lnTo>
                  <a:lnTo>
                    <a:pt x="298" y="661"/>
                  </a:lnTo>
                  <a:lnTo>
                    <a:pt x="297" y="661"/>
                  </a:lnTo>
                  <a:lnTo>
                    <a:pt x="296" y="661"/>
                  </a:lnTo>
                  <a:lnTo>
                    <a:pt x="294" y="661"/>
                  </a:lnTo>
                  <a:lnTo>
                    <a:pt x="293" y="661"/>
                  </a:lnTo>
                  <a:lnTo>
                    <a:pt x="292" y="661"/>
                  </a:lnTo>
                  <a:lnTo>
                    <a:pt x="291" y="661"/>
                  </a:lnTo>
                  <a:lnTo>
                    <a:pt x="289" y="661"/>
                  </a:lnTo>
                  <a:lnTo>
                    <a:pt x="288" y="661"/>
                  </a:lnTo>
                  <a:lnTo>
                    <a:pt x="287" y="661"/>
                  </a:lnTo>
                  <a:lnTo>
                    <a:pt x="286" y="661"/>
                  </a:lnTo>
                  <a:lnTo>
                    <a:pt x="284" y="661"/>
                  </a:lnTo>
                  <a:lnTo>
                    <a:pt x="283" y="661"/>
                  </a:lnTo>
                  <a:lnTo>
                    <a:pt x="282" y="661"/>
                  </a:lnTo>
                  <a:lnTo>
                    <a:pt x="281" y="661"/>
                  </a:lnTo>
                  <a:lnTo>
                    <a:pt x="280" y="660"/>
                  </a:lnTo>
                  <a:lnTo>
                    <a:pt x="279" y="660"/>
                  </a:lnTo>
                  <a:lnTo>
                    <a:pt x="278" y="659"/>
                  </a:lnTo>
                  <a:lnTo>
                    <a:pt x="277" y="658"/>
                  </a:lnTo>
                  <a:lnTo>
                    <a:pt x="276" y="658"/>
                  </a:lnTo>
                  <a:lnTo>
                    <a:pt x="275" y="657"/>
                  </a:lnTo>
                  <a:lnTo>
                    <a:pt x="274" y="656"/>
                  </a:lnTo>
                  <a:lnTo>
                    <a:pt x="274" y="655"/>
                  </a:lnTo>
                  <a:lnTo>
                    <a:pt x="273" y="654"/>
                  </a:lnTo>
                  <a:lnTo>
                    <a:pt x="272" y="653"/>
                  </a:lnTo>
                  <a:lnTo>
                    <a:pt x="272" y="652"/>
                  </a:lnTo>
                  <a:lnTo>
                    <a:pt x="271" y="651"/>
                  </a:lnTo>
                  <a:lnTo>
                    <a:pt x="271" y="649"/>
                  </a:lnTo>
                  <a:lnTo>
                    <a:pt x="271" y="648"/>
                  </a:lnTo>
                  <a:lnTo>
                    <a:pt x="270" y="647"/>
                  </a:lnTo>
                  <a:lnTo>
                    <a:pt x="270" y="646"/>
                  </a:lnTo>
                  <a:lnTo>
                    <a:pt x="270" y="645"/>
                  </a:lnTo>
                  <a:lnTo>
                    <a:pt x="269" y="644"/>
                  </a:lnTo>
                  <a:lnTo>
                    <a:pt x="269" y="643"/>
                  </a:lnTo>
                  <a:lnTo>
                    <a:pt x="269" y="642"/>
                  </a:lnTo>
                  <a:lnTo>
                    <a:pt x="269" y="641"/>
                  </a:lnTo>
                  <a:lnTo>
                    <a:pt x="269" y="640"/>
                  </a:lnTo>
                  <a:lnTo>
                    <a:pt x="269" y="639"/>
                  </a:lnTo>
                  <a:lnTo>
                    <a:pt x="269" y="638"/>
                  </a:lnTo>
                  <a:lnTo>
                    <a:pt x="269" y="637"/>
                  </a:lnTo>
                  <a:lnTo>
                    <a:pt x="268" y="636"/>
                  </a:lnTo>
                  <a:lnTo>
                    <a:pt x="268" y="635"/>
                  </a:lnTo>
                  <a:lnTo>
                    <a:pt x="267" y="625"/>
                  </a:lnTo>
                  <a:lnTo>
                    <a:pt x="267" y="624"/>
                  </a:lnTo>
                  <a:lnTo>
                    <a:pt x="267" y="623"/>
                  </a:lnTo>
                  <a:lnTo>
                    <a:pt x="267" y="616"/>
                  </a:lnTo>
                  <a:lnTo>
                    <a:pt x="258" y="619"/>
                  </a:lnTo>
                  <a:lnTo>
                    <a:pt x="257" y="619"/>
                  </a:lnTo>
                  <a:lnTo>
                    <a:pt x="256" y="619"/>
                  </a:lnTo>
                  <a:lnTo>
                    <a:pt x="256" y="620"/>
                  </a:lnTo>
                  <a:lnTo>
                    <a:pt x="255" y="621"/>
                  </a:lnTo>
                  <a:lnTo>
                    <a:pt x="252" y="626"/>
                  </a:lnTo>
                  <a:lnTo>
                    <a:pt x="252" y="627"/>
                  </a:lnTo>
                  <a:lnTo>
                    <a:pt x="252" y="628"/>
                  </a:lnTo>
                  <a:lnTo>
                    <a:pt x="251" y="628"/>
                  </a:lnTo>
                  <a:lnTo>
                    <a:pt x="251" y="629"/>
                  </a:lnTo>
                  <a:lnTo>
                    <a:pt x="250" y="629"/>
                  </a:lnTo>
                  <a:lnTo>
                    <a:pt x="250" y="630"/>
                  </a:lnTo>
                  <a:lnTo>
                    <a:pt x="249" y="630"/>
                  </a:lnTo>
                  <a:lnTo>
                    <a:pt x="248" y="631"/>
                  </a:lnTo>
                  <a:lnTo>
                    <a:pt x="247" y="631"/>
                  </a:lnTo>
                  <a:lnTo>
                    <a:pt x="247" y="632"/>
                  </a:lnTo>
                  <a:lnTo>
                    <a:pt x="245" y="633"/>
                  </a:lnTo>
                  <a:lnTo>
                    <a:pt x="244" y="633"/>
                  </a:lnTo>
                  <a:lnTo>
                    <a:pt x="243" y="634"/>
                  </a:lnTo>
                  <a:lnTo>
                    <a:pt x="241" y="635"/>
                  </a:lnTo>
                  <a:lnTo>
                    <a:pt x="240" y="636"/>
                  </a:lnTo>
                  <a:lnTo>
                    <a:pt x="238" y="636"/>
                  </a:lnTo>
                  <a:lnTo>
                    <a:pt x="236" y="637"/>
                  </a:lnTo>
                  <a:lnTo>
                    <a:pt x="235" y="638"/>
                  </a:lnTo>
                  <a:lnTo>
                    <a:pt x="233" y="639"/>
                  </a:lnTo>
                  <a:lnTo>
                    <a:pt x="231" y="639"/>
                  </a:lnTo>
                  <a:lnTo>
                    <a:pt x="230" y="639"/>
                  </a:lnTo>
                  <a:lnTo>
                    <a:pt x="228" y="639"/>
                  </a:lnTo>
                  <a:lnTo>
                    <a:pt x="226" y="639"/>
                  </a:lnTo>
                  <a:lnTo>
                    <a:pt x="225" y="639"/>
                  </a:lnTo>
                  <a:lnTo>
                    <a:pt x="224" y="639"/>
                  </a:lnTo>
                  <a:lnTo>
                    <a:pt x="223" y="639"/>
                  </a:lnTo>
                  <a:lnTo>
                    <a:pt x="221" y="639"/>
                  </a:lnTo>
                  <a:lnTo>
                    <a:pt x="220" y="639"/>
                  </a:lnTo>
                  <a:lnTo>
                    <a:pt x="218" y="639"/>
                  </a:lnTo>
                  <a:lnTo>
                    <a:pt x="209" y="637"/>
                  </a:lnTo>
                  <a:lnTo>
                    <a:pt x="208" y="637"/>
                  </a:lnTo>
                  <a:lnTo>
                    <a:pt x="207" y="637"/>
                  </a:lnTo>
                  <a:lnTo>
                    <a:pt x="206" y="637"/>
                  </a:lnTo>
                  <a:lnTo>
                    <a:pt x="205" y="637"/>
                  </a:lnTo>
                  <a:lnTo>
                    <a:pt x="204" y="637"/>
                  </a:lnTo>
                  <a:lnTo>
                    <a:pt x="203" y="636"/>
                  </a:lnTo>
                  <a:lnTo>
                    <a:pt x="202" y="636"/>
                  </a:lnTo>
                  <a:lnTo>
                    <a:pt x="201" y="636"/>
                  </a:lnTo>
                  <a:lnTo>
                    <a:pt x="199" y="636"/>
                  </a:lnTo>
                  <a:lnTo>
                    <a:pt x="198" y="636"/>
                  </a:lnTo>
                  <a:lnTo>
                    <a:pt x="197" y="636"/>
                  </a:lnTo>
                  <a:lnTo>
                    <a:pt x="196" y="635"/>
                  </a:lnTo>
                  <a:lnTo>
                    <a:pt x="195" y="635"/>
                  </a:lnTo>
                  <a:lnTo>
                    <a:pt x="194" y="634"/>
                  </a:lnTo>
                  <a:lnTo>
                    <a:pt x="193" y="633"/>
                  </a:lnTo>
                  <a:lnTo>
                    <a:pt x="192" y="633"/>
                  </a:lnTo>
                  <a:lnTo>
                    <a:pt x="191" y="632"/>
                  </a:lnTo>
                  <a:lnTo>
                    <a:pt x="191" y="631"/>
                  </a:lnTo>
                  <a:lnTo>
                    <a:pt x="190" y="630"/>
                  </a:lnTo>
                  <a:lnTo>
                    <a:pt x="189" y="630"/>
                  </a:lnTo>
                  <a:lnTo>
                    <a:pt x="189" y="629"/>
                  </a:lnTo>
                  <a:lnTo>
                    <a:pt x="188" y="628"/>
                  </a:lnTo>
                  <a:lnTo>
                    <a:pt x="188" y="627"/>
                  </a:lnTo>
                  <a:lnTo>
                    <a:pt x="187" y="626"/>
                  </a:lnTo>
                  <a:lnTo>
                    <a:pt x="187" y="625"/>
                  </a:lnTo>
                  <a:lnTo>
                    <a:pt x="186" y="624"/>
                  </a:lnTo>
                  <a:lnTo>
                    <a:pt x="190" y="618"/>
                  </a:lnTo>
                  <a:lnTo>
                    <a:pt x="177" y="613"/>
                  </a:lnTo>
                  <a:lnTo>
                    <a:pt x="174" y="597"/>
                  </a:lnTo>
                  <a:lnTo>
                    <a:pt x="174" y="596"/>
                  </a:lnTo>
                  <a:lnTo>
                    <a:pt x="174" y="595"/>
                  </a:lnTo>
                  <a:lnTo>
                    <a:pt x="174" y="594"/>
                  </a:lnTo>
                  <a:lnTo>
                    <a:pt x="175" y="588"/>
                  </a:lnTo>
                  <a:lnTo>
                    <a:pt x="168" y="587"/>
                  </a:lnTo>
                  <a:lnTo>
                    <a:pt x="167" y="587"/>
                  </a:lnTo>
                  <a:lnTo>
                    <a:pt x="166" y="587"/>
                  </a:lnTo>
                  <a:lnTo>
                    <a:pt x="165" y="587"/>
                  </a:lnTo>
                  <a:lnTo>
                    <a:pt x="155" y="584"/>
                  </a:lnTo>
                  <a:lnTo>
                    <a:pt x="150" y="583"/>
                  </a:lnTo>
                  <a:lnTo>
                    <a:pt x="148" y="583"/>
                  </a:lnTo>
                  <a:lnTo>
                    <a:pt x="146" y="583"/>
                  </a:lnTo>
                  <a:lnTo>
                    <a:pt x="144" y="583"/>
                  </a:lnTo>
                  <a:lnTo>
                    <a:pt x="142" y="582"/>
                  </a:lnTo>
                  <a:lnTo>
                    <a:pt x="140" y="582"/>
                  </a:lnTo>
                  <a:lnTo>
                    <a:pt x="138" y="581"/>
                  </a:lnTo>
                  <a:lnTo>
                    <a:pt x="136" y="581"/>
                  </a:lnTo>
                  <a:lnTo>
                    <a:pt x="134" y="581"/>
                  </a:lnTo>
                  <a:lnTo>
                    <a:pt x="132" y="581"/>
                  </a:lnTo>
                  <a:lnTo>
                    <a:pt x="130" y="580"/>
                  </a:lnTo>
                  <a:lnTo>
                    <a:pt x="128" y="580"/>
                  </a:lnTo>
                  <a:lnTo>
                    <a:pt x="127" y="580"/>
                  </a:lnTo>
                  <a:lnTo>
                    <a:pt x="125" y="580"/>
                  </a:lnTo>
                  <a:lnTo>
                    <a:pt x="124" y="580"/>
                  </a:lnTo>
                  <a:lnTo>
                    <a:pt x="123" y="579"/>
                  </a:lnTo>
                  <a:lnTo>
                    <a:pt x="122" y="579"/>
                  </a:lnTo>
                  <a:lnTo>
                    <a:pt x="121" y="579"/>
                  </a:lnTo>
                  <a:lnTo>
                    <a:pt x="120" y="578"/>
                  </a:lnTo>
                  <a:lnTo>
                    <a:pt x="119" y="578"/>
                  </a:lnTo>
                  <a:lnTo>
                    <a:pt x="118" y="578"/>
                  </a:lnTo>
                  <a:lnTo>
                    <a:pt x="117" y="577"/>
                  </a:lnTo>
                  <a:lnTo>
                    <a:pt x="116" y="576"/>
                  </a:lnTo>
                  <a:lnTo>
                    <a:pt x="116" y="575"/>
                  </a:lnTo>
                  <a:lnTo>
                    <a:pt x="115" y="575"/>
                  </a:lnTo>
                  <a:lnTo>
                    <a:pt x="115" y="574"/>
                  </a:lnTo>
                  <a:lnTo>
                    <a:pt x="115" y="573"/>
                  </a:lnTo>
                  <a:lnTo>
                    <a:pt x="114" y="572"/>
                  </a:lnTo>
                  <a:lnTo>
                    <a:pt x="114" y="571"/>
                  </a:lnTo>
                  <a:lnTo>
                    <a:pt x="114" y="570"/>
                  </a:lnTo>
                  <a:lnTo>
                    <a:pt x="114" y="569"/>
                  </a:lnTo>
                  <a:lnTo>
                    <a:pt x="116" y="566"/>
                  </a:lnTo>
                  <a:lnTo>
                    <a:pt x="116" y="565"/>
                  </a:lnTo>
                  <a:lnTo>
                    <a:pt x="117" y="564"/>
                  </a:lnTo>
                  <a:lnTo>
                    <a:pt x="118" y="563"/>
                  </a:lnTo>
                  <a:lnTo>
                    <a:pt x="119" y="561"/>
                  </a:lnTo>
                  <a:lnTo>
                    <a:pt x="120" y="560"/>
                  </a:lnTo>
                  <a:lnTo>
                    <a:pt x="121" y="558"/>
                  </a:lnTo>
                  <a:lnTo>
                    <a:pt x="122" y="557"/>
                  </a:lnTo>
                  <a:lnTo>
                    <a:pt x="123" y="556"/>
                  </a:lnTo>
                  <a:lnTo>
                    <a:pt x="123" y="554"/>
                  </a:lnTo>
                  <a:lnTo>
                    <a:pt x="124" y="553"/>
                  </a:lnTo>
                  <a:lnTo>
                    <a:pt x="125" y="552"/>
                  </a:lnTo>
                  <a:lnTo>
                    <a:pt x="125" y="551"/>
                  </a:lnTo>
                  <a:lnTo>
                    <a:pt x="125" y="550"/>
                  </a:lnTo>
                  <a:lnTo>
                    <a:pt x="126" y="549"/>
                  </a:lnTo>
                  <a:lnTo>
                    <a:pt x="127" y="547"/>
                  </a:lnTo>
                  <a:lnTo>
                    <a:pt x="128" y="546"/>
                  </a:lnTo>
                  <a:lnTo>
                    <a:pt x="128" y="545"/>
                  </a:lnTo>
                  <a:lnTo>
                    <a:pt x="128" y="544"/>
                  </a:lnTo>
                  <a:lnTo>
                    <a:pt x="129" y="543"/>
                  </a:lnTo>
                  <a:lnTo>
                    <a:pt x="129" y="542"/>
                  </a:lnTo>
                  <a:lnTo>
                    <a:pt x="130" y="541"/>
                  </a:lnTo>
                  <a:lnTo>
                    <a:pt x="130" y="540"/>
                  </a:lnTo>
                  <a:lnTo>
                    <a:pt x="130" y="539"/>
                  </a:lnTo>
                  <a:lnTo>
                    <a:pt x="130" y="538"/>
                  </a:lnTo>
                  <a:lnTo>
                    <a:pt x="130" y="536"/>
                  </a:lnTo>
                  <a:lnTo>
                    <a:pt x="130" y="535"/>
                  </a:lnTo>
                  <a:lnTo>
                    <a:pt x="131" y="533"/>
                  </a:lnTo>
                  <a:lnTo>
                    <a:pt x="131" y="531"/>
                  </a:lnTo>
                  <a:lnTo>
                    <a:pt x="131" y="529"/>
                  </a:lnTo>
                  <a:lnTo>
                    <a:pt x="131" y="528"/>
                  </a:lnTo>
                  <a:lnTo>
                    <a:pt x="132" y="526"/>
                  </a:lnTo>
                  <a:lnTo>
                    <a:pt x="132" y="524"/>
                  </a:lnTo>
                  <a:lnTo>
                    <a:pt x="133" y="522"/>
                  </a:lnTo>
                  <a:lnTo>
                    <a:pt x="135" y="520"/>
                  </a:lnTo>
                  <a:lnTo>
                    <a:pt x="136" y="518"/>
                  </a:lnTo>
                  <a:lnTo>
                    <a:pt x="137" y="516"/>
                  </a:lnTo>
                  <a:lnTo>
                    <a:pt x="139" y="514"/>
                  </a:lnTo>
                  <a:lnTo>
                    <a:pt x="140" y="512"/>
                  </a:lnTo>
                  <a:lnTo>
                    <a:pt x="141" y="511"/>
                  </a:lnTo>
                  <a:lnTo>
                    <a:pt x="142" y="510"/>
                  </a:lnTo>
                  <a:lnTo>
                    <a:pt x="145" y="506"/>
                  </a:lnTo>
                  <a:lnTo>
                    <a:pt x="145" y="499"/>
                  </a:lnTo>
                  <a:lnTo>
                    <a:pt x="138" y="500"/>
                  </a:lnTo>
                  <a:lnTo>
                    <a:pt x="137" y="500"/>
                  </a:lnTo>
                  <a:lnTo>
                    <a:pt x="136" y="500"/>
                  </a:lnTo>
                  <a:lnTo>
                    <a:pt x="129" y="500"/>
                  </a:lnTo>
                  <a:lnTo>
                    <a:pt x="128" y="500"/>
                  </a:lnTo>
                  <a:lnTo>
                    <a:pt x="127" y="500"/>
                  </a:lnTo>
                  <a:lnTo>
                    <a:pt x="122" y="500"/>
                  </a:lnTo>
                  <a:lnTo>
                    <a:pt x="121" y="500"/>
                  </a:lnTo>
                  <a:lnTo>
                    <a:pt x="120" y="500"/>
                  </a:lnTo>
                  <a:lnTo>
                    <a:pt x="119" y="499"/>
                  </a:lnTo>
                  <a:lnTo>
                    <a:pt x="118" y="498"/>
                  </a:lnTo>
                  <a:lnTo>
                    <a:pt x="117" y="498"/>
                  </a:lnTo>
                  <a:lnTo>
                    <a:pt x="116" y="497"/>
                  </a:lnTo>
                  <a:lnTo>
                    <a:pt x="115" y="496"/>
                  </a:lnTo>
                  <a:lnTo>
                    <a:pt x="114" y="495"/>
                  </a:lnTo>
                  <a:lnTo>
                    <a:pt x="113" y="495"/>
                  </a:lnTo>
                  <a:lnTo>
                    <a:pt x="112" y="494"/>
                  </a:lnTo>
                  <a:lnTo>
                    <a:pt x="110" y="493"/>
                  </a:lnTo>
                  <a:lnTo>
                    <a:pt x="109" y="491"/>
                  </a:lnTo>
                  <a:lnTo>
                    <a:pt x="108" y="490"/>
                  </a:lnTo>
                  <a:lnTo>
                    <a:pt x="106" y="488"/>
                  </a:lnTo>
                  <a:lnTo>
                    <a:pt x="105" y="487"/>
                  </a:lnTo>
                  <a:lnTo>
                    <a:pt x="104" y="485"/>
                  </a:lnTo>
                  <a:lnTo>
                    <a:pt x="103" y="483"/>
                  </a:lnTo>
                  <a:lnTo>
                    <a:pt x="102" y="481"/>
                  </a:lnTo>
                  <a:lnTo>
                    <a:pt x="101" y="480"/>
                  </a:lnTo>
                  <a:lnTo>
                    <a:pt x="101" y="478"/>
                  </a:lnTo>
                  <a:lnTo>
                    <a:pt x="100" y="476"/>
                  </a:lnTo>
                  <a:lnTo>
                    <a:pt x="99" y="474"/>
                  </a:lnTo>
                  <a:lnTo>
                    <a:pt x="99" y="472"/>
                  </a:lnTo>
                  <a:lnTo>
                    <a:pt x="99" y="470"/>
                  </a:lnTo>
                  <a:lnTo>
                    <a:pt x="98" y="468"/>
                  </a:lnTo>
                  <a:lnTo>
                    <a:pt x="98" y="467"/>
                  </a:lnTo>
                  <a:lnTo>
                    <a:pt x="98" y="465"/>
                  </a:lnTo>
                  <a:lnTo>
                    <a:pt x="97" y="464"/>
                  </a:lnTo>
                  <a:lnTo>
                    <a:pt x="97" y="463"/>
                  </a:lnTo>
                  <a:lnTo>
                    <a:pt x="96" y="462"/>
                  </a:lnTo>
                  <a:lnTo>
                    <a:pt x="96" y="461"/>
                  </a:lnTo>
                  <a:lnTo>
                    <a:pt x="96" y="460"/>
                  </a:lnTo>
                  <a:lnTo>
                    <a:pt x="96" y="459"/>
                  </a:lnTo>
                  <a:lnTo>
                    <a:pt x="95" y="459"/>
                  </a:lnTo>
                  <a:lnTo>
                    <a:pt x="95" y="458"/>
                  </a:lnTo>
                  <a:lnTo>
                    <a:pt x="96" y="457"/>
                  </a:lnTo>
                  <a:lnTo>
                    <a:pt x="96" y="456"/>
                  </a:lnTo>
                  <a:lnTo>
                    <a:pt x="96" y="455"/>
                  </a:lnTo>
                  <a:lnTo>
                    <a:pt x="97" y="455"/>
                  </a:lnTo>
                  <a:lnTo>
                    <a:pt x="97" y="454"/>
                  </a:lnTo>
                  <a:lnTo>
                    <a:pt x="97" y="453"/>
                  </a:lnTo>
                  <a:lnTo>
                    <a:pt x="97" y="452"/>
                  </a:lnTo>
                  <a:lnTo>
                    <a:pt x="97" y="451"/>
                  </a:lnTo>
                  <a:lnTo>
                    <a:pt x="97" y="450"/>
                  </a:lnTo>
                  <a:lnTo>
                    <a:pt x="97" y="449"/>
                  </a:lnTo>
                  <a:lnTo>
                    <a:pt x="97" y="448"/>
                  </a:lnTo>
                  <a:lnTo>
                    <a:pt x="97" y="447"/>
                  </a:lnTo>
                  <a:lnTo>
                    <a:pt x="96" y="446"/>
                  </a:lnTo>
                  <a:lnTo>
                    <a:pt x="96" y="445"/>
                  </a:lnTo>
                  <a:lnTo>
                    <a:pt x="96" y="444"/>
                  </a:lnTo>
                  <a:lnTo>
                    <a:pt x="95" y="444"/>
                  </a:lnTo>
                  <a:lnTo>
                    <a:pt x="95" y="442"/>
                  </a:lnTo>
                  <a:lnTo>
                    <a:pt x="94" y="440"/>
                  </a:lnTo>
                  <a:lnTo>
                    <a:pt x="93" y="440"/>
                  </a:lnTo>
                  <a:lnTo>
                    <a:pt x="93" y="439"/>
                  </a:lnTo>
                  <a:lnTo>
                    <a:pt x="92" y="438"/>
                  </a:lnTo>
                  <a:lnTo>
                    <a:pt x="91" y="437"/>
                  </a:lnTo>
                  <a:lnTo>
                    <a:pt x="91" y="436"/>
                  </a:lnTo>
                  <a:lnTo>
                    <a:pt x="90" y="435"/>
                  </a:lnTo>
                  <a:lnTo>
                    <a:pt x="90" y="434"/>
                  </a:lnTo>
                  <a:lnTo>
                    <a:pt x="89" y="432"/>
                  </a:lnTo>
                  <a:lnTo>
                    <a:pt x="89" y="431"/>
                  </a:lnTo>
                  <a:lnTo>
                    <a:pt x="89" y="430"/>
                  </a:lnTo>
                  <a:lnTo>
                    <a:pt x="88" y="428"/>
                  </a:lnTo>
                  <a:lnTo>
                    <a:pt x="88" y="427"/>
                  </a:lnTo>
                  <a:lnTo>
                    <a:pt x="88" y="425"/>
                  </a:lnTo>
                  <a:lnTo>
                    <a:pt x="88" y="424"/>
                  </a:lnTo>
                  <a:lnTo>
                    <a:pt x="89" y="422"/>
                  </a:lnTo>
                  <a:lnTo>
                    <a:pt x="89" y="421"/>
                  </a:lnTo>
                  <a:lnTo>
                    <a:pt x="90" y="420"/>
                  </a:lnTo>
                  <a:lnTo>
                    <a:pt x="91" y="419"/>
                  </a:lnTo>
                  <a:lnTo>
                    <a:pt x="91" y="418"/>
                  </a:lnTo>
                  <a:lnTo>
                    <a:pt x="92" y="417"/>
                  </a:lnTo>
                  <a:lnTo>
                    <a:pt x="93" y="416"/>
                  </a:lnTo>
                  <a:lnTo>
                    <a:pt x="94" y="415"/>
                  </a:lnTo>
                  <a:lnTo>
                    <a:pt x="94" y="414"/>
                  </a:lnTo>
                  <a:lnTo>
                    <a:pt x="93" y="414"/>
                  </a:lnTo>
                  <a:lnTo>
                    <a:pt x="92" y="414"/>
                  </a:lnTo>
                  <a:lnTo>
                    <a:pt x="91" y="414"/>
                  </a:lnTo>
                  <a:lnTo>
                    <a:pt x="90" y="414"/>
                  </a:lnTo>
                  <a:lnTo>
                    <a:pt x="89" y="414"/>
                  </a:lnTo>
                  <a:lnTo>
                    <a:pt x="87" y="414"/>
                  </a:lnTo>
                  <a:lnTo>
                    <a:pt x="84" y="414"/>
                  </a:lnTo>
                  <a:lnTo>
                    <a:pt x="82" y="414"/>
                  </a:lnTo>
                  <a:lnTo>
                    <a:pt x="81" y="414"/>
                  </a:lnTo>
                  <a:lnTo>
                    <a:pt x="79" y="414"/>
                  </a:lnTo>
                  <a:lnTo>
                    <a:pt x="78" y="414"/>
                  </a:lnTo>
                  <a:lnTo>
                    <a:pt x="76" y="414"/>
                  </a:lnTo>
                  <a:lnTo>
                    <a:pt x="74" y="414"/>
                  </a:lnTo>
                  <a:lnTo>
                    <a:pt x="73" y="414"/>
                  </a:lnTo>
                  <a:lnTo>
                    <a:pt x="71" y="414"/>
                  </a:lnTo>
                  <a:lnTo>
                    <a:pt x="69" y="414"/>
                  </a:lnTo>
                  <a:lnTo>
                    <a:pt x="67" y="415"/>
                  </a:lnTo>
                  <a:lnTo>
                    <a:pt x="65" y="415"/>
                  </a:lnTo>
                  <a:lnTo>
                    <a:pt x="63" y="415"/>
                  </a:lnTo>
                  <a:lnTo>
                    <a:pt x="62" y="415"/>
                  </a:lnTo>
                  <a:lnTo>
                    <a:pt x="60" y="415"/>
                  </a:lnTo>
                  <a:lnTo>
                    <a:pt x="58" y="415"/>
                  </a:lnTo>
                  <a:lnTo>
                    <a:pt x="57" y="415"/>
                  </a:lnTo>
                  <a:lnTo>
                    <a:pt x="55" y="415"/>
                  </a:lnTo>
                  <a:lnTo>
                    <a:pt x="54" y="415"/>
                  </a:lnTo>
                  <a:lnTo>
                    <a:pt x="52" y="415"/>
                  </a:lnTo>
                  <a:lnTo>
                    <a:pt x="51" y="416"/>
                  </a:lnTo>
                  <a:lnTo>
                    <a:pt x="50" y="416"/>
                  </a:lnTo>
                  <a:lnTo>
                    <a:pt x="49" y="416"/>
                  </a:lnTo>
                  <a:lnTo>
                    <a:pt x="47" y="416"/>
                  </a:lnTo>
                  <a:lnTo>
                    <a:pt x="46" y="416"/>
                  </a:lnTo>
                  <a:lnTo>
                    <a:pt x="45" y="416"/>
                  </a:lnTo>
                  <a:lnTo>
                    <a:pt x="44" y="416"/>
                  </a:lnTo>
                  <a:lnTo>
                    <a:pt x="43" y="417"/>
                  </a:lnTo>
                  <a:lnTo>
                    <a:pt x="42" y="417"/>
                  </a:lnTo>
                  <a:lnTo>
                    <a:pt x="40" y="417"/>
                  </a:lnTo>
                  <a:lnTo>
                    <a:pt x="39" y="418"/>
                  </a:lnTo>
                  <a:lnTo>
                    <a:pt x="37" y="419"/>
                  </a:lnTo>
                  <a:lnTo>
                    <a:pt x="35" y="419"/>
                  </a:lnTo>
                  <a:lnTo>
                    <a:pt x="34" y="420"/>
                  </a:lnTo>
                  <a:lnTo>
                    <a:pt x="32" y="421"/>
                  </a:lnTo>
                  <a:lnTo>
                    <a:pt x="30" y="422"/>
                  </a:lnTo>
                  <a:lnTo>
                    <a:pt x="28" y="423"/>
                  </a:lnTo>
                  <a:lnTo>
                    <a:pt x="26" y="425"/>
                  </a:lnTo>
                  <a:lnTo>
                    <a:pt x="24" y="426"/>
                  </a:lnTo>
                  <a:lnTo>
                    <a:pt x="22" y="427"/>
                  </a:lnTo>
                  <a:lnTo>
                    <a:pt x="21" y="428"/>
                  </a:lnTo>
                  <a:lnTo>
                    <a:pt x="19" y="429"/>
                  </a:lnTo>
                  <a:lnTo>
                    <a:pt x="17" y="430"/>
                  </a:lnTo>
                  <a:lnTo>
                    <a:pt x="16" y="431"/>
                  </a:lnTo>
                  <a:lnTo>
                    <a:pt x="14" y="431"/>
                  </a:lnTo>
                  <a:lnTo>
                    <a:pt x="13" y="432"/>
                  </a:lnTo>
                  <a:lnTo>
                    <a:pt x="12" y="432"/>
                  </a:lnTo>
                  <a:lnTo>
                    <a:pt x="10" y="431"/>
                  </a:lnTo>
                  <a:lnTo>
                    <a:pt x="9" y="431"/>
                  </a:lnTo>
                  <a:lnTo>
                    <a:pt x="7" y="430"/>
                  </a:lnTo>
                  <a:lnTo>
                    <a:pt x="6" y="428"/>
                  </a:lnTo>
                  <a:lnTo>
                    <a:pt x="5" y="427"/>
                  </a:lnTo>
                  <a:lnTo>
                    <a:pt x="4" y="425"/>
                  </a:lnTo>
                  <a:lnTo>
                    <a:pt x="3" y="424"/>
                  </a:lnTo>
                  <a:lnTo>
                    <a:pt x="2" y="422"/>
                  </a:lnTo>
                  <a:lnTo>
                    <a:pt x="1" y="421"/>
                  </a:lnTo>
                  <a:lnTo>
                    <a:pt x="1" y="420"/>
                  </a:lnTo>
                  <a:lnTo>
                    <a:pt x="0" y="419"/>
                  </a:lnTo>
                  <a:lnTo>
                    <a:pt x="0" y="417"/>
                  </a:lnTo>
                  <a:lnTo>
                    <a:pt x="0" y="416"/>
                  </a:lnTo>
                  <a:lnTo>
                    <a:pt x="0" y="415"/>
                  </a:lnTo>
                  <a:lnTo>
                    <a:pt x="1" y="414"/>
                  </a:lnTo>
                  <a:lnTo>
                    <a:pt x="1" y="413"/>
                  </a:lnTo>
                  <a:lnTo>
                    <a:pt x="1" y="412"/>
                  </a:lnTo>
                  <a:lnTo>
                    <a:pt x="2" y="411"/>
                  </a:lnTo>
                  <a:lnTo>
                    <a:pt x="2" y="410"/>
                  </a:lnTo>
                  <a:lnTo>
                    <a:pt x="3" y="409"/>
                  </a:lnTo>
                  <a:lnTo>
                    <a:pt x="3" y="408"/>
                  </a:lnTo>
                  <a:lnTo>
                    <a:pt x="4" y="407"/>
                  </a:lnTo>
                  <a:lnTo>
                    <a:pt x="5" y="406"/>
                  </a:lnTo>
                  <a:lnTo>
                    <a:pt x="5" y="405"/>
                  </a:lnTo>
                  <a:lnTo>
                    <a:pt x="6" y="404"/>
                  </a:lnTo>
                  <a:lnTo>
                    <a:pt x="7" y="403"/>
                  </a:lnTo>
                  <a:lnTo>
                    <a:pt x="7" y="402"/>
                  </a:lnTo>
                  <a:lnTo>
                    <a:pt x="15" y="394"/>
                  </a:lnTo>
                  <a:lnTo>
                    <a:pt x="16" y="393"/>
                  </a:lnTo>
                  <a:lnTo>
                    <a:pt x="17" y="392"/>
                  </a:lnTo>
                  <a:lnTo>
                    <a:pt x="17" y="391"/>
                  </a:lnTo>
                  <a:lnTo>
                    <a:pt x="17" y="390"/>
                  </a:lnTo>
                  <a:lnTo>
                    <a:pt x="16" y="384"/>
                  </a:lnTo>
                  <a:lnTo>
                    <a:pt x="16" y="383"/>
                  </a:lnTo>
                  <a:lnTo>
                    <a:pt x="15" y="383"/>
                  </a:lnTo>
                  <a:lnTo>
                    <a:pt x="14" y="383"/>
                  </a:lnTo>
                  <a:lnTo>
                    <a:pt x="13" y="382"/>
                  </a:lnTo>
                  <a:lnTo>
                    <a:pt x="6" y="381"/>
                  </a:lnTo>
                  <a:lnTo>
                    <a:pt x="5" y="381"/>
                  </a:lnTo>
                  <a:lnTo>
                    <a:pt x="4" y="381"/>
                  </a:lnTo>
                  <a:lnTo>
                    <a:pt x="4" y="380"/>
                  </a:lnTo>
                  <a:lnTo>
                    <a:pt x="4" y="379"/>
                  </a:lnTo>
                  <a:lnTo>
                    <a:pt x="4" y="378"/>
                  </a:lnTo>
                  <a:lnTo>
                    <a:pt x="3" y="368"/>
                  </a:lnTo>
                  <a:lnTo>
                    <a:pt x="4" y="366"/>
                  </a:lnTo>
                  <a:lnTo>
                    <a:pt x="4" y="365"/>
                  </a:lnTo>
                  <a:lnTo>
                    <a:pt x="4" y="364"/>
                  </a:lnTo>
                  <a:lnTo>
                    <a:pt x="5" y="363"/>
                  </a:lnTo>
                  <a:lnTo>
                    <a:pt x="5" y="361"/>
                  </a:lnTo>
                  <a:lnTo>
                    <a:pt x="6" y="360"/>
                  </a:lnTo>
                  <a:lnTo>
                    <a:pt x="6" y="359"/>
                  </a:lnTo>
                  <a:lnTo>
                    <a:pt x="6" y="357"/>
                  </a:lnTo>
                  <a:lnTo>
                    <a:pt x="6" y="356"/>
                  </a:lnTo>
                  <a:lnTo>
                    <a:pt x="7" y="355"/>
                  </a:lnTo>
                  <a:lnTo>
                    <a:pt x="7" y="354"/>
                  </a:lnTo>
                  <a:lnTo>
                    <a:pt x="7" y="352"/>
                  </a:lnTo>
                  <a:lnTo>
                    <a:pt x="7" y="350"/>
                  </a:lnTo>
                  <a:lnTo>
                    <a:pt x="7" y="349"/>
                  </a:lnTo>
                  <a:lnTo>
                    <a:pt x="8" y="347"/>
                  </a:lnTo>
                  <a:lnTo>
                    <a:pt x="9" y="346"/>
                  </a:lnTo>
                  <a:lnTo>
                    <a:pt x="10" y="345"/>
                  </a:lnTo>
                  <a:lnTo>
                    <a:pt x="11" y="345"/>
                  </a:lnTo>
                  <a:lnTo>
                    <a:pt x="12" y="344"/>
                  </a:lnTo>
                  <a:lnTo>
                    <a:pt x="13" y="344"/>
                  </a:lnTo>
                  <a:lnTo>
                    <a:pt x="13" y="343"/>
                  </a:lnTo>
                  <a:lnTo>
                    <a:pt x="14" y="342"/>
                  </a:lnTo>
                  <a:lnTo>
                    <a:pt x="15" y="342"/>
                  </a:lnTo>
                  <a:lnTo>
                    <a:pt x="16" y="341"/>
                  </a:lnTo>
                  <a:lnTo>
                    <a:pt x="17" y="341"/>
                  </a:lnTo>
                  <a:lnTo>
                    <a:pt x="18" y="340"/>
                  </a:lnTo>
                  <a:lnTo>
                    <a:pt x="19" y="339"/>
                  </a:lnTo>
                  <a:lnTo>
                    <a:pt x="20" y="338"/>
                  </a:lnTo>
                  <a:lnTo>
                    <a:pt x="20" y="337"/>
                  </a:lnTo>
                  <a:lnTo>
                    <a:pt x="20" y="336"/>
                  </a:lnTo>
                  <a:lnTo>
                    <a:pt x="21" y="335"/>
                  </a:lnTo>
                  <a:lnTo>
                    <a:pt x="21" y="333"/>
                  </a:lnTo>
                  <a:lnTo>
                    <a:pt x="21" y="331"/>
                  </a:lnTo>
                  <a:lnTo>
                    <a:pt x="21" y="330"/>
                  </a:lnTo>
                  <a:lnTo>
                    <a:pt x="21" y="328"/>
                  </a:lnTo>
                  <a:lnTo>
                    <a:pt x="21" y="326"/>
                  </a:lnTo>
                  <a:lnTo>
                    <a:pt x="21" y="324"/>
                  </a:lnTo>
                  <a:lnTo>
                    <a:pt x="21" y="322"/>
                  </a:lnTo>
                  <a:lnTo>
                    <a:pt x="22" y="320"/>
                  </a:lnTo>
                  <a:lnTo>
                    <a:pt x="23" y="319"/>
                  </a:lnTo>
                  <a:lnTo>
                    <a:pt x="23" y="317"/>
                  </a:lnTo>
                  <a:lnTo>
                    <a:pt x="24" y="316"/>
                  </a:lnTo>
                  <a:lnTo>
                    <a:pt x="25" y="314"/>
                  </a:lnTo>
                  <a:lnTo>
                    <a:pt x="26" y="313"/>
                  </a:lnTo>
                  <a:lnTo>
                    <a:pt x="27" y="312"/>
                  </a:lnTo>
                  <a:lnTo>
                    <a:pt x="28" y="310"/>
                  </a:lnTo>
                  <a:lnTo>
                    <a:pt x="29" y="309"/>
                  </a:lnTo>
                  <a:lnTo>
                    <a:pt x="30" y="308"/>
                  </a:lnTo>
                  <a:lnTo>
                    <a:pt x="31" y="307"/>
                  </a:lnTo>
                  <a:lnTo>
                    <a:pt x="32" y="306"/>
                  </a:lnTo>
                  <a:lnTo>
                    <a:pt x="33" y="305"/>
                  </a:lnTo>
                  <a:lnTo>
                    <a:pt x="34" y="304"/>
                  </a:lnTo>
                  <a:lnTo>
                    <a:pt x="34" y="303"/>
                  </a:lnTo>
                  <a:lnTo>
                    <a:pt x="35" y="303"/>
                  </a:lnTo>
                  <a:lnTo>
                    <a:pt x="36" y="303"/>
                  </a:lnTo>
                  <a:lnTo>
                    <a:pt x="37" y="303"/>
                  </a:lnTo>
                  <a:lnTo>
                    <a:pt x="38" y="303"/>
                  </a:lnTo>
                  <a:lnTo>
                    <a:pt x="39" y="303"/>
                  </a:lnTo>
                  <a:lnTo>
                    <a:pt x="39" y="304"/>
                  </a:lnTo>
                  <a:lnTo>
                    <a:pt x="40" y="304"/>
                  </a:lnTo>
                  <a:lnTo>
                    <a:pt x="41" y="304"/>
                  </a:lnTo>
                  <a:lnTo>
                    <a:pt x="42" y="304"/>
                  </a:lnTo>
                  <a:lnTo>
                    <a:pt x="43" y="304"/>
                  </a:lnTo>
                  <a:lnTo>
                    <a:pt x="44" y="304"/>
                  </a:lnTo>
                  <a:lnTo>
                    <a:pt x="45" y="304"/>
                  </a:lnTo>
                  <a:lnTo>
                    <a:pt x="46" y="304"/>
                  </a:lnTo>
                  <a:lnTo>
                    <a:pt x="47" y="304"/>
                  </a:lnTo>
                  <a:lnTo>
                    <a:pt x="47" y="303"/>
                  </a:lnTo>
                  <a:lnTo>
                    <a:pt x="48" y="302"/>
                  </a:lnTo>
                  <a:lnTo>
                    <a:pt x="48" y="301"/>
                  </a:lnTo>
                  <a:lnTo>
                    <a:pt x="49" y="301"/>
                  </a:lnTo>
                  <a:lnTo>
                    <a:pt x="49" y="300"/>
                  </a:lnTo>
                  <a:lnTo>
                    <a:pt x="49" y="299"/>
                  </a:lnTo>
                  <a:lnTo>
                    <a:pt x="50" y="299"/>
                  </a:lnTo>
                  <a:lnTo>
                    <a:pt x="50" y="298"/>
                  </a:lnTo>
                  <a:lnTo>
                    <a:pt x="50" y="297"/>
                  </a:lnTo>
                  <a:lnTo>
                    <a:pt x="51" y="297"/>
                  </a:lnTo>
                  <a:lnTo>
                    <a:pt x="51" y="296"/>
                  </a:lnTo>
                  <a:lnTo>
                    <a:pt x="51" y="295"/>
                  </a:lnTo>
                  <a:lnTo>
                    <a:pt x="52" y="295"/>
                  </a:lnTo>
                  <a:lnTo>
                    <a:pt x="52" y="294"/>
                  </a:lnTo>
                  <a:lnTo>
                    <a:pt x="52" y="293"/>
                  </a:lnTo>
                  <a:lnTo>
                    <a:pt x="53" y="292"/>
                  </a:lnTo>
                  <a:lnTo>
                    <a:pt x="54" y="291"/>
                  </a:lnTo>
                  <a:lnTo>
                    <a:pt x="55" y="290"/>
                  </a:lnTo>
                  <a:lnTo>
                    <a:pt x="55" y="289"/>
                  </a:lnTo>
                  <a:lnTo>
                    <a:pt x="56" y="288"/>
                  </a:lnTo>
                  <a:lnTo>
                    <a:pt x="56" y="287"/>
                  </a:lnTo>
                  <a:lnTo>
                    <a:pt x="57" y="286"/>
                  </a:lnTo>
                  <a:lnTo>
                    <a:pt x="57" y="285"/>
                  </a:lnTo>
                  <a:lnTo>
                    <a:pt x="58" y="284"/>
                  </a:lnTo>
                  <a:lnTo>
                    <a:pt x="58" y="283"/>
                  </a:lnTo>
                  <a:lnTo>
                    <a:pt x="59" y="282"/>
                  </a:lnTo>
                  <a:lnTo>
                    <a:pt x="60" y="281"/>
                  </a:lnTo>
                  <a:lnTo>
                    <a:pt x="61" y="280"/>
                  </a:lnTo>
                  <a:lnTo>
                    <a:pt x="61" y="279"/>
                  </a:lnTo>
                  <a:lnTo>
                    <a:pt x="62" y="279"/>
                  </a:lnTo>
                  <a:lnTo>
                    <a:pt x="63" y="278"/>
                  </a:lnTo>
                  <a:lnTo>
                    <a:pt x="63" y="277"/>
                  </a:lnTo>
                  <a:lnTo>
                    <a:pt x="64" y="277"/>
                  </a:lnTo>
                  <a:lnTo>
                    <a:pt x="64" y="276"/>
                  </a:lnTo>
                  <a:lnTo>
                    <a:pt x="65" y="276"/>
                  </a:lnTo>
                  <a:lnTo>
                    <a:pt x="66" y="276"/>
                  </a:lnTo>
                  <a:lnTo>
                    <a:pt x="67" y="276"/>
                  </a:lnTo>
                  <a:lnTo>
                    <a:pt x="67" y="277"/>
                  </a:lnTo>
                  <a:lnTo>
                    <a:pt x="68" y="277"/>
                  </a:lnTo>
                  <a:lnTo>
                    <a:pt x="69" y="277"/>
                  </a:lnTo>
                  <a:lnTo>
                    <a:pt x="70" y="278"/>
                  </a:lnTo>
                  <a:lnTo>
                    <a:pt x="71" y="279"/>
                  </a:lnTo>
                  <a:lnTo>
                    <a:pt x="72" y="279"/>
                  </a:lnTo>
                  <a:lnTo>
                    <a:pt x="73" y="279"/>
                  </a:lnTo>
                  <a:lnTo>
                    <a:pt x="74" y="279"/>
                  </a:lnTo>
                  <a:lnTo>
                    <a:pt x="75" y="279"/>
                  </a:lnTo>
                  <a:lnTo>
                    <a:pt x="76" y="279"/>
                  </a:lnTo>
                  <a:lnTo>
                    <a:pt x="77" y="279"/>
                  </a:lnTo>
                  <a:lnTo>
                    <a:pt x="78" y="277"/>
                  </a:lnTo>
                  <a:lnTo>
                    <a:pt x="78" y="276"/>
                  </a:lnTo>
                  <a:lnTo>
                    <a:pt x="78" y="275"/>
                  </a:lnTo>
                  <a:lnTo>
                    <a:pt x="78" y="274"/>
                  </a:lnTo>
                  <a:lnTo>
                    <a:pt x="78" y="273"/>
                  </a:lnTo>
                  <a:lnTo>
                    <a:pt x="78" y="272"/>
                  </a:lnTo>
                  <a:lnTo>
                    <a:pt x="79" y="271"/>
                  </a:lnTo>
                  <a:lnTo>
                    <a:pt x="80" y="270"/>
                  </a:lnTo>
                  <a:lnTo>
                    <a:pt x="80" y="269"/>
                  </a:lnTo>
                  <a:lnTo>
                    <a:pt x="81" y="268"/>
                  </a:lnTo>
                  <a:lnTo>
                    <a:pt x="82" y="267"/>
                  </a:lnTo>
                  <a:lnTo>
                    <a:pt x="83" y="266"/>
                  </a:lnTo>
                  <a:lnTo>
                    <a:pt x="84" y="266"/>
                  </a:lnTo>
                  <a:lnTo>
                    <a:pt x="84" y="265"/>
                  </a:lnTo>
                  <a:lnTo>
                    <a:pt x="85" y="264"/>
                  </a:lnTo>
                  <a:lnTo>
                    <a:pt x="96" y="262"/>
                  </a:lnTo>
                  <a:lnTo>
                    <a:pt x="92" y="249"/>
                  </a:lnTo>
                  <a:lnTo>
                    <a:pt x="92" y="248"/>
                  </a:lnTo>
                  <a:lnTo>
                    <a:pt x="91" y="247"/>
                  </a:lnTo>
                  <a:lnTo>
                    <a:pt x="91" y="246"/>
                  </a:lnTo>
                  <a:lnTo>
                    <a:pt x="92" y="246"/>
                  </a:lnTo>
                  <a:lnTo>
                    <a:pt x="92" y="245"/>
                  </a:lnTo>
                  <a:lnTo>
                    <a:pt x="97" y="241"/>
                  </a:lnTo>
                  <a:lnTo>
                    <a:pt x="98" y="239"/>
                  </a:lnTo>
                  <a:lnTo>
                    <a:pt x="98" y="237"/>
                  </a:lnTo>
                  <a:lnTo>
                    <a:pt x="100" y="235"/>
                  </a:lnTo>
                  <a:lnTo>
                    <a:pt x="101" y="232"/>
                  </a:lnTo>
                  <a:lnTo>
                    <a:pt x="102" y="231"/>
                  </a:lnTo>
                  <a:lnTo>
                    <a:pt x="102" y="229"/>
                  </a:lnTo>
                  <a:lnTo>
                    <a:pt x="103" y="227"/>
                  </a:lnTo>
                  <a:lnTo>
                    <a:pt x="104" y="225"/>
                  </a:lnTo>
                  <a:lnTo>
                    <a:pt x="105" y="223"/>
                  </a:lnTo>
                  <a:lnTo>
                    <a:pt x="106" y="221"/>
                  </a:lnTo>
                  <a:lnTo>
                    <a:pt x="106" y="219"/>
                  </a:lnTo>
                  <a:lnTo>
                    <a:pt x="107" y="217"/>
                  </a:lnTo>
                  <a:lnTo>
                    <a:pt x="107" y="216"/>
                  </a:lnTo>
                  <a:lnTo>
                    <a:pt x="107" y="214"/>
                  </a:lnTo>
                  <a:lnTo>
                    <a:pt x="108" y="213"/>
                  </a:lnTo>
                  <a:lnTo>
                    <a:pt x="108" y="211"/>
                  </a:lnTo>
                  <a:lnTo>
                    <a:pt x="107" y="210"/>
                  </a:lnTo>
                  <a:lnTo>
                    <a:pt x="107" y="209"/>
                  </a:lnTo>
                  <a:lnTo>
                    <a:pt x="107" y="208"/>
                  </a:lnTo>
                  <a:lnTo>
                    <a:pt x="107" y="207"/>
                  </a:lnTo>
                  <a:lnTo>
                    <a:pt x="106" y="184"/>
                  </a:lnTo>
                  <a:lnTo>
                    <a:pt x="106" y="183"/>
                  </a:lnTo>
                  <a:lnTo>
                    <a:pt x="106" y="182"/>
                  </a:lnTo>
                  <a:lnTo>
                    <a:pt x="106" y="181"/>
                  </a:lnTo>
                  <a:lnTo>
                    <a:pt x="106" y="180"/>
                  </a:lnTo>
                  <a:lnTo>
                    <a:pt x="106" y="179"/>
                  </a:lnTo>
                  <a:lnTo>
                    <a:pt x="105" y="168"/>
                  </a:lnTo>
                  <a:lnTo>
                    <a:pt x="105" y="167"/>
                  </a:lnTo>
                  <a:lnTo>
                    <a:pt x="105" y="166"/>
                  </a:lnTo>
                  <a:lnTo>
                    <a:pt x="105" y="165"/>
                  </a:lnTo>
                  <a:lnTo>
                    <a:pt x="104" y="156"/>
                  </a:lnTo>
                  <a:lnTo>
                    <a:pt x="104" y="146"/>
                  </a:lnTo>
                  <a:lnTo>
                    <a:pt x="104" y="145"/>
                  </a:lnTo>
                  <a:lnTo>
                    <a:pt x="104" y="144"/>
                  </a:lnTo>
                  <a:lnTo>
                    <a:pt x="104" y="143"/>
                  </a:lnTo>
                  <a:lnTo>
                    <a:pt x="104" y="142"/>
                  </a:lnTo>
                  <a:lnTo>
                    <a:pt x="104" y="141"/>
                  </a:lnTo>
                  <a:lnTo>
                    <a:pt x="107" y="133"/>
                  </a:lnTo>
                  <a:lnTo>
                    <a:pt x="107" y="132"/>
                  </a:lnTo>
                  <a:lnTo>
                    <a:pt x="107" y="131"/>
                  </a:lnTo>
                  <a:lnTo>
                    <a:pt x="107" y="130"/>
                  </a:lnTo>
                  <a:lnTo>
                    <a:pt x="106" y="130"/>
                  </a:lnTo>
                  <a:lnTo>
                    <a:pt x="101" y="127"/>
                  </a:lnTo>
                  <a:lnTo>
                    <a:pt x="100" y="127"/>
                  </a:lnTo>
                  <a:lnTo>
                    <a:pt x="99" y="126"/>
                  </a:lnTo>
                  <a:lnTo>
                    <a:pt x="98" y="126"/>
                  </a:lnTo>
                  <a:lnTo>
                    <a:pt x="98" y="127"/>
                  </a:lnTo>
                  <a:lnTo>
                    <a:pt x="97" y="127"/>
                  </a:lnTo>
                  <a:lnTo>
                    <a:pt x="96" y="128"/>
                  </a:lnTo>
                  <a:lnTo>
                    <a:pt x="96" y="129"/>
                  </a:lnTo>
                  <a:lnTo>
                    <a:pt x="95" y="130"/>
                  </a:lnTo>
                  <a:lnTo>
                    <a:pt x="95" y="131"/>
                  </a:lnTo>
                  <a:lnTo>
                    <a:pt x="95" y="132"/>
                  </a:lnTo>
                  <a:lnTo>
                    <a:pt x="94" y="133"/>
                  </a:lnTo>
                  <a:lnTo>
                    <a:pt x="94" y="134"/>
                  </a:lnTo>
                  <a:lnTo>
                    <a:pt x="92" y="134"/>
                  </a:lnTo>
                  <a:lnTo>
                    <a:pt x="91" y="134"/>
                  </a:lnTo>
                  <a:lnTo>
                    <a:pt x="90" y="134"/>
                  </a:lnTo>
                  <a:lnTo>
                    <a:pt x="89" y="134"/>
                  </a:lnTo>
                  <a:lnTo>
                    <a:pt x="88" y="134"/>
                  </a:lnTo>
                  <a:lnTo>
                    <a:pt x="87" y="133"/>
                  </a:lnTo>
                  <a:lnTo>
                    <a:pt x="86" y="133"/>
                  </a:lnTo>
                  <a:lnTo>
                    <a:pt x="84" y="133"/>
                  </a:lnTo>
                  <a:lnTo>
                    <a:pt x="83" y="132"/>
                  </a:lnTo>
                  <a:lnTo>
                    <a:pt x="82" y="132"/>
                  </a:lnTo>
                  <a:lnTo>
                    <a:pt x="81" y="131"/>
                  </a:lnTo>
                  <a:lnTo>
                    <a:pt x="80" y="130"/>
                  </a:lnTo>
                  <a:lnTo>
                    <a:pt x="79" y="130"/>
                  </a:lnTo>
                  <a:lnTo>
                    <a:pt x="79" y="129"/>
                  </a:lnTo>
                  <a:lnTo>
                    <a:pt x="78" y="128"/>
                  </a:lnTo>
                  <a:lnTo>
                    <a:pt x="77" y="127"/>
                  </a:lnTo>
                  <a:lnTo>
                    <a:pt x="77" y="126"/>
                  </a:lnTo>
                  <a:lnTo>
                    <a:pt x="76" y="125"/>
                  </a:lnTo>
                  <a:lnTo>
                    <a:pt x="76" y="124"/>
                  </a:lnTo>
                  <a:lnTo>
                    <a:pt x="75" y="123"/>
                  </a:lnTo>
                  <a:lnTo>
                    <a:pt x="75" y="121"/>
                  </a:lnTo>
                  <a:lnTo>
                    <a:pt x="74" y="120"/>
                  </a:lnTo>
                  <a:lnTo>
                    <a:pt x="74" y="119"/>
                  </a:lnTo>
                  <a:lnTo>
                    <a:pt x="74" y="118"/>
                  </a:lnTo>
                  <a:lnTo>
                    <a:pt x="73" y="116"/>
                  </a:lnTo>
                  <a:lnTo>
                    <a:pt x="73" y="112"/>
                  </a:lnTo>
                  <a:lnTo>
                    <a:pt x="72" y="109"/>
                  </a:lnTo>
                  <a:lnTo>
                    <a:pt x="72" y="106"/>
                  </a:lnTo>
                  <a:lnTo>
                    <a:pt x="71" y="103"/>
                  </a:lnTo>
                  <a:lnTo>
                    <a:pt x="71" y="98"/>
                  </a:lnTo>
                  <a:lnTo>
                    <a:pt x="69" y="92"/>
                  </a:lnTo>
                  <a:lnTo>
                    <a:pt x="69" y="85"/>
                  </a:lnTo>
                  <a:lnTo>
                    <a:pt x="65" y="80"/>
                  </a:lnTo>
                  <a:lnTo>
                    <a:pt x="77" y="70"/>
                  </a:lnTo>
                  <a:lnTo>
                    <a:pt x="80" y="69"/>
                  </a:lnTo>
                  <a:lnTo>
                    <a:pt x="80" y="66"/>
                  </a:lnTo>
                  <a:lnTo>
                    <a:pt x="77" y="62"/>
                  </a:lnTo>
                  <a:lnTo>
                    <a:pt x="79" y="60"/>
                  </a:lnTo>
                  <a:lnTo>
                    <a:pt x="84" y="58"/>
                  </a:lnTo>
                  <a:lnTo>
                    <a:pt x="88" y="59"/>
                  </a:lnTo>
                  <a:lnTo>
                    <a:pt x="88" y="60"/>
                  </a:lnTo>
                  <a:lnTo>
                    <a:pt x="91" y="63"/>
                  </a:lnTo>
                  <a:lnTo>
                    <a:pt x="91" y="75"/>
                  </a:lnTo>
                  <a:lnTo>
                    <a:pt x="94" y="78"/>
                  </a:lnTo>
                  <a:lnTo>
                    <a:pt x="98" y="78"/>
                  </a:lnTo>
                  <a:lnTo>
                    <a:pt x="99" y="77"/>
                  </a:lnTo>
                  <a:lnTo>
                    <a:pt x="102" y="77"/>
                  </a:lnTo>
                  <a:lnTo>
                    <a:pt x="103" y="75"/>
                  </a:lnTo>
                  <a:lnTo>
                    <a:pt x="113" y="75"/>
                  </a:lnTo>
                  <a:lnTo>
                    <a:pt x="108" y="66"/>
                  </a:lnTo>
                  <a:lnTo>
                    <a:pt x="107" y="65"/>
                  </a:lnTo>
                  <a:lnTo>
                    <a:pt x="106" y="57"/>
                  </a:lnTo>
                  <a:lnTo>
                    <a:pt x="105" y="56"/>
                  </a:lnTo>
                  <a:lnTo>
                    <a:pt x="105" y="33"/>
                  </a:lnTo>
                  <a:lnTo>
                    <a:pt x="106" y="31"/>
                  </a:lnTo>
                  <a:lnTo>
                    <a:pt x="106" y="24"/>
                  </a:lnTo>
                  <a:lnTo>
                    <a:pt x="107" y="24"/>
                  </a:lnTo>
                  <a:lnTo>
                    <a:pt x="109" y="19"/>
                  </a:lnTo>
                  <a:lnTo>
                    <a:pt x="111" y="19"/>
                  </a:lnTo>
                  <a:lnTo>
                    <a:pt x="113" y="18"/>
                  </a:lnTo>
                  <a:lnTo>
                    <a:pt x="116" y="22"/>
                  </a:lnTo>
                  <a:lnTo>
                    <a:pt x="116" y="26"/>
                  </a:lnTo>
                  <a:lnTo>
                    <a:pt x="117" y="27"/>
                  </a:lnTo>
                  <a:lnTo>
                    <a:pt x="117" y="30"/>
                  </a:lnTo>
                  <a:lnTo>
                    <a:pt x="120" y="35"/>
                  </a:lnTo>
                  <a:lnTo>
                    <a:pt x="125" y="35"/>
                  </a:lnTo>
                  <a:lnTo>
                    <a:pt x="129" y="28"/>
                  </a:lnTo>
                  <a:lnTo>
                    <a:pt x="126" y="20"/>
                  </a:lnTo>
                  <a:lnTo>
                    <a:pt x="132" y="12"/>
                  </a:lnTo>
                  <a:lnTo>
                    <a:pt x="131" y="6"/>
                  </a:lnTo>
                  <a:lnTo>
                    <a:pt x="130" y="5"/>
                  </a:lnTo>
                  <a:lnTo>
                    <a:pt x="132" y="2"/>
                  </a:lnTo>
                  <a:lnTo>
                    <a:pt x="135" y="2"/>
                  </a:lnTo>
                  <a:lnTo>
                    <a:pt x="136" y="0"/>
                  </a:lnTo>
                  <a:lnTo>
                    <a:pt x="142" y="0"/>
                  </a:lnTo>
                  <a:lnTo>
                    <a:pt x="141" y="28"/>
                  </a:lnTo>
                  <a:lnTo>
                    <a:pt x="140" y="30"/>
                  </a:lnTo>
                  <a:lnTo>
                    <a:pt x="139" y="45"/>
                  </a:lnTo>
                  <a:lnTo>
                    <a:pt x="140" y="46"/>
                  </a:lnTo>
                  <a:lnTo>
                    <a:pt x="141" y="65"/>
                  </a:lnTo>
                  <a:lnTo>
                    <a:pt x="142" y="66"/>
                  </a:lnTo>
                  <a:lnTo>
                    <a:pt x="143" y="68"/>
                  </a:lnTo>
                  <a:lnTo>
                    <a:pt x="144" y="69"/>
                  </a:lnTo>
                  <a:lnTo>
                    <a:pt x="144" y="71"/>
                  </a:lnTo>
                  <a:lnTo>
                    <a:pt x="149" y="79"/>
                  </a:lnTo>
                  <a:lnTo>
                    <a:pt x="150" y="79"/>
                  </a:lnTo>
                  <a:lnTo>
                    <a:pt x="150" y="82"/>
                  </a:lnTo>
                  <a:lnTo>
                    <a:pt x="152" y="83"/>
                  </a:lnTo>
                  <a:lnTo>
                    <a:pt x="154" y="83"/>
                  </a:lnTo>
                  <a:lnTo>
                    <a:pt x="156" y="80"/>
                  </a:lnTo>
                  <a:lnTo>
                    <a:pt x="155" y="77"/>
                  </a:lnTo>
                  <a:lnTo>
                    <a:pt x="157" y="74"/>
                  </a:lnTo>
                  <a:lnTo>
                    <a:pt x="155" y="59"/>
                  </a:lnTo>
                  <a:lnTo>
                    <a:pt x="162" y="53"/>
                  </a:lnTo>
                  <a:lnTo>
                    <a:pt x="167" y="51"/>
                  </a:lnTo>
                  <a:lnTo>
                    <a:pt x="169" y="47"/>
                  </a:lnTo>
                  <a:lnTo>
                    <a:pt x="171" y="42"/>
                  </a:lnTo>
                  <a:lnTo>
                    <a:pt x="178" y="35"/>
                  </a:lnTo>
                  <a:lnTo>
                    <a:pt x="180" y="38"/>
                  </a:lnTo>
                  <a:lnTo>
                    <a:pt x="186" y="48"/>
                  </a:lnTo>
                  <a:lnTo>
                    <a:pt x="189" y="51"/>
                  </a:lnTo>
                  <a:lnTo>
                    <a:pt x="191" y="55"/>
                  </a:lnTo>
                  <a:lnTo>
                    <a:pt x="204" y="69"/>
                  </a:lnTo>
                  <a:lnTo>
                    <a:pt x="205" y="73"/>
                  </a:lnTo>
                  <a:lnTo>
                    <a:pt x="208" y="77"/>
                  </a:lnTo>
                  <a:lnTo>
                    <a:pt x="208" y="81"/>
                  </a:lnTo>
                  <a:lnTo>
                    <a:pt x="201" y="84"/>
                  </a:lnTo>
                  <a:lnTo>
                    <a:pt x="200" y="87"/>
                  </a:lnTo>
                  <a:lnTo>
                    <a:pt x="200" y="95"/>
                  </a:lnTo>
                  <a:lnTo>
                    <a:pt x="203" y="98"/>
                  </a:lnTo>
                  <a:lnTo>
                    <a:pt x="208" y="107"/>
                  </a:lnTo>
                  <a:lnTo>
                    <a:pt x="216" y="112"/>
                  </a:lnTo>
                  <a:lnTo>
                    <a:pt x="217" y="120"/>
                  </a:lnTo>
                  <a:lnTo>
                    <a:pt x="227" y="120"/>
                  </a:lnTo>
                  <a:lnTo>
                    <a:pt x="231" y="120"/>
                  </a:lnTo>
                  <a:lnTo>
                    <a:pt x="237" y="111"/>
                  </a:lnTo>
                  <a:lnTo>
                    <a:pt x="240" y="111"/>
                  </a:lnTo>
                  <a:lnTo>
                    <a:pt x="240" y="112"/>
                  </a:lnTo>
                  <a:lnTo>
                    <a:pt x="248" y="112"/>
                  </a:lnTo>
                  <a:lnTo>
                    <a:pt x="251" y="107"/>
                  </a:lnTo>
                  <a:lnTo>
                    <a:pt x="252" y="108"/>
                  </a:lnTo>
                  <a:lnTo>
                    <a:pt x="254" y="112"/>
                  </a:lnTo>
                  <a:lnTo>
                    <a:pt x="256" y="114"/>
                  </a:lnTo>
                  <a:lnTo>
                    <a:pt x="255" y="116"/>
                  </a:lnTo>
                  <a:lnTo>
                    <a:pt x="257" y="119"/>
                  </a:lnTo>
                  <a:lnTo>
                    <a:pt x="257" y="121"/>
                  </a:lnTo>
                  <a:lnTo>
                    <a:pt x="259" y="122"/>
                  </a:lnTo>
                  <a:lnTo>
                    <a:pt x="258" y="123"/>
                  </a:lnTo>
                  <a:lnTo>
                    <a:pt x="261" y="125"/>
                  </a:lnTo>
                  <a:lnTo>
                    <a:pt x="260" y="126"/>
                  </a:lnTo>
                  <a:lnTo>
                    <a:pt x="262" y="129"/>
                  </a:lnTo>
                  <a:lnTo>
                    <a:pt x="261" y="130"/>
                  </a:lnTo>
                  <a:lnTo>
                    <a:pt x="265" y="135"/>
                  </a:lnTo>
                  <a:lnTo>
                    <a:pt x="265" y="138"/>
                  </a:lnTo>
                  <a:lnTo>
                    <a:pt x="268" y="145"/>
                  </a:lnTo>
                  <a:lnTo>
                    <a:pt x="270" y="146"/>
                  </a:lnTo>
                  <a:lnTo>
                    <a:pt x="269" y="148"/>
                  </a:lnTo>
                  <a:lnTo>
                    <a:pt x="271" y="150"/>
                  </a:lnTo>
                  <a:lnTo>
                    <a:pt x="271" y="153"/>
                  </a:lnTo>
                  <a:lnTo>
                    <a:pt x="274" y="156"/>
                  </a:lnTo>
                  <a:lnTo>
                    <a:pt x="274" y="160"/>
                  </a:lnTo>
                  <a:lnTo>
                    <a:pt x="277" y="163"/>
                  </a:lnTo>
                  <a:lnTo>
                    <a:pt x="281" y="163"/>
                  </a:lnTo>
                  <a:lnTo>
                    <a:pt x="283" y="166"/>
                  </a:lnTo>
                  <a:lnTo>
                    <a:pt x="284" y="179"/>
                  </a:lnTo>
                  <a:lnTo>
                    <a:pt x="286" y="181"/>
                  </a:lnTo>
                  <a:lnTo>
                    <a:pt x="288" y="184"/>
                  </a:lnTo>
                  <a:lnTo>
                    <a:pt x="292" y="188"/>
                  </a:lnTo>
                  <a:lnTo>
                    <a:pt x="298" y="195"/>
                  </a:lnTo>
                  <a:lnTo>
                    <a:pt x="300" y="204"/>
                  </a:lnTo>
                  <a:lnTo>
                    <a:pt x="303" y="204"/>
                  </a:lnTo>
                  <a:lnTo>
                    <a:pt x="307" y="202"/>
                  </a:lnTo>
                  <a:lnTo>
                    <a:pt x="308" y="205"/>
                  </a:lnTo>
                  <a:lnTo>
                    <a:pt x="305" y="208"/>
                  </a:lnTo>
                  <a:lnTo>
                    <a:pt x="305" y="211"/>
                  </a:lnTo>
                  <a:lnTo>
                    <a:pt x="304" y="211"/>
                  </a:lnTo>
                  <a:lnTo>
                    <a:pt x="303" y="216"/>
                  </a:lnTo>
                  <a:lnTo>
                    <a:pt x="302" y="218"/>
                  </a:lnTo>
                  <a:lnTo>
                    <a:pt x="302" y="221"/>
                  </a:lnTo>
                  <a:lnTo>
                    <a:pt x="305" y="225"/>
                  </a:lnTo>
                  <a:lnTo>
                    <a:pt x="315" y="229"/>
                  </a:lnTo>
                  <a:lnTo>
                    <a:pt x="315" y="234"/>
                  </a:lnTo>
                  <a:lnTo>
                    <a:pt x="316" y="235"/>
                  </a:lnTo>
                  <a:lnTo>
                    <a:pt x="317" y="244"/>
                  </a:lnTo>
                  <a:lnTo>
                    <a:pt x="318" y="246"/>
                  </a:lnTo>
                  <a:lnTo>
                    <a:pt x="324" y="248"/>
                  </a:lnTo>
                  <a:lnTo>
                    <a:pt x="326" y="250"/>
                  </a:lnTo>
                  <a:lnTo>
                    <a:pt x="327" y="252"/>
                  </a:lnTo>
                  <a:lnTo>
                    <a:pt x="328" y="252"/>
                  </a:lnTo>
                  <a:lnTo>
                    <a:pt x="330" y="257"/>
                  </a:lnTo>
                  <a:lnTo>
                    <a:pt x="332" y="258"/>
                  </a:lnTo>
                  <a:lnTo>
                    <a:pt x="334" y="258"/>
                  </a:lnTo>
                  <a:lnTo>
                    <a:pt x="341" y="254"/>
                  </a:lnTo>
                  <a:lnTo>
                    <a:pt x="344" y="256"/>
                  </a:lnTo>
                  <a:lnTo>
                    <a:pt x="353" y="257"/>
                  </a:lnTo>
                  <a:lnTo>
                    <a:pt x="358" y="253"/>
                  </a:lnTo>
                  <a:lnTo>
                    <a:pt x="365" y="244"/>
                  </a:lnTo>
                  <a:lnTo>
                    <a:pt x="369" y="243"/>
                  </a:lnTo>
                  <a:lnTo>
                    <a:pt x="378" y="236"/>
                  </a:lnTo>
                  <a:lnTo>
                    <a:pt x="380" y="235"/>
                  </a:lnTo>
                  <a:lnTo>
                    <a:pt x="381" y="234"/>
                  </a:lnTo>
                  <a:lnTo>
                    <a:pt x="385" y="235"/>
                  </a:lnTo>
                  <a:lnTo>
                    <a:pt x="389" y="240"/>
                  </a:lnTo>
                  <a:lnTo>
                    <a:pt x="390" y="245"/>
                  </a:lnTo>
                  <a:lnTo>
                    <a:pt x="388" y="245"/>
                  </a:lnTo>
                  <a:lnTo>
                    <a:pt x="388" y="249"/>
                  </a:lnTo>
                  <a:lnTo>
                    <a:pt x="390" y="250"/>
                  </a:lnTo>
                  <a:lnTo>
                    <a:pt x="391" y="248"/>
                  </a:lnTo>
                  <a:lnTo>
                    <a:pt x="394" y="248"/>
                  </a:lnTo>
                  <a:lnTo>
                    <a:pt x="397" y="242"/>
                  </a:lnTo>
                  <a:lnTo>
                    <a:pt x="399" y="239"/>
                  </a:lnTo>
                  <a:lnTo>
                    <a:pt x="406" y="235"/>
                  </a:lnTo>
                  <a:lnTo>
                    <a:pt x="413" y="236"/>
                  </a:lnTo>
                  <a:lnTo>
                    <a:pt x="414" y="234"/>
                  </a:lnTo>
                  <a:lnTo>
                    <a:pt x="413" y="226"/>
                  </a:lnTo>
                  <a:lnTo>
                    <a:pt x="417" y="222"/>
                  </a:lnTo>
                  <a:lnTo>
                    <a:pt x="415" y="203"/>
                  </a:lnTo>
                  <a:lnTo>
                    <a:pt x="413" y="202"/>
                  </a:lnTo>
                  <a:lnTo>
                    <a:pt x="413" y="199"/>
                  </a:lnTo>
                  <a:lnTo>
                    <a:pt x="412" y="197"/>
                  </a:lnTo>
                  <a:lnTo>
                    <a:pt x="412" y="194"/>
                  </a:lnTo>
                  <a:lnTo>
                    <a:pt x="410" y="192"/>
                  </a:lnTo>
                  <a:lnTo>
                    <a:pt x="410" y="188"/>
                  </a:lnTo>
                  <a:lnTo>
                    <a:pt x="409" y="187"/>
                  </a:lnTo>
                  <a:lnTo>
                    <a:pt x="408" y="173"/>
                  </a:lnTo>
                  <a:lnTo>
                    <a:pt x="409" y="171"/>
                  </a:lnTo>
                  <a:lnTo>
                    <a:pt x="408" y="159"/>
                  </a:lnTo>
                  <a:lnTo>
                    <a:pt x="410" y="157"/>
                  </a:lnTo>
                  <a:lnTo>
                    <a:pt x="410" y="155"/>
                  </a:lnTo>
                  <a:lnTo>
                    <a:pt x="415" y="149"/>
                  </a:lnTo>
                  <a:lnTo>
                    <a:pt x="418" y="151"/>
                  </a:lnTo>
                  <a:lnTo>
                    <a:pt x="424" y="150"/>
                  </a:lnTo>
                  <a:lnTo>
                    <a:pt x="429" y="144"/>
                  </a:lnTo>
                  <a:lnTo>
                    <a:pt x="428" y="143"/>
                  </a:lnTo>
                  <a:lnTo>
                    <a:pt x="435" y="135"/>
                  </a:lnTo>
                  <a:lnTo>
                    <a:pt x="437" y="135"/>
                  </a:lnTo>
                  <a:lnTo>
                    <a:pt x="443" y="128"/>
                  </a:lnTo>
                  <a:lnTo>
                    <a:pt x="446" y="126"/>
                  </a:lnTo>
                  <a:lnTo>
                    <a:pt x="449" y="122"/>
                  </a:lnTo>
                  <a:lnTo>
                    <a:pt x="451" y="122"/>
                  </a:lnTo>
                  <a:lnTo>
                    <a:pt x="454" y="116"/>
                  </a:lnTo>
                  <a:lnTo>
                    <a:pt x="455" y="104"/>
                  </a:lnTo>
                  <a:lnTo>
                    <a:pt x="449" y="99"/>
                  </a:lnTo>
                  <a:lnTo>
                    <a:pt x="449" y="94"/>
                  </a:lnTo>
                  <a:lnTo>
                    <a:pt x="451" y="89"/>
                  </a:lnTo>
                  <a:lnTo>
                    <a:pt x="453" y="89"/>
                  </a:lnTo>
                  <a:lnTo>
                    <a:pt x="462" y="80"/>
                  </a:lnTo>
                  <a:lnTo>
                    <a:pt x="466" y="81"/>
                  </a:lnTo>
                  <a:lnTo>
                    <a:pt x="469" y="87"/>
                  </a:lnTo>
                  <a:lnTo>
                    <a:pt x="474" y="84"/>
                  </a:lnTo>
                  <a:lnTo>
                    <a:pt x="474" y="83"/>
                  </a:lnTo>
                  <a:lnTo>
                    <a:pt x="479" y="77"/>
                  </a:lnTo>
                  <a:lnTo>
                    <a:pt x="479" y="75"/>
                  </a:lnTo>
                  <a:lnTo>
                    <a:pt x="481" y="72"/>
                  </a:lnTo>
                  <a:lnTo>
                    <a:pt x="474" y="65"/>
                  </a:lnTo>
                  <a:lnTo>
                    <a:pt x="472" y="60"/>
                  </a:lnTo>
                  <a:lnTo>
                    <a:pt x="478" y="51"/>
                  </a:lnTo>
                  <a:lnTo>
                    <a:pt x="481" y="48"/>
                  </a:lnTo>
                  <a:lnTo>
                    <a:pt x="486" y="51"/>
                  </a:lnTo>
                  <a:lnTo>
                    <a:pt x="510" y="49"/>
                  </a:lnTo>
                  <a:lnTo>
                    <a:pt x="514" y="52"/>
                  </a:lnTo>
                  <a:lnTo>
                    <a:pt x="517" y="56"/>
                  </a:lnTo>
                  <a:lnTo>
                    <a:pt x="508" y="65"/>
                  </a:lnTo>
                  <a:lnTo>
                    <a:pt x="509" y="77"/>
                  </a:lnTo>
                  <a:lnTo>
                    <a:pt x="510" y="78"/>
                  </a:lnTo>
                  <a:lnTo>
                    <a:pt x="514" y="76"/>
                  </a:lnTo>
                  <a:lnTo>
                    <a:pt x="518" y="79"/>
                  </a:lnTo>
                  <a:lnTo>
                    <a:pt x="521" y="84"/>
                  </a:lnTo>
                  <a:lnTo>
                    <a:pt x="522" y="97"/>
                  </a:lnTo>
                  <a:lnTo>
                    <a:pt x="519" y="100"/>
                  </a:lnTo>
                  <a:lnTo>
                    <a:pt x="519" y="101"/>
                  </a:lnTo>
                  <a:lnTo>
                    <a:pt x="515" y="105"/>
                  </a:lnTo>
                  <a:lnTo>
                    <a:pt x="517" y="106"/>
                  </a:lnTo>
                  <a:lnTo>
                    <a:pt x="517" y="110"/>
                  </a:lnTo>
                  <a:lnTo>
                    <a:pt x="521" y="114"/>
                  </a:lnTo>
                  <a:lnTo>
                    <a:pt x="525" y="114"/>
                  </a:lnTo>
                  <a:lnTo>
                    <a:pt x="527" y="115"/>
                  </a:lnTo>
                  <a:lnTo>
                    <a:pt x="529" y="115"/>
                  </a:lnTo>
                  <a:lnTo>
                    <a:pt x="531" y="116"/>
                  </a:lnTo>
                  <a:lnTo>
                    <a:pt x="536" y="117"/>
                  </a:lnTo>
                  <a:lnTo>
                    <a:pt x="541" y="114"/>
                  </a:lnTo>
                  <a:lnTo>
                    <a:pt x="546" y="114"/>
                  </a:lnTo>
                  <a:lnTo>
                    <a:pt x="546" y="113"/>
                  </a:lnTo>
                  <a:lnTo>
                    <a:pt x="549" y="113"/>
                  </a:lnTo>
                  <a:lnTo>
                    <a:pt x="550" y="111"/>
                  </a:lnTo>
                  <a:lnTo>
                    <a:pt x="553" y="110"/>
                  </a:lnTo>
                  <a:lnTo>
                    <a:pt x="553" y="109"/>
                  </a:lnTo>
                  <a:lnTo>
                    <a:pt x="556" y="105"/>
                  </a:lnTo>
                  <a:lnTo>
                    <a:pt x="560" y="97"/>
                  </a:lnTo>
                  <a:lnTo>
                    <a:pt x="563" y="96"/>
                  </a:lnTo>
                  <a:lnTo>
                    <a:pt x="568" y="93"/>
                  </a:lnTo>
                  <a:lnTo>
                    <a:pt x="572" y="94"/>
                  </a:lnTo>
                  <a:lnTo>
                    <a:pt x="574" y="96"/>
                  </a:lnTo>
                  <a:lnTo>
                    <a:pt x="575" y="99"/>
                  </a:lnTo>
                  <a:lnTo>
                    <a:pt x="581" y="102"/>
                  </a:lnTo>
                  <a:lnTo>
                    <a:pt x="580" y="126"/>
                  </a:lnTo>
                  <a:lnTo>
                    <a:pt x="582" y="127"/>
                  </a:lnTo>
                  <a:lnTo>
                    <a:pt x="583" y="130"/>
                  </a:lnTo>
                  <a:lnTo>
                    <a:pt x="584" y="137"/>
                  </a:lnTo>
                  <a:lnTo>
                    <a:pt x="580" y="144"/>
                  </a:lnTo>
                  <a:lnTo>
                    <a:pt x="580" y="146"/>
                  </a:lnTo>
                  <a:lnTo>
                    <a:pt x="574" y="155"/>
                  </a:lnTo>
                  <a:lnTo>
                    <a:pt x="569" y="157"/>
                  </a:lnTo>
                  <a:lnTo>
                    <a:pt x="563" y="158"/>
                  </a:lnTo>
                  <a:lnTo>
                    <a:pt x="561" y="159"/>
                  </a:lnTo>
                  <a:lnTo>
                    <a:pt x="557" y="159"/>
                  </a:lnTo>
                  <a:lnTo>
                    <a:pt x="551" y="164"/>
                  </a:lnTo>
                  <a:lnTo>
                    <a:pt x="530" y="164"/>
                  </a:lnTo>
                  <a:lnTo>
                    <a:pt x="522" y="157"/>
                  </a:lnTo>
                  <a:lnTo>
                    <a:pt x="519" y="156"/>
                  </a:lnTo>
                  <a:lnTo>
                    <a:pt x="517" y="153"/>
                  </a:lnTo>
                  <a:lnTo>
                    <a:pt x="512" y="154"/>
                  </a:lnTo>
                  <a:lnTo>
                    <a:pt x="505" y="166"/>
                  </a:lnTo>
                  <a:lnTo>
                    <a:pt x="502" y="166"/>
                  </a:lnTo>
                  <a:lnTo>
                    <a:pt x="493" y="160"/>
                  </a:lnTo>
                  <a:lnTo>
                    <a:pt x="492" y="160"/>
                  </a:lnTo>
                  <a:lnTo>
                    <a:pt x="488" y="155"/>
                  </a:lnTo>
                  <a:lnTo>
                    <a:pt x="483" y="156"/>
                  </a:lnTo>
                  <a:lnTo>
                    <a:pt x="482" y="165"/>
                  </a:lnTo>
                  <a:lnTo>
                    <a:pt x="476" y="168"/>
                  </a:lnTo>
                  <a:lnTo>
                    <a:pt x="474" y="171"/>
                  </a:lnTo>
                  <a:lnTo>
                    <a:pt x="470" y="172"/>
                  </a:lnTo>
                  <a:lnTo>
                    <a:pt x="461" y="180"/>
                  </a:lnTo>
                  <a:lnTo>
                    <a:pt x="463" y="182"/>
                  </a:lnTo>
                  <a:lnTo>
                    <a:pt x="468" y="184"/>
                  </a:lnTo>
                  <a:lnTo>
                    <a:pt x="473" y="191"/>
                  </a:lnTo>
                  <a:lnTo>
                    <a:pt x="473" y="199"/>
                  </a:lnTo>
                  <a:lnTo>
                    <a:pt x="470" y="204"/>
                  </a:lnTo>
                  <a:lnTo>
                    <a:pt x="468" y="205"/>
                  </a:lnTo>
                  <a:lnTo>
                    <a:pt x="468" y="207"/>
                  </a:lnTo>
                  <a:lnTo>
                    <a:pt x="473" y="210"/>
                  </a:lnTo>
                  <a:lnTo>
                    <a:pt x="474" y="214"/>
                  </a:lnTo>
                  <a:lnTo>
                    <a:pt x="471" y="218"/>
                  </a:lnTo>
                  <a:lnTo>
                    <a:pt x="475" y="222"/>
                  </a:lnTo>
                  <a:lnTo>
                    <a:pt x="475" y="224"/>
                  </a:lnTo>
                  <a:lnTo>
                    <a:pt x="480" y="228"/>
                  </a:lnTo>
                  <a:lnTo>
                    <a:pt x="482" y="227"/>
                  </a:lnTo>
                  <a:lnTo>
                    <a:pt x="483" y="226"/>
                  </a:lnTo>
                  <a:lnTo>
                    <a:pt x="491" y="225"/>
                  </a:lnTo>
                  <a:lnTo>
                    <a:pt x="493" y="221"/>
                  </a:lnTo>
                  <a:lnTo>
                    <a:pt x="493" y="218"/>
                  </a:lnTo>
                  <a:lnTo>
                    <a:pt x="495" y="216"/>
                  </a:lnTo>
                  <a:lnTo>
                    <a:pt x="500" y="216"/>
                  </a:lnTo>
                  <a:lnTo>
                    <a:pt x="503" y="218"/>
                  </a:lnTo>
                  <a:lnTo>
                    <a:pt x="507" y="219"/>
                  </a:lnTo>
                  <a:lnTo>
                    <a:pt x="513" y="216"/>
                  </a:lnTo>
                  <a:lnTo>
                    <a:pt x="515" y="212"/>
                  </a:lnTo>
                  <a:lnTo>
                    <a:pt x="519" y="211"/>
                  </a:lnTo>
                  <a:lnTo>
                    <a:pt x="525" y="218"/>
                  </a:lnTo>
                  <a:lnTo>
                    <a:pt x="529" y="219"/>
                  </a:lnTo>
                  <a:lnTo>
                    <a:pt x="533" y="225"/>
                  </a:lnTo>
                  <a:lnTo>
                    <a:pt x="537" y="232"/>
                  </a:lnTo>
                  <a:lnTo>
                    <a:pt x="538" y="242"/>
                  </a:lnTo>
                  <a:lnTo>
                    <a:pt x="528" y="248"/>
                  </a:lnTo>
                  <a:lnTo>
                    <a:pt x="526" y="253"/>
                  </a:lnTo>
                  <a:lnTo>
                    <a:pt x="526" y="255"/>
                  </a:lnTo>
                  <a:lnTo>
                    <a:pt x="524" y="259"/>
                  </a:lnTo>
                  <a:lnTo>
                    <a:pt x="524" y="263"/>
                  </a:lnTo>
                  <a:lnTo>
                    <a:pt x="521" y="266"/>
                  </a:lnTo>
                  <a:lnTo>
                    <a:pt x="522" y="270"/>
                  </a:lnTo>
                  <a:lnTo>
                    <a:pt x="519" y="273"/>
                  </a:lnTo>
                  <a:lnTo>
                    <a:pt x="519" y="276"/>
                  </a:lnTo>
                  <a:lnTo>
                    <a:pt x="517" y="281"/>
                  </a:lnTo>
                  <a:lnTo>
                    <a:pt x="516" y="286"/>
                  </a:lnTo>
                  <a:lnTo>
                    <a:pt x="511" y="291"/>
                  </a:lnTo>
                  <a:lnTo>
                    <a:pt x="510" y="291"/>
                  </a:lnTo>
                  <a:lnTo>
                    <a:pt x="509" y="292"/>
                  </a:lnTo>
                  <a:lnTo>
                    <a:pt x="511" y="300"/>
                  </a:lnTo>
                  <a:lnTo>
                    <a:pt x="521" y="304"/>
                  </a:lnTo>
                  <a:lnTo>
                    <a:pt x="528" y="310"/>
                  </a:lnTo>
                  <a:lnTo>
                    <a:pt x="528" y="314"/>
                  </a:lnTo>
                  <a:lnTo>
                    <a:pt x="531" y="318"/>
                  </a:lnTo>
                  <a:lnTo>
                    <a:pt x="535" y="324"/>
                  </a:lnTo>
                  <a:lnTo>
                    <a:pt x="538" y="323"/>
                  </a:lnTo>
                  <a:lnTo>
                    <a:pt x="545" y="326"/>
                  </a:lnTo>
                  <a:lnTo>
                    <a:pt x="550" y="332"/>
                  </a:lnTo>
                  <a:lnTo>
                    <a:pt x="549" y="335"/>
                  </a:lnTo>
                  <a:lnTo>
                    <a:pt x="547" y="338"/>
                  </a:lnTo>
                  <a:lnTo>
                    <a:pt x="543" y="337"/>
                  </a:lnTo>
                  <a:lnTo>
                    <a:pt x="540" y="340"/>
                  </a:lnTo>
                  <a:lnTo>
                    <a:pt x="539" y="350"/>
                  </a:lnTo>
                  <a:lnTo>
                    <a:pt x="525" y="367"/>
                  </a:lnTo>
                  <a:lnTo>
                    <a:pt x="526" y="373"/>
                  </a:lnTo>
                  <a:lnTo>
                    <a:pt x="525" y="373"/>
                  </a:lnTo>
                  <a:lnTo>
                    <a:pt x="523" y="375"/>
                  </a:lnTo>
                  <a:lnTo>
                    <a:pt x="523" y="379"/>
                  </a:lnTo>
                  <a:lnTo>
                    <a:pt x="525" y="381"/>
                  </a:lnTo>
                  <a:lnTo>
                    <a:pt x="525" y="385"/>
                  </a:lnTo>
                  <a:lnTo>
                    <a:pt x="526" y="386"/>
                  </a:lnTo>
                  <a:lnTo>
                    <a:pt x="527" y="389"/>
                  </a:lnTo>
                  <a:lnTo>
                    <a:pt x="529" y="393"/>
                  </a:lnTo>
                  <a:lnTo>
                    <a:pt x="531" y="398"/>
                  </a:lnTo>
                  <a:lnTo>
                    <a:pt x="535" y="401"/>
                  </a:lnTo>
                  <a:lnTo>
                    <a:pt x="537" y="399"/>
                  </a:lnTo>
                  <a:lnTo>
                    <a:pt x="537" y="396"/>
                  </a:lnTo>
                  <a:lnTo>
                    <a:pt x="540" y="393"/>
                  </a:lnTo>
                  <a:lnTo>
                    <a:pt x="544" y="393"/>
                  </a:lnTo>
                  <a:lnTo>
                    <a:pt x="545" y="394"/>
                  </a:lnTo>
                  <a:lnTo>
                    <a:pt x="549" y="393"/>
                  </a:lnTo>
                  <a:lnTo>
                    <a:pt x="551" y="395"/>
                  </a:lnTo>
                  <a:lnTo>
                    <a:pt x="553" y="395"/>
                  </a:lnTo>
                  <a:lnTo>
                    <a:pt x="555" y="396"/>
                  </a:lnTo>
                  <a:lnTo>
                    <a:pt x="562" y="391"/>
                  </a:lnTo>
                  <a:lnTo>
                    <a:pt x="563" y="391"/>
                  </a:lnTo>
                  <a:lnTo>
                    <a:pt x="573" y="403"/>
                  </a:lnTo>
                  <a:lnTo>
                    <a:pt x="573" y="406"/>
                  </a:lnTo>
                  <a:lnTo>
                    <a:pt x="575" y="410"/>
                  </a:lnTo>
                  <a:lnTo>
                    <a:pt x="576" y="416"/>
                  </a:lnTo>
                  <a:lnTo>
                    <a:pt x="575" y="417"/>
                  </a:lnTo>
                  <a:lnTo>
                    <a:pt x="575" y="419"/>
                  </a:lnTo>
                  <a:lnTo>
                    <a:pt x="578" y="422"/>
                  </a:lnTo>
                  <a:lnTo>
                    <a:pt x="581" y="421"/>
                  </a:lnTo>
                  <a:lnTo>
                    <a:pt x="585" y="421"/>
                  </a:lnTo>
                  <a:lnTo>
                    <a:pt x="593" y="425"/>
                  </a:lnTo>
                  <a:lnTo>
                    <a:pt x="596" y="425"/>
                  </a:lnTo>
                  <a:lnTo>
                    <a:pt x="599" y="420"/>
                  </a:lnTo>
                  <a:lnTo>
                    <a:pt x="604" y="420"/>
                  </a:lnTo>
                  <a:lnTo>
                    <a:pt x="609" y="426"/>
                  </a:lnTo>
                  <a:lnTo>
                    <a:pt x="611" y="426"/>
                  </a:lnTo>
                  <a:lnTo>
                    <a:pt x="615" y="423"/>
                  </a:lnTo>
                  <a:lnTo>
                    <a:pt x="623" y="424"/>
                  </a:lnTo>
                  <a:lnTo>
                    <a:pt x="628" y="417"/>
                  </a:lnTo>
                  <a:lnTo>
                    <a:pt x="636" y="417"/>
                  </a:lnTo>
                  <a:lnTo>
                    <a:pt x="638" y="418"/>
                  </a:lnTo>
                  <a:lnTo>
                    <a:pt x="638" y="422"/>
                  </a:lnTo>
                  <a:lnTo>
                    <a:pt x="640" y="424"/>
                  </a:lnTo>
                  <a:lnTo>
                    <a:pt x="640" y="427"/>
                  </a:lnTo>
                  <a:lnTo>
                    <a:pt x="641" y="430"/>
                  </a:lnTo>
                  <a:lnTo>
                    <a:pt x="646" y="433"/>
                  </a:lnTo>
                  <a:lnTo>
                    <a:pt x="646" y="435"/>
                  </a:lnTo>
                  <a:lnTo>
                    <a:pt x="648" y="439"/>
                  </a:lnTo>
                  <a:lnTo>
                    <a:pt x="649" y="445"/>
                  </a:lnTo>
                  <a:lnTo>
                    <a:pt x="647" y="446"/>
                  </a:lnTo>
                  <a:lnTo>
                    <a:pt x="645" y="448"/>
                  </a:lnTo>
                  <a:lnTo>
                    <a:pt x="646" y="464"/>
                  </a:lnTo>
                  <a:lnTo>
                    <a:pt x="641" y="469"/>
                  </a:lnTo>
                  <a:lnTo>
                    <a:pt x="640" y="474"/>
                  </a:lnTo>
                  <a:lnTo>
                    <a:pt x="637" y="477"/>
                  </a:lnTo>
                  <a:lnTo>
                    <a:pt x="634" y="477"/>
                  </a:lnTo>
                  <a:lnTo>
                    <a:pt x="629" y="472"/>
                  </a:lnTo>
                  <a:lnTo>
                    <a:pt x="621" y="471"/>
                  </a:lnTo>
                  <a:lnTo>
                    <a:pt x="619" y="475"/>
                  </a:lnTo>
                  <a:lnTo>
                    <a:pt x="617" y="478"/>
                  </a:lnTo>
                  <a:lnTo>
                    <a:pt x="617" y="479"/>
                  </a:lnTo>
                  <a:lnTo>
                    <a:pt x="615" y="481"/>
                  </a:lnTo>
                  <a:lnTo>
                    <a:pt x="612" y="481"/>
                  </a:lnTo>
                  <a:lnTo>
                    <a:pt x="610" y="484"/>
                  </a:lnTo>
                  <a:lnTo>
                    <a:pt x="608" y="486"/>
                  </a:lnTo>
                  <a:lnTo>
                    <a:pt x="608" y="488"/>
                  </a:lnTo>
                  <a:lnTo>
                    <a:pt x="604" y="492"/>
                  </a:lnTo>
                  <a:lnTo>
                    <a:pt x="600" y="498"/>
                  </a:lnTo>
                  <a:close/>
                </a:path>
              </a:pathLst>
            </a:custGeom>
            <a:grpFill/>
            <a:ln w="28575">
              <a:noFill/>
              <a:prstDash val="sysDot"/>
              <a:round/>
              <a:headEnd/>
              <a:tailEnd/>
            </a:ln>
          </p:spPr>
          <p:txBody>
            <a:bodyPr/>
            <a:lstStyle/>
            <a:p>
              <a:endParaRPr lang="zh-CN" altLang="en-US" kern="0" dirty="0">
                <a:solidFill>
                  <a:prstClr val="black"/>
                </a:solidFill>
                <a:ea typeface="微软雅黑" pitchFamily="34" charset="-122"/>
              </a:endParaRPr>
            </a:p>
          </p:txBody>
        </p:sp>
        <p:sp>
          <p:nvSpPr>
            <p:cNvPr id="20" name="Freeform 20"/>
            <p:cNvSpPr>
              <a:spLocks/>
            </p:cNvSpPr>
            <p:nvPr/>
          </p:nvSpPr>
          <p:spPr bwMode="auto">
            <a:xfrm>
              <a:off x="4455249" y="4991211"/>
              <a:ext cx="1038225" cy="779463"/>
            </a:xfrm>
            <a:custGeom>
              <a:avLst/>
              <a:gdLst>
                <a:gd name="T0" fmla="*/ 2147483647 w 567"/>
                <a:gd name="T1" fmla="*/ 2147483647 h 409"/>
                <a:gd name="T2" fmla="*/ 2147483647 w 567"/>
                <a:gd name="T3" fmla="*/ 2147483647 h 409"/>
                <a:gd name="T4" fmla="*/ 2147483647 w 567"/>
                <a:gd name="T5" fmla="*/ 2147483647 h 409"/>
                <a:gd name="T6" fmla="*/ 2147483647 w 567"/>
                <a:gd name="T7" fmla="*/ 2147483647 h 409"/>
                <a:gd name="T8" fmla="*/ 2147483647 w 567"/>
                <a:gd name="T9" fmla="*/ 2147483647 h 409"/>
                <a:gd name="T10" fmla="*/ 2147483647 w 567"/>
                <a:gd name="T11" fmla="*/ 2147483647 h 409"/>
                <a:gd name="T12" fmla="*/ 2147483647 w 567"/>
                <a:gd name="T13" fmla="*/ 2147483647 h 409"/>
                <a:gd name="T14" fmla="*/ 2147483647 w 567"/>
                <a:gd name="T15" fmla="*/ 2147483647 h 409"/>
                <a:gd name="T16" fmla="*/ 2147483647 w 567"/>
                <a:gd name="T17" fmla="*/ 2147483647 h 409"/>
                <a:gd name="T18" fmla="*/ 2147483647 w 567"/>
                <a:gd name="T19" fmla="*/ 2147483647 h 409"/>
                <a:gd name="T20" fmla="*/ 2147483647 w 567"/>
                <a:gd name="T21" fmla="*/ 2147483647 h 409"/>
                <a:gd name="T22" fmla="*/ 2147483647 w 567"/>
                <a:gd name="T23" fmla="*/ 2147483647 h 409"/>
                <a:gd name="T24" fmla="*/ 2147483647 w 567"/>
                <a:gd name="T25" fmla="*/ 2147483647 h 409"/>
                <a:gd name="T26" fmla="*/ 2147483647 w 567"/>
                <a:gd name="T27" fmla="*/ 2147483647 h 409"/>
                <a:gd name="T28" fmla="*/ 2147483647 w 567"/>
                <a:gd name="T29" fmla="*/ 2147483647 h 409"/>
                <a:gd name="T30" fmla="*/ 2147483647 w 567"/>
                <a:gd name="T31" fmla="*/ 2147483647 h 409"/>
                <a:gd name="T32" fmla="*/ 2147483647 w 567"/>
                <a:gd name="T33" fmla="*/ 2147483647 h 409"/>
                <a:gd name="T34" fmla="*/ 2147483647 w 567"/>
                <a:gd name="T35" fmla="*/ 2147483647 h 409"/>
                <a:gd name="T36" fmla="*/ 2147483647 w 567"/>
                <a:gd name="T37" fmla="*/ 2147483647 h 409"/>
                <a:gd name="T38" fmla="*/ 2147483647 w 567"/>
                <a:gd name="T39" fmla="*/ 2147483647 h 409"/>
                <a:gd name="T40" fmla="*/ 2147483647 w 567"/>
                <a:gd name="T41" fmla="*/ 2147483647 h 409"/>
                <a:gd name="T42" fmla="*/ 2147483647 w 567"/>
                <a:gd name="T43" fmla="*/ 2147483647 h 409"/>
                <a:gd name="T44" fmla="*/ 2147483647 w 567"/>
                <a:gd name="T45" fmla="*/ 2147483647 h 409"/>
                <a:gd name="T46" fmla="*/ 2147483647 w 567"/>
                <a:gd name="T47" fmla="*/ 2147483647 h 409"/>
                <a:gd name="T48" fmla="*/ 2147483647 w 567"/>
                <a:gd name="T49" fmla="*/ 2147483647 h 409"/>
                <a:gd name="T50" fmla="*/ 2147483647 w 567"/>
                <a:gd name="T51" fmla="*/ 2147483647 h 409"/>
                <a:gd name="T52" fmla="*/ 2147483647 w 567"/>
                <a:gd name="T53" fmla="*/ 2147483647 h 409"/>
                <a:gd name="T54" fmla="*/ 2147483647 w 567"/>
                <a:gd name="T55" fmla="*/ 2147483647 h 409"/>
                <a:gd name="T56" fmla="*/ 2147483647 w 567"/>
                <a:gd name="T57" fmla="*/ 2147483647 h 409"/>
                <a:gd name="T58" fmla="*/ 2147483647 w 567"/>
                <a:gd name="T59" fmla="*/ 2147483647 h 409"/>
                <a:gd name="T60" fmla="*/ 2147483647 w 567"/>
                <a:gd name="T61" fmla="*/ 2147483647 h 409"/>
                <a:gd name="T62" fmla="*/ 2147483647 w 567"/>
                <a:gd name="T63" fmla="*/ 2147483647 h 409"/>
                <a:gd name="T64" fmla="*/ 2147483647 w 567"/>
                <a:gd name="T65" fmla="*/ 2147483647 h 409"/>
                <a:gd name="T66" fmla="*/ 2147483647 w 567"/>
                <a:gd name="T67" fmla="*/ 2147483647 h 409"/>
                <a:gd name="T68" fmla="*/ 2147483647 w 567"/>
                <a:gd name="T69" fmla="*/ 2147483647 h 409"/>
                <a:gd name="T70" fmla="*/ 2147483647 w 567"/>
                <a:gd name="T71" fmla="*/ 2147483647 h 409"/>
                <a:gd name="T72" fmla="*/ 2147483647 w 567"/>
                <a:gd name="T73" fmla="*/ 2147483647 h 409"/>
                <a:gd name="T74" fmla="*/ 2147483647 w 567"/>
                <a:gd name="T75" fmla="*/ 2147483647 h 409"/>
                <a:gd name="T76" fmla="*/ 2147483647 w 567"/>
                <a:gd name="T77" fmla="*/ 2147483647 h 409"/>
                <a:gd name="T78" fmla="*/ 2147483647 w 567"/>
                <a:gd name="T79" fmla="*/ 2147483647 h 409"/>
                <a:gd name="T80" fmla="*/ 2147483647 w 567"/>
                <a:gd name="T81" fmla="*/ 2147483647 h 409"/>
                <a:gd name="T82" fmla="*/ 2147483647 w 567"/>
                <a:gd name="T83" fmla="*/ 2147483647 h 409"/>
                <a:gd name="T84" fmla="*/ 2147483647 w 567"/>
                <a:gd name="T85" fmla="*/ 2147483647 h 409"/>
                <a:gd name="T86" fmla="*/ 2147483647 w 567"/>
                <a:gd name="T87" fmla="*/ 2147483647 h 409"/>
                <a:gd name="T88" fmla="*/ 2147483647 w 567"/>
                <a:gd name="T89" fmla="*/ 2147483647 h 409"/>
                <a:gd name="T90" fmla="*/ 2147483647 w 567"/>
                <a:gd name="T91" fmla="*/ 2147483647 h 409"/>
                <a:gd name="T92" fmla="*/ 2147483647 w 567"/>
                <a:gd name="T93" fmla="*/ 2147483647 h 409"/>
                <a:gd name="T94" fmla="*/ 2147483647 w 567"/>
                <a:gd name="T95" fmla="*/ 2147483647 h 409"/>
                <a:gd name="T96" fmla="*/ 2147483647 w 567"/>
                <a:gd name="T97" fmla="*/ 2147483647 h 409"/>
                <a:gd name="T98" fmla="*/ 2147483647 w 567"/>
                <a:gd name="T99" fmla="*/ 2147483647 h 409"/>
                <a:gd name="T100" fmla="*/ 2147483647 w 567"/>
                <a:gd name="T101" fmla="*/ 2147483647 h 409"/>
                <a:gd name="T102" fmla="*/ 2147483647 w 567"/>
                <a:gd name="T103" fmla="*/ 2147483647 h 409"/>
                <a:gd name="T104" fmla="*/ 2147483647 w 567"/>
                <a:gd name="T105" fmla="*/ 2147483647 h 409"/>
                <a:gd name="T106" fmla="*/ 2147483647 w 567"/>
                <a:gd name="T107" fmla="*/ 2147483647 h 409"/>
                <a:gd name="T108" fmla="*/ 2147483647 w 567"/>
                <a:gd name="T109" fmla="*/ 2147483647 h 409"/>
                <a:gd name="T110" fmla="*/ 2147483647 w 567"/>
                <a:gd name="T111" fmla="*/ 2147483647 h 409"/>
                <a:gd name="T112" fmla="*/ 2147483647 w 567"/>
                <a:gd name="T113" fmla="*/ 2147483647 h 409"/>
                <a:gd name="T114" fmla="*/ 2147483647 w 567"/>
                <a:gd name="T115" fmla="*/ 2147483647 h 409"/>
                <a:gd name="T116" fmla="*/ 2147483647 w 567"/>
                <a:gd name="T117" fmla="*/ 2147483647 h 409"/>
                <a:gd name="T118" fmla="*/ 2147483647 w 567"/>
                <a:gd name="T119" fmla="*/ 2147483647 h 409"/>
                <a:gd name="T120" fmla="*/ 2147483647 w 567"/>
                <a:gd name="T121" fmla="*/ 2147483647 h 409"/>
                <a:gd name="T122" fmla="*/ 2147483647 w 567"/>
                <a:gd name="T123" fmla="*/ 2147483647 h 40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567"/>
                <a:gd name="T187" fmla="*/ 0 h 409"/>
                <a:gd name="T188" fmla="*/ 567 w 567"/>
                <a:gd name="T189" fmla="*/ 409 h 409"/>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567" h="409">
                  <a:moveTo>
                    <a:pt x="407" y="401"/>
                  </a:moveTo>
                  <a:lnTo>
                    <a:pt x="407" y="401"/>
                  </a:lnTo>
                  <a:lnTo>
                    <a:pt x="406" y="401"/>
                  </a:lnTo>
                  <a:lnTo>
                    <a:pt x="406" y="400"/>
                  </a:lnTo>
                  <a:lnTo>
                    <a:pt x="405" y="399"/>
                  </a:lnTo>
                  <a:lnTo>
                    <a:pt x="404" y="399"/>
                  </a:lnTo>
                  <a:lnTo>
                    <a:pt x="403" y="399"/>
                  </a:lnTo>
                  <a:lnTo>
                    <a:pt x="402" y="399"/>
                  </a:lnTo>
                  <a:lnTo>
                    <a:pt x="401" y="399"/>
                  </a:lnTo>
                  <a:lnTo>
                    <a:pt x="401" y="400"/>
                  </a:lnTo>
                  <a:lnTo>
                    <a:pt x="400" y="400"/>
                  </a:lnTo>
                  <a:lnTo>
                    <a:pt x="399" y="400"/>
                  </a:lnTo>
                  <a:lnTo>
                    <a:pt x="398" y="401"/>
                  </a:lnTo>
                  <a:lnTo>
                    <a:pt x="397" y="401"/>
                  </a:lnTo>
                  <a:lnTo>
                    <a:pt x="396" y="401"/>
                  </a:lnTo>
                  <a:lnTo>
                    <a:pt x="395" y="401"/>
                  </a:lnTo>
                  <a:lnTo>
                    <a:pt x="394" y="401"/>
                  </a:lnTo>
                  <a:lnTo>
                    <a:pt x="393" y="400"/>
                  </a:lnTo>
                  <a:lnTo>
                    <a:pt x="392" y="400"/>
                  </a:lnTo>
                  <a:lnTo>
                    <a:pt x="392" y="399"/>
                  </a:lnTo>
                  <a:lnTo>
                    <a:pt x="391" y="399"/>
                  </a:lnTo>
                  <a:lnTo>
                    <a:pt x="391" y="398"/>
                  </a:lnTo>
                  <a:lnTo>
                    <a:pt x="391" y="397"/>
                  </a:lnTo>
                  <a:lnTo>
                    <a:pt x="390" y="397"/>
                  </a:lnTo>
                  <a:lnTo>
                    <a:pt x="390" y="396"/>
                  </a:lnTo>
                  <a:lnTo>
                    <a:pt x="390" y="395"/>
                  </a:lnTo>
                  <a:lnTo>
                    <a:pt x="390" y="394"/>
                  </a:lnTo>
                  <a:lnTo>
                    <a:pt x="390" y="393"/>
                  </a:lnTo>
                  <a:lnTo>
                    <a:pt x="390" y="392"/>
                  </a:lnTo>
                  <a:lnTo>
                    <a:pt x="389" y="392"/>
                  </a:lnTo>
                  <a:lnTo>
                    <a:pt x="388" y="391"/>
                  </a:lnTo>
                  <a:lnTo>
                    <a:pt x="387" y="391"/>
                  </a:lnTo>
                  <a:lnTo>
                    <a:pt x="386" y="390"/>
                  </a:lnTo>
                  <a:lnTo>
                    <a:pt x="385" y="390"/>
                  </a:lnTo>
                  <a:lnTo>
                    <a:pt x="385" y="391"/>
                  </a:lnTo>
                  <a:lnTo>
                    <a:pt x="384" y="391"/>
                  </a:lnTo>
                  <a:lnTo>
                    <a:pt x="384" y="392"/>
                  </a:lnTo>
                  <a:lnTo>
                    <a:pt x="383" y="392"/>
                  </a:lnTo>
                  <a:lnTo>
                    <a:pt x="383" y="393"/>
                  </a:lnTo>
                  <a:lnTo>
                    <a:pt x="383" y="394"/>
                  </a:lnTo>
                  <a:lnTo>
                    <a:pt x="383" y="395"/>
                  </a:lnTo>
                  <a:lnTo>
                    <a:pt x="383" y="396"/>
                  </a:lnTo>
                  <a:lnTo>
                    <a:pt x="383" y="397"/>
                  </a:lnTo>
                  <a:lnTo>
                    <a:pt x="382" y="397"/>
                  </a:lnTo>
                  <a:lnTo>
                    <a:pt x="382" y="398"/>
                  </a:lnTo>
                  <a:lnTo>
                    <a:pt x="381" y="399"/>
                  </a:lnTo>
                  <a:lnTo>
                    <a:pt x="380" y="400"/>
                  </a:lnTo>
                  <a:lnTo>
                    <a:pt x="379" y="400"/>
                  </a:lnTo>
                  <a:lnTo>
                    <a:pt x="378" y="401"/>
                  </a:lnTo>
                  <a:lnTo>
                    <a:pt x="377" y="401"/>
                  </a:lnTo>
                  <a:lnTo>
                    <a:pt x="376" y="401"/>
                  </a:lnTo>
                  <a:lnTo>
                    <a:pt x="375" y="402"/>
                  </a:lnTo>
                  <a:lnTo>
                    <a:pt x="374" y="402"/>
                  </a:lnTo>
                  <a:lnTo>
                    <a:pt x="373" y="402"/>
                  </a:lnTo>
                  <a:lnTo>
                    <a:pt x="372" y="402"/>
                  </a:lnTo>
                  <a:lnTo>
                    <a:pt x="370" y="403"/>
                  </a:lnTo>
                  <a:lnTo>
                    <a:pt x="368" y="403"/>
                  </a:lnTo>
                  <a:lnTo>
                    <a:pt x="367" y="403"/>
                  </a:lnTo>
                  <a:lnTo>
                    <a:pt x="363" y="403"/>
                  </a:lnTo>
                  <a:lnTo>
                    <a:pt x="362" y="404"/>
                  </a:lnTo>
                  <a:lnTo>
                    <a:pt x="360" y="404"/>
                  </a:lnTo>
                  <a:lnTo>
                    <a:pt x="359" y="404"/>
                  </a:lnTo>
                  <a:lnTo>
                    <a:pt x="357" y="405"/>
                  </a:lnTo>
                  <a:lnTo>
                    <a:pt x="354" y="405"/>
                  </a:lnTo>
                  <a:lnTo>
                    <a:pt x="353" y="406"/>
                  </a:lnTo>
                  <a:lnTo>
                    <a:pt x="352" y="406"/>
                  </a:lnTo>
                  <a:lnTo>
                    <a:pt x="351" y="406"/>
                  </a:lnTo>
                  <a:lnTo>
                    <a:pt x="350" y="406"/>
                  </a:lnTo>
                  <a:lnTo>
                    <a:pt x="349" y="406"/>
                  </a:lnTo>
                  <a:lnTo>
                    <a:pt x="348" y="406"/>
                  </a:lnTo>
                  <a:lnTo>
                    <a:pt x="347" y="406"/>
                  </a:lnTo>
                  <a:lnTo>
                    <a:pt x="346" y="406"/>
                  </a:lnTo>
                  <a:lnTo>
                    <a:pt x="345" y="406"/>
                  </a:lnTo>
                  <a:lnTo>
                    <a:pt x="344" y="406"/>
                  </a:lnTo>
                  <a:lnTo>
                    <a:pt x="343" y="405"/>
                  </a:lnTo>
                  <a:lnTo>
                    <a:pt x="342" y="405"/>
                  </a:lnTo>
                  <a:lnTo>
                    <a:pt x="341" y="404"/>
                  </a:lnTo>
                  <a:lnTo>
                    <a:pt x="341" y="403"/>
                  </a:lnTo>
                  <a:lnTo>
                    <a:pt x="341" y="402"/>
                  </a:lnTo>
                  <a:lnTo>
                    <a:pt x="342" y="401"/>
                  </a:lnTo>
                  <a:lnTo>
                    <a:pt x="343" y="401"/>
                  </a:lnTo>
                  <a:lnTo>
                    <a:pt x="343" y="400"/>
                  </a:lnTo>
                  <a:lnTo>
                    <a:pt x="344" y="400"/>
                  </a:lnTo>
                  <a:lnTo>
                    <a:pt x="345" y="400"/>
                  </a:lnTo>
                  <a:lnTo>
                    <a:pt x="346" y="399"/>
                  </a:lnTo>
                  <a:lnTo>
                    <a:pt x="347" y="399"/>
                  </a:lnTo>
                  <a:lnTo>
                    <a:pt x="348" y="399"/>
                  </a:lnTo>
                  <a:lnTo>
                    <a:pt x="348" y="398"/>
                  </a:lnTo>
                  <a:lnTo>
                    <a:pt x="349" y="398"/>
                  </a:lnTo>
                  <a:lnTo>
                    <a:pt x="349" y="397"/>
                  </a:lnTo>
                  <a:lnTo>
                    <a:pt x="350" y="397"/>
                  </a:lnTo>
                  <a:lnTo>
                    <a:pt x="350" y="396"/>
                  </a:lnTo>
                  <a:lnTo>
                    <a:pt x="350" y="395"/>
                  </a:lnTo>
                  <a:lnTo>
                    <a:pt x="350" y="394"/>
                  </a:lnTo>
                  <a:lnTo>
                    <a:pt x="349" y="393"/>
                  </a:lnTo>
                  <a:lnTo>
                    <a:pt x="348" y="392"/>
                  </a:lnTo>
                  <a:lnTo>
                    <a:pt x="347" y="392"/>
                  </a:lnTo>
                  <a:lnTo>
                    <a:pt x="346" y="392"/>
                  </a:lnTo>
                  <a:lnTo>
                    <a:pt x="345" y="392"/>
                  </a:lnTo>
                  <a:lnTo>
                    <a:pt x="344" y="392"/>
                  </a:lnTo>
                  <a:lnTo>
                    <a:pt x="343" y="392"/>
                  </a:lnTo>
                  <a:lnTo>
                    <a:pt x="341" y="392"/>
                  </a:lnTo>
                  <a:lnTo>
                    <a:pt x="340" y="392"/>
                  </a:lnTo>
                  <a:lnTo>
                    <a:pt x="339" y="392"/>
                  </a:lnTo>
                  <a:lnTo>
                    <a:pt x="338" y="392"/>
                  </a:lnTo>
                  <a:lnTo>
                    <a:pt x="337" y="392"/>
                  </a:lnTo>
                  <a:lnTo>
                    <a:pt x="336" y="392"/>
                  </a:lnTo>
                  <a:lnTo>
                    <a:pt x="335" y="392"/>
                  </a:lnTo>
                  <a:lnTo>
                    <a:pt x="334" y="391"/>
                  </a:lnTo>
                  <a:lnTo>
                    <a:pt x="333" y="391"/>
                  </a:lnTo>
                  <a:lnTo>
                    <a:pt x="332" y="391"/>
                  </a:lnTo>
                  <a:lnTo>
                    <a:pt x="332" y="390"/>
                  </a:lnTo>
                  <a:lnTo>
                    <a:pt x="331" y="390"/>
                  </a:lnTo>
                  <a:lnTo>
                    <a:pt x="330" y="389"/>
                  </a:lnTo>
                  <a:lnTo>
                    <a:pt x="329" y="389"/>
                  </a:lnTo>
                  <a:lnTo>
                    <a:pt x="329" y="388"/>
                  </a:lnTo>
                  <a:lnTo>
                    <a:pt x="328" y="388"/>
                  </a:lnTo>
                  <a:lnTo>
                    <a:pt x="328" y="387"/>
                  </a:lnTo>
                  <a:lnTo>
                    <a:pt x="327" y="387"/>
                  </a:lnTo>
                  <a:lnTo>
                    <a:pt x="327" y="386"/>
                  </a:lnTo>
                  <a:lnTo>
                    <a:pt x="328" y="386"/>
                  </a:lnTo>
                  <a:lnTo>
                    <a:pt x="328" y="385"/>
                  </a:lnTo>
                  <a:lnTo>
                    <a:pt x="329" y="385"/>
                  </a:lnTo>
                  <a:lnTo>
                    <a:pt x="330" y="384"/>
                  </a:lnTo>
                  <a:lnTo>
                    <a:pt x="331" y="383"/>
                  </a:lnTo>
                  <a:lnTo>
                    <a:pt x="331" y="382"/>
                  </a:lnTo>
                  <a:lnTo>
                    <a:pt x="331" y="381"/>
                  </a:lnTo>
                  <a:lnTo>
                    <a:pt x="330" y="381"/>
                  </a:lnTo>
                  <a:lnTo>
                    <a:pt x="330" y="380"/>
                  </a:lnTo>
                  <a:lnTo>
                    <a:pt x="329" y="380"/>
                  </a:lnTo>
                  <a:lnTo>
                    <a:pt x="329" y="379"/>
                  </a:lnTo>
                  <a:lnTo>
                    <a:pt x="328" y="379"/>
                  </a:lnTo>
                  <a:lnTo>
                    <a:pt x="327" y="379"/>
                  </a:lnTo>
                  <a:lnTo>
                    <a:pt x="326" y="378"/>
                  </a:lnTo>
                  <a:lnTo>
                    <a:pt x="325" y="378"/>
                  </a:lnTo>
                  <a:lnTo>
                    <a:pt x="324" y="379"/>
                  </a:lnTo>
                  <a:lnTo>
                    <a:pt x="323" y="379"/>
                  </a:lnTo>
                  <a:lnTo>
                    <a:pt x="322" y="380"/>
                  </a:lnTo>
                  <a:lnTo>
                    <a:pt x="322" y="381"/>
                  </a:lnTo>
                  <a:lnTo>
                    <a:pt x="322" y="382"/>
                  </a:lnTo>
                  <a:lnTo>
                    <a:pt x="322" y="383"/>
                  </a:lnTo>
                  <a:lnTo>
                    <a:pt x="322" y="384"/>
                  </a:lnTo>
                  <a:lnTo>
                    <a:pt x="322" y="385"/>
                  </a:lnTo>
                  <a:lnTo>
                    <a:pt x="323" y="385"/>
                  </a:lnTo>
                  <a:lnTo>
                    <a:pt x="323" y="386"/>
                  </a:lnTo>
                  <a:lnTo>
                    <a:pt x="324" y="387"/>
                  </a:lnTo>
                  <a:lnTo>
                    <a:pt x="324" y="388"/>
                  </a:lnTo>
                  <a:lnTo>
                    <a:pt x="325" y="388"/>
                  </a:lnTo>
                  <a:lnTo>
                    <a:pt x="325" y="389"/>
                  </a:lnTo>
                  <a:lnTo>
                    <a:pt x="325" y="390"/>
                  </a:lnTo>
                  <a:lnTo>
                    <a:pt x="325" y="391"/>
                  </a:lnTo>
                  <a:lnTo>
                    <a:pt x="325" y="392"/>
                  </a:lnTo>
                  <a:lnTo>
                    <a:pt x="325" y="393"/>
                  </a:lnTo>
                  <a:lnTo>
                    <a:pt x="324" y="393"/>
                  </a:lnTo>
                  <a:lnTo>
                    <a:pt x="324" y="394"/>
                  </a:lnTo>
                  <a:lnTo>
                    <a:pt x="323" y="394"/>
                  </a:lnTo>
                  <a:lnTo>
                    <a:pt x="323" y="395"/>
                  </a:lnTo>
                  <a:lnTo>
                    <a:pt x="322" y="395"/>
                  </a:lnTo>
                  <a:lnTo>
                    <a:pt x="321" y="395"/>
                  </a:lnTo>
                  <a:lnTo>
                    <a:pt x="320" y="395"/>
                  </a:lnTo>
                  <a:lnTo>
                    <a:pt x="319" y="395"/>
                  </a:lnTo>
                  <a:lnTo>
                    <a:pt x="319" y="394"/>
                  </a:lnTo>
                  <a:lnTo>
                    <a:pt x="318" y="394"/>
                  </a:lnTo>
                  <a:lnTo>
                    <a:pt x="317" y="394"/>
                  </a:lnTo>
                  <a:lnTo>
                    <a:pt x="316" y="393"/>
                  </a:lnTo>
                  <a:lnTo>
                    <a:pt x="315" y="393"/>
                  </a:lnTo>
                  <a:lnTo>
                    <a:pt x="315" y="392"/>
                  </a:lnTo>
                  <a:lnTo>
                    <a:pt x="315" y="391"/>
                  </a:lnTo>
                  <a:lnTo>
                    <a:pt x="316" y="390"/>
                  </a:lnTo>
                  <a:lnTo>
                    <a:pt x="317" y="390"/>
                  </a:lnTo>
                  <a:lnTo>
                    <a:pt x="317" y="389"/>
                  </a:lnTo>
                  <a:lnTo>
                    <a:pt x="317" y="388"/>
                  </a:lnTo>
                  <a:lnTo>
                    <a:pt x="318" y="387"/>
                  </a:lnTo>
                  <a:lnTo>
                    <a:pt x="317" y="386"/>
                  </a:lnTo>
                  <a:lnTo>
                    <a:pt x="317" y="385"/>
                  </a:lnTo>
                  <a:lnTo>
                    <a:pt x="316" y="385"/>
                  </a:lnTo>
                  <a:lnTo>
                    <a:pt x="315" y="384"/>
                  </a:lnTo>
                  <a:lnTo>
                    <a:pt x="314" y="384"/>
                  </a:lnTo>
                  <a:lnTo>
                    <a:pt x="313" y="384"/>
                  </a:lnTo>
                  <a:lnTo>
                    <a:pt x="312" y="384"/>
                  </a:lnTo>
                  <a:lnTo>
                    <a:pt x="311" y="384"/>
                  </a:lnTo>
                  <a:lnTo>
                    <a:pt x="311" y="383"/>
                  </a:lnTo>
                  <a:lnTo>
                    <a:pt x="311" y="382"/>
                  </a:lnTo>
                  <a:lnTo>
                    <a:pt x="311" y="381"/>
                  </a:lnTo>
                  <a:lnTo>
                    <a:pt x="311" y="380"/>
                  </a:lnTo>
                  <a:lnTo>
                    <a:pt x="311" y="379"/>
                  </a:lnTo>
                  <a:lnTo>
                    <a:pt x="310" y="379"/>
                  </a:lnTo>
                  <a:lnTo>
                    <a:pt x="309" y="380"/>
                  </a:lnTo>
                  <a:lnTo>
                    <a:pt x="308" y="380"/>
                  </a:lnTo>
                  <a:lnTo>
                    <a:pt x="308" y="381"/>
                  </a:lnTo>
                  <a:lnTo>
                    <a:pt x="307" y="381"/>
                  </a:lnTo>
                  <a:lnTo>
                    <a:pt x="306" y="381"/>
                  </a:lnTo>
                  <a:lnTo>
                    <a:pt x="305" y="381"/>
                  </a:lnTo>
                  <a:lnTo>
                    <a:pt x="304" y="381"/>
                  </a:lnTo>
                  <a:lnTo>
                    <a:pt x="304" y="380"/>
                  </a:lnTo>
                  <a:lnTo>
                    <a:pt x="303" y="380"/>
                  </a:lnTo>
                  <a:lnTo>
                    <a:pt x="303" y="379"/>
                  </a:lnTo>
                  <a:lnTo>
                    <a:pt x="303" y="378"/>
                  </a:lnTo>
                  <a:lnTo>
                    <a:pt x="302" y="378"/>
                  </a:lnTo>
                  <a:lnTo>
                    <a:pt x="302" y="377"/>
                  </a:lnTo>
                  <a:lnTo>
                    <a:pt x="303" y="376"/>
                  </a:lnTo>
                  <a:lnTo>
                    <a:pt x="303" y="375"/>
                  </a:lnTo>
                  <a:lnTo>
                    <a:pt x="303" y="374"/>
                  </a:lnTo>
                  <a:lnTo>
                    <a:pt x="303" y="373"/>
                  </a:lnTo>
                  <a:lnTo>
                    <a:pt x="303" y="372"/>
                  </a:lnTo>
                  <a:lnTo>
                    <a:pt x="302" y="372"/>
                  </a:lnTo>
                  <a:lnTo>
                    <a:pt x="302" y="371"/>
                  </a:lnTo>
                  <a:lnTo>
                    <a:pt x="301" y="370"/>
                  </a:lnTo>
                  <a:lnTo>
                    <a:pt x="300" y="369"/>
                  </a:lnTo>
                  <a:lnTo>
                    <a:pt x="299" y="369"/>
                  </a:lnTo>
                  <a:lnTo>
                    <a:pt x="298" y="369"/>
                  </a:lnTo>
                  <a:lnTo>
                    <a:pt x="297" y="370"/>
                  </a:lnTo>
                  <a:lnTo>
                    <a:pt x="296" y="371"/>
                  </a:lnTo>
                  <a:lnTo>
                    <a:pt x="296" y="372"/>
                  </a:lnTo>
                  <a:lnTo>
                    <a:pt x="295" y="373"/>
                  </a:lnTo>
                  <a:lnTo>
                    <a:pt x="295" y="374"/>
                  </a:lnTo>
                  <a:lnTo>
                    <a:pt x="295" y="375"/>
                  </a:lnTo>
                  <a:lnTo>
                    <a:pt x="296" y="375"/>
                  </a:lnTo>
                  <a:lnTo>
                    <a:pt x="296" y="376"/>
                  </a:lnTo>
                  <a:lnTo>
                    <a:pt x="296" y="377"/>
                  </a:lnTo>
                  <a:lnTo>
                    <a:pt x="297" y="377"/>
                  </a:lnTo>
                  <a:lnTo>
                    <a:pt x="298" y="378"/>
                  </a:lnTo>
                  <a:lnTo>
                    <a:pt x="298" y="379"/>
                  </a:lnTo>
                  <a:lnTo>
                    <a:pt x="299" y="379"/>
                  </a:lnTo>
                  <a:lnTo>
                    <a:pt x="299" y="380"/>
                  </a:lnTo>
                  <a:lnTo>
                    <a:pt x="300" y="380"/>
                  </a:lnTo>
                  <a:lnTo>
                    <a:pt x="300" y="381"/>
                  </a:lnTo>
                  <a:lnTo>
                    <a:pt x="300" y="382"/>
                  </a:lnTo>
                  <a:lnTo>
                    <a:pt x="299" y="384"/>
                  </a:lnTo>
                  <a:lnTo>
                    <a:pt x="299" y="385"/>
                  </a:lnTo>
                  <a:lnTo>
                    <a:pt x="298" y="385"/>
                  </a:lnTo>
                  <a:lnTo>
                    <a:pt x="299" y="386"/>
                  </a:lnTo>
                  <a:lnTo>
                    <a:pt x="299" y="387"/>
                  </a:lnTo>
                  <a:lnTo>
                    <a:pt x="300" y="387"/>
                  </a:lnTo>
                  <a:lnTo>
                    <a:pt x="300" y="388"/>
                  </a:lnTo>
                  <a:lnTo>
                    <a:pt x="301" y="389"/>
                  </a:lnTo>
                  <a:lnTo>
                    <a:pt x="302" y="389"/>
                  </a:lnTo>
                  <a:lnTo>
                    <a:pt x="302" y="390"/>
                  </a:lnTo>
                  <a:lnTo>
                    <a:pt x="303" y="390"/>
                  </a:lnTo>
                  <a:lnTo>
                    <a:pt x="303" y="391"/>
                  </a:lnTo>
                  <a:lnTo>
                    <a:pt x="303" y="392"/>
                  </a:lnTo>
                  <a:lnTo>
                    <a:pt x="302" y="393"/>
                  </a:lnTo>
                  <a:lnTo>
                    <a:pt x="301" y="394"/>
                  </a:lnTo>
                  <a:lnTo>
                    <a:pt x="300" y="394"/>
                  </a:lnTo>
                  <a:lnTo>
                    <a:pt x="300" y="395"/>
                  </a:lnTo>
                  <a:lnTo>
                    <a:pt x="298" y="396"/>
                  </a:lnTo>
                  <a:lnTo>
                    <a:pt x="297" y="397"/>
                  </a:lnTo>
                  <a:lnTo>
                    <a:pt x="297" y="398"/>
                  </a:lnTo>
                  <a:lnTo>
                    <a:pt x="296" y="398"/>
                  </a:lnTo>
                  <a:lnTo>
                    <a:pt x="295" y="398"/>
                  </a:lnTo>
                  <a:lnTo>
                    <a:pt x="294" y="399"/>
                  </a:lnTo>
                  <a:lnTo>
                    <a:pt x="293" y="399"/>
                  </a:lnTo>
                  <a:lnTo>
                    <a:pt x="292" y="398"/>
                  </a:lnTo>
                  <a:lnTo>
                    <a:pt x="291" y="398"/>
                  </a:lnTo>
                  <a:lnTo>
                    <a:pt x="291" y="397"/>
                  </a:lnTo>
                  <a:lnTo>
                    <a:pt x="290" y="397"/>
                  </a:lnTo>
                  <a:lnTo>
                    <a:pt x="290" y="396"/>
                  </a:lnTo>
                  <a:lnTo>
                    <a:pt x="290" y="395"/>
                  </a:lnTo>
                  <a:lnTo>
                    <a:pt x="290" y="394"/>
                  </a:lnTo>
                  <a:lnTo>
                    <a:pt x="291" y="394"/>
                  </a:lnTo>
                  <a:lnTo>
                    <a:pt x="291" y="393"/>
                  </a:lnTo>
                  <a:lnTo>
                    <a:pt x="292" y="393"/>
                  </a:lnTo>
                  <a:lnTo>
                    <a:pt x="293" y="392"/>
                  </a:lnTo>
                  <a:lnTo>
                    <a:pt x="293" y="391"/>
                  </a:lnTo>
                  <a:lnTo>
                    <a:pt x="293" y="390"/>
                  </a:lnTo>
                  <a:lnTo>
                    <a:pt x="293" y="389"/>
                  </a:lnTo>
                  <a:lnTo>
                    <a:pt x="292" y="389"/>
                  </a:lnTo>
                  <a:lnTo>
                    <a:pt x="291" y="388"/>
                  </a:lnTo>
                  <a:lnTo>
                    <a:pt x="290" y="388"/>
                  </a:lnTo>
                  <a:lnTo>
                    <a:pt x="289" y="388"/>
                  </a:lnTo>
                  <a:lnTo>
                    <a:pt x="288" y="387"/>
                  </a:lnTo>
                  <a:lnTo>
                    <a:pt x="287" y="386"/>
                  </a:lnTo>
                  <a:lnTo>
                    <a:pt x="286" y="386"/>
                  </a:lnTo>
                  <a:lnTo>
                    <a:pt x="286" y="385"/>
                  </a:lnTo>
                  <a:lnTo>
                    <a:pt x="285" y="385"/>
                  </a:lnTo>
                  <a:lnTo>
                    <a:pt x="284" y="385"/>
                  </a:lnTo>
                  <a:lnTo>
                    <a:pt x="284" y="386"/>
                  </a:lnTo>
                  <a:lnTo>
                    <a:pt x="283" y="387"/>
                  </a:lnTo>
                  <a:lnTo>
                    <a:pt x="283" y="388"/>
                  </a:lnTo>
                  <a:lnTo>
                    <a:pt x="283" y="389"/>
                  </a:lnTo>
                  <a:lnTo>
                    <a:pt x="283" y="390"/>
                  </a:lnTo>
                  <a:lnTo>
                    <a:pt x="283" y="391"/>
                  </a:lnTo>
                  <a:lnTo>
                    <a:pt x="283" y="392"/>
                  </a:lnTo>
                  <a:lnTo>
                    <a:pt x="283" y="393"/>
                  </a:lnTo>
                  <a:lnTo>
                    <a:pt x="283" y="394"/>
                  </a:lnTo>
                  <a:lnTo>
                    <a:pt x="283" y="395"/>
                  </a:lnTo>
                  <a:lnTo>
                    <a:pt x="283" y="396"/>
                  </a:lnTo>
                  <a:lnTo>
                    <a:pt x="283" y="397"/>
                  </a:lnTo>
                  <a:lnTo>
                    <a:pt x="283" y="398"/>
                  </a:lnTo>
                  <a:lnTo>
                    <a:pt x="282" y="399"/>
                  </a:lnTo>
                  <a:lnTo>
                    <a:pt x="282" y="400"/>
                  </a:lnTo>
                  <a:lnTo>
                    <a:pt x="281" y="400"/>
                  </a:lnTo>
                  <a:lnTo>
                    <a:pt x="280" y="400"/>
                  </a:lnTo>
                  <a:lnTo>
                    <a:pt x="279" y="399"/>
                  </a:lnTo>
                  <a:lnTo>
                    <a:pt x="279" y="398"/>
                  </a:lnTo>
                  <a:lnTo>
                    <a:pt x="278" y="397"/>
                  </a:lnTo>
                  <a:lnTo>
                    <a:pt x="278" y="396"/>
                  </a:lnTo>
                  <a:lnTo>
                    <a:pt x="277" y="396"/>
                  </a:lnTo>
                  <a:lnTo>
                    <a:pt x="276" y="396"/>
                  </a:lnTo>
                  <a:lnTo>
                    <a:pt x="276" y="395"/>
                  </a:lnTo>
                  <a:lnTo>
                    <a:pt x="275" y="395"/>
                  </a:lnTo>
                  <a:lnTo>
                    <a:pt x="274" y="395"/>
                  </a:lnTo>
                  <a:lnTo>
                    <a:pt x="274" y="396"/>
                  </a:lnTo>
                  <a:lnTo>
                    <a:pt x="273" y="396"/>
                  </a:lnTo>
                  <a:lnTo>
                    <a:pt x="273" y="397"/>
                  </a:lnTo>
                  <a:lnTo>
                    <a:pt x="273" y="398"/>
                  </a:lnTo>
                  <a:lnTo>
                    <a:pt x="273" y="399"/>
                  </a:lnTo>
                  <a:lnTo>
                    <a:pt x="274" y="400"/>
                  </a:lnTo>
                  <a:lnTo>
                    <a:pt x="274" y="401"/>
                  </a:lnTo>
                  <a:lnTo>
                    <a:pt x="274" y="402"/>
                  </a:lnTo>
                  <a:lnTo>
                    <a:pt x="274" y="403"/>
                  </a:lnTo>
                  <a:lnTo>
                    <a:pt x="273" y="403"/>
                  </a:lnTo>
                  <a:lnTo>
                    <a:pt x="273" y="404"/>
                  </a:lnTo>
                  <a:lnTo>
                    <a:pt x="272" y="405"/>
                  </a:lnTo>
                  <a:lnTo>
                    <a:pt x="270" y="406"/>
                  </a:lnTo>
                  <a:lnTo>
                    <a:pt x="268" y="406"/>
                  </a:lnTo>
                  <a:lnTo>
                    <a:pt x="266" y="406"/>
                  </a:lnTo>
                  <a:lnTo>
                    <a:pt x="266" y="407"/>
                  </a:lnTo>
                  <a:lnTo>
                    <a:pt x="265" y="407"/>
                  </a:lnTo>
                  <a:lnTo>
                    <a:pt x="264" y="406"/>
                  </a:lnTo>
                  <a:lnTo>
                    <a:pt x="261" y="403"/>
                  </a:lnTo>
                  <a:lnTo>
                    <a:pt x="260" y="403"/>
                  </a:lnTo>
                  <a:lnTo>
                    <a:pt x="260" y="402"/>
                  </a:lnTo>
                  <a:lnTo>
                    <a:pt x="259" y="402"/>
                  </a:lnTo>
                  <a:lnTo>
                    <a:pt x="253" y="401"/>
                  </a:lnTo>
                  <a:lnTo>
                    <a:pt x="252" y="401"/>
                  </a:lnTo>
                  <a:lnTo>
                    <a:pt x="252" y="402"/>
                  </a:lnTo>
                  <a:lnTo>
                    <a:pt x="251" y="403"/>
                  </a:lnTo>
                  <a:lnTo>
                    <a:pt x="251" y="404"/>
                  </a:lnTo>
                  <a:lnTo>
                    <a:pt x="251" y="405"/>
                  </a:lnTo>
                  <a:lnTo>
                    <a:pt x="250" y="405"/>
                  </a:lnTo>
                  <a:lnTo>
                    <a:pt x="249" y="406"/>
                  </a:lnTo>
                  <a:lnTo>
                    <a:pt x="249" y="407"/>
                  </a:lnTo>
                  <a:lnTo>
                    <a:pt x="248" y="407"/>
                  </a:lnTo>
                  <a:lnTo>
                    <a:pt x="247" y="408"/>
                  </a:lnTo>
                  <a:lnTo>
                    <a:pt x="246" y="408"/>
                  </a:lnTo>
                  <a:lnTo>
                    <a:pt x="244" y="408"/>
                  </a:lnTo>
                  <a:lnTo>
                    <a:pt x="243" y="409"/>
                  </a:lnTo>
                  <a:lnTo>
                    <a:pt x="242" y="409"/>
                  </a:lnTo>
                  <a:lnTo>
                    <a:pt x="241" y="409"/>
                  </a:lnTo>
                  <a:lnTo>
                    <a:pt x="239" y="409"/>
                  </a:lnTo>
                  <a:lnTo>
                    <a:pt x="238" y="409"/>
                  </a:lnTo>
                  <a:lnTo>
                    <a:pt x="237" y="408"/>
                  </a:lnTo>
                  <a:lnTo>
                    <a:pt x="236" y="408"/>
                  </a:lnTo>
                  <a:lnTo>
                    <a:pt x="234" y="408"/>
                  </a:lnTo>
                  <a:lnTo>
                    <a:pt x="233" y="407"/>
                  </a:lnTo>
                  <a:lnTo>
                    <a:pt x="232" y="407"/>
                  </a:lnTo>
                  <a:lnTo>
                    <a:pt x="231" y="406"/>
                  </a:lnTo>
                  <a:lnTo>
                    <a:pt x="230" y="406"/>
                  </a:lnTo>
                  <a:lnTo>
                    <a:pt x="228" y="406"/>
                  </a:lnTo>
                  <a:lnTo>
                    <a:pt x="227" y="405"/>
                  </a:lnTo>
                  <a:lnTo>
                    <a:pt x="226" y="405"/>
                  </a:lnTo>
                  <a:lnTo>
                    <a:pt x="224" y="405"/>
                  </a:lnTo>
                  <a:lnTo>
                    <a:pt x="223" y="405"/>
                  </a:lnTo>
                  <a:lnTo>
                    <a:pt x="222" y="405"/>
                  </a:lnTo>
                  <a:lnTo>
                    <a:pt x="221" y="405"/>
                  </a:lnTo>
                  <a:lnTo>
                    <a:pt x="220" y="404"/>
                  </a:lnTo>
                  <a:lnTo>
                    <a:pt x="219" y="404"/>
                  </a:lnTo>
                  <a:lnTo>
                    <a:pt x="219" y="403"/>
                  </a:lnTo>
                  <a:lnTo>
                    <a:pt x="218" y="403"/>
                  </a:lnTo>
                  <a:lnTo>
                    <a:pt x="218" y="402"/>
                  </a:lnTo>
                  <a:lnTo>
                    <a:pt x="217" y="402"/>
                  </a:lnTo>
                  <a:lnTo>
                    <a:pt x="217" y="401"/>
                  </a:lnTo>
                  <a:lnTo>
                    <a:pt x="216" y="401"/>
                  </a:lnTo>
                  <a:lnTo>
                    <a:pt x="215" y="401"/>
                  </a:lnTo>
                  <a:lnTo>
                    <a:pt x="215" y="400"/>
                  </a:lnTo>
                  <a:lnTo>
                    <a:pt x="208" y="398"/>
                  </a:lnTo>
                  <a:lnTo>
                    <a:pt x="207" y="397"/>
                  </a:lnTo>
                  <a:lnTo>
                    <a:pt x="206" y="397"/>
                  </a:lnTo>
                  <a:lnTo>
                    <a:pt x="205" y="396"/>
                  </a:lnTo>
                  <a:lnTo>
                    <a:pt x="204" y="396"/>
                  </a:lnTo>
                  <a:lnTo>
                    <a:pt x="203" y="395"/>
                  </a:lnTo>
                  <a:lnTo>
                    <a:pt x="202" y="394"/>
                  </a:lnTo>
                  <a:lnTo>
                    <a:pt x="201" y="394"/>
                  </a:lnTo>
                  <a:lnTo>
                    <a:pt x="200" y="393"/>
                  </a:lnTo>
                  <a:lnTo>
                    <a:pt x="199" y="393"/>
                  </a:lnTo>
                  <a:lnTo>
                    <a:pt x="198" y="392"/>
                  </a:lnTo>
                  <a:lnTo>
                    <a:pt x="198" y="391"/>
                  </a:lnTo>
                  <a:lnTo>
                    <a:pt x="197" y="391"/>
                  </a:lnTo>
                  <a:lnTo>
                    <a:pt x="196" y="390"/>
                  </a:lnTo>
                  <a:lnTo>
                    <a:pt x="195" y="389"/>
                  </a:lnTo>
                  <a:lnTo>
                    <a:pt x="194" y="388"/>
                  </a:lnTo>
                  <a:lnTo>
                    <a:pt x="193" y="388"/>
                  </a:lnTo>
                  <a:lnTo>
                    <a:pt x="193" y="387"/>
                  </a:lnTo>
                  <a:lnTo>
                    <a:pt x="192" y="387"/>
                  </a:lnTo>
                  <a:lnTo>
                    <a:pt x="192" y="386"/>
                  </a:lnTo>
                  <a:lnTo>
                    <a:pt x="191" y="386"/>
                  </a:lnTo>
                  <a:lnTo>
                    <a:pt x="191" y="385"/>
                  </a:lnTo>
                  <a:lnTo>
                    <a:pt x="190" y="384"/>
                  </a:lnTo>
                  <a:lnTo>
                    <a:pt x="189" y="383"/>
                  </a:lnTo>
                  <a:lnTo>
                    <a:pt x="189" y="382"/>
                  </a:lnTo>
                  <a:lnTo>
                    <a:pt x="189" y="381"/>
                  </a:lnTo>
                  <a:lnTo>
                    <a:pt x="188" y="380"/>
                  </a:lnTo>
                  <a:lnTo>
                    <a:pt x="188" y="379"/>
                  </a:lnTo>
                  <a:lnTo>
                    <a:pt x="187" y="379"/>
                  </a:lnTo>
                  <a:lnTo>
                    <a:pt x="187" y="378"/>
                  </a:lnTo>
                  <a:lnTo>
                    <a:pt x="186" y="378"/>
                  </a:lnTo>
                  <a:lnTo>
                    <a:pt x="185" y="377"/>
                  </a:lnTo>
                  <a:lnTo>
                    <a:pt x="184" y="377"/>
                  </a:lnTo>
                  <a:lnTo>
                    <a:pt x="183" y="377"/>
                  </a:lnTo>
                  <a:lnTo>
                    <a:pt x="182" y="377"/>
                  </a:lnTo>
                  <a:lnTo>
                    <a:pt x="181" y="377"/>
                  </a:lnTo>
                  <a:lnTo>
                    <a:pt x="180" y="377"/>
                  </a:lnTo>
                  <a:lnTo>
                    <a:pt x="179" y="377"/>
                  </a:lnTo>
                  <a:lnTo>
                    <a:pt x="178" y="378"/>
                  </a:lnTo>
                  <a:lnTo>
                    <a:pt x="177" y="378"/>
                  </a:lnTo>
                  <a:lnTo>
                    <a:pt x="176" y="378"/>
                  </a:lnTo>
                  <a:lnTo>
                    <a:pt x="175" y="378"/>
                  </a:lnTo>
                  <a:lnTo>
                    <a:pt x="174" y="378"/>
                  </a:lnTo>
                  <a:lnTo>
                    <a:pt x="173" y="377"/>
                  </a:lnTo>
                  <a:lnTo>
                    <a:pt x="172" y="377"/>
                  </a:lnTo>
                  <a:lnTo>
                    <a:pt x="171" y="377"/>
                  </a:lnTo>
                  <a:lnTo>
                    <a:pt x="170" y="376"/>
                  </a:lnTo>
                  <a:lnTo>
                    <a:pt x="169" y="376"/>
                  </a:lnTo>
                  <a:lnTo>
                    <a:pt x="168" y="376"/>
                  </a:lnTo>
                  <a:lnTo>
                    <a:pt x="167" y="375"/>
                  </a:lnTo>
                  <a:lnTo>
                    <a:pt x="166" y="375"/>
                  </a:lnTo>
                  <a:lnTo>
                    <a:pt x="166" y="374"/>
                  </a:lnTo>
                  <a:lnTo>
                    <a:pt x="165" y="374"/>
                  </a:lnTo>
                  <a:lnTo>
                    <a:pt x="164" y="374"/>
                  </a:lnTo>
                  <a:lnTo>
                    <a:pt x="163" y="373"/>
                  </a:lnTo>
                  <a:lnTo>
                    <a:pt x="163" y="371"/>
                  </a:lnTo>
                  <a:lnTo>
                    <a:pt x="162" y="371"/>
                  </a:lnTo>
                  <a:lnTo>
                    <a:pt x="162" y="370"/>
                  </a:lnTo>
                  <a:lnTo>
                    <a:pt x="162" y="369"/>
                  </a:lnTo>
                  <a:lnTo>
                    <a:pt x="162" y="368"/>
                  </a:lnTo>
                  <a:lnTo>
                    <a:pt x="162" y="367"/>
                  </a:lnTo>
                  <a:lnTo>
                    <a:pt x="161" y="366"/>
                  </a:lnTo>
                  <a:lnTo>
                    <a:pt x="161" y="365"/>
                  </a:lnTo>
                  <a:lnTo>
                    <a:pt x="161" y="364"/>
                  </a:lnTo>
                  <a:lnTo>
                    <a:pt x="161" y="363"/>
                  </a:lnTo>
                  <a:lnTo>
                    <a:pt x="161" y="362"/>
                  </a:lnTo>
                  <a:lnTo>
                    <a:pt x="161" y="360"/>
                  </a:lnTo>
                  <a:lnTo>
                    <a:pt x="161" y="359"/>
                  </a:lnTo>
                  <a:lnTo>
                    <a:pt x="161" y="358"/>
                  </a:lnTo>
                  <a:lnTo>
                    <a:pt x="161" y="357"/>
                  </a:lnTo>
                  <a:lnTo>
                    <a:pt x="161" y="356"/>
                  </a:lnTo>
                  <a:lnTo>
                    <a:pt x="161" y="355"/>
                  </a:lnTo>
                  <a:lnTo>
                    <a:pt x="160" y="353"/>
                  </a:lnTo>
                  <a:lnTo>
                    <a:pt x="159" y="352"/>
                  </a:lnTo>
                  <a:lnTo>
                    <a:pt x="158" y="351"/>
                  </a:lnTo>
                  <a:lnTo>
                    <a:pt x="157" y="350"/>
                  </a:lnTo>
                  <a:lnTo>
                    <a:pt x="157" y="349"/>
                  </a:lnTo>
                  <a:lnTo>
                    <a:pt x="156" y="348"/>
                  </a:lnTo>
                  <a:lnTo>
                    <a:pt x="155" y="347"/>
                  </a:lnTo>
                  <a:lnTo>
                    <a:pt x="154" y="345"/>
                  </a:lnTo>
                  <a:lnTo>
                    <a:pt x="154" y="344"/>
                  </a:lnTo>
                  <a:lnTo>
                    <a:pt x="153" y="342"/>
                  </a:lnTo>
                  <a:lnTo>
                    <a:pt x="153" y="341"/>
                  </a:lnTo>
                  <a:lnTo>
                    <a:pt x="152" y="340"/>
                  </a:lnTo>
                  <a:lnTo>
                    <a:pt x="152" y="339"/>
                  </a:lnTo>
                  <a:lnTo>
                    <a:pt x="152" y="337"/>
                  </a:lnTo>
                  <a:lnTo>
                    <a:pt x="152" y="336"/>
                  </a:lnTo>
                  <a:lnTo>
                    <a:pt x="151" y="335"/>
                  </a:lnTo>
                  <a:lnTo>
                    <a:pt x="151" y="334"/>
                  </a:lnTo>
                  <a:lnTo>
                    <a:pt x="151" y="333"/>
                  </a:lnTo>
                  <a:lnTo>
                    <a:pt x="151" y="332"/>
                  </a:lnTo>
                  <a:lnTo>
                    <a:pt x="154" y="328"/>
                  </a:lnTo>
                  <a:lnTo>
                    <a:pt x="154" y="327"/>
                  </a:lnTo>
                  <a:lnTo>
                    <a:pt x="154" y="326"/>
                  </a:lnTo>
                  <a:lnTo>
                    <a:pt x="155" y="325"/>
                  </a:lnTo>
                  <a:lnTo>
                    <a:pt x="159" y="319"/>
                  </a:lnTo>
                  <a:lnTo>
                    <a:pt x="166" y="309"/>
                  </a:lnTo>
                  <a:lnTo>
                    <a:pt x="167" y="308"/>
                  </a:lnTo>
                  <a:lnTo>
                    <a:pt x="167" y="307"/>
                  </a:lnTo>
                  <a:lnTo>
                    <a:pt x="166" y="307"/>
                  </a:lnTo>
                  <a:lnTo>
                    <a:pt x="165" y="306"/>
                  </a:lnTo>
                  <a:lnTo>
                    <a:pt x="156" y="301"/>
                  </a:lnTo>
                  <a:lnTo>
                    <a:pt x="154" y="302"/>
                  </a:lnTo>
                  <a:lnTo>
                    <a:pt x="153" y="302"/>
                  </a:lnTo>
                  <a:lnTo>
                    <a:pt x="152" y="303"/>
                  </a:lnTo>
                  <a:lnTo>
                    <a:pt x="150" y="303"/>
                  </a:lnTo>
                  <a:lnTo>
                    <a:pt x="149" y="303"/>
                  </a:lnTo>
                  <a:lnTo>
                    <a:pt x="147" y="304"/>
                  </a:lnTo>
                  <a:lnTo>
                    <a:pt x="146" y="304"/>
                  </a:lnTo>
                  <a:lnTo>
                    <a:pt x="145" y="305"/>
                  </a:lnTo>
                  <a:lnTo>
                    <a:pt x="144" y="305"/>
                  </a:lnTo>
                  <a:lnTo>
                    <a:pt x="142" y="305"/>
                  </a:lnTo>
                  <a:lnTo>
                    <a:pt x="141" y="306"/>
                  </a:lnTo>
                  <a:lnTo>
                    <a:pt x="140" y="306"/>
                  </a:lnTo>
                  <a:lnTo>
                    <a:pt x="139" y="306"/>
                  </a:lnTo>
                  <a:lnTo>
                    <a:pt x="138" y="306"/>
                  </a:lnTo>
                  <a:lnTo>
                    <a:pt x="137" y="306"/>
                  </a:lnTo>
                  <a:lnTo>
                    <a:pt x="136" y="306"/>
                  </a:lnTo>
                  <a:lnTo>
                    <a:pt x="134" y="304"/>
                  </a:lnTo>
                  <a:lnTo>
                    <a:pt x="133" y="304"/>
                  </a:lnTo>
                  <a:lnTo>
                    <a:pt x="132" y="304"/>
                  </a:lnTo>
                  <a:lnTo>
                    <a:pt x="131" y="303"/>
                  </a:lnTo>
                  <a:lnTo>
                    <a:pt x="130" y="303"/>
                  </a:lnTo>
                  <a:lnTo>
                    <a:pt x="129" y="302"/>
                  </a:lnTo>
                  <a:lnTo>
                    <a:pt x="128" y="302"/>
                  </a:lnTo>
                  <a:lnTo>
                    <a:pt x="127" y="301"/>
                  </a:lnTo>
                  <a:lnTo>
                    <a:pt x="125" y="301"/>
                  </a:lnTo>
                  <a:lnTo>
                    <a:pt x="125" y="300"/>
                  </a:lnTo>
                  <a:lnTo>
                    <a:pt x="124" y="300"/>
                  </a:lnTo>
                  <a:lnTo>
                    <a:pt x="123" y="300"/>
                  </a:lnTo>
                  <a:lnTo>
                    <a:pt x="122" y="299"/>
                  </a:lnTo>
                  <a:lnTo>
                    <a:pt x="121" y="299"/>
                  </a:lnTo>
                  <a:lnTo>
                    <a:pt x="120" y="299"/>
                  </a:lnTo>
                  <a:lnTo>
                    <a:pt x="119" y="299"/>
                  </a:lnTo>
                  <a:lnTo>
                    <a:pt x="118" y="299"/>
                  </a:lnTo>
                  <a:lnTo>
                    <a:pt x="117" y="299"/>
                  </a:lnTo>
                  <a:lnTo>
                    <a:pt x="116" y="299"/>
                  </a:lnTo>
                  <a:lnTo>
                    <a:pt x="115" y="299"/>
                  </a:lnTo>
                  <a:lnTo>
                    <a:pt x="114" y="299"/>
                  </a:lnTo>
                  <a:lnTo>
                    <a:pt x="113" y="299"/>
                  </a:lnTo>
                  <a:lnTo>
                    <a:pt x="111" y="299"/>
                  </a:lnTo>
                  <a:lnTo>
                    <a:pt x="110" y="299"/>
                  </a:lnTo>
                  <a:lnTo>
                    <a:pt x="109" y="299"/>
                  </a:lnTo>
                  <a:lnTo>
                    <a:pt x="108" y="299"/>
                  </a:lnTo>
                  <a:lnTo>
                    <a:pt x="107" y="299"/>
                  </a:lnTo>
                  <a:lnTo>
                    <a:pt x="106" y="299"/>
                  </a:lnTo>
                  <a:lnTo>
                    <a:pt x="105" y="299"/>
                  </a:lnTo>
                  <a:lnTo>
                    <a:pt x="104" y="299"/>
                  </a:lnTo>
                  <a:lnTo>
                    <a:pt x="103" y="298"/>
                  </a:lnTo>
                  <a:lnTo>
                    <a:pt x="102" y="297"/>
                  </a:lnTo>
                  <a:lnTo>
                    <a:pt x="96" y="293"/>
                  </a:lnTo>
                  <a:lnTo>
                    <a:pt x="95" y="292"/>
                  </a:lnTo>
                  <a:lnTo>
                    <a:pt x="94" y="292"/>
                  </a:lnTo>
                  <a:lnTo>
                    <a:pt x="94" y="291"/>
                  </a:lnTo>
                  <a:lnTo>
                    <a:pt x="93" y="291"/>
                  </a:lnTo>
                  <a:lnTo>
                    <a:pt x="85" y="286"/>
                  </a:lnTo>
                  <a:lnTo>
                    <a:pt x="77" y="277"/>
                  </a:lnTo>
                  <a:lnTo>
                    <a:pt x="81" y="271"/>
                  </a:lnTo>
                  <a:lnTo>
                    <a:pt x="85" y="267"/>
                  </a:lnTo>
                  <a:lnTo>
                    <a:pt x="85" y="265"/>
                  </a:lnTo>
                  <a:lnTo>
                    <a:pt x="87" y="263"/>
                  </a:lnTo>
                  <a:lnTo>
                    <a:pt x="89" y="260"/>
                  </a:lnTo>
                  <a:lnTo>
                    <a:pt x="92" y="260"/>
                  </a:lnTo>
                  <a:lnTo>
                    <a:pt x="94" y="258"/>
                  </a:lnTo>
                  <a:lnTo>
                    <a:pt x="94" y="257"/>
                  </a:lnTo>
                  <a:lnTo>
                    <a:pt x="96" y="254"/>
                  </a:lnTo>
                  <a:lnTo>
                    <a:pt x="98" y="250"/>
                  </a:lnTo>
                  <a:lnTo>
                    <a:pt x="106" y="251"/>
                  </a:lnTo>
                  <a:lnTo>
                    <a:pt x="111" y="256"/>
                  </a:lnTo>
                  <a:lnTo>
                    <a:pt x="114" y="256"/>
                  </a:lnTo>
                  <a:lnTo>
                    <a:pt x="117" y="253"/>
                  </a:lnTo>
                  <a:lnTo>
                    <a:pt x="118" y="248"/>
                  </a:lnTo>
                  <a:lnTo>
                    <a:pt x="123" y="243"/>
                  </a:lnTo>
                  <a:lnTo>
                    <a:pt x="122" y="227"/>
                  </a:lnTo>
                  <a:lnTo>
                    <a:pt x="124" y="225"/>
                  </a:lnTo>
                  <a:lnTo>
                    <a:pt x="126" y="224"/>
                  </a:lnTo>
                  <a:lnTo>
                    <a:pt x="125" y="218"/>
                  </a:lnTo>
                  <a:lnTo>
                    <a:pt x="123" y="214"/>
                  </a:lnTo>
                  <a:lnTo>
                    <a:pt x="123" y="212"/>
                  </a:lnTo>
                  <a:lnTo>
                    <a:pt x="118" y="209"/>
                  </a:lnTo>
                  <a:lnTo>
                    <a:pt x="117" y="206"/>
                  </a:lnTo>
                  <a:lnTo>
                    <a:pt x="117" y="203"/>
                  </a:lnTo>
                  <a:lnTo>
                    <a:pt x="115" y="201"/>
                  </a:lnTo>
                  <a:lnTo>
                    <a:pt x="115" y="197"/>
                  </a:lnTo>
                  <a:lnTo>
                    <a:pt x="113" y="196"/>
                  </a:lnTo>
                  <a:lnTo>
                    <a:pt x="105" y="196"/>
                  </a:lnTo>
                  <a:lnTo>
                    <a:pt x="100" y="203"/>
                  </a:lnTo>
                  <a:lnTo>
                    <a:pt x="92" y="202"/>
                  </a:lnTo>
                  <a:lnTo>
                    <a:pt x="88" y="205"/>
                  </a:lnTo>
                  <a:lnTo>
                    <a:pt x="86" y="205"/>
                  </a:lnTo>
                  <a:lnTo>
                    <a:pt x="81" y="199"/>
                  </a:lnTo>
                  <a:lnTo>
                    <a:pt x="76" y="199"/>
                  </a:lnTo>
                  <a:lnTo>
                    <a:pt x="73" y="204"/>
                  </a:lnTo>
                  <a:lnTo>
                    <a:pt x="70" y="204"/>
                  </a:lnTo>
                  <a:lnTo>
                    <a:pt x="62" y="200"/>
                  </a:lnTo>
                  <a:lnTo>
                    <a:pt x="58" y="200"/>
                  </a:lnTo>
                  <a:lnTo>
                    <a:pt x="55" y="201"/>
                  </a:lnTo>
                  <a:lnTo>
                    <a:pt x="52" y="198"/>
                  </a:lnTo>
                  <a:lnTo>
                    <a:pt x="52" y="196"/>
                  </a:lnTo>
                  <a:lnTo>
                    <a:pt x="53" y="195"/>
                  </a:lnTo>
                  <a:lnTo>
                    <a:pt x="52" y="189"/>
                  </a:lnTo>
                  <a:lnTo>
                    <a:pt x="50" y="185"/>
                  </a:lnTo>
                  <a:lnTo>
                    <a:pt x="50" y="182"/>
                  </a:lnTo>
                  <a:lnTo>
                    <a:pt x="40" y="170"/>
                  </a:lnTo>
                  <a:lnTo>
                    <a:pt x="39" y="170"/>
                  </a:lnTo>
                  <a:lnTo>
                    <a:pt x="32" y="175"/>
                  </a:lnTo>
                  <a:lnTo>
                    <a:pt x="30" y="174"/>
                  </a:lnTo>
                  <a:lnTo>
                    <a:pt x="28" y="174"/>
                  </a:lnTo>
                  <a:lnTo>
                    <a:pt x="26" y="172"/>
                  </a:lnTo>
                  <a:lnTo>
                    <a:pt x="22" y="173"/>
                  </a:lnTo>
                  <a:lnTo>
                    <a:pt x="21" y="172"/>
                  </a:lnTo>
                  <a:lnTo>
                    <a:pt x="17" y="172"/>
                  </a:lnTo>
                  <a:lnTo>
                    <a:pt x="14" y="175"/>
                  </a:lnTo>
                  <a:lnTo>
                    <a:pt x="14" y="178"/>
                  </a:lnTo>
                  <a:lnTo>
                    <a:pt x="12" y="180"/>
                  </a:lnTo>
                  <a:lnTo>
                    <a:pt x="8" y="177"/>
                  </a:lnTo>
                  <a:lnTo>
                    <a:pt x="6" y="172"/>
                  </a:lnTo>
                  <a:lnTo>
                    <a:pt x="4" y="168"/>
                  </a:lnTo>
                  <a:lnTo>
                    <a:pt x="3" y="165"/>
                  </a:lnTo>
                  <a:lnTo>
                    <a:pt x="2" y="164"/>
                  </a:lnTo>
                  <a:lnTo>
                    <a:pt x="2" y="160"/>
                  </a:lnTo>
                  <a:lnTo>
                    <a:pt x="0" y="158"/>
                  </a:lnTo>
                  <a:lnTo>
                    <a:pt x="0" y="154"/>
                  </a:lnTo>
                  <a:lnTo>
                    <a:pt x="2" y="152"/>
                  </a:lnTo>
                  <a:lnTo>
                    <a:pt x="3" y="152"/>
                  </a:lnTo>
                  <a:lnTo>
                    <a:pt x="11" y="157"/>
                  </a:lnTo>
                  <a:lnTo>
                    <a:pt x="14" y="156"/>
                  </a:lnTo>
                  <a:lnTo>
                    <a:pt x="16" y="158"/>
                  </a:lnTo>
                  <a:lnTo>
                    <a:pt x="22" y="158"/>
                  </a:lnTo>
                  <a:lnTo>
                    <a:pt x="25" y="154"/>
                  </a:lnTo>
                  <a:lnTo>
                    <a:pt x="30" y="149"/>
                  </a:lnTo>
                  <a:lnTo>
                    <a:pt x="37" y="146"/>
                  </a:lnTo>
                  <a:lnTo>
                    <a:pt x="39" y="145"/>
                  </a:lnTo>
                  <a:lnTo>
                    <a:pt x="42" y="142"/>
                  </a:lnTo>
                  <a:lnTo>
                    <a:pt x="42" y="137"/>
                  </a:lnTo>
                  <a:lnTo>
                    <a:pt x="48" y="132"/>
                  </a:lnTo>
                  <a:lnTo>
                    <a:pt x="54" y="129"/>
                  </a:lnTo>
                  <a:lnTo>
                    <a:pt x="55" y="134"/>
                  </a:lnTo>
                  <a:lnTo>
                    <a:pt x="57" y="135"/>
                  </a:lnTo>
                  <a:lnTo>
                    <a:pt x="69" y="135"/>
                  </a:lnTo>
                  <a:lnTo>
                    <a:pt x="72" y="137"/>
                  </a:lnTo>
                  <a:lnTo>
                    <a:pt x="72" y="140"/>
                  </a:lnTo>
                  <a:lnTo>
                    <a:pt x="76" y="146"/>
                  </a:lnTo>
                  <a:lnTo>
                    <a:pt x="77" y="145"/>
                  </a:lnTo>
                  <a:lnTo>
                    <a:pt x="80" y="147"/>
                  </a:lnTo>
                  <a:lnTo>
                    <a:pt x="86" y="146"/>
                  </a:lnTo>
                  <a:lnTo>
                    <a:pt x="88" y="148"/>
                  </a:lnTo>
                  <a:lnTo>
                    <a:pt x="89" y="147"/>
                  </a:lnTo>
                  <a:lnTo>
                    <a:pt x="97" y="154"/>
                  </a:lnTo>
                  <a:lnTo>
                    <a:pt x="100" y="153"/>
                  </a:lnTo>
                  <a:lnTo>
                    <a:pt x="106" y="151"/>
                  </a:lnTo>
                  <a:lnTo>
                    <a:pt x="109" y="157"/>
                  </a:lnTo>
                  <a:lnTo>
                    <a:pt x="112" y="158"/>
                  </a:lnTo>
                  <a:lnTo>
                    <a:pt x="118" y="157"/>
                  </a:lnTo>
                  <a:lnTo>
                    <a:pt x="128" y="143"/>
                  </a:lnTo>
                  <a:lnTo>
                    <a:pt x="128" y="132"/>
                  </a:lnTo>
                  <a:lnTo>
                    <a:pt x="130" y="130"/>
                  </a:lnTo>
                  <a:lnTo>
                    <a:pt x="140" y="128"/>
                  </a:lnTo>
                  <a:lnTo>
                    <a:pt x="141" y="127"/>
                  </a:lnTo>
                  <a:lnTo>
                    <a:pt x="145" y="126"/>
                  </a:lnTo>
                  <a:lnTo>
                    <a:pt x="146" y="125"/>
                  </a:lnTo>
                  <a:lnTo>
                    <a:pt x="150" y="124"/>
                  </a:lnTo>
                  <a:lnTo>
                    <a:pt x="152" y="122"/>
                  </a:lnTo>
                  <a:lnTo>
                    <a:pt x="157" y="122"/>
                  </a:lnTo>
                  <a:lnTo>
                    <a:pt x="154" y="120"/>
                  </a:lnTo>
                  <a:lnTo>
                    <a:pt x="160" y="115"/>
                  </a:lnTo>
                  <a:lnTo>
                    <a:pt x="168" y="114"/>
                  </a:lnTo>
                  <a:lnTo>
                    <a:pt x="168" y="113"/>
                  </a:lnTo>
                  <a:lnTo>
                    <a:pt x="179" y="113"/>
                  </a:lnTo>
                  <a:lnTo>
                    <a:pt x="180" y="107"/>
                  </a:lnTo>
                  <a:lnTo>
                    <a:pt x="185" y="107"/>
                  </a:lnTo>
                  <a:lnTo>
                    <a:pt x="188" y="101"/>
                  </a:lnTo>
                  <a:lnTo>
                    <a:pt x="188" y="97"/>
                  </a:lnTo>
                  <a:lnTo>
                    <a:pt x="185" y="91"/>
                  </a:lnTo>
                  <a:lnTo>
                    <a:pt x="188" y="86"/>
                  </a:lnTo>
                  <a:lnTo>
                    <a:pt x="188" y="85"/>
                  </a:lnTo>
                  <a:lnTo>
                    <a:pt x="189" y="84"/>
                  </a:lnTo>
                  <a:lnTo>
                    <a:pt x="189" y="82"/>
                  </a:lnTo>
                  <a:lnTo>
                    <a:pt x="193" y="80"/>
                  </a:lnTo>
                  <a:lnTo>
                    <a:pt x="197" y="79"/>
                  </a:lnTo>
                  <a:lnTo>
                    <a:pt x="198" y="78"/>
                  </a:lnTo>
                  <a:lnTo>
                    <a:pt x="199" y="78"/>
                  </a:lnTo>
                  <a:lnTo>
                    <a:pt x="209" y="86"/>
                  </a:lnTo>
                  <a:lnTo>
                    <a:pt x="208" y="88"/>
                  </a:lnTo>
                  <a:lnTo>
                    <a:pt x="208" y="92"/>
                  </a:lnTo>
                  <a:lnTo>
                    <a:pt x="210" y="95"/>
                  </a:lnTo>
                  <a:lnTo>
                    <a:pt x="213" y="94"/>
                  </a:lnTo>
                  <a:lnTo>
                    <a:pt x="215" y="97"/>
                  </a:lnTo>
                  <a:lnTo>
                    <a:pt x="216" y="100"/>
                  </a:lnTo>
                  <a:lnTo>
                    <a:pt x="218" y="102"/>
                  </a:lnTo>
                  <a:lnTo>
                    <a:pt x="218" y="104"/>
                  </a:lnTo>
                  <a:lnTo>
                    <a:pt x="221" y="109"/>
                  </a:lnTo>
                  <a:lnTo>
                    <a:pt x="225" y="109"/>
                  </a:lnTo>
                  <a:lnTo>
                    <a:pt x="229" y="104"/>
                  </a:lnTo>
                  <a:lnTo>
                    <a:pt x="231" y="104"/>
                  </a:lnTo>
                  <a:lnTo>
                    <a:pt x="234" y="102"/>
                  </a:lnTo>
                  <a:lnTo>
                    <a:pt x="235" y="106"/>
                  </a:lnTo>
                  <a:lnTo>
                    <a:pt x="244" y="112"/>
                  </a:lnTo>
                  <a:lnTo>
                    <a:pt x="244" y="114"/>
                  </a:lnTo>
                  <a:lnTo>
                    <a:pt x="247" y="116"/>
                  </a:lnTo>
                  <a:lnTo>
                    <a:pt x="252" y="115"/>
                  </a:lnTo>
                  <a:lnTo>
                    <a:pt x="262" y="109"/>
                  </a:lnTo>
                  <a:lnTo>
                    <a:pt x="271" y="108"/>
                  </a:lnTo>
                  <a:lnTo>
                    <a:pt x="270" y="105"/>
                  </a:lnTo>
                  <a:lnTo>
                    <a:pt x="272" y="102"/>
                  </a:lnTo>
                  <a:lnTo>
                    <a:pt x="271" y="97"/>
                  </a:lnTo>
                  <a:lnTo>
                    <a:pt x="273" y="94"/>
                  </a:lnTo>
                  <a:lnTo>
                    <a:pt x="272" y="93"/>
                  </a:lnTo>
                  <a:lnTo>
                    <a:pt x="275" y="90"/>
                  </a:lnTo>
                  <a:lnTo>
                    <a:pt x="279" y="88"/>
                  </a:lnTo>
                  <a:lnTo>
                    <a:pt x="282" y="84"/>
                  </a:lnTo>
                  <a:lnTo>
                    <a:pt x="282" y="79"/>
                  </a:lnTo>
                  <a:lnTo>
                    <a:pt x="283" y="79"/>
                  </a:lnTo>
                  <a:lnTo>
                    <a:pt x="295" y="84"/>
                  </a:lnTo>
                  <a:lnTo>
                    <a:pt x="300" y="89"/>
                  </a:lnTo>
                  <a:lnTo>
                    <a:pt x="302" y="85"/>
                  </a:lnTo>
                  <a:lnTo>
                    <a:pt x="304" y="86"/>
                  </a:lnTo>
                  <a:lnTo>
                    <a:pt x="307" y="81"/>
                  </a:lnTo>
                  <a:lnTo>
                    <a:pt x="308" y="81"/>
                  </a:lnTo>
                  <a:lnTo>
                    <a:pt x="310" y="79"/>
                  </a:lnTo>
                  <a:lnTo>
                    <a:pt x="310" y="75"/>
                  </a:lnTo>
                  <a:lnTo>
                    <a:pt x="311" y="72"/>
                  </a:lnTo>
                  <a:lnTo>
                    <a:pt x="314" y="72"/>
                  </a:lnTo>
                  <a:lnTo>
                    <a:pt x="317" y="75"/>
                  </a:lnTo>
                  <a:lnTo>
                    <a:pt x="317" y="77"/>
                  </a:lnTo>
                  <a:lnTo>
                    <a:pt x="319" y="78"/>
                  </a:lnTo>
                  <a:lnTo>
                    <a:pt x="326" y="78"/>
                  </a:lnTo>
                  <a:lnTo>
                    <a:pt x="327" y="79"/>
                  </a:lnTo>
                  <a:lnTo>
                    <a:pt x="337" y="78"/>
                  </a:lnTo>
                  <a:lnTo>
                    <a:pt x="338" y="76"/>
                  </a:lnTo>
                  <a:lnTo>
                    <a:pt x="338" y="67"/>
                  </a:lnTo>
                  <a:lnTo>
                    <a:pt x="339" y="65"/>
                  </a:lnTo>
                  <a:lnTo>
                    <a:pt x="339" y="60"/>
                  </a:lnTo>
                  <a:lnTo>
                    <a:pt x="333" y="60"/>
                  </a:lnTo>
                  <a:lnTo>
                    <a:pt x="329" y="65"/>
                  </a:lnTo>
                  <a:lnTo>
                    <a:pt x="328" y="65"/>
                  </a:lnTo>
                  <a:lnTo>
                    <a:pt x="327" y="63"/>
                  </a:lnTo>
                  <a:lnTo>
                    <a:pt x="331" y="61"/>
                  </a:lnTo>
                  <a:lnTo>
                    <a:pt x="333" y="58"/>
                  </a:lnTo>
                  <a:lnTo>
                    <a:pt x="336" y="58"/>
                  </a:lnTo>
                  <a:lnTo>
                    <a:pt x="338" y="56"/>
                  </a:lnTo>
                  <a:lnTo>
                    <a:pt x="339" y="56"/>
                  </a:lnTo>
                  <a:lnTo>
                    <a:pt x="340" y="58"/>
                  </a:lnTo>
                  <a:lnTo>
                    <a:pt x="346" y="57"/>
                  </a:lnTo>
                  <a:lnTo>
                    <a:pt x="348" y="59"/>
                  </a:lnTo>
                  <a:lnTo>
                    <a:pt x="352" y="59"/>
                  </a:lnTo>
                  <a:lnTo>
                    <a:pt x="354" y="60"/>
                  </a:lnTo>
                  <a:lnTo>
                    <a:pt x="357" y="58"/>
                  </a:lnTo>
                  <a:lnTo>
                    <a:pt x="357" y="56"/>
                  </a:lnTo>
                  <a:lnTo>
                    <a:pt x="360" y="52"/>
                  </a:lnTo>
                  <a:lnTo>
                    <a:pt x="366" y="40"/>
                  </a:lnTo>
                  <a:lnTo>
                    <a:pt x="368" y="38"/>
                  </a:lnTo>
                  <a:lnTo>
                    <a:pt x="370" y="40"/>
                  </a:lnTo>
                  <a:lnTo>
                    <a:pt x="373" y="40"/>
                  </a:lnTo>
                  <a:lnTo>
                    <a:pt x="374" y="39"/>
                  </a:lnTo>
                  <a:lnTo>
                    <a:pt x="379" y="38"/>
                  </a:lnTo>
                  <a:lnTo>
                    <a:pt x="384" y="42"/>
                  </a:lnTo>
                  <a:lnTo>
                    <a:pt x="384" y="44"/>
                  </a:lnTo>
                  <a:lnTo>
                    <a:pt x="386" y="48"/>
                  </a:lnTo>
                  <a:lnTo>
                    <a:pt x="391" y="46"/>
                  </a:lnTo>
                  <a:lnTo>
                    <a:pt x="393" y="34"/>
                  </a:lnTo>
                  <a:lnTo>
                    <a:pt x="399" y="25"/>
                  </a:lnTo>
                  <a:lnTo>
                    <a:pt x="399" y="24"/>
                  </a:lnTo>
                  <a:lnTo>
                    <a:pt x="404" y="19"/>
                  </a:lnTo>
                  <a:lnTo>
                    <a:pt x="413" y="23"/>
                  </a:lnTo>
                  <a:lnTo>
                    <a:pt x="413" y="29"/>
                  </a:lnTo>
                  <a:lnTo>
                    <a:pt x="416" y="33"/>
                  </a:lnTo>
                  <a:lnTo>
                    <a:pt x="422" y="35"/>
                  </a:lnTo>
                  <a:lnTo>
                    <a:pt x="424" y="35"/>
                  </a:lnTo>
                  <a:lnTo>
                    <a:pt x="427" y="37"/>
                  </a:lnTo>
                  <a:lnTo>
                    <a:pt x="430" y="35"/>
                  </a:lnTo>
                  <a:lnTo>
                    <a:pt x="430" y="32"/>
                  </a:lnTo>
                  <a:lnTo>
                    <a:pt x="434" y="27"/>
                  </a:lnTo>
                  <a:lnTo>
                    <a:pt x="434" y="25"/>
                  </a:lnTo>
                  <a:lnTo>
                    <a:pt x="443" y="16"/>
                  </a:lnTo>
                  <a:lnTo>
                    <a:pt x="443" y="14"/>
                  </a:lnTo>
                  <a:lnTo>
                    <a:pt x="448" y="8"/>
                  </a:lnTo>
                  <a:lnTo>
                    <a:pt x="458" y="7"/>
                  </a:lnTo>
                  <a:lnTo>
                    <a:pt x="462" y="11"/>
                  </a:lnTo>
                  <a:lnTo>
                    <a:pt x="470" y="9"/>
                  </a:lnTo>
                  <a:lnTo>
                    <a:pt x="474" y="1"/>
                  </a:lnTo>
                  <a:lnTo>
                    <a:pt x="478" y="0"/>
                  </a:lnTo>
                  <a:lnTo>
                    <a:pt x="478" y="4"/>
                  </a:lnTo>
                  <a:lnTo>
                    <a:pt x="480" y="5"/>
                  </a:lnTo>
                  <a:lnTo>
                    <a:pt x="492" y="6"/>
                  </a:lnTo>
                  <a:lnTo>
                    <a:pt x="499" y="9"/>
                  </a:lnTo>
                  <a:lnTo>
                    <a:pt x="500" y="19"/>
                  </a:lnTo>
                  <a:lnTo>
                    <a:pt x="498" y="19"/>
                  </a:lnTo>
                  <a:lnTo>
                    <a:pt x="497" y="29"/>
                  </a:lnTo>
                  <a:lnTo>
                    <a:pt x="496" y="30"/>
                  </a:lnTo>
                  <a:lnTo>
                    <a:pt x="496" y="36"/>
                  </a:lnTo>
                  <a:lnTo>
                    <a:pt x="498" y="38"/>
                  </a:lnTo>
                  <a:lnTo>
                    <a:pt x="501" y="37"/>
                  </a:lnTo>
                  <a:lnTo>
                    <a:pt x="503" y="36"/>
                  </a:lnTo>
                  <a:lnTo>
                    <a:pt x="509" y="36"/>
                  </a:lnTo>
                  <a:lnTo>
                    <a:pt x="511" y="37"/>
                  </a:lnTo>
                  <a:lnTo>
                    <a:pt x="514" y="37"/>
                  </a:lnTo>
                  <a:lnTo>
                    <a:pt x="516" y="39"/>
                  </a:lnTo>
                  <a:lnTo>
                    <a:pt x="516" y="40"/>
                  </a:lnTo>
                  <a:lnTo>
                    <a:pt x="514" y="42"/>
                  </a:lnTo>
                  <a:lnTo>
                    <a:pt x="514" y="44"/>
                  </a:lnTo>
                  <a:lnTo>
                    <a:pt x="512" y="46"/>
                  </a:lnTo>
                  <a:lnTo>
                    <a:pt x="512" y="47"/>
                  </a:lnTo>
                  <a:lnTo>
                    <a:pt x="509" y="52"/>
                  </a:lnTo>
                  <a:lnTo>
                    <a:pt x="506" y="55"/>
                  </a:lnTo>
                  <a:lnTo>
                    <a:pt x="507" y="75"/>
                  </a:lnTo>
                  <a:lnTo>
                    <a:pt x="505" y="77"/>
                  </a:lnTo>
                  <a:lnTo>
                    <a:pt x="494" y="89"/>
                  </a:lnTo>
                  <a:lnTo>
                    <a:pt x="494" y="90"/>
                  </a:lnTo>
                  <a:lnTo>
                    <a:pt x="491" y="93"/>
                  </a:lnTo>
                  <a:lnTo>
                    <a:pt x="491" y="96"/>
                  </a:lnTo>
                  <a:lnTo>
                    <a:pt x="483" y="106"/>
                  </a:lnTo>
                  <a:lnTo>
                    <a:pt x="483" y="114"/>
                  </a:lnTo>
                  <a:lnTo>
                    <a:pt x="488" y="118"/>
                  </a:lnTo>
                  <a:lnTo>
                    <a:pt x="491" y="118"/>
                  </a:lnTo>
                  <a:lnTo>
                    <a:pt x="494" y="119"/>
                  </a:lnTo>
                  <a:lnTo>
                    <a:pt x="494" y="111"/>
                  </a:lnTo>
                  <a:lnTo>
                    <a:pt x="496" y="109"/>
                  </a:lnTo>
                  <a:lnTo>
                    <a:pt x="503" y="103"/>
                  </a:lnTo>
                  <a:lnTo>
                    <a:pt x="507" y="103"/>
                  </a:lnTo>
                  <a:lnTo>
                    <a:pt x="508" y="104"/>
                  </a:lnTo>
                  <a:lnTo>
                    <a:pt x="514" y="105"/>
                  </a:lnTo>
                  <a:lnTo>
                    <a:pt x="519" y="119"/>
                  </a:lnTo>
                  <a:lnTo>
                    <a:pt x="519" y="138"/>
                  </a:lnTo>
                  <a:lnTo>
                    <a:pt x="517" y="140"/>
                  </a:lnTo>
                  <a:lnTo>
                    <a:pt x="519" y="142"/>
                  </a:lnTo>
                  <a:lnTo>
                    <a:pt x="532" y="140"/>
                  </a:lnTo>
                  <a:lnTo>
                    <a:pt x="535" y="138"/>
                  </a:lnTo>
                  <a:lnTo>
                    <a:pt x="538" y="130"/>
                  </a:lnTo>
                  <a:lnTo>
                    <a:pt x="555" y="129"/>
                  </a:lnTo>
                  <a:lnTo>
                    <a:pt x="563" y="130"/>
                  </a:lnTo>
                  <a:lnTo>
                    <a:pt x="558" y="137"/>
                  </a:lnTo>
                  <a:lnTo>
                    <a:pt x="558" y="141"/>
                  </a:lnTo>
                  <a:lnTo>
                    <a:pt x="563" y="147"/>
                  </a:lnTo>
                  <a:lnTo>
                    <a:pt x="564" y="150"/>
                  </a:lnTo>
                  <a:lnTo>
                    <a:pt x="567" y="155"/>
                  </a:lnTo>
                  <a:lnTo>
                    <a:pt x="567" y="165"/>
                  </a:lnTo>
                  <a:lnTo>
                    <a:pt x="566" y="166"/>
                  </a:lnTo>
                  <a:lnTo>
                    <a:pt x="565" y="171"/>
                  </a:lnTo>
                  <a:lnTo>
                    <a:pt x="561" y="173"/>
                  </a:lnTo>
                  <a:lnTo>
                    <a:pt x="553" y="173"/>
                  </a:lnTo>
                  <a:lnTo>
                    <a:pt x="554" y="182"/>
                  </a:lnTo>
                  <a:lnTo>
                    <a:pt x="555" y="183"/>
                  </a:lnTo>
                  <a:lnTo>
                    <a:pt x="557" y="193"/>
                  </a:lnTo>
                  <a:lnTo>
                    <a:pt x="555" y="196"/>
                  </a:lnTo>
                  <a:lnTo>
                    <a:pt x="551" y="198"/>
                  </a:lnTo>
                  <a:lnTo>
                    <a:pt x="551" y="200"/>
                  </a:lnTo>
                  <a:lnTo>
                    <a:pt x="549" y="202"/>
                  </a:lnTo>
                  <a:lnTo>
                    <a:pt x="550" y="203"/>
                  </a:lnTo>
                  <a:lnTo>
                    <a:pt x="547" y="206"/>
                  </a:lnTo>
                  <a:lnTo>
                    <a:pt x="538" y="206"/>
                  </a:lnTo>
                  <a:lnTo>
                    <a:pt x="539" y="207"/>
                  </a:lnTo>
                  <a:lnTo>
                    <a:pt x="539" y="211"/>
                  </a:lnTo>
                  <a:lnTo>
                    <a:pt x="537" y="213"/>
                  </a:lnTo>
                  <a:lnTo>
                    <a:pt x="538" y="217"/>
                  </a:lnTo>
                  <a:lnTo>
                    <a:pt x="535" y="222"/>
                  </a:lnTo>
                  <a:lnTo>
                    <a:pt x="530" y="223"/>
                  </a:lnTo>
                  <a:lnTo>
                    <a:pt x="527" y="225"/>
                  </a:lnTo>
                  <a:lnTo>
                    <a:pt x="525" y="231"/>
                  </a:lnTo>
                  <a:lnTo>
                    <a:pt x="525" y="233"/>
                  </a:lnTo>
                  <a:lnTo>
                    <a:pt x="522" y="236"/>
                  </a:lnTo>
                  <a:lnTo>
                    <a:pt x="523" y="238"/>
                  </a:lnTo>
                  <a:lnTo>
                    <a:pt x="521" y="239"/>
                  </a:lnTo>
                  <a:lnTo>
                    <a:pt x="522" y="241"/>
                  </a:lnTo>
                  <a:lnTo>
                    <a:pt x="520" y="242"/>
                  </a:lnTo>
                  <a:lnTo>
                    <a:pt x="522" y="271"/>
                  </a:lnTo>
                  <a:lnTo>
                    <a:pt x="525" y="273"/>
                  </a:lnTo>
                  <a:lnTo>
                    <a:pt x="522" y="277"/>
                  </a:lnTo>
                  <a:lnTo>
                    <a:pt x="521" y="284"/>
                  </a:lnTo>
                  <a:lnTo>
                    <a:pt x="519" y="290"/>
                  </a:lnTo>
                  <a:lnTo>
                    <a:pt x="510" y="298"/>
                  </a:lnTo>
                  <a:lnTo>
                    <a:pt x="502" y="299"/>
                  </a:lnTo>
                  <a:lnTo>
                    <a:pt x="501" y="304"/>
                  </a:lnTo>
                  <a:lnTo>
                    <a:pt x="497" y="308"/>
                  </a:lnTo>
                  <a:lnTo>
                    <a:pt x="493" y="308"/>
                  </a:lnTo>
                  <a:lnTo>
                    <a:pt x="485" y="310"/>
                  </a:lnTo>
                  <a:lnTo>
                    <a:pt x="483" y="313"/>
                  </a:lnTo>
                  <a:lnTo>
                    <a:pt x="480" y="313"/>
                  </a:lnTo>
                  <a:lnTo>
                    <a:pt x="477" y="316"/>
                  </a:lnTo>
                  <a:lnTo>
                    <a:pt x="474" y="323"/>
                  </a:lnTo>
                  <a:lnTo>
                    <a:pt x="475" y="332"/>
                  </a:lnTo>
                  <a:lnTo>
                    <a:pt x="478" y="336"/>
                  </a:lnTo>
                  <a:lnTo>
                    <a:pt x="476" y="337"/>
                  </a:lnTo>
                  <a:lnTo>
                    <a:pt x="472" y="343"/>
                  </a:lnTo>
                  <a:lnTo>
                    <a:pt x="473" y="343"/>
                  </a:lnTo>
                  <a:lnTo>
                    <a:pt x="472" y="346"/>
                  </a:lnTo>
                  <a:lnTo>
                    <a:pt x="469" y="349"/>
                  </a:lnTo>
                  <a:lnTo>
                    <a:pt x="467" y="346"/>
                  </a:lnTo>
                  <a:lnTo>
                    <a:pt x="464" y="347"/>
                  </a:lnTo>
                  <a:lnTo>
                    <a:pt x="461" y="350"/>
                  </a:lnTo>
                  <a:lnTo>
                    <a:pt x="456" y="346"/>
                  </a:lnTo>
                  <a:lnTo>
                    <a:pt x="452" y="346"/>
                  </a:lnTo>
                  <a:lnTo>
                    <a:pt x="447" y="351"/>
                  </a:lnTo>
                  <a:lnTo>
                    <a:pt x="447" y="354"/>
                  </a:lnTo>
                  <a:lnTo>
                    <a:pt x="449" y="355"/>
                  </a:lnTo>
                  <a:lnTo>
                    <a:pt x="449" y="359"/>
                  </a:lnTo>
                  <a:lnTo>
                    <a:pt x="450" y="361"/>
                  </a:lnTo>
                  <a:lnTo>
                    <a:pt x="451" y="368"/>
                  </a:lnTo>
                  <a:lnTo>
                    <a:pt x="452" y="369"/>
                  </a:lnTo>
                  <a:lnTo>
                    <a:pt x="450" y="371"/>
                  </a:lnTo>
                  <a:lnTo>
                    <a:pt x="434" y="372"/>
                  </a:lnTo>
                  <a:lnTo>
                    <a:pt x="432" y="374"/>
                  </a:lnTo>
                  <a:lnTo>
                    <a:pt x="425" y="374"/>
                  </a:lnTo>
                  <a:lnTo>
                    <a:pt x="424" y="376"/>
                  </a:lnTo>
                  <a:lnTo>
                    <a:pt x="420" y="376"/>
                  </a:lnTo>
                  <a:lnTo>
                    <a:pt x="417" y="389"/>
                  </a:lnTo>
                  <a:lnTo>
                    <a:pt x="412" y="396"/>
                  </a:lnTo>
                  <a:lnTo>
                    <a:pt x="410" y="398"/>
                  </a:lnTo>
                  <a:lnTo>
                    <a:pt x="407" y="401"/>
                  </a:lnTo>
                  <a:close/>
                </a:path>
              </a:pathLst>
            </a:custGeom>
            <a:grpFill/>
            <a:ln w="28575">
              <a:noFill/>
              <a:prstDash val="sysDot"/>
              <a:round/>
              <a:headEnd/>
              <a:tailEnd/>
            </a:ln>
          </p:spPr>
          <p:txBody>
            <a:bodyPr/>
            <a:lstStyle/>
            <a:p>
              <a:endParaRPr lang="zh-CN" altLang="en-US" kern="0" dirty="0">
                <a:solidFill>
                  <a:prstClr val="black"/>
                </a:solidFill>
                <a:ea typeface="微软雅黑" pitchFamily="34" charset="-122"/>
              </a:endParaRPr>
            </a:p>
          </p:txBody>
        </p:sp>
        <p:sp>
          <p:nvSpPr>
            <p:cNvPr id="21" name="Freeform 21"/>
            <p:cNvSpPr>
              <a:spLocks/>
            </p:cNvSpPr>
            <p:nvPr/>
          </p:nvSpPr>
          <p:spPr bwMode="auto">
            <a:xfrm>
              <a:off x="5171212" y="5105511"/>
              <a:ext cx="1033462" cy="844550"/>
            </a:xfrm>
            <a:custGeom>
              <a:avLst/>
              <a:gdLst>
                <a:gd name="T0" fmla="*/ 2147483647 w 565"/>
                <a:gd name="T1" fmla="*/ 2147483647 h 443"/>
                <a:gd name="T2" fmla="*/ 2147483647 w 565"/>
                <a:gd name="T3" fmla="*/ 2147483647 h 443"/>
                <a:gd name="T4" fmla="*/ 2147483647 w 565"/>
                <a:gd name="T5" fmla="*/ 2147483647 h 443"/>
                <a:gd name="T6" fmla="*/ 0 w 565"/>
                <a:gd name="T7" fmla="*/ 2147483647 h 443"/>
                <a:gd name="T8" fmla="*/ 2147483647 w 565"/>
                <a:gd name="T9" fmla="*/ 2147483647 h 443"/>
                <a:gd name="T10" fmla="*/ 2147483647 w 565"/>
                <a:gd name="T11" fmla="*/ 2147483647 h 443"/>
                <a:gd name="T12" fmla="*/ 2147483647 w 565"/>
                <a:gd name="T13" fmla="*/ 2147483647 h 443"/>
                <a:gd name="T14" fmla="*/ 2147483647 w 565"/>
                <a:gd name="T15" fmla="*/ 2147483647 h 443"/>
                <a:gd name="T16" fmla="*/ 2147483647 w 565"/>
                <a:gd name="T17" fmla="*/ 2147483647 h 443"/>
                <a:gd name="T18" fmla="*/ 2147483647 w 565"/>
                <a:gd name="T19" fmla="*/ 2147483647 h 443"/>
                <a:gd name="T20" fmla="*/ 2147483647 w 565"/>
                <a:gd name="T21" fmla="*/ 2147483647 h 443"/>
                <a:gd name="T22" fmla="*/ 2147483647 w 565"/>
                <a:gd name="T23" fmla="*/ 2147483647 h 443"/>
                <a:gd name="T24" fmla="*/ 2147483647 w 565"/>
                <a:gd name="T25" fmla="*/ 2147483647 h 443"/>
                <a:gd name="T26" fmla="*/ 2147483647 w 565"/>
                <a:gd name="T27" fmla="*/ 2147483647 h 443"/>
                <a:gd name="T28" fmla="*/ 2147483647 w 565"/>
                <a:gd name="T29" fmla="*/ 2147483647 h 443"/>
                <a:gd name="T30" fmla="*/ 2147483647 w 565"/>
                <a:gd name="T31" fmla="*/ 2147483647 h 443"/>
                <a:gd name="T32" fmla="*/ 2147483647 w 565"/>
                <a:gd name="T33" fmla="*/ 2147483647 h 443"/>
                <a:gd name="T34" fmla="*/ 2147483647 w 565"/>
                <a:gd name="T35" fmla="*/ 2147483647 h 443"/>
                <a:gd name="T36" fmla="*/ 2147483647 w 565"/>
                <a:gd name="T37" fmla="*/ 2147483647 h 443"/>
                <a:gd name="T38" fmla="*/ 2147483647 w 565"/>
                <a:gd name="T39" fmla="*/ 2147483647 h 443"/>
                <a:gd name="T40" fmla="*/ 2147483647 w 565"/>
                <a:gd name="T41" fmla="*/ 2147483647 h 443"/>
                <a:gd name="T42" fmla="*/ 2147483647 w 565"/>
                <a:gd name="T43" fmla="*/ 2147483647 h 443"/>
                <a:gd name="T44" fmla="*/ 2147483647 w 565"/>
                <a:gd name="T45" fmla="*/ 2147483647 h 443"/>
                <a:gd name="T46" fmla="*/ 2147483647 w 565"/>
                <a:gd name="T47" fmla="*/ 2147483647 h 443"/>
                <a:gd name="T48" fmla="*/ 2147483647 w 565"/>
                <a:gd name="T49" fmla="*/ 2147483647 h 443"/>
                <a:gd name="T50" fmla="*/ 2147483647 w 565"/>
                <a:gd name="T51" fmla="*/ 2147483647 h 443"/>
                <a:gd name="T52" fmla="*/ 2147483647 w 565"/>
                <a:gd name="T53" fmla="*/ 2147483647 h 443"/>
                <a:gd name="T54" fmla="*/ 2147483647 w 565"/>
                <a:gd name="T55" fmla="*/ 2147483647 h 443"/>
                <a:gd name="T56" fmla="*/ 2147483647 w 565"/>
                <a:gd name="T57" fmla="*/ 2147483647 h 443"/>
                <a:gd name="T58" fmla="*/ 2147483647 w 565"/>
                <a:gd name="T59" fmla="*/ 2147483647 h 443"/>
                <a:gd name="T60" fmla="*/ 2147483647 w 565"/>
                <a:gd name="T61" fmla="*/ 2147483647 h 443"/>
                <a:gd name="T62" fmla="*/ 2147483647 w 565"/>
                <a:gd name="T63" fmla="*/ 2147483647 h 443"/>
                <a:gd name="T64" fmla="*/ 2147483647 w 565"/>
                <a:gd name="T65" fmla="*/ 2147483647 h 443"/>
                <a:gd name="T66" fmla="*/ 2147483647 w 565"/>
                <a:gd name="T67" fmla="*/ 2147483647 h 443"/>
                <a:gd name="T68" fmla="*/ 2147483647 w 565"/>
                <a:gd name="T69" fmla="*/ 2147483647 h 443"/>
                <a:gd name="T70" fmla="*/ 2147483647 w 565"/>
                <a:gd name="T71" fmla="*/ 2147483647 h 443"/>
                <a:gd name="T72" fmla="*/ 2147483647 w 565"/>
                <a:gd name="T73" fmla="*/ 2147483647 h 443"/>
                <a:gd name="T74" fmla="*/ 2147483647 w 565"/>
                <a:gd name="T75" fmla="*/ 2147483647 h 443"/>
                <a:gd name="T76" fmla="*/ 2147483647 w 565"/>
                <a:gd name="T77" fmla="*/ 2147483647 h 443"/>
                <a:gd name="T78" fmla="*/ 2147483647 w 565"/>
                <a:gd name="T79" fmla="*/ 2147483647 h 443"/>
                <a:gd name="T80" fmla="*/ 2147483647 w 565"/>
                <a:gd name="T81" fmla="*/ 2147483647 h 443"/>
                <a:gd name="T82" fmla="*/ 2147483647 w 565"/>
                <a:gd name="T83" fmla="*/ 2147483647 h 443"/>
                <a:gd name="T84" fmla="*/ 2147483647 w 565"/>
                <a:gd name="T85" fmla="*/ 2147483647 h 443"/>
                <a:gd name="T86" fmla="*/ 2147483647 w 565"/>
                <a:gd name="T87" fmla="*/ 2147483647 h 443"/>
                <a:gd name="T88" fmla="*/ 2147483647 w 565"/>
                <a:gd name="T89" fmla="*/ 2147483647 h 443"/>
                <a:gd name="T90" fmla="*/ 2147483647 w 565"/>
                <a:gd name="T91" fmla="*/ 2147483647 h 443"/>
                <a:gd name="T92" fmla="*/ 2147483647 w 565"/>
                <a:gd name="T93" fmla="*/ 2147483647 h 443"/>
                <a:gd name="T94" fmla="*/ 2147483647 w 565"/>
                <a:gd name="T95" fmla="*/ 2147483647 h 443"/>
                <a:gd name="T96" fmla="*/ 2147483647 w 565"/>
                <a:gd name="T97" fmla="*/ 2147483647 h 443"/>
                <a:gd name="T98" fmla="*/ 2147483647 w 565"/>
                <a:gd name="T99" fmla="*/ 2147483647 h 443"/>
                <a:gd name="T100" fmla="*/ 2147483647 w 565"/>
                <a:gd name="T101" fmla="*/ 2147483647 h 443"/>
                <a:gd name="T102" fmla="*/ 2147483647 w 565"/>
                <a:gd name="T103" fmla="*/ 2147483647 h 443"/>
                <a:gd name="T104" fmla="*/ 2147483647 w 565"/>
                <a:gd name="T105" fmla="*/ 2147483647 h 443"/>
                <a:gd name="T106" fmla="*/ 2147483647 w 565"/>
                <a:gd name="T107" fmla="*/ 2147483647 h 443"/>
                <a:gd name="T108" fmla="*/ 2147483647 w 565"/>
                <a:gd name="T109" fmla="*/ 2147483647 h 443"/>
                <a:gd name="T110" fmla="*/ 2147483647 w 565"/>
                <a:gd name="T111" fmla="*/ 2147483647 h 443"/>
                <a:gd name="T112" fmla="*/ 2147483647 w 565"/>
                <a:gd name="T113" fmla="*/ 2147483647 h 443"/>
                <a:gd name="T114" fmla="*/ 2147483647 w 565"/>
                <a:gd name="T115" fmla="*/ 2147483647 h 443"/>
                <a:gd name="T116" fmla="*/ 2147483647 w 565"/>
                <a:gd name="T117" fmla="*/ 2147483647 h 443"/>
                <a:gd name="T118" fmla="*/ 2147483647 w 565"/>
                <a:gd name="T119" fmla="*/ 2147483647 h 443"/>
                <a:gd name="T120" fmla="*/ 2147483647 w 565"/>
                <a:gd name="T121" fmla="*/ 2147483647 h 443"/>
                <a:gd name="T122" fmla="*/ 2147483647 w 565"/>
                <a:gd name="T123" fmla="*/ 2147483647 h 443"/>
                <a:gd name="T124" fmla="*/ 2147483647 w 565"/>
                <a:gd name="T125" fmla="*/ 2147483647 h 443"/>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565"/>
                <a:gd name="T190" fmla="*/ 0 h 443"/>
                <a:gd name="T191" fmla="*/ 565 w 565"/>
                <a:gd name="T192" fmla="*/ 443 h 443"/>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565" h="443">
                  <a:moveTo>
                    <a:pt x="172" y="70"/>
                  </a:moveTo>
                  <a:lnTo>
                    <a:pt x="167" y="77"/>
                  </a:lnTo>
                  <a:lnTo>
                    <a:pt x="167" y="81"/>
                  </a:lnTo>
                  <a:lnTo>
                    <a:pt x="172" y="87"/>
                  </a:lnTo>
                  <a:lnTo>
                    <a:pt x="173" y="90"/>
                  </a:lnTo>
                  <a:lnTo>
                    <a:pt x="176" y="95"/>
                  </a:lnTo>
                  <a:lnTo>
                    <a:pt x="176" y="105"/>
                  </a:lnTo>
                  <a:lnTo>
                    <a:pt x="175" y="106"/>
                  </a:lnTo>
                  <a:lnTo>
                    <a:pt x="174" y="111"/>
                  </a:lnTo>
                  <a:lnTo>
                    <a:pt x="170" y="113"/>
                  </a:lnTo>
                  <a:lnTo>
                    <a:pt x="162" y="113"/>
                  </a:lnTo>
                  <a:lnTo>
                    <a:pt x="163" y="122"/>
                  </a:lnTo>
                  <a:lnTo>
                    <a:pt x="164" y="123"/>
                  </a:lnTo>
                  <a:lnTo>
                    <a:pt x="166" y="133"/>
                  </a:lnTo>
                  <a:lnTo>
                    <a:pt x="164" y="136"/>
                  </a:lnTo>
                  <a:lnTo>
                    <a:pt x="160" y="138"/>
                  </a:lnTo>
                  <a:lnTo>
                    <a:pt x="160" y="140"/>
                  </a:lnTo>
                  <a:lnTo>
                    <a:pt x="158" y="142"/>
                  </a:lnTo>
                  <a:lnTo>
                    <a:pt x="159" y="143"/>
                  </a:lnTo>
                  <a:lnTo>
                    <a:pt x="156" y="146"/>
                  </a:lnTo>
                  <a:lnTo>
                    <a:pt x="147" y="146"/>
                  </a:lnTo>
                  <a:lnTo>
                    <a:pt x="148" y="147"/>
                  </a:lnTo>
                  <a:lnTo>
                    <a:pt x="148" y="151"/>
                  </a:lnTo>
                  <a:lnTo>
                    <a:pt x="146" y="153"/>
                  </a:lnTo>
                  <a:lnTo>
                    <a:pt x="147" y="157"/>
                  </a:lnTo>
                  <a:lnTo>
                    <a:pt x="144" y="162"/>
                  </a:lnTo>
                  <a:lnTo>
                    <a:pt x="139" y="163"/>
                  </a:lnTo>
                  <a:lnTo>
                    <a:pt x="136" y="165"/>
                  </a:lnTo>
                  <a:lnTo>
                    <a:pt x="134" y="171"/>
                  </a:lnTo>
                  <a:lnTo>
                    <a:pt x="134" y="173"/>
                  </a:lnTo>
                  <a:lnTo>
                    <a:pt x="131" y="176"/>
                  </a:lnTo>
                  <a:lnTo>
                    <a:pt x="132" y="178"/>
                  </a:lnTo>
                  <a:lnTo>
                    <a:pt x="130" y="179"/>
                  </a:lnTo>
                  <a:lnTo>
                    <a:pt x="131" y="181"/>
                  </a:lnTo>
                  <a:lnTo>
                    <a:pt x="129" y="182"/>
                  </a:lnTo>
                  <a:lnTo>
                    <a:pt x="131" y="211"/>
                  </a:lnTo>
                  <a:lnTo>
                    <a:pt x="134" y="213"/>
                  </a:lnTo>
                  <a:lnTo>
                    <a:pt x="131" y="217"/>
                  </a:lnTo>
                  <a:lnTo>
                    <a:pt x="130" y="224"/>
                  </a:lnTo>
                  <a:lnTo>
                    <a:pt x="128" y="230"/>
                  </a:lnTo>
                  <a:lnTo>
                    <a:pt x="119" y="238"/>
                  </a:lnTo>
                  <a:lnTo>
                    <a:pt x="111" y="239"/>
                  </a:lnTo>
                  <a:lnTo>
                    <a:pt x="110" y="244"/>
                  </a:lnTo>
                  <a:lnTo>
                    <a:pt x="106" y="248"/>
                  </a:lnTo>
                  <a:lnTo>
                    <a:pt x="102" y="248"/>
                  </a:lnTo>
                  <a:lnTo>
                    <a:pt x="94" y="250"/>
                  </a:lnTo>
                  <a:lnTo>
                    <a:pt x="92" y="253"/>
                  </a:lnTo>
                  <a:lnTo>
                    <a:pt x="89" y="253"/>
                  </a:lnTo>
                  <a:lnTo>
                    <a:pt x="86" y="256"/>
                  </a:lnTo>
                  <a:lnTo>
                    <a:pt x="83" y="263"/>
                  </a:lnTo>
                  <a:lnTo>
                    <a:pt x="84" y="272"/>
                  </a:lnTo>
                  <a:lnTo>
                    <a:pt x="87" y="276"/>
                  </a:lnTo>
                  <a:lnTo>
                    <a:pt x="85" y="277"/>
                  </a:lnTo>
                  <a:lnTo>
                    <a:pt x="81" y="283"/>
                  </a:lnTo>
                  <a:lnTo>
                    <a:pt x="82" y="283"/>
                  </a:lnTo>
                  <a:lnTo>
                    <a:pt x="81" y="286"/>
                  </a:lnTo>
                  <a:lnTo>
                    <a:pt x="78" y="289"/>
                  </a:lnTo>
                  <a:lnTo>
                    <a:pt x="76" y="286"/>
                  </a:lnTo>
                  <a:lnTo>
                    <a:pt x="73" y="287"/>
                  </a:lnTo>
                  <a:lnTo>
                    <a:pt x="70" y="290"/>
                  </a:lnTo>
                  <a:lnTo>
                    <a:pt x="65" y="286"/>
                  </a:lnTo>
                  <a:lnTo>
                    <a:pt x="61" y="286"/>
                  </a:lnTo>
                  <a:lnTo>
                    <a:pt x="56" y="291"/>
                  </a:lnTo>
                  <a:lnTo>
                    <a:pt x="56" y="294"/>
                  </a:lnTo>
                  <a:lnTo>
                    <a:pt x="58" y="295"/>
                  </a:lnTo>
                  <a:lnTo>
                    <a:pt x="58" y="299"/>
                  </a:lnTo>
                  <a:lnTo>
                    <a:pt x="59" y="301"/>
                  </a:lnTo>
                  <a:lnTo>
                    <a:pt x="60" y="308"/>
                  </a:lnTo>
                  <a:lnTo>
                    <a:pt x="61" y="309"/>
                  </a:lnTo>
                  <a:lnTo>
                    <a:pt x="59" y="311"/>
                  </a:lnTo>
                  <a:lnTo>
                    <a:pt x="43" y="312"/>
                  </a:lnTo>
                  <a:lnTo>
                    <a:pt x="41" y="314"/>
                  </a:lnTo>
                  <a:lnTo>
                    <a:pt x="34" y="314"/>
                  </a:lnTo>
                  <a:lnTo>
                    <a:pt x="33" y="316"/>
                  </a:lnTo>
                  <a:lnTo>
                    <a:pt x="29" y="316"/>
                  </a:lnTo>
                  <a:lnTo>
                    <a:pt x="26" y="329"/>
                  </a:lnTo>
                  <a:lnTo>
                    <a:pt x="21" y="336"/>
                  </a:lnTo>
                  <a:lnTo>
                    <a:pt x="19" y="338"/>
                  </a:lnTo>
                  <a:lnTo>
                    <a:pt x="16" y="341"/>
                  </a:lnTo>
                  <a:lnTo>
                    <a:pt x="16" y="342"/>
                  </a:lnTo>
                  <a:lnTo>
                    <a:pt x="17" y="342"/>
                  </a:lnTo>
                  <a:lnTo>
                    <a:pt x="17" y="343"/>
                  </a:lnTo>
                  <a:lnTo>
                    <a:pt x="18" y="344"/>
                  </a:lnTo>
                  <a:lnTo>
                    <a:pt x="18" y="345"/>
                  </a:lnTo>
                  <a:lnTo>
                    <a:pt x="18" y="346"/>
                  </a:lnTo>
                  <a:lnTo>
                    <a:pt x="18" y="347"/>
                  </a:lnTo>
                  <a:lnTo>
                    <a:pt x="19" y="347"/>
                  </a:lnTo>
                  <a:lnTo>
                    <a:pt x="19" y="348"/>
                  </a:lnTo>
                  <a:lnTo>
                    <a:pt x="19" y="349"/>
                  </a:lnTo>
                  <a:lnTo>
                    <a:pt x="19" y="350"/>
                  </a:lnTo>
                  <a:lnTo>
                    <a:pt x="18" y="350"/>
                  </a:lnTo>
                  <a:lnTo>
                    <a:pt x="17" y="350"/>
                  </a:lnTo>
                  <a:lnTo>
                    <a:pt x="17" y="351"/>
                  </a:lnTo>
                  <a:lnTo>
                    <a:pt x="16" y="351"/>
                  </a:lnTo>
                  <a:lnTo>
                    <a:pt x="15" y="351"/>
                  </a:lnTo>
                  <a:lnTo>
                    <a:pt x="13" y="350"/>
                  </a:lnTo>
                  <a:lnTo>
                    <a:pt x="12" y="350"/>
                  </a:lnTo>
                  <a:lnTo>
                    <a:pt x="11" y="350"/>
                  </a:lnTo>
                  <a:lnTo>
                    <a:pt x="10" y="350"/>
                  </a:lnTo>
                  <a:lnTo>
                    <a:pt x="10" y="351"/>
                  </a:lnTo>
                  <a:lnTo>
                    <a:pt x="9" y="351"/>
                  </a:lnTo>
                  <a:lnTo>
                    <a:pt x="9" y="352"/>
                  </a:lnTo>
                  <a:lnTo>
                    <a:pt x="8" y="352"/>
                  </a:lnTo>
                  <a:lnTo>
                    <a:pt x="8" y="353"/>
                  </a:lnTo>
                  <a:lnTo>
                    <a:pt x="8" y="354"/>
                  </a:lnTo>
                  <a:lnTo>
                    <a:pt x="7" y="355"/>
                  </a:lnTo>
                  <a:lnTo>
                    <a:pt x="7" y="356"/>
                  </a:lnTo>
                  <a:lnTo>
                    <a:pt x="8" y="357"/>
                  </a:lnTo>
                  <a:lnTo>
                    <a:pt x="8" y="358"/>
                  </a:lnTo>
                  <a:lnTo>
                    <a:pt x="8" y="359"/>
                  </a:lnTo>
                  <a:lnTo>
                    <a:pt x="8" y="361"/>
                  </a:lnTo>
                  <a:lnTo>
                    <a:pt x="9" y="361"/>
                  </a:lnTo>
                  <a:lnTo>
                    <a:pt x="9" y="362"/>
                  </a:lnTo>
                  <a:lnTo>
                    <a:pt x="9" y="363"/>
                  </a:lnTo>
                  <a:lnTo>
                    <a:pt x="9" y="364"/>
                  </a:lnTo>
                  <a:lnTo>
                    <a:pt x="8" y="365"/>
                  </a:lnTo>
                  <a:lnTo>
                    <a:pt x="8" y="366"/>
                  </a:lnTo>
                  <a:lnTo>
                    <a:pt x="7" y="366"/>
                  </a:lnTo>
                  <a:lnTo>
                    <a:pt x="7" y="367"/>
                  </a:lnTo>
                  <a:lnTo>
                    <a:pt x="6" y="367"/>
                  </a:lnTo>
                  <a:lnTo>
                    <a:pt x="5" y="367"/>
                  </a:lnTo>
                  <a:lnTo>
                    <a:pt x="4" y="367"/>
                  </a:lnTo>
                  <a:lnTo>
                    <a:pt x="3" y="368"/>
                  </a:lnTo>
                  <a:lnTo>
                    <a:pt x="2" y="368"/>
                  </a:lnTo>
                  <a:lnTo>
                    <a:pt x="2" y="369"/>
                  </a:lnTo>
                  <a:lnTo>
                    <a:pt x="2" y="370"/>
                  </a:lnTo>
                  <a:lnTo>
                    <a:pt x="2" y="371"/>
                  </a:lnTo>
                  <a:lnTo>
                    <a:pt x="2" y="372"/>
                  </a:lnTo>
                  <a:lnTo>
                    <a:pt x="2" y="373"/>
                  </a:lnTo>
                  <a:lnTo>
                    <a:pt x="3" y="374"/>
                  </a:lnTo>
                  <a:lnTo>
                    <a:pt x="3" y="375"/>
                  </a:lnTo>
                  <a:lnTo>
                    <a:pt x="3" y="376"/>
                  </a:lnTo>
                  <a:lnTo>
                    <a:pt x="3" y="377"/>
                  </a:lnTo>
                  <a:lnTo>
                    <a:pt x="2" y="377"/>
                  </a:lnTo>
                  <a:lnTo>
                    <a:pt x="2" y="378"/>
                  </a:lnTo>
                  <a:lnTo>
                    <a:pt x="2" y="379"/>
                  </a:lnTo>
                  <a:lnTo>
                    <a:pt x="1" y="381"/>
                  </a:lnTo>
                  <a:lnTo>
                    <a:pt x="1" y="382"/>
                  </a:lnTo>
                  <a:lnTo>
                    <a:pt x="0" y="382"/>
                  </a:lnTo>
                  <a:lnTo>
                    <a:pt x="0" y="383"/>
                  </a:lnTo>
                  <a:lnTo>
                    <a:pt x="0" y="384"/>
                  </a:lnTo>
                  <a:lnTo>
                    <a:pt x="0" y="385"/>
                  </a:lnTo>
                  <a:lnTo>
                    <a:pt x="0" y="386"/>
                  </a:lnTo>
                  <a:lnTo>
                    <a:pt x="0" y="387"/>
                  </a:lnTo>
                  <a:lnTo>
                    <a:pt x="0" y="388"/>
                  </a:lnTo>
                  <a:lnTo>
                    <a:pt x="0" y="389"/>
                  </a:lnTo>
                  <a:lnTo>
                    <a:pt x="0" y="390"/>
                  </a:lnTo>
                  <a:lnTo>
                    <a:pt x="0" y="391"/>
                  </a:lnTo>
                  <a:lnTo>
                    <a:pt x="1" y="392"/>
                  </a:lnTo>
                  <a:lnTo>
                    <a:pt x="2" y="392"/>
                  </a:lnTo>
                  <a:lnTo>
                    <a:pt x="3" y="392"/>
                  </a:lnTo>
                  <a:lnTo>
                    <a:pt x="4" y="392"/>
                  </a:lnTo>
                  <a:lnTo>
                    <a:pt x="5" y="392"/>
                  </a:lnTo>
                  <a:lnTo>
                    <a:pt x="6" y="392"/>
                  </a:lnTo>
                  <a:lnTo>
                    <a:pt x="7" y="392"/>
                  </a:lnTo>
                  <a:lnTo>
                    <a:pt x="7" y="393"/>
                  </a:lnTo>
                  <a:lnTo>
                    <a:pt x="8" y="393"/>
                  </a:lnTo>
                  <a:lnTo>
                    <a:pt x="8" y="394"/>
                  </a:lnTo>
                  <a:lnTo>
                    <a:pt x="8" y="395"/>
                  </a:lnTo>
                  <a:lnTo>
                    <a:pt x="8" y="396"/>
                  </a:lnTo>
                  <a:lnTo>
                    <a:pt x="9" y="397"/>
                  </a:lnTo>
                  <a:lnTo>
                    <a:pt x="9" y="398"/>
                  </a:lnTo>
                  <a:lnTo>
                    <a:pt x="10" y="399"/>
                  </a:lnTo>
                  <a:lnTo>
                    <a:pt x="11" y="399"/>
                  </a:lnTo>
                  <a:lnTo>
                    <a:pt x="11" y="400"/>
                  </a:lnTo>
                  <a:lnTo>
                    <a:pt x="11" y="401"/>
                  </a:lnTo>
                  <a:lnTo>
                    <a:pt x="12" y="401"/>
                  </a:lnTo>
                  <a:lnTo>
                    <a:pt x="12" y="402"/>
                  </a:lnTo>
                  <a:lnTo>
                    <a:pt x="12" y="403"/>
                  </a:lnTo>
                  <a:lnTo>
                    <a:pt x="12" y="404"/>
                  </a:lnTo>
                  <a:lnTo>
                    <a:pt x="12" y="405"/>
                  </a:lnTo>
                  <a:lnTo>
                    <a:pt x="11" y="405"/>
                  </a:lnTo>
                  <a:lnTo>
                    <a:pt x="11" y="406"/>
                  </a:lnTo>
                  <a:lnTo>
                    <a:pt x="11" y="407"/>
                  </a:lnTo>
                  <a:lnTo>
                    <a:pt x="10" y="408"/>
                  </a:lnTo>
                  <a:lnTo>
                    <a:pt x="10" y="409"/>
                  </a:lnTo>
                  <a:lnTo>
                    <a:pt x="10" y="410"/>
                  </a:lnTo>
                  <a:lnTo>
                    <a:pt x="11" y="411"/>
                  </a:lnTo>
                  <a:lnTo>
                    <a:pt x="12" y="411"/>
                  </a:lnTo>
                  <a:lnTo>
                    <a:pt x="13" y="412"/>
                  </a:lnTo>
                  <a:lnTo>
                    <a:pt x="14" y="412"/>
                  </a:lnTo>
                  <a:lnTo>
                    <a:pt x="14" y="413"/>
                  </a:lnTo>
                  <a:lnTo>
                    <a:pt x="14" y="414"/>
                  </a:lnTo>
                  <a:lnTo>
                    <a:pt x="15" y="414"/>
                  </a:lnTo>
                  <a:lnTo>
                    <a:pt x="15" y="415"/>
                  </a:lnTo>
                  <a:lnTo>
                    <a:pt x="15" y="416"/>
                  </a:lnTo>
                  <a:lnTo>
                    <a:pt x="15" y="417"/>
                  </a:lnTo>
                  <a:lnTo>
                    <a:pt x="15" y="418"/>
                  </a:lnTo>
                  <a:lnTo>
                    <a:pt x="16" y="418"/>
                  </a:lnTo>
                  <a:lnTo>
                    <a:pt x="16" y="419"/>
                  </a:lnTo>
                  <a:lnTo>
                    <a:pt x="17" y="419"/>
                  </a:lnTo>
                  <a:lnTo>
                    <a:pt x="18" y="419"/>
                  </a:lnTo>
                  <a:lnTo>
                    <a:pt x="19" y="419"/>
                  </a:lnTo>
                  <a:lnTo>
                    <a:pt x="20" y="418"/>
                  </a:lnTo>
                  <a:lnTo>
                    <a:pt x="20" y="419"/>
                  </a:lnTo>
                  <a:lnTo>
                    <a:pt x="21" y="419"/>
                  </a:lnTo>
                  <a:lnTo>
                    <a:pt x="22" y="419"/>
                  </a:lnTo>
                  <a:lnTo>
                    <a:pt x="22" y="420"/>
                  </a:lnTo>
                  <a:lnTo>
                    <a:pt x="23" y="420"/>
                  </a:lnTo>
                  <a:lnTo>
                    <a:pt x="23" y="421"/>
                  </a:lnTo>
                  <a:lnTo>
                    <a:pt x="24" y="421"/>
                  </a:lnTo>
                  <a:lnTo>
                    <a:pt x="24" y="422"/>
                  </a:lnTo>
                  <a:lnTo>
                    <a:pt x="25" y="422"/>
                  </a:lnTo>
                  <a:lnTo>
                    <a:pt x="26" y="422"/>
                  </a:lnTo>
                  <a:lnTo>
                    <a:pt x="27" y="422"/>
                  </a:lnTo>
                  <a:lnTo>
                    <a:pt x="28" y="422"/>
                  </a:lnTo>
                  <a:lnTo>
                    <a:pt x="29" y="422"/>
                  </a:lnTo>
                  <a:lnTo>
                    <a:pt x="30" y="422"/>
                  </a:lnTo>
                  <a:lnTo>
                    <a:pt x="31" y="422"/>
                  </a:lnTo>
                  <a:lnTo>
                    <a:pt x="32" y="422"/>
                  </a:lnTo>
                  <a:lnTo>
                    <a:pt x="32" y="423"/>
                  </a:lnTo>
                  <a:lnTo>
                    <a:pt x="33" y="423"/>
                  </a:lnTo>
                  <a:lnTo>
                    <a:pt x="33" y="424"/>
                  </a:lnTo>
                  <a:lnTo>
                    <a:pt x="33" y="425"/>
                  </a:lnTo>
                  <a:lnTo>
                    <a:pt x="32" y="426"/>
                  </a:lnTo>
                  <a:lnTo>
                    <a:pt x="32" y="427"/>
                  </a:lnTo>
                  <a:lnTo>
                    <a:pt x="32" y="428"/>
                  </a:lnTo>
                  <a:lnTo>
                    <a:pt x="31" y="428"/>
                  </a:lnTo>
                  <a:lnTo>
                    <a:pt x="31" y="429"/>
                  </a:lnTo>
                  <a:lnTo>
                    <a:pt x="30" y="429"/>
                  </a:lnTo>
                  <a:lnTo>
                    <a:pt x="30" y="430"/>
                  </a:lnTo>
                  <a:lnTo>
                    <a:pt x="29" y="430"/>
                  </a:lnTo>
                  <a:lnTo>
                    <a:pt x="28" y="430"/>
                  </a:lnTo>
                  <a:lnTo>
                    <a:pt x="27" y="430"/>
                  </a:lnTo>
                  <a:lnTo>
                    <a:pt x="26" y="430"/>
                  </a:lnTo>
                  <a:lnTo>
                    <a:pt x="26" y="429"/>
                  </a:lnTo>
                  <a:lnTo>
                    <a:pt x="25" y="428"/>
                  </a:lnTo>
                  <a:lnTo>
                    <a:pt x="24" y="428"/>
                  </a:lnTo>
                  <a:lnTo>
                    <a:pt x="24" y="427"/>
                  </a:lnTo>
                  <a:lnTo>
                    <a:pt x="23" y="427"/>
                  </a:lnTo>
                  <a:lnTo>
                    <a:pt x="22" y="427"/>
                  </a:lnTo>
                  <a:lnTo>
                    <a:pt x="21" y="428"/>
                  </a:lnTo>
                  <a:lnTo>
                    <a:pt x="20" y="429"/>
                  </a:lnTo>
                  <a:lnTo>
                    <a:pt x="20" y="430"/>
                  </a:lnTo>
                  <a:lnTo>
                    <a:pt x="21" y="430"/>
                  </a:lnTo>
                  <a:lnTo>
                    <a:pt x="21" y="431"/>
                  </a:lnTo>
                  <a:lnTo>
                    <a:pt x="23" y="432"/>
                  </a:lnTo>
                  <a:lnTo>
                    <a:pt x="24" y="433"/>
                  </a:lnTo>
                  <a:lnTo>
                    <a:pt x="25" y="434"/>
                  </a:lnTo>
                  <a:lnTo>
                    <a:pt x="25" y="435"/>
                  </a:lnTo>
                  <a:lnTo>
                    <a:pt x="25" y="436"/>
                  </a:lnTo>
                  <a:lnTo>
                    <a:pt x="24" y="437"/>
                  </a:lnTo>
                  <a:lnTo>
                    <a:pt x="24" y="438"/>
                  </a:lnTo>
                  <a:lnTo>
                    <a:pt x="24" y="439"/>
                  </a:lnTo>
                  <a:lnTo>
                    <a:pt x="24" y="440"/>
                  </a:lnTo>
                  <a:lnTo>
                    <a:pt x="25" y="440"/>
                  </a:lnTo>
                  <a:lnTo>
                    <a:pt x="26" y="441"/>
                  </a:lnTo>
                  <a:lnTo>
                    <a:pt x="27" y="440"/>
                  </a:lnTo>
                  <a:lnTo>
                    <a:pt x="28" y="440"/>
                  </a:lnTo>
                  <a:lnTo>
                    <a:pt x="29" y="439"/>
                  </a:lnTo>
                  <a:lnTo>
                    <a:pt x="30" y="438"/>
                  </a:lnTo>
                  <a:lnTo>
                    <a:pt x="31" y="437"/>
                  </a:lnTo>
                  <a:lnTo>
                    <a:pt x="31" y="436"/>
                  </a:lnTo>
                  <a:lnTo>
                    <a:pt x="31" y="435"/>
                  </a:lnTo>
                  <a:lnTo>
                    <a:pt x="32" y="435"/>
                  </a:lnTo>
                  <a:lnTo>
                    <a:pt x="33" y="435"/>
                  </a:lnTo>
                  <a:lnTo>
                    <a:pt x="34" y="436"/>
                  </a:lnTo>
                  <a:lnTo>
                    <a:pt x="35" y="436"/>
                  </a:lnTo>
                  <a:lnTo>
                    <a:pt x="35" y="437"/>
                  </a:lnTo>
                  <a:lnTo>
                    <a:pt x="36" y="437"/>
                  </a:lnTo>
                  <a:lnTo>
                    <a:pt x="36" y="438"/>
                  </a:lnTo>
                  <a:lnTo>
                    <a:pt x="38" y="439"/>
                  </a:lnTo>
                  <a:lnTo>
                    <a:pt x="39" y="440"/>
                  </a:lnTo>
                  <a:lnTo>
                    <a:pt x="39" y="441"/>
                  </a:lnTo>
                  <a:lnTo>
                    <a:pt x="40" y="441"/>
                  </a:lnTo>
                  <a:lnTo>
                    <a:pt x="41" y="442"/>
                  </a:lnTo>
                  <a:lnTo>
                    <a:pt x="42" y="443"/>
                  </a:lnTo>
                  <a:lnTo>
                    <a:pt x="43" y="443"/>
                  </a:lnTo>
                  <a:lnTo>
                    <a:pt x="43" y="442"/>
                  </a:lnTo>
                  <a:lnTo>
                    <a:pt x="44" y="442"/>
                  </a:lnTo>
                  <a:lnTo>
                    <a:pt x="44" y="441"/>
                  </a:lnTo>
                  <a:lnTo>
                    <a:pt x="45" y="440"/>
                  </a:lnTo>
                  <a:lnTo>
                    <a:pt x="45" y="439"/>
                  </a:lnTo>
                  <a:lnTo>
                    <a:pt x="46" y="438"/>
                  </a:lnTo>
                  <a:lnTo>
                    <a:pt x="47" y="438"/>
                  </a:lnTo>
                  <a:lnTo>
                    <a:pt x="47" y="437"/>
                  </a:lnTo>
                  <a:lnTo>
                    <a:pt x="48" y="437"/>
                  </a:lnTo>
                  <a:lnTo>
                    <a:pt x="48" y="436"/>
                  </a:lnTo>
                  <a:lnTo>
                    <a:pt x="49" y="436"/>
                  </a:lnTo>
                  <a:lnTo>
                    <a:pt x="50" y="436"/>
                  </a:lnTo>
                  <a:lnTo>
                    <a:pt x="51" y="436"/>
                  </a:lnTo>
                  <a:lnTo>
                    <a:pt x="52" y="436"/>
                  </a:lnTo>
                  <a:lnTo>
                    <a:pt x="53" y="437"/>
                  </a:lnTo>
                  <a:lnTo>
                    <a:pt x="55" y="437"/>
                  </a:lnTo>
                  <a:lnTo>
                    <a:pt x="56" y="437"/>
                  </a:lnTo>
                  <a:lnTo>
                    <a:pt x="57" y="437"/>
                  </a:lnTo>
                  <a:lnTo>
                    <a:pt x="58" y="437"/>
                  </a:lnTo>
                  <a:lnTo>
                    <a:pt x="59" y="437"/>
                  </a:lnTo>
                  <a:lnTo>
                    <a:pt x="60" y="437"/>
                  </a:lnTo>
                  <a:lnTo>
                    <a:pt x="61" y="436"/>
                  </a:lnTo>
                  <a:lnTo>
                    <a:pt x="62" y="436"/>
                  </a:lnTo>
                  <a:lnTo>
                    <a:pt x="62" y="435"/>
                  </a:lnTo>
                  <a:lnTo>
                    <a:pt x="63" y="435"/>
                  </a:lnTo>
                  <a:lnTo>
                    <a:pt x="64" y="434"/>
                  </a:lnTo>
                  <a:lnTo>
                    <a:pt x="65" y="434"/>
                  </a:lnTo>
                  <a:lnTo>
                    <a:pt x="65" y="433"/>
                  </a:lnTo>
                  <a:lnTo>
                    <a:pt x="66" y="433"/>
                  </a:lnTo>
                  <a:lnTo>
                    <a:pt x="66" y="432"/>
                  </a:lnTo>
                  <a:lnTo>
                    <a:pt x="67" y="431"/>
                  </a:lnTo>
                  <a:lnTo>
                    <a:pt x="68" y="430"/>
                  </a:lnTo>
                  <a:lnTo>
                    <a:pt x="68" y="429"/>
                  </a:lnTo>
                  <a:lnTo>
                    <a:pt x="69" y="428"/>
                  </a:lnTo>
                  <a:lnTo>
                    <a:pt x="70" y="427"/>
                  </a:lnTo>
                  <a:lnTo>
                    <a:pt x="70" y="426"/>
                  </a:lnTo>
                  <a:lnTo>
                    <a:pt x="70" y="425"/>
                  </a:lnTo>
                  <a:lnTo>
                    <a:pt x="71" y="424"/>
                  </a:lnTo>
                  <a:lnTo>
                    <a:pt x="71" y="423"/>
                  </a:lnTo>
                  <a:lnTo>
                    <a:pt x="72" y="422"/>
                  </a:lnTo>
                  <a:lnTo>
                    <a:pt x="72" y="421"/>
                  </a:lnTo>
                  <a:lnTo>
                    <a:pt x="72" y="420"/>
                  </a:lnTo>
                  <a:lnTo>
                    <a:pt x="72" y="419"/>
                  </a:lnTo>
                  <a:lnTo>
                    <a:pt x="72" y="418"/>
                  </a:lnTo>
                  <a:lnTo>
                    <a:pt x="71" y="417"/>
                  </a:lnTo>
                  <a:lnTo>
                    <a:pt x="71" y="416"/>
                  </a:lnTo>
                  <a:lnTo>
                    <a:pt x="70" y="415"/>
                  </a:lnTo>
                  <a:lnTo>
                    <a:pt x="70" y="414"/>
                  </a:lnTo>
                  <a:lnTo>
                    <a:pt x="69" y="413"/>
                  </a:lnTo>
                  <a:lnTo>
                    <a:pt x="69" y="412"/>
                  </a:lnTo>
                  <a:lnTo>
                    <a:pt x="68" y="412"/>
                  </a:lnTo>
                  <a:lnTo>
                    <a:pt x="67" y="411"/>
                  </a:lnTo>
                  <a:lnTo>
                    <a:pt x="66" y="411"/>
                  </a:lnTo>
                  <a:lnTo>
                    <a:pt x="65" y="410"/>
                  </a:lnTo>
                  <a:lnTo>
                    <a:pt x="64" y="410"/>
                  </a:lnTo>
                  <a:lnTo>
                    <a:pt x="63" y="410"/>
                  </a:lnTo>
                  <a:lnTo>
                    <a:pt x="62" y="409"/>
                  </a:lnTo>
                  <a:lnTo>
                    <a:pt x="60" y="409"/>
                  </a:lnTo>
                  <a:lnTo>
                    <a:pt x="60" y="408"/>
                  </a:lnTo>
                  <a:lnTo>
                    <a:pt x="59" y="408"/>
                  </a:lnTo>
                  <a:lnTo>
                    <a:pt x="58" y="407"/>
                  </a:lnTo>
                  <a:lnTo>
                    <a:pt x="57" y="407"/>
                  </a:lnTo>
                  <a:lnTo>
                    <a:pt x="56" y="406"/>
                  </a:lnTo>
                  <a:lnTo>
                    <a:pt x="55" y="405"/>
                  </a:lnTo>
                  <a:lnTo>
                    <a:pt x="55" y="404"/>
                  </a:lnTo>
                  <a:lnTo>
                    <a:pt x="54" y="404"/>
                  </a:lnTo>
                  <a:lnTo>
                    <a:pt x="54" y="403"/>
                  </a:lnTo>
                  <a:lnTo>
                    <a:pt x="54" y="402"/>
                  </a:lnTo>
                  <a:lnTo>
                    <a:pt x="54" y="401"/>
                  </a:lnTo>
                  <a:lnTo>
                    <a:pt x="54" y="400"/>
                  </a:lnTo>
                  <a:lnTo>
                    <a:pt x="54" y="399"/>
                  </a:lnTo>
                  <a:lnTo>
                    <a:pt x="55" y="398"/>
                  </a:lnTo>
                  <a:lnTo>
                    <a:pt x="55" y="396"/>
                  </a:lnTo>
                  <a:lnTo>
                    <a:pt x="55" y="395"/>
                  </a:lnTo>
                  <a:lnTo>
                    <a:pt x="56" y="394"/>
                  </a:lnTo>
                  <a:lnTo>
                    <a:pt x="56" y="393"/>
                  </a:lnTo>
                  <a:lnTo>
                    <a:pt x="56" y="392"/>
                  </a:lnTo>
                  <a:lnTo>
                    <a:pt x="55" y="391"/>
                  </a:lnTo>
                  <a:lnTo>
                    <a:pt x="54" y="390"/>
                  </a:lnTo>
                  <a:lnTo>
                    <a:pt x="53" y="390"/>
                  </a:lnTo>
                  <a:lnTo>
                    <a:pt x="52" y="389"/>
                  </a:lnTo>
                  <a:lnTo>
                    <a:pt x="50" y="389"/>
                  </a:lnTo>
                  <a:lnTo>
                    <a:pt x="49" y="389"/>
                  </a:lnTo>
                  <a:lnTo>
                    <a:pt x="48" y="389"/>
                  </a:lnTo>
                  <a:lnTo>
                    <a:pt x="47" y="389"/>
                  </a:lnTo>
                  <a:lnTo>
                    <a:pt x="46" y="389"/>
                  </a:lnTo>
                  <a:lnTo>
                    <a:pt x="45" y="389"/>
                  </a:lnTo>
                  <a:lnTo>
                    <a:pt x="44" y="389"/>
                  </a:lnTo>
                  <a:lnTo>
                    <a:pt x="43" y="389"/>
                  </a:lnTo>
                  <a:lnTo>
                    <a:pt x="43" y="388"/>
                  </a:lnTo>
                  <a:lnTo>
                    <a:pt x="42" y="388"/>
                  </a:lnTo>
                  <a:lnTo>
                    <a:pt x="42" y="387"/>
                  </a:lnTo>
                  <a:lnTo>
                    <a:pt x="42" y="386"/>
                  </a:lnTo>
                  <a:lnTo>
                    <a:pt x="42" y="385"/>
                  </a:lnTo>
                  <a:lnTo>
                    <a:pt x="42" y="384"/>
                  </a:lnTo>
                  <a:lnTo>
                    <a:pt x="41" y="383"/>
                  </a:lnTo>
                  <a:lnTo>
                    <a:pt x="42" y="382"/>
                  </a:lnTo>
                  <a:lnTo>
                    <a:pt x="42" y="380"/>
                  </a:lnTo>
                  <a:lnTo>
                    <a:pt x="42" y="379"/>
                  </a:lnTo>
                  <a:lnTo>
                    <a:pt x="42" y="378"/>
                  </a:lnTo>
                  <a:lnTo>
                    <a:pt x="42" y="377"/>
                  </a:lnTo>
                  <a:lnTo>
                    <a:pt x="42" y="376"/>
                  </a:lnTo>
                  <a:lnTo>
                    <a:pt x="43" y="375"/>
                  </a:lnTo>
                  <a:lnTo>
                    <a:pt x="43" y="374"/>
                  </a:lnTo>
                  <a:lnTo>
                    <a:pt x="44" y="374"/>
                  </a:lnTo>
                  <a:lnTo>
                    <a:pt x="44" y="373"/>
                  </a:lnTo>
                  <a:lnTo>
                    <a:pt x="45" y="373"/>
                  </a:lnTo>
                  <a:lnTo>
                    <a:pt x="46" y="372"/>
                  </a:lnTo>
                  <a:lnTo>
                    <a:pt x="47" y="372"/>
                  </a:lnTo>
                  <a:lnTo>
                    <a:pt x="48" y="372"/>
                  </a:lnTo>
                  <a:lnTo>
                    <a:pt x="49" y="372"/>
                  </a:lnTo>
                  <a:lnTo>
                    <a:pt x="50" y="373"/>
                  </a:lnTo>
                  <a:lnTo>
                    <a:pt x="51" y="373"/>
                  </a:lnTo>
                  <a:lnTo>
                    <a:pt x="51" y="374"/>
                  </a:lnTo>
                  <a:lnTo>
                    <a:pt x="51" y="375"/>
                  </a:lnTo>
                  <a:lnTo>
                    <a:pt x="51" y="376"/>
                  </a:lnTo>
                  <a:lnTo>
                    <a:pt x="51" y="377"/>
                  </a:lnTo>
                  <a:lnTo>
                    <a:pt x="50" y="377"/>
                  </a:lnTo>
                  <a:lnTo>
                    <a:pt x="50" y="378"/>
                  </a:lnTo>
                  <a:lnTo>
                    <a:pt x="50" y="379"/>
                  </a:lnTo>
                  <a:lnTo>
                    <a:pt x="49" y="380"/>
                  </a:lnTo>
                  <a:lnTo>
                    <a:pt x="49" y="381"/>
                  </a:lnTo>
                  <a:lnTo>
                    <a:pt x="50" y="381"/>
                  </a:lnTo>
                  <a:lnTo>
                    <a:pt x="51" y="381"/>
                  </a:lnTo>
                  <a:lnTo>
                    <a:pt x="52" y="381"/>
                  </a:lnTo>
                  <a:lnTo>
                    <a:pt x="53" y="381"/>
                  </a:lnTo>
                  <a:lnTo>
                    <a:pt x="55" y="380"/>
                  </a:lnTo>
                  <a:lnTo>
                    <a:pt x="56" y="380"/>
                  </a:lnTo>
                  <a:lnTo>
                    <a:pt x="57" y="379"/>
                  </a:lnTo>
                  <a:lnTo>
                    <a:pt x="58" y="379"/>
                  </a:lnTo>
                  <a:lnTo>
                    <a:pt x="58" y="378"/>
                  </a:lnTo>
                  <a:lnTo>
                    <a:pt x="59" y="378"/>
                  </a:lnTo>
                  <a:lnTo>
                    <a:pt x="60" y="378"/>
                  </a:lnTo>
                  <a:lnTo>
                    <a:pt x="61" y="378"/>
                  </a:lnTo>
                  <a:lnTo>
                    <a:pt x="62" y="378"/>
                  </a:lnTo>
                  <a:lnTo>
                    <a:pt x="63" y="379"/>
                  </a:lnTo>
                  <a:lnTo>
                    <a:pt x="64" y="379"/>
                  </a:lnTo>
                  <a:lnTo>
                    <a:pt x="64" y="380"/>
                  </a:lnTo>
                  <a:lnTo>
                    <a:pt x="65" y="380"/>
                  </a:lnTo>
                  <a:lnTo>
                    <a:pt x="65" y="381"/>
                  </a:lnTo>
                  <a:lnTo>
                    <a:pt x="66" y="381"/>
                  </a:lnTo>
                  <a:lnTo>
                    <a:pt x="67" y="381"/>
                  </a:lnTo>
                  <a:lnTo>
                    <a:pt x="67" y="382"/>
                  </a:lnTo>
                  <a:lnTo>
                    <a:pt x="68" y="382"/>
                  </a:lnTo>
                  <a:lnTo>
                    <a:pt x="68" y="381"/>
                  </a:lnTo>
                  <a:lnTo>
                    <a:pt x="69" y="381"/>
                  </a:lnTo>
                  <a:lnTo>
                    <a:pt x="70" y="381"/>
                  </a:lnTo>
                  <a:lnTo>
                    <a:pt x="70" y="380"/>
                  </a:lnTo>
                  <a:lnTo>
                    <a:pt x="71" y="380"/>
                  </a:lnTo>
                  <a:lnTo>
                    <a:pt x="71" y="379"/>
                  </a:lnTo>
                  <a:lnTo>
                    <a:pt x="72" y="378"/>
                  </a:lnTo>
                  <a:lnTo>
                    <a:pt x="72" y="377"/>
                  </a:lnTo>
                  <a:lnTo>
                    <a:pt x="72" y="376"/>
                  </a:lnTo>
                  <a:lnTo>
                    <a:pt x="72" y="375"/>
                  </a:lnTo>
                  <a:lnTo>
                    <a:pt x="72" y="374"/>
                  </a:lnTo>
                  <a:lnTo>
                    <a:pt x="71" y="374"/>
                  </a:lnTo>
                  <a:lnTo>
                    <a:pt x="71" y="373"/>
                  </a:lnTo>
                  <a:lnTo>
                    <a:pt x="70" y="372"/>
                  </a:lnTo>
                  <a:lnTo>
                    <a:pt x="70" y="371"/>
                  </a:lnTo>
                  <a:lnTo>
                    <a:pt x="69" y="371"/>
                  </a:lnTo>
                  <a:lnTo>
                    <a:pt x="68" y="371"/>
                  </a:lnTo>
                  <a:lnTo>
                    <a:pt x="67" y="371"/>
                  </a:lnTo>
                  <a:lnTo>
                    <a:pt x="67" y="370"/>
                  </a:lnTo>
                  <a:lnTo>
                    <a:pt x="66" y="370"/>
                  </a:lnTo>
                  <a:lnTo>
                    <a:pt x="65" y="370"/>
                  </a:lnTo>
                  <a:lnTo>
                    <a:pt x="64" y="370"/>
                  </a:lnTo>
                  <a:lnTo>
                    <a:pt x="62" y="371"/>
                  </a:lnTo>
                  <a:lnTo>
                    <a:pt x="61" y="371"/>
                  </a:lnTo>
                  <a:lnTo>
                    <a:pt x="60" y="371"/>
                  </a:lnTo>
                  <a:lnTo>
                    <a:pt x="59" y="370"/>
                  </a:lnTo>
                  <a:lnTo>
                    <a:pt x="58" y="370"/>
                  </a:lnTo>
                  <a:lnTo>
                    <a:pt x="57" y="370"/>
                  </a:lnTo>
                  <a:lnTo>
                    <a:pt x="56" y="369"/>
                  </a:lnTo>
                  <a:lnTo>
                    <a:pt x="56" y="368"/>
                  </a:lnTo>
                  <a:lnTo>
                    <a:pt x="55" y="368"/>
                  </a:lnTo>
                  <a:lnTo>
                    <a:pt x="55" y="367"/>
                  </a:lnTo>
                  <a:lnTo>
                    <a:pt x="54" y="365"/>
                  </a:lnTo>
                  <a:lnTo>
                    <a:pt x="54" y="364"/>
                  </a:lnTo>
                  <a:lnTo>
                    <a:pt x="53" y="363"/>
                  </a:lnTo>
                  <a:lnTo>
                    <a:pt x="53" y="362"/>
                  </a:lnTo>
                  <a:lnTo>
                    <a:pt x="53" y="361"/>
                  </a:lnTo>
                  <a:lnTo>
                    <a:pt x="53" y="360"/>
                  </a:lnTo>
                  <a:lnTo>
                    <a:pt x="53" y="359"/>
                  </a:lnTo>
                  <a:lnTo>
                    <a:pt x="54" y="359"/>
                  </a:lnTo>
                  <a:lnTo>
                    <a:pt x="54" y="358"/>
                  </a:lnTo>
                  <a:lnTo>
                    <a:pt x="55" y="358"/>
                  </a:lnTo>
                  <a:lnTo>
                    <a:pt x="56" y="357"/>
                  </a:lnTo>
                  <a:lnTo>
                    <a:pt x="57" y="357"/>
                  </a:lnTo>
                  <a:lnTo>
                    <a:pt x="58" y="357"/>
                  </a:lnTo>
                  <a:lnTo>
                    <a:pt x="58" y="356"/>
                  </a:lnTo>
                  <a:lnTo>
                    <a:pt x="59" y="355"/>
                  </a:lnTo>
                  <a:lnTo>
                    <a:pt x="60" y="354"/>
                  </a:lnTo>
                  <a:lnTo>
                    <a:pt x="60" y="353"/>
                  </a:lnTo>
                  <a:lnTo>
                    <a:pt x="60" y="352"/>
                  </a:lnTo>
                  <a:lnTo>
                    <a:pt x="61" y="352"/>
                  </a:lnTo>
                  <a:lnTo>
                    <a:pt x="61" y="351"/>
                  </a:lnTo>
                  <a:lnTo>
                    <a:pt x="61" y="350"/>
                  </a:lnTo>
                  <a:lnTo>
                    <a:pt x="62" y="350"/>
                  </a:lnTo>
                  <a:lnTo>
                    <a:pt x="63" y="350"/>
                  </a:lnTo>
                  <a:lnTo>
                    <a:pt x="63" y="351"/>
                  </a:lnTo>
                  <a:lnTo>
                    <a:pt x="64" y="351"/>
                  </a:lnTo>
                  <a:lnTo>
                    <a:pt x="64" y="352"/>
                  </a:lnTo>
                  <a:lnTo>
                    <a:pt x="64" y="353"/>
                  </a:lnTo>
                  <a:lnTo>
                    <a:pt x="65" y="353"/>
                  </a:lnTo>
                  <a:lnTo>
                    <a:pt x="65" y="354"/>
                  </a:lnTo>
                  <a:lnTo>
                    <a:pt x="65" y="355"/>
                  </a:lnTo>
                  <a:lnTo>
                    <a:pt x="65" y="356"/>
                  </a:lnTo>
                  <a:lnTo>
                    <a:pt x="65" y="357"/>
                  </a:lnTo>
                  <a:lnTo>
                    <a:pt x="65" y="358"/>
                  </a:lnTo>
                  <a:lnTo>
                    <a:pt x="65" y="360"/>
                  </a:lnTo>
                  <a:lnTo>
                    <a:pt x="65" y="361"/>
                  </a:lnTo>
                  <a:lnTo>
                    <a:pt x="65" y="362"/>
                  </a:lnTo>
                  <a:lnTo>
                    <a:pt x="65" y="363"/>
                  </a:lnTo>
                  <a:lnTo>
                    <a:pt x="65" y="364"/>
                  </a:lnTo>
                  <a:lnTo>
                    <a:pt x="65" y="365"/>
                  </a:lnTo>
                  <a:lnTo>
                    <a:pt x="66" y="366"/>
                  </a:lnTo>
                  <a:lnTo>
                    <a:pt x="67" y="367"/>
                  </a:lnTo>
                  <a:lnTo>
                    <a:pt x="68" y="367"/>
                  </a:lnTo>
                  <a:lnTo>
                    <a:pt x="69" y="367"/>
                  </a:lnTo>
                  <a:lnTo>
                    <a:pt x="70" y="367"/>
                  </a:lnTo>
                  <a:lnTo>
                    <a:pt x="71" y="367"/>
                  </a:lnTo>
                  <a:lnTo>
                    <a:pt x="72" y="367"/>
                  </a:lnTo>
                  <a:lnTo>
                    <a:pt x="72" y="366"/>
                  </a:lnTo>
                  <a:lnTo>
                    <a:pt x="73" y="366"/>
                  </a:lnTo>
                  <a:lnTo>
                    <a:pt x="73" y="365"/>
                  </a:lnTo>
                  <a:lnTo>
                    <a:pt x="74" y="365"/>
                  </a:lnTo>
                  <a:lnTo>
                    <a:pt x="74" y="364"/>
                  </a:lnTo>
                  <a:lnTo>
                    <a:pt x="75" y="363"/>
                  </a:lnTo>
                  <a:lnTo>
                    <a:pt x="75" y="362"/>
                  </a:lnTo>
                  <a:lnTo>
                    <a:pt x="75" y="361"/>
                  </a:lnTo>
                  <a:lnTo>
                    <a:pt x="76" y="360"/>
                  </a:lnTo>
                  <a:lnTo>
                    <a:pt x="76" y="359"/>
                  </a:lnTo>
                  <a:lnTo>
                    <a:pt x="76" y="358"/>
                  </a:lnTo>
                  <a:lnTo>
                    <a:pt x="76" y="356"/>
                  </a:lnTo>
                  <a:lnTo>
                    <a:pt x="76" y="354"/>
                  </a:lnTo>
                  <a:lnTo>
                    <a:pt x="76" y="353"/>
                  </a:lnTo>
                  <a:lnTo>
                    <a:pt x="77" y="352"/>
                  </a:lnTo>
                  <a:lnTo>
                    <a:pt x="77" y="351"/>
                  </a:lnTo>
                  <a:lnTo>
                    <a:pt x="77" y="350"/>
                  </a:lnTo>
                  <a:lnTo>
                    <a:pt x="77" y="349"/>
                  </a:lnTo>
                  <a:lnTo>
                    <a:pt x="77" y="348"/>
                  </a:lnTo>
                  <a:lnTo>
                    <a:pt x="78" y="348"/>
                  </a:lnTo>
                  <a:lnTo>
                    <a:pt x="78" y="347"/>
                  </a:lnTo>
                  <a:lnTo>
                    <a:pt x="79" y="347"/>
                  </a:lnTo>
                  <a:lnTo>
                    <a:pt x="79" y="346"/>
                  </a:lnTo>
                  <a:lnTo>
                    <a:pt x="80" y="345"/>
                  </a:lnTo>
                  <a:lnTo>
                    <a:pt x="81" y="345"/>
                  </a:lnTo>
                  <a:lnTo>
                    <a:pt x="82" y="345"/>
                  </a:lnTo>
                  <a:lnTo>
                    <a:pt x="82" y="344"/>
                  </a:lnTo>
                  <a:lnTo>
                    <a:pt x="83" y="344"/>
                  </a:lnTo>
                  <a:lnTo>
                    <a:pt x="84" y="344"/>
                  </a:lnTo>
                  <a:lnTo>
                    <a:pt x="85" y="343"/>
                  </a:lnTo>
                  <a:lnTo>
                    <a:pt x="86" y="343"/>
                  </a:lnTo>
                  <a:lnTo>
                    <a:pt x="87" y="343"/>
                  </a:lnTo>
                  <a:lnTo>
                    <a:pt x="88" y="343"/>
                  </a:lnTo>
                  <a:lnTo>
                    <a:pt x="89" y="343"/>
                  </a:lnTo>
                  <a:lnTo>
                    <a:pt x="90" y="343"/>
                  </a:lnTo>
                  <a:lnTo>
                    <a:pt x="91" y="343"/>
                  </a:lnTo>
                  <a:lnTo>
                    <a:pt x="93" y="343"/>
                  </a:lnTo>
                  <a:lnTo>
                    <a:pt x="94" y="343"/>
                  </a:lnTo>
                  <a:lnTo>
                    <a:pt x="96" y="343"/>
                  </a:lnTo>
                  <a:lnTo>
                    <a:pt x="97" y="343"/>
                  </a:lnTo>
                  <a:lnTo>
                    <a:pt x="98" y="343"/>
                  </a:lnTo>
                  <a:lnTo>
                    <a:pt x="99" y="342"/>
                  </a:lnTo>
                  <a:lnTo>
                    <a:pt x="100" y="342"/>
                  </a:lnTo>
                  <a:lnTo>
                    <a:pt x="101" y="342"/>
                  </a:lnTo>
                  <a:lnTo>
                    <a:pt x="102" y="342"/>
                  </a:lnTo>
                  <a:lnTo>
                    <a:pt x="103" y="341"/>
                  </a:lnTo>
                  <a:lnTo>
                    <a:pt x="104" y="341"/>
                  </a:lnTo>
                  <a:lnTo>
                    <a:pt x="105" y="340"/>
                  </a:lnTo>
                  <a:lnTo>
                    <a:pt x="106" y="339"/>
                  </a:lnTo>
                  <a:lnTo>
                    <a:pt x="106" y="338"/>
                  </a:lnTo>
                  <a:lnTo>
                    <a:pt x="106" y="337"/>
                  </a:lnTo>
                  <a:lnTo>
                    <a:pt x="105" y="336"/>
                  </a:lnTo>
                  <a:lnTo>
                    <a:pt x="104" y="335"/>
                  </a:lnTo>
                  <a:lnTo>
                    <a:pt x="104" y="334"/>
                  </a:lnTo>
                  <a:lnTo>
                    <a:pt x="103" y="334"/>
                  </a:lnTo>
                  <a:lnTo>
                    <a:pt x="103" y="333"/>
                  </a:lnTo>
                  <a:lnTo>
                    <a:pt x="102" y="332"/>
                  </a:lnTo>
                  <a:lnTo>
                    <a:pt x="103" y="332"/>
                  </a:lnTo>
                  <a:lnTo>
                    <a:pt x="103" y="331"/>
                  </a:lnTo>
                  <a:lnTo>
                    <a:pt x="104" y="331"/>
                  </a:lnTo>
                  <a:lnTo>
                    <a:pt x="105" y="330"/>
                  </a:lnTo>
                  <a:lnTo>
                    <a:pt x="106" y="330"/>
                  </a:lnTo>
                  <a:lnTo>
                    <a:pt x="107" y="330"/>
                  </a:lnTo>
                  <a:lnTo>
                    <a:pt x="107" y="331"/>
                  </a:lnTo>
                  <a:lnTo>
                    <a:pt x="108" y="331"/>
                  </a:lnTo>
                  <a:lnTo>
                    <a:pt x="109" y="331"/>
                  </a:lnTo>
                  <a:lnTo>
                    <a:pt x="109" y="332"/>
                  </a:lnTo>
                  <a:lnTo>
                    <a:pt x="110" y="332"/>
                  </a:lnTo>
                  <a:lnTo>
                    <a:pt x="110" y="333"/>
                  </a:lnTo>
                  <a:lnTo>
                    <a:pt x="111" y="334"/>
                  </a:lnTo>
                  <a:lnTo>
                    <a:pt x="112" y="335"/>
                  </a:lnTo>
                  <a:lnTo>
                    <a:pt x="113" y="336"/>
                  </a:lnTo>
                  <a:lnTo>
                    <a:pt x="114" y="336"/>
                  </a:lnTo>
                  <a:lnTo>
                    <a:pt x="115" y="336"/>
                  </a:lnTo>
                  <a:lnTo>
                    <a:pt x="116" y="336"/>
                  </a:lnTo>
                  <a:lnTo>
                    <a:pt x="117" y="335"/>
                  </a:lnTo>
                  <a:lnTo>
                    <a:pt x="118" y="334"/>
                  </a:lnTo>
                  <a:lnTo>
                    <a:pt x="119" y="334"/>
                  </a:lnTo>
                  <a:lnTo>
                    <a:pt x="119" y="333"/>
                  </a:lnTo>
                  <a:lnTo>
                    <a:pt x="120" y="333"/>
                  </a:lnTo>
                  <a:lnTo>
                    <a:pt x="121" y="333"/>
                  </a:lnTo>
                  <a:lnTo>
                    <a:pt x="122" y="333"/>
                  </a:lnTo>
                  <a:lnTo>
                    <a:pt x="123" y="334"/>
                  </a:lnTo>
                  <a:lnTo>
                    <a:pt x="123" y="335"/>
                  </a:lnTo>
                  <a:lnTo>
                    <a:pt x="124" y="336"/>
                  </a:lnTo>
                  <a:lnTo>
                    <a:pt x="124" y="337"/>
                  </a:lnTo>
                  <a:lnTo>
                    <a:pt x="125" y="337"/>
                  </a:lnTo>
                  <a:lnTo>
                    <a:pt x="126" y="338"/>
                  </a:lnTo>
                  <a:lnTo>
                    <a:pt x="127" y="337"/>
                  </a:lnTo>
                  <a:lnTo>
                    <a:pt x="128" y="337"/>
                  </a:lnTo>
                  <a:lnTo>
                    <a:pt x="128" y="336"/>
                  </a:lnTo>
                  <a:lnTo>
                    <a:pt x="129" y="335"/>
                  </a:lnTo>
                  <a:lnTo>
                    <a:pt x="130" y="335"/>
                  </a:lnTo>
                  <a:lnTo>
                    <a:pt x="131" y="334"/>
                  </a:lnTo>
                  <a:lnTo>
                    <a:pt x="131" y="333"/>
                  </a:lnTo>
                  <a:lnTo>
                    <a:pt x="132" y="332"/>
                  </a:lnTo>
                  <a:lnTo>
                    <a:pt x="133" y="332"/>
                  </a:lnTo>
                  <a:lnTo>
                    <a:pt x="134" y="331"/>
                  </a:lnTo>
                  <a:lnTo>
                    <a:pt x="135" y="331"/>
                  </a:lnTo>
                  <a:lnTo>
                    <a:pt x="135" y="330"/>
                  </a:lnTo>
                  <a:lnTo>
                    <a:pt x="136" y="330"/>
                  </a:lnTo>
                  <a:lnTo>
                    <a:pt x="137" y="330"/>
                  </a:lnTo>
                  <a:lnTo>
                    <a:pt x="138" y="329"/>
                  </a:lnTo>
                  <a:lnTo>
                    <a:pt x="139" y="329"/>
                  </a:lnTo>
                  <a:lnTo>
                    <a:pt x="140" y="330"/>
                  </a:lnTo>
                  <a:lnTo>
                    <a:pt x="141" y="330"/>
                  </a:lnTo>
                  <a:lnTo>
                    <a:pt x="143" y="330"/>
                  </a:lnTo>
                  <a:lnTo>
                    <a:pt x="144" y="331"/>
                  </a:lnTo>
                  <a:lnTo>
                    <a:pt x="145" y="331"/>
                  </a:lnTo>
                  <a:lnTo>
                    <a:pt x="146" y="331"/>
                  </a:lnTo>
                  <a:lnTo>
                    <a:pt x="147" y="331"/>
                  </a:lnTo>
                  <a:lnTo>
                    <a:pt x="148" y="331"/>
                  </a:lnTo>
                  <a:lnTo>
                    <a:pt x="149" y="331"/>
                  </a:lnTo>
                  <a:lnTo>
                    <a:pt x="150" y="331"/>
                  </a:lnTo>
                  <a:lnTo>
                    <a:pt x="151" y="331"/>
                  </a:lnTo>
                  <a:lnTo>
                    <a:pt x="151" y="330"/>
                  </a:lnTo>
                  <a:lnTo>
                    <a:pt x="152" y="330"/>
                  </a:lnTo>
                  <a:lnTo>
                    <a:pt x="153" y="329"/>
                  </a:lnTo>
                  <a:lnTo>
                    <a:pt x="154" y="329"/>
                  </a:lnTo>
                  <a:lnTo>
                    <a:pt x="154" y="328"/>
                  </a:lnTo>
                  <a:lnTo>
                    <a:pt x="155" y="328"/>
                  </a:lnTo>
                  <a:lnTo>
                    <a:pt x="155" y="327"/>
                  </a:lnTo>
                  <a:lnTo>
                    <a:pt x="156" y="327"/>
                  </a:lnTo>
                  <a:lnTo>
                    <a:pt x="157" y="326"/>
                  </a:lnTo>
                  <a:lnTo>
                    <a:pt x="157" y="325"/>
                  </a:lnTo>
                  <a:lnTo>
                    <a:pt x="158" y="324"/>
                  </a:lnTo>
                  <a:lnTo>
                    <a:pt x="159" y="323"/>
                  </a:lnTo>
                  <a:lnTo>
                    <a:pt x="160" y="322"/>
                  </a:lnTo>
                  <a:lnTo>
                    <a:pt x="160" y="321"/>
                  </a:lnTo>
                  <a:lnTo>
                    <a:pt x="160" y="320"/>
                  </a:lnTo>
                  <a:lnTo>
                    <a:pt x="161" y="320"/>
                  </a:lnTo>
                  <a:lnTo>
                    <a:pt x="161" y="319"/>
                  </a:lnTo>
                  <a:lnTo>
                    <a:pt x="162" y="318"/>
                  </a:lnTo>
                  <a:lnTo>
                    <a:pt x="162" y="317"/>
                  </a:lnTo>
                  <a:lnTo>
                    <a:pt x="162" y="316"/>
                  </a:lnTo>
                  <a:lnTo>
                    <a:pt x="162" y="315"/>
                  </a:lnTo>
                  <a:lnTo>
                    <a:pt x="162" y="314"/>
                  </a:lnTo>
                  <a:lnTo>
                    <a:pt x="161" y="314"/>
                  </a:lnTo>
                  <a:lnTo>
                    <a:pt x="161" y="313"/>
                  </a:lnTo>
                  <a:lnTo>
                    <a:pt x="160" y="313"/>
                  </a:lnTo>
                  <a:lnTo>
                    <a:pt x="159" y="312"/>
                  </a:lnTo>
                  <a:lnTo>
                    <a:pt x="158" y="311"/>
                  </a:lnTo>
                  <a:lnTo>
                    <a:pt x="157" y="311"/>
                  </a:lnTo>
                  <a:lnTo>
                    <a:pt x="156" y="310"/>
                  </a:lnTo>
                  <a:lnTo>
                    <a:pt x="155" y="309"/>
                  </a:lnTo>
                  <a:lnTo>
                    <a:pt x="154" y="309"/>
                  </a:lnTo>
                  <a:lnTo>
                    <a:pt x="154" y="308"/>
                  </a:lnTo>
                  <a:lnTo>
                    <a:pt x="154" y="307"/>
                  </a:lnTo>
                  <a:lnTo>
                    <a:pt x="155" y="307"/>
                  </a:lnTo>
                  <a:lnTo>
                    <a:pt x="155" y="306"/>
                  </a:lnTo>
                  <a:lnTo>
                    <a:pt x="156" y="306"/>
                  </a:lnTo>
                  <a:lnTo>
                    <a:pt x="157" y="306"/>
                  </a:lnTo>
                  <a:lnTo>
                    <a:pt x="158" y="306"/>
                  </a:lnTo>
                  <a:lnTo>
                    <a:pt x="159" y="306"/>
                  </a:lnTo>
                  <a:lnTo>
                    <a:pt x="160" y="307"/>
                  </a:lnTo>
                  <a:lnTo>
                    <a:pt x="161" y="307"/>
                  </a:lnTo>
                  <a:lnTo>
                    <a:pt x="162" y="307"/>
                  </a:lnTo>
                  <a:lnTo>
                    <a:pt x="163" y="308"/>
                  </a:lnTo>
                  <a:lnTo>
                    <a:pt x="164" y="308"/>
                  </a:lnTo>
                  <a:lnTo>
                    <a:pt x="164" y="309"/>
                  </a:lnTo>
                  <a:lnTo>
                    <a:pt x="165" y="310"/>
                  </a:lnTo>
                  <a:lnTo>
                    <a:pt x="166" y="311"/>
                  </a:lnTo>
                  <a:lnTo>
                    <a:pt x="167" y="313"/>
                  </a:lnTo>
                  <a:lnTo>
                    <a:pt x="167" y="314"/>
                  </a:lnTo>
                  <a:lnTo>
                    <a:pt x="168" y="314"/>
                  </a:lnTo>
                  <a:lnTo>
                    <a:pt x="168" y="315"/>
                  </a:lnTo>
                  <a:lnTo>
                    <a:pt x="168" y="316"/>
                  </a:lnTo>
                  <a:lnTo>
                    <a:pt x="168" y="317"/>
                  </a:lnTo>
                  <a:lnTo>
                    <a:pt x="168" y="318"/>
                  </a:lnTo>
                  <a:lnTo>
                    <a:pt x="168" y="319"/>
                  </a:lnTo>
                  <a:lnTo>
                    <a:pt x="168" y="320"/>
                  </a:lnTo>
                  <a:lnTo>
                    <a:pt x="168" y="321"/>
                  </a:lnTo>
                  <a:lnTo>
                    <a:pt x="168" y="322"/>
                  </a:lnTo>
                  <a:lnTo>
                    <a:pt x="168" y="323"/>
                  </a:lnTo>
                  <a:lnTo>
                    <a:pt x="168" y="324"/>
                  </a:lnTo>
                  <a:lnTo>
                    <a:pt x="169" y="324"/>
                  </a:lnTo>
                  <a:lnTo>
                    <a:pt x="170" y="325"/>
                  </a:lnTo>
                  <a:lnTo>
                    <a:pt x="171" y="325"/>
                  </a:lnTo>
                  <a:lnTo>
                    <a:pt x="171" y="324"/>
                  </a:lnTo>
                  <a:lnTo>
                    <a:pt x="172" y="324"/>
                  </a:lnTo>
                  <a:lnTo>
                    <a:pt x="173" y="324"/>
                  </a:lnTo>
                  <a:lnTo>
                    <a:pt x="174" y="324"/>
                  </a:lnTo>
                  <a:lnTo>
                    <a:pt x="175" y="323"/>
                  </a:lnTo>
                  <a:lnTo>
                    <a:pt x="176" y="323"/>
                  </a:lnTo>
                  <a:lnTo>
                    <a:pt x="177" y="322"/>
                  </a:lnTo>
                  <a:lnTo>
                    <a:pt x="178" y="321"/>
                  </a:lnTo>
                  <a:lnTo>
                    <a:pt x="178" y="320"/>
                  </a:lnTo>
                  <a:lnTo>
                    <a:pt x="178" y="319"/>
                  </a:lnTo>
                  <a:lnTo>
                    <a:pt x="178" y="318"/>
                  </a:lnTo>
                  <a:lnTo>
                    <a:pt x="177" y="317"/>
                  </a:lnTo>
                  <a:lnTo>
                    <a:pt x="177" y="316"/>
                  </a:lnTo>
                  <a:lnTo>
                    <a:pt x="176" y="315"/>
                  </a:lnTo>
                  <a:lnTo>
                    <a:pt x="176" y="314"/>
                  </a:lnTo>
                  <a:lnTo>
                    <a:pt x="176" y="313"/>
                  </a:lnTo>
                  <a:lnTo>
                    <a:pt x="177" y="313"/>
                  </a:lnTo>
                  <a:lnTo>
                    <a:pt x="177" y="312"/>
                  </a:lnTo>
                  <a:lnTo>
                    <a:pt x="178" y="311"/>
                  </a:lnTo>
                  <a:lnTo>
                    <a:pt x="178" y="310"/>
                  </a:lnTo>
                  <a:lnTo>
                    <a:pt x="178" y="309"/>
                  </a:lnTo>
                  <a:lnTo>
                    <a:pt x="178" y="308"/>
                  </a:lnTo>
                  <a:lnTo>
                    <a:pt x="178" y="307"/>
                  </a:lnTo>
                  <a:lnTo>
                    <a:pt x="178" y="306"/>
                  </a:lnTo>
                  <a:lnTo>
                    <a:pt x="178" y="305"/>
                  </a:lnTo>
                  <a:lnTo>
                    <a:pt x="178" y="304"/>
                  </a:lnTo>
                  <a:lnTo>
                    <a:pt x="179" y="304"/>
                  </a:lnTo>
                  <a:lnTo>
                    <a:pt x="180" y="304"/>
                  </a:lnTo>
                  <a:lnTo>
                    <a:pt x="181" y="304"/>
                  </a:lnTo>
                  <a:lnTo>
                    <a:pt x="182" y="304"/>
                  </a:lnTo>
                  <a:lnTo>
                    <a:pt x="182" y="305"/>
                  </a:lnTo>
                  <a:lnTo>
                    <a:pt x="184" y="305"/>
                  </a:lnTo>
                  <a:lnTo>
                    <a:pt x="186" y="306"/>
                  </a:lnTo>
                  <a:lnTo>
                    <a:pt x="187" y="306"/>
                  </a:lnTo>
                  <a:lnTo>
                    <a:pt x="188" y="306"/>
                  </a:lnTo>
                  <a:lnTo>
                    <a:pt x="189" y="306"/>
                  </a:lnTo>
                  <a:lnTo>
                    <a:pt x="189" y="305"/>
                  </a:lnTo>
                  <a:lnTo>
                    <a:pt x="190" y="305"/>
                  </a:lnTo>
                  <a:lnTo>
                    <a:pt x="190" y="304"/>
                  </a:lnTo>
                  <a:lnTo>
                    <a:pt x="190" y="303"/>
                  </a:lnTo>
                  <a:lnTo>
                    <a:pt x="191" y="303"/>
                  </a:lnTo>
                  <a:lnTo>
                    <a:pt x="191" y="302"/>
                  </a:lnTo>
                  <a:lnTo>
                    <a:pt x="191" y="301"/>
                  </a:lnTo>
                  <a:lnTo>
                    <a:pt x="191" y="300"/>
                  </a:lnTo>
                  <a:lnTo>
                    <a:pt x="191" y="299"/>
                  </a:lnTo>
                  <a:lnTo>
                    <a:pt x="191" y="298"/>
                  </a:lnTo>
                  <a:lnTo>
                    <a:pt x="192" y="298"/>
                  </a:lnTo>
                  <a:lnTo>
                    <a:pt x="192" y="299"/>
                  </a:lnTo>
                  <a:lnTo>
                    <a:pt x="192" y="300"/>
                  </a:lnTo>
                  <a:lnTo>
                    <a:pt x="193" y="301"/>
                  </a:lnTo>
                  <a:lnTo>
                    <a:pt x="193" y="302"/>
                  </a:lnTo>
                  <a:lnTo>
                    <a:pt x="194" y="303"/>
                  </a:lnTo>
                  <a:lnTo>
                    <a:pt x="194" y="304"/>
                  </a:lnTo>
                  <a:lnTo>
                    <a:pt x="195" y="305"/>
                  </a:lnTo>
                  <a:lnTo>
                    <a:pt x="195" y="306"/>
                  </a:lnTo>
                  <a:lnTo>
                    <a:pt x="196" y="307"/>
                  </a:lnTo>
                  <a:lnTo>
                    <a:pt x="196" y="308"/>
                  </a:lnTo>
                  <a:lnTo>
                    <a:pt x="197" y="309"/>
                  </a:lnTo>
                  <a:lnTo>
                    <a:pt x="198" y="309"/>
                  </a:lnTo>
                  <a:lnTo>
                    <a:pt x="198" y="310"/>
                  </a:lnTo>
                  <a:lnTo>
                    <a:pt x="199" y="310"/>
                  </a:lnTo>
                  <a:lnTo>
                    <a:pt x="199" y="311"/>
                  </a:lnTo>
                  <a:lnTo>
                    <a:pt x="200" y="311"/>
                  </a:lnTo>
                  <a:lnTo>
                    <a:pt x="201" y="311"/>
                  </a:lnTo>
                  <a:lnTo>
                    <a:pt x="201" y="312"/>
                  </a:lnTo>
                  <a:lnTo>
                    <a:pt x="202" y="312"/>
                  </a:lnTo>
                  <a:lnTo>
                    <a:pt x="203" y="312"/>
                  </a:lnTo>
                  <a:lnTo>
                    <a:pt x="204" y="312"/>
                  </a:lnTo>
                  <a:lnTo>
                    <a:pt x="205" y="312"/>
                  </a:lnTo>
                  <a:lnTo>
                    <a:pt x="206" y="312"/>
                  </a:lnTo>
                  <a:lnTo>
                    <a:pt x="206" y="311"/>
                  </a:lnTo>
                  <a:lnTo>
                    <a:pt x="207" y="311"/>
                  </a:lnTo>
                  <a:lnTo>
                    <a:pt x="208" y="311"/>
                  </a:lnTo>
                  <a:lnTo>
                    <a:pt x="209" y="310"/>
                  </a:lnTo>
                  <a:lnTo>
                    <a:pt x="210" y="309"/>
                  </a:lnTo>
                  <a:lnTo>
                    <a:pt x="211" y="309"/>
                  </a:lnTo>
                  <a:lnTo>
                    <a:pt x="211" y="308"/>
                  </a:lnTo>
                  <a:lnTo>
                    <a:pt x="212" y="307"/>
                  </a:lnTo>
                  <a:lnTo>
                    <a:pt x="212" y="306"/>
                  </a:lnTo>
                  <a:lnTo>
                    <a:pt x="213" y="305"/>
                  </a:lnTo>
                  <a:lnTo>
                    <a:pt x="213" y="304"/>
                  </a:lnTo>
                  <a:lnTo>
                    <a:pt x="213" y="303"/>
                  </a:lnTo>
                  <a:lnTo>
                    <a:pt x="213" y="302"/>
                  </a:lnTo>
                  <a:lnTo>
                    <a:pt x="213" y="301"/>
                  </a:lnTo>
                  <a:lnTo>
                    <a:pt x="213" y="300"/>
                  </a:lnTo>
                  <a:lnTo>
                    <a:pt x="213" y="299"/>
                  </a:lnTo>
                  <a:lnTo>
                    <a:pt x="212" y="299"/>
                  </a:lnTo>
                  <a:lnTo>
                    <a:pt x="212" y="298"/>
                  </a:lnTo>
                  <a:lnTo>
                    <a:pt x="212" y="297"/>
                  </a:lnTo>
                  <a:lnTo>
                    <a:pt x="211" y="296"/>
                  </a:lnTo>
                  <a:lnTo>
                    <a:pt x="211" y="295"/>
                  </a:lnTo>
                  <a:lnTo>
                    <a:pt x="210" y="294"/>
                  </a:lnTo>
                  <a:lnTo>
                    <a:pt x="209" y="293"/>
                  </a:lnTo>
                  <a:lnTo>
                    <a:pt x="208" y="292"/>
                  </a:lnTo>
                  <a:lnTo>
                    <a:pt x="207" y="291"/>
                  </a:lnTo>
                  <a:lnTo>
                    <a:pt x="206" y="290"/>
                  </a:lnTo>
                  <a:lnTo>
                    <a:pt x="205" y="289"/>
                  </a:lnTo>
                  <a:lnTo>
                    <a:pt x="204" y="289"/>
                  </a:lnTo>
                  <a:lnTo>
                    <a:pt x="204" y="288"/>
                  </a:lnTo>
                  <a:lnTo>
                    <a:pt x="204" y="287"/>
                  </a:lnTo>
                  <a:lnTo>
                    <a:pt x="203" y="287"/>
                  </a:lnTo>
                  <a:lnTo>
                    <a:pt x="203" y="286"/>
                  </a:lnTo>
                  <a:lnTo>
                    <a:pt x="203" y="285"/>
                  </a:lnTo>
                  <a:lnTo>
                    <a:pt x="204" y="285"/>
                  </a:lnTo>
                  <a:lnTo>
                    <a:pt x="204" y="284"/>
                  </a:lnTo>
                  <a:lnTo>
                    <a:pt x="204" y="283"/>
                  </a:lnTo>
                  <a:lnTo>
                    <a:pt x="205" y="283"/>
                  </a:lnTo>
                  <a:lnTo>
                    <a:pt x="205" y="282"/>
                  </a:lnTo>
                  <a:lnTo>
                    <a:pt x="206" y="282"/>
                  </a:lnTo>
                  <a:lnTo>
                    <a:pt x="206" y="281"/>
                  </a:lnTo>
                  <a:lnTo>
                    <a:pt x="207" y="281"/>
                  </a:lnTo>
                  <a:lnTo>
                    <a:pt x="208" y="281"/>
                  </a:lnTo>
                  <a:lnTo>
                    <a:pt x="209" y="281"/>
                  </a:lnTo>
                  <a:lnTo>
                    <a:pt x="210" y="281"/>
                  </a:lnTo>
                  <a:lnTo>
                    <a:pt x="210" y="282"/>
                  </a:lnTo>
                  <a:lnTo>
                    <a:pt x="211" y="282"/>
                  </a:lnTo>
                  <a:lnTo>
                    <a:pt x="211" y="283"/>
                  </a:lnTo>
                  <a:lnTo>
                    <a:pt x="212" y="284"/>
                  </a:lnTo>
                  <a:lnTo>
                    <a:pt x="212" y="285"/>
                  </a:lnTo>
                  <a:lnTo>
                    <a:pt x="213" y="286"/>
                  </a:lnTo>
                  <a:lnTo>
                    <a:pt x="213" y="287"/>
                  </a:lnTo>
                  <a:lnTo>
                    <a:pt x="213" y="288"/>
                  </a:lnTo>
                  <a:lnTo>
                    <a:pt x="214" y="289"/>
                  </a:lnTo>
                  <a:lnTo>
                    <a:pt x="214" y="290"/>
                  </a:lnTo>
                  <a:lnTo>
                    <a:pt x="214" y="291"/>
                  </a:lnTo>
                  <a:lnTo>
                    <a:pt x="214" y="292"/>
                  </a:lnTo>
                  <a:lnTo>
                    <a:pt x="214" y="293"/>
                  </a:lnTo>
                  <a:lnTo>
                    <a:pt x="215" y="294"/>
                  </a:lnTo>
                  <a:lnTo>
                    <a:pt x="215" y="295"/>
                  </a:lnTo>
                  <a:lnTo>
                    <a:pt x="215" y="296"/>
                  </a:lnTo>
                  <a:lnTo>
                    <a:pt x="215" y="297"/>
                  </a:lnTo>
                  <a:lnTo>
                    <a:pt x="215" y="298"/>
                  </a:lnTo>
                  <a:lnTo>
                    <a:pt x="215" y="299"/>
                  </a:lnTo>
                  <a:lnTo>
                    <a:pt x="215" y="300"/>
                  </a:lnTo>
                  <a:lnTo>
                    <a:pt x="216" y="301"/>
                  </a:lnTo>
                  <a:lnTo>
                    <a:pt x="216" y="302"/>
                  </a:lnTo>
                  <a:lnTo>
                    <a:pt x="216" y="303"/>
                  </a:lnTo>
                  <a:lnTo>
                    <a:pt x="217" y="303"/>
                  </a:lnTo>
                  <a:lnTo>
                    <a:pt x="218" y="304"/>
                  </a:lnTo>
                  <a:lnTo>
                    <a:pt x="219" y="304"/>
                  </a:lnTo>
                  <a:lnTo>
                    <a:pt x="220" y="304"/>
                  </a:lnTo>
                  <a:lnTo>
                    <a:pt x="221" y="304"/>
                  </a:lnTo>
                  <a:lnTo>
                    <a:pt x="222" y="304"/>
                  </a:lnTo>
                  <a:lnTo>
                    <a:pt x="223" y="304"/>
                  </a:lnTo>
                  <a:lnTo>
                    <a:pt x="224" y="304"/>
                  </a:lnTo>
                  <a:lnTo>
                    <a:pt x="225" y="304"/>
                  </a:lnTo>
                  <a:lnTo>
                    <a:pt x="226" y="304"/>
                  </a:lnTo>
                  <a:lnTo>
                    <a:pt x="226" y="303"/>
                  </a:lnTo>
                  <a:lnTo>
                    <a:pt x="227" y="303"/>
                  </a:lnTo>
                  <a:lnTo>
                    <a:pt x="227" y="302"/>
                  </a:lnTo>
                  <a:lnTo>
                    <a:pt x="228" y="302"/>
                  </a:lnTo>
                  <a:lnTo>
                    <a:pt x="229" y="301"/>
                  </a:lnTo>
                  <a:lnTo>
                    <a:pt x="230" y="300"/>
                  </a:lnTo>
                  <a:lnTo>
                    <a:pt x="230" y="299"/>
                  </a:lnTo>
                  <a:lnTo>
                    <a:pt x="231" y="298"/>
                  </a:lnTo>
                  <a:lnTo>
                    <a:pt x="231" y="297"/>
                  </a:lnTo>
                  <a:lnTo>
                    <a:pt x="232" y="296"/>
                  </a:lnTo>
                  <a:lnTo>
                    <a:pt x="233" y="294"/>
                  </a:lnTo>
                  <a:lnTo>
                    <a:pt x="233" y="292"/>
                  </a:lnTo>
                  <a:lnTo>
                    <a:pt x="233" y="291"/>
                  </a:lnTo>
                  <a:lnTo>
                    <a:pt x="234" y="290"/>
                  </a:lnTo>
                  <a:lnTo>
                    <a:pt x="234" y="289"/>
                  </a:lnTo>
                  <a:lnTo>
                    <a:pt x="235" y="288"/>
                  </a:lnTo>
                  <a:lnTo>
                    <a:pt x="235" y="287"/>
                  </a:lnTo>
                  <a:lnTo>
                    <a:pt x="235" y="286"/>
                  </a:lnTo>
                  <a:lnTo>
                    <a:pt x="236" y="286"/>
                  </a:lnTo>
                  <a:lnTo>
                    <a:pt x="237" y="285"/>
                  </a:lnTo>
                  <a:lnTo>
                    <a:pt x="238" y="285"/>
                  </a:lnTo>
                  <a:lnTo>
                    <a:pt x="239" y="285"/>
                  </a:lnTo>
                  <a:lnTo>
                    <a:pt x="240" y="285"/>
                  </a:lnTo>
                  <a:lnTo>
                    <a:pt x="241" y="286"/>
                  </a:lnTo>
                  <a:lnTo>
                    <a:pt x="242" y="286"/>
                  </a:lnTo>
                  <a:lnTo>
                    <a:pt x="242" y="287"/>
                  </a:lnTo>
                  <a:lnTo>
                    <a:pt x="243" y="287"/>
                  </a:lnTo>
                  <a:lnTo>
                    <a:pt x="244" y="288"/>
                  </a:lnTo>
                  <a:lnTo>
                    <a:pt x="245" y="289"/>
                  </a:lnTo>
                  <a:lnTo>
                    <a:pt x="245" y="290"/>
                  </a:lnTo>
                  <a:lnTo>
                    <a:pt x="246" y="291"/>
                  </a:lnTo>
                  <a:lnTo>
                    <a:pt x="246" y="292"/>
                  </a:lnTo>
                  <a:lnTo>
                    <a:pt x="247" y="293"/>
                  </a:lnTo>
                  <a:lnTo>
                    <a:pt x="247" y="294"/>
                  </a:lnTo>
                  <a:lnTo>
                    <a:pt x="248" y="294"/>
                  </a:lnTo>
                  <a:lnTo>
                    <a:pt x="248" y="295"/>
                  </a:lnTo>
                  <a:lnTo>
                    <a:pt x="249" y="295"/>
                  </a:lnTo>
                  <a:lnTo>
                    <a:pt x="250" y="295"/>
                  </a:lnTo>
                  <a:lnTo>
                    <a:pt x="251" y="295"/>
                  </a:lnTo>
                  <a:lnTo>
                    <a:pt x="251" y="294"/>
                  </a:lnTo>
                  <a:lnTo>
                    <a:pt x="252" y="294"/>
                  </a:lnTo>
                  <a:lnTo>
                    <a:pt x="252" y="293"/>
                  </a:lnTo>
                  <a:lnTo>
                    <a:pt x="253" y="292"/>
                  </a:lnTo>
                  <a:lnTo>
                    <a:pt x="254" y="291"/>
                  </a:lnTo>
                  <a:lnTo>
                    <a:pt x="254" y="290"/>
                  </a:lnTo>
                  <a:lnTo>
                    <a:pt x="255" y="290"/>
                  </a:lnTo>
                  <a:lnTo>
                    <a:pt x="255" y="288"/>
                  </a:lnTo>
                  <a:lnTo>
                    <a:pt x="255" y="287"/>
                  </a:lnTo>
                  <a:lnTo>
                    <a:pt x="256" y="286"/>
                  </a:lnTo>
                  <a:lnTo>
                    <a:pt x="256" y="285"/>
                  </a:lnTo>
                  <a:lnTo>
                    <a:pt x="256" y="284"/>
                  </a:lnTo>
                  <a:lnTo>
                    <a:pt x="256" y="283"/>
                  </a:lnTo>
                  <a:lnTo>
                    <a:pt x="255" y="283"/>
                  </a:lnTo>
                  <a:lnTo>
                    <a:pt x="255" y="282"/>
                  </a:lnTo>
                  <a:lnTo>
                    <a:pt x="255" y="281"/>
                  </a:lnTo>
                  <a:lnTo>
                    <a:pt x="255" y="280"/>
                  </a:lnTo>
                  <a:lnTo>
                    <a:pt x="254" y="279"/>
                  </a:lnTo>
                  <a:lnTo>
                    <a:pt x="254" y="278"/>
                  </a:lnTo>
                  <a:lnTo>
                    <a:pt x="254" y="277"/>
                  </a:lnTo>
                  <a:lnTo>
                    <a:pt x="253" y="277"/>
                  </a:lnTo>
                  <a:lnTo>
                    <a:pt x="253" y="276"/>
                  </a:lnTo>
                  <a:lnTo>
                    <a:pt x="253" y="275"/>
                  </a:lnTo>
                  <a:lnTo>
                    <a:pt x="253" y="274"/>
                  </a:lnTo>
                  <a:lnTo>
                    <a:pt x="253" y="273"/>
                  </a:lnTo>
                  <a:lnTo>
                    <a:pt x="253" y="272"/>
                  </a:lnTo>
                  <a:lnTo>
                    <a:pt x="253" y="271"/>
                  </a:lnTo>
                  <a:lnTo>
                    <a:pt x="253" y="270"/>
                  </a:lnTo>
                  <a:lnTo>
                    <a:pt x="253" y="269"/>
                  </a:lnTo>
                  <a:lnTo>
                    <a:pt x="253" y="268"/>
                  </a:lnTo>
                  <a:lnTo>
                    <a:pt x="254" y="267"/>
                  </a:lnTo>
                  <a:lnTo>
                    <a:pt x="254" y="266"/>
                  </a:lnTo>
                  <a:lnTo>
                    <a:pt x="254" y="265"/>
                  </a:lnTo>
                  <a:lnTo>
                    <a:pt x="255" y="265"/>
                  </a:lnTo>
                  <a:lnTo>
                    <a:pt x="255" y="264"/>
                  </a:lnTo>
                  <a:lnTo>
                    <a:pt x="256" y="264"/>
                  </a:lnTo>
                  <a:lnTo>
                    <a:pt x="257" y="264"/>
                  </a:lnTo>
                  <a:lnTo>
                    <a:pt x="258" y="264"/>
                  </a:lnTo>
                  <a:lnTo>
                    <a:pt x="258" y="265"/>
                  </a:lnTo>
                  <a:lnTo>
                    <a:pt x="259" y="265"/>
                  </a:lnTo>
                  <a:lnTo>
                    <a:pt x="259" y="266"/>
                  </a:lnTo>
                  <a:lnTo>
                    <a:pt x="260" y="267"/>
                  </a:lnTo>
                  <a:lnTo>
                    <a:pt x="261" y="268"/>
                  </a:lnTo>
                  <a:lnTo>
                    <a:pt x="262" y="270"/>
                  </a:lnTo>
                  <a:lnTo>
                    <a:pt x="262" y="271"/>
                  </a:lnTo>
                  <a:lnTo>
                    <a:pt x="263" y="272"/>
                  </a:lnTo>
                  <a:lnTo>
                    <a:pt x="263" y="273"/>
                  </a:lnTo>
                  <a:lnTo>
                    <a:pt x="264" y="273"/>
                  </a:lnTo>
                  <a:lnTo>
                    <a:pt x="264" y="274"/>
                  </a:lnTo>
                  <a:lnTo>
                    <a:pt x="264" y="275"/>
                  </a:lnTo>
                  <a:lnTo>
                    <a:pt x="265" y="275"/>
                  </a:lnTo>
                  <a:lnTo>
                    <a:pt x="265" y="276"/>
                  </a:lnTo>
                  <a:lnTo>
                    <a:pt x="266" y="276"/>
                  </a:lnTo>
                  <a:lnTo>
                    <a:pt x="266" y="277"/>
                  </a:lnTo>
                  <a:lnTo>
                    <a:pt x="267" y="277"/>
                  </a:lnTo>
                  <a:lnTo>
                    <a:pt x="268" y="277"/>
                  </a:lnTo>
                  <a:lnTo>
                    <a:pt x="269" y="277"/>
                  </a:lnTo>
                  <a:lnTo>
                    <a:pt x="270" y="277"/>
                  </a:lnTo>
                  <a:lnTo>
                    <a:pt x="271" y="277"/>
                  </a:lnTo>
                  <a:lnTo>
                    <a:pt x="272" y="277"/>
                  </a:lnTo>
                  <a:lnTo>
                    <a:pt x="273" y="276"/>
                  </a:lnTo>
                  <a:lnTo>
                    <a:pt x="274" y="275"/>
                  </a:lnTo>
                  <a:lnTo>
                    <a:pt x="275" y="275"/>
                  </a:lnTo>
                  <a:lnTo>
                    <a:pt x="276" y="275"/>
                  </a:lnTo>
                  <a:lnTo>
                    <a:pt x="276" y="274"/>
                  </a:lnTo>
                  <a:lnTo>
                    <a:pt x="277" y="273"/>
                  </a:lnTo>
                  <a:lnTo>
                    <a:pt x="278" y="273"/>
                  </a:lnTo>
                  <a:lnTo>
                    <a:pt x="278" y="272"/>
                  </a:lnTo>
                  <a:lnTo>
                    <a:pt x="279" y="271"/>
                  </a:lnTo>
                  <a:lnTo>
                    <a:pt x="279" y="270"/>
                  </a:lnTo>
                  <a:lnTo>
                    <a:pt x="280" y="270"/>
                  </a:lnTo>
                  <a:lnTo>
                    <a:pt x="280" y="269"/>
                  </a:lnTo>
                  <a:lnTo>
                    <a:pt x="281" y="268"/>
                  </a:lnTo>
                  <a:lnTo>
                    <a:pt x="282" y="267"/>
                  </a:lnTo>
                  <a:lnTo>
                    <a:pt x="283" y="267"/>
                  </a:lnTo>
                  <a:lnTo>
                    <a:pt x="283" y="266"/>
                  </a:lnTo>
                  <a:lnTo>
                    <a:pt x="284" y="266"/>
                  </a:lnTo>
                  <a:lnTo>
                    <a:pt x="285" y="266"/>
                  </a:lnTo>
                  <a:lnTo>
                    <a:pt x="286" y="266"/>
                  </a:lnTo>
                  <a:lnTo>
                    <a:pt x="287" y="266"/>
                  </a:lnTo>
                  <a:lnTo>
                    <a:pt x="288" y="266"/>
                  </a:lnTo>
                  <a:lnTo>
                    <a:pt x="288" y="267"/>
                  </a:lnTo>
                  <a:lnTo>
                    <a:pt x="289" y="267"/>
                  </a:lnTo>
                  <a:lnTo>
                    <a:pt x="291" y="267"/>
                  </a:lnTo>
                  <a:lnTo>
                    <a:pt x="292" y="267"/>
                  </a:lnTo>
                  <a:lnTo>
                    <a:pt x="293" y="268"/>
                  </a:lnTo>
                  <a:lnTo>
                    <a:pt x="294" y="268"/>
                  </a:lnTo>
                  <a:lnTo>
                    <a:pt x="295" y="268"/>
                  </a:lnTo>
                  <a:lnTo>
                    <a:pt x="296" y="268"/>
                  </a:lnTo>
                  <a:lnTo>
                    <a:pt x="297" y="267"/>
                  </a:lnTo>
                  <a:lnTo>
                    <a:pt x="298" y="267"/>
                  </a:lnTo>
                  <a:lnTo>
                    <a:pt x="299" y="266"/>
                  </a:lnTo>
                  <a:lnTo>
                    <a:pt x="300" y="266"/>
                  </a:lnTo>
                  <a:lnTo>
                    <a:pt x="301" y="265"/>
                  </a:lnTo>
                  <a:lnTo>
                    <a:pt x="301" y="264"/>
                  </a:lnTo>
                  <a:lnTo>
                    <a:pt x="302" y="264"/>
                  </a:lnTo>
                  <a:lnTo>
                    <a:pt x="302" y="263"/>
                  </a:lnTo>
                  <a:lnTo>
                    <a:pt x="303" y="262"/>
                  </a:lnTo>
                  <a:lnTo>
                    <a:pt x="303" y="261"/>
                  </a:lnTo>
                  <a:lnTo>
                    <a:pt x="303" y="260"/>
                  </a:lnTo>
                  <a:lnTo>
                    <a:pt x="304" y="260"/>
                  </a:lnTo>
                  <a:lnTo>
                    <a:pt x="304" y="259"/>
                  </a:lnTo>
                  <a:lnTo>
                    <a:pt x="304" y="258"/>
                  </a:lnTo>
                  <a:lnTo>
                    <a:pt x="304" y="257"/>
                  </a:lnTo>
                  <a:lnTo>
                    <a:pt x="304" y="256"/>
                  </a:lnTo>
                  <a:lnTo>
                    <a:pt x="304" y="255"/>
                  </a:lnTo>
                  <a:lnTo>
                    <a:pt x="304" y="254"/>
                  </a:lnTo>
                  <a:lnTo>
                    <a:pt x="303" y="254"/>
                  </a:lnTo>
                  <a:lnTo>
                    <a:pt x="303" y="253"/>
                  </a:lnTo>
                  <a:lnTo>
                    <a:pt x="303" y="252"/>
                  </a:lnTo>
                  <a:lnTo>
                    <a:pt x="302" y="251"/>
                  </a:lnTo>
                  <a:lnTo>
                    <a:pt x="301" y="251"/>
                  </a:lnTo>
                  <a:lnTo>
                    <a:pt x="301" y="250"/>
                  </a:lnTo>
                  <a:lnTo>
                    <a:pt x="300" y="250"/>
                  </a:lnTo>
                  <a:lnTo>
                    <a:pt x="299" y="250"/>
                  </a:lnTo>
                  <a:lnTo>
                    <a:pt x="298" y="249"/>
                  </a:lnTo>
                  <a:lnTo>
                    <a:pt x="297" y="249"/>
                  </a:lnTo>
                  <a:lnTo>
                    <a:pt x="296" y="249"/>
                  </a:lnTo>
                  <a:lnTo>
                    <a:pt x="295" y="249"/>
                  </a:lnTo>
                  <a:lnTo>
                    <a:pt x="294" y="249"/>
                  </a:lnTo>
                  <a:lnTo>
                    <a:pt x="293" y="249"/>
                  </a:lnTo>
                  <a:lnTo>
                    <a:pt x="293" y="248"/>
                  </a:lnTo>
                  <a:lnTo>
                    <a:pt x="292" y="248"/>
                  </a:lnTo>
                  <a:lnTo>
                    <a:pt x="292" y="247"/>
                  </a:lnTo>
                  <a:lnTo>
                    <a:pt x="292" y="246"/>
                  </a:lnTo>
                  <a:lnTo>
                    <a:pt x="292" y="245"/>
                  </a:lnTo>
                  <a:lnTo>
                    <a:pt x="293" y="245"/>
                  </a:lnTo>
                  <a:lnTo>
                    <a:pt x="293" y="244"/>
                  </a:lnTo>
                  <a:lnTo>
                    <a:pt x="294" y="243"/>
                  </a:lnTo>
                  <a:lnTo>
                    <a:pt x="295" y="241"/>
                  </a:lnTo>
                  <a:lnTo>
                    <a:pt x="296" y="240"/>
                  </a:lnTo>
                  <a:lnTo>
                    <a:pt x="296" y="239"/>
                  </a:lnTo>
                  <a:lnTo>
                    <a:pt x="296" y="238"/>
                  </a:lnTo>
                  <a:lnTo>
                    <a:pt x="297" y="237"/>
                  </a:lnTo>
                  <a:lnTo>
                    <a:pt x="297" y="236"/>
                  </a:lnTo>
                  <a:lnTo>
                    <a:pt x="297" y="235"/>
                  </a:lnTo>
                  <a:lnTo>
                    <a:pt x="297" y="234"/>
                  </a:lnTo>
                  <a:lnTo>
                    <a:pt x="297" y="233"/>
                  </a:lnTo>
                  <a:lnTo>
                    <a:pt x="297" y="232"/>
                  </a:lnTo>
                  <a:lnTo>
                    <a:pt x="296" y="231"/>
                  </a:lnTo>
                  <a:lnTo>
                    <a:pt x="296" y="229"/>
                  </a:lnTo>
                  <a:lnTo>
                    <a:pt x="296" y="227"/>
                  </a:lnTo>
                  <a:lnTo>
                    <a:pt x="296" y="226"/>
                  </a:lnTo>
                  <a:lnTo>
                    <a:pt x="295" y="222"/>
                  </a:lnTo>
                  <a:lnTo>
                    <a:pt x="295" y="221"/>
                  </a:lnTo>
                  <a:lnTo>
                    <a:pt x="295" y="220"/>
                  </a:lnTo>
                  <a:lnTo>
                    <a:pt x="295" y="219"/>
                  </a:lnTo>
                  <a:lnTo>
                    <a:pt x="294" y="218"/>
                  </a:lnTo>
                  <a:lnTo>
                    <a:pt x="294" y="217"/>
                  </a:lnTo>
                  <a:lnTo>
                    <a:pt x="293" y="216"/>
                  </a:lnTo>
                  <a:lnTo>
                    <a:pt x="292" y="215"/>
                  </a:lnTo>
                  <a:lnTo>
                    <a:pt x="291" y="214"/>
                  </a:lnTo>
                  <a:lnTo>
                    <a:pt x="290" y="213"/>
                  </a:lnTo>
                  <a:lnTo>
                    <a:pt x="288" y="212"/>
                  </a:lnTo>
                  <a:lnTo>
                    <a:pt x="287" y="212"/>
                  </a:lnTo>
                  <a:lnTo>
                    <a:pt x="287" y="211"/>
                  </a:lnTo>
                  <a:lnTo>
                    <a:pt x="286" y="211"/>
                  </a:lnTo>
                  <a:lnTo>
                    <a:pt x="286" y="210"/>
                  </a:lnTo>
                  <a:lnTo>
                    <a:pt x="285" y="209"/>
                  </a:lnTo>
                  <a:lnTo>
                    <a:pt x="284" y="208"/>
                  </a:lnTo>
                  <a:lnTo>
                    <a:pt x="284" y="207"/>
                  </a:lnTo>
                  <a:lnTo>
                    <a:pt x="284" y="206"/>
                  </a:lnTo>
                  <a:lnTo>
                    <a:pt x="284" y="205"/>
                  </a:lnTo>
                  <a:lnTo>
                    <a:pt x="284" y="204"/>
                  </a:lnTo>
                  <a:lnTo>
                    <a:pt x="284" y="203"/>
                  </a:lnTo>
                  <a:lnTo>
                    <a:pt x="284" y="202"/>
                  </a:lnTo>
                  <a:lnTo>
                    <a:pt x="285" y="202"/>
                  </a:lnTo>
                  <a:lnTo>
                    <a:pt x="285" y="201"/>
                  </a:lnTo>
                  <a:lnTo>
                    <a:pt x="286" y="201"/>
                  </a:lnTo>
                  <a:lnTo>
                    <a:pt x="286" y="200"/>
                  </a:lnTo>
                  <a:lnTo>
                    <a:pt x="287" y="200"/>
                  </a:lnTo>
                  <a:lnTo>
                    <a:pt x="288" y="200"/>
                  </a:lnTo>
                  <a:lnTo>
                    <a:pt x="289" y="200"/>
                  </a:lnTo>
                  <a:lnTo>
                    <a:pt x="289" y="201"/>
                  </a:lnTo>
                  <a:lnTo>
                    <a:pt x="290" y="201"/>
                  </a:lnTo>
                  <a:lnTo>
                    <a:pt x="291" y="201"/>
                  </a:lnTo>
                  <a:lnTo>
                    <a:pt x="291" y="202"/>
                  </a:lnTo>
                  <a:lnTo>
                    <a:pt x="292" y="202"/>
                  </a:lnTo>
                  <a:lnTo>
                    <a:pt x="292" y="203"/>
                  </a:lnTo>
                  <a:lnTo>
                    <a:pt x="293" y="203"/>
                  </a:lnTo>
                  <a:lnTo>
                    <a:pt x="293" y="204"/>
                  </a:lnTo>
                  <a:lnTo>
                    <a:pt x="294" y="204"/>
                  </a:lnTo>
                  <a:lnTo>
                    <a:pt x="294" y="205"/>
                  </a:lnTo>
                  <a:lnTo>
                    <a:pt x="294" y="206"/>
                  </a:lnTo>
                  <a:lnTo>
                    <a:pt x="295" y="207"/>
                  </a:lnTo>
                  <a:lnTo>
                    <a:pt x="295" y="208"/>
                  </a:lnTo>
                  <a:lnTo>
                    <a:pt x="295" y="209"/>
                  </a:lnTo>
                  <a:lnTo>
                    <a:pt x="296" y="209"/>
                  </a:lnTo>
                  <a:lnTo>
                    <a:pt x="296" y="210"/>
                  </a:lnTo>
                  <a:lnTo>
                    <a:pt x="296" y="211"/>
                  </a:lnTo>
                  <a:lnTo>
                    <a:pt x="296" y="212"/>
                  </a:lnTo>
                  <a:lnTo>
                    <a:pt x="297" y="213"/>
                  </a:lnTo>
                  <a:lnTo>
                    <a:pt x="297" y="214"/>
                  </a:lnTo>
                  <a:lnTo>
                    <a:pt x="298" y="214"/>
                  </a:lnTo>
                  <a:lnTo>
                    <a:pt x="299" y="215"/>
                  </a:lnTo>
                  <a:lnTo>
                    <a:pt x="300" y="215"/>
                  </a:lnTo>
                  <a:lnTo>
                    <a:pt x="301" y="215"/>
                  </a:lnTo>
                  <a:lnTo>
                    <a:pt x="302" y="215"/>
                  </a:lnTo>
                  <a:lnTo>
                    <a:pt x="304" y="215"/>
                  </a:lnTo>
                  <a:lnTo>
                    <a:pt x="305" y="215"/>
                  </a:lnTo>
                  <a:lnTo>
                    <a:pt x="306" y="215"/>
                  </a:lnTo>
                  <a:lnTo>
                    <a:pt x="307" y="215"/>
                  </a:lnTo>
                  <a:lnTo>
                    <a:pt x="307" y="216"/>
                  </a:lnTo>
                  <a:lnTo>
                    <a:pt x="308" y="216"/>
                  </a:lnTo>
                  <a:lnTo>
                    <a:pt x="309" y="217"/>
                  </a:lnTo>
                  <a:lnTo>
                    <a:pt x="310" y="218"/>
                  </a:lnTo>
                  <a:lnTo>
                    <a:pt x="310" y="219"/>
                  </a:lnTo>
                  <a:lnTo>
                    <a:pt x="311" y="219"/>
                  </a:lnTo>
                  <a:lnTo>
                    <a:pt x="311" y="220"/>
                  </a:lnTo>
                  <a:lnTo>
                    <a:pt x="311" y="221"/>
                  </a:lnTo>
                  <a:lnTo>
                    <a:pt x="312" y="222"/>
                  </a:lnTo>
                  <a:lnTo>
                    <a:pt x="312" y="224"/>
                  </a:lnTo>
                  <a:lnTo>
                    <a:pt x="313" y="224"/>
                  </a:lnTo>
                  <a:lnTo>
                    <a:pt x="313" y="225"/>
                  </a:lnTo>
                  <a:lnTo>
                    <a:pt x="313" y="226"/>
                  </a:lnTo>
                  <a:lnTo>
                    <a:pt x="314" y="227"/>
                  </a:lnTo>
                  <a:lnTo>
                    <a:pt x="314" y="228"/>
                  </a:lnTo>
                  <a:lnTo>
                    <a:pt x="315" y="228"/>
                  </a:lnTo>
                  <a:lnTo>
                    <a:pt x="315" y="229"/>
                  </a:lnTo>
                  <a:lnTo>
                    <a:pt x="316" y="229"/>
                  </a:lnTo>
                  <a:lnTo>
                    <a:pt x="317" y="230"/>
                  </a:lnTo>
                  <a:lnTo>
                    <a:pt x="318" y="231"/>
                  </a:lnTo>
                  <a:lnTo>
                    <a:pt x="319" y="231"/>
                  </a:lnTo>
                  <a:lnTo>
                    <a:pt x="320" y="231"/>
                  </a:lnTo>
                  <a:lnTo>
                    <a:pt x="321" y="231"/>
                  </a:lnTo>
                  <a:lnTo>
                    <a:pt x="322" y="232"/>
                  </a:lnTo>
                  <a:lnTo>
                    <a:pt x="323" y="232"/>
                  </a:lnTo>
                  <a:lnTo>
                    <a:pt x="324" y="232"/>
                  </a:lnTo>
                  <a:lnTo>
                    <a:pt x="325" y="232"/>
                  </a:lnTo>
                  <a:lnTo>
                    <a:pt x="326" y="232"/>
                  </a:lnTo>
                  <a:lnTo>
                    <a:pt x="327" y="233"/>
                  </a:lnTo>
                  <a:lnTo>
                    <a:pt x="328" y="233"/>
                  </a:lnTo>
                  <a:lnTo>
                    <a:pt x="329" y="233"/>
                  </a:lnTo>
                  <a:lnTo>
                    <a:pt x="329" y="234"/>
                  </a:lnTo>
                  <a:lnTo>
                    <a:pt x="330" y="234"/>
                  </a:lnTo>
                  <a:lnTo>
                    <a:pt x="330" y="235"/>
                  </a:lnTo>
                  <a:lnTo>
                    <a:pt x="329" y="235"/>
                  </a:lnTo>
                  <a:lnTo>
                    <a:pt x="329" y="236"/>
                  </a:lnTo>
                  <a:lnTo>
                    <a:pt x="328" y="236"/>
                  </a:lnTo>
                  <a:lnTo>
                    <a:pt x="328" y="237"/>
                  </a:lnTo>
                  <a:lnTo>
                    <a:pt x="326" y="239"/>
                  </a:lnTo>
                  <a:lnTo>
                    <a:pt x="325" y="239"/>
                  </a:lnTo>
                  <a:lnTo>
                    <a:pt x="325" y="240"/>
                  </a:lnTo>
                  <a:lnTo>
                    <a:pt x="324" y="240"/>
                  </a:lnTo>
                  <a:lnTo>
                    <a:pt x="324" y="241"/>
                  </a:lnTo>
                  <a:lnTo>
                    <a:pt x="323" y="241"/>
                  </a:lnTo>
                  <a:lnTo>
                    <a:pt x="323" y="242"/>
                  </a:lnTo>
                  <a:lnTo>
                    <a:pt x="323" y="243"/>
                  </a:lnTo>
                  <a:lnTo>
                    <a:pt x="324" y="243"/>
                  </a:lnTo>
                  <a:lnTo>
                    <a:pt x="324" y="244"/>
                  </a:lnTo>
                  <a:lnTo>
                    <a:pt x="325" y="244"/>
                  </a:lnTo>
                  <a:lnTo>
                    <a:pt x="325" y="245"/>
                  </a:lnTo>
                  <a:lnTo>
                    <a:pt x="326" y="245"/>
                  </a:lnTo>
                  <a:lnTo>
                    <a:pt x="327" y="245"/>
                  </a:lnTo>
                  <a:lnTo>
                    <a:pt x="328" y="246"/>
                  </a:lnTo>
                  <a:lnTo>
                    <a:pt x="329" y="246"/>
                  </a:lnTo>
                  <a:lnTo>
                    <a:pt x="330" y="246"/>
                  </a:lnTo>
                  <a:lnTo>
                    <a:pt x="331" y="246"/>
                  </a:lnTo>
                  <a:lnTo>
                    <a:pt x="332" y="247"/>
                  </a:lnTo>
                  <a:lnTo>
                    <a:pt x="334" y="247"/>
                  </a:lnTo>
                  <a:lnTo>
                    <a:pt x="336" y="248"/>
                  </a:lnTo>
                  <a:lnTo>
                    <a:pt x="337" y="248"/>
                  </a:lnTo>
                  <a:lnTo>
                    <a:pt x="338" y="248"/>
                  </a:lnTo>
                  <a:lnTo>
                    <a:pt x="339" y="248"/>
                  </a:lnTo>
                  <a:lnTo>
                    <a:pt x="340" y="248"/>
                  </a:lnTo>
                  <a:lnTo>
                    <a:pt x="340" y="249"/>
                  </a:lnTo>
                  <a:lnTo>
                    <a:pt x="341" y="249"/>
                  </a:lnTo>
                  <a:lnTo>
                    <a:pt x="342" y="250"/>
                  </a:lnTo>
                  <a:lnTo>
                    <a:pt x="342" y="251"/>
                  </a:lnTo>
                  <a:lnTo>
                    <a:pt x="342" y="252"/>
                  </a:lnTo>
                  <a:lnTo>
                    <a:pt x="342" y="253"/>
                  </a:lnTo>
                  <a:lnTo>
                    <a:pt x="341" y="254"/>
                  </a:lnTo>
                  <a:lnTo>
                    <a:pt x="341" y="255"/>
                  </a:lnTo>
                  <a:lnTo>
                    <a:pt x="341" y="256"/>
                  </a:lnTo>
                  <a:lnTo>
                    <a:pt x="340" y="258"/>
                  </a:lnTo>
                  <a:lnTo>
                    <a:pt x="340" y="259"/>
                  </a:lnTo>
                  <a:lnTo>
                    <a:pt x="340" y="260"/>
                  </a:lnTo>
                  <a:lnTo>
                    <a:pt x="339" y="260"/>
                  </a:lnTo>
                  <a:lnTo>
                    <a:pt x="339" y="261"/>
                  </a:lnTo>
                  <a:lnTo>
                    <a:pt x="340" y="261"/>
                  </a:lnTo>
                  <a:lnTo>
                    <a:pt x="340" y="262"/>
                  </a:lnTo>
                  <a:lnTo>
                    <a:pt x="340" y="263"/>
                  </a:lnTo>
                  <a:lnTo>
                    <a:pt x="341" y="263"/>
                  </a:lnTo>
                  <a:lnTo>
                    <a:pt x="342" y="263"/>
                  </a:lnTo>
                  <a:lnTo>
                    <a:pt x="343" y="263"/>
                  </a:lnTo>
                  <a:lnTo>
                    <a:pt x="344" y="263"/>
                  </a:lnTo>
                  <a:lnTo>
                    <a:pt x="345" y="263"/>
                  </a:lnTo>
                  <a:lnTo>
                    <a:pt x="346" y="263"/>
                  </a:lnTo>
                  <a:lnTo>
                    <a:pt x="347" y="263"/>
                  </a:lnTo>
                  <a:lnTo>
                    <a:pt x="348" y="262"/>
                  </a:lnTo>
                  <a:lnTo>
                    <a:pt x="349" y="262"/>
                  </a:lnTo>
                  <a:lnTo>
                    <a:pt x="350" y="262"/>
                  </a:lnTo>
                  <a:lnTo>
                    <a:pt x="350" y="261"/>
                  </a:lnTo>
                  <a:lnTo>
                    <a:pt x="351" y="261"/>
                  </a:lnTo>
                  <a:lnTo>
                    <a:pt x="352" y="260"/>
                  </a:lnTo>
                  <a:lnTo>
                    <a:pt x="353" y="259"/>
                  </a:lnTo>
                  <a:lnTo>
                    <a:pt x="353" y="258"/>
                  </a:lnTo>
                  <a:lnTo>
                    <a:pt x="354" y="258"/>
                  </a:lnTo>
                  <a:lnTo>
                    <a:pt x="354" y="257"/>
                  </a:lnTo>
                  <a:lnTo>
                    <a:pt x="354" y="256"/>
                  </a:lnTo>
                  <a:lnTo>
                    <a:pt x="354" y="255"/>
                  </a:lnTo>
                  <a:lnTo>
                    <a:pt x="354" y="254"/>
                  </a:lnTo>
                  <a:lnTo>
                    <a:pt x="354" y="253"/>
                  </a:lnTo>
                  <a:lnTo>
                    <a:pt x="353" y="253"/>
                  </a:lnTo>
                  <a:lnTo>
                    <a:pt x="353" y="252"/>
                  </a:lnTo>
                  <a:lnTo>
                    <a:pt x="353" y="251"/>
                  </a:lnTo>
                  <a:lnTo>
                    <a:pt x="353" y="250"/>
                  </a:lnTo>
                  <a:lnTo>
                    <a:pt x="352" y="249"/>
                  </a:lnTo>
                  <a:lnTo>
                    <a:pt x="352" y="248"/>
                  </a:lnTo>
                  <a:lnTo>
                    <a:pt x="352" y="247"/>
                  </a:lnTo>
                  <a:lnTo>
                    <a:pt x="352" y="246"/>
                  </a:lnTo>
                  <a:lnTo>
                    <a:pt x="352" y="245"/>
                  </a:lnTo>
                  <a:lnTo>
                    <a:pt x="353" y="245"/>
                  </a:lnTo>
                  <a:lnTo>
                    <a:pt x="354" y="245"/>
                  </a:lnTo>
                  <a:lnTo>
                    <a:pt x="354" y="244"/>
                  </a:lnTo>
                  <a:lnTo>
                    <a:pt x="355" y="244"/>
                  </a:lnTo>
                  <a:lnTo>
                    <a:pt x="356" y="244"/>
                  </a:lnTo>
                  <a:lnTo>
                    <a:pt x="357" y="243"/>
                  </a:lnTo>
                  <a:lnTo>
                    <a:pt x="358" y="243"/>
                  </a:lnTo>
                  <a:lnTo>
                    <a:pt x="359" y="243"/>
                  </a:lnTo>
                  <a:lnTo>
                    <a:pt x="359" y="242"/>
                  </a:lnTo>
                  <a:lnTo>
                    <a:pt x="359" y="241"/>
                  </a:lnTo>
                  <a:lnTo>
                    <a:pt x="359" y="240"/>
                  </a:lnTo>
                  <a:lnTo>
                    <a:pt x="359" y="239"/>
                  </a:lnTo>
                  <a:lnTo>
                    <a:pt x="359" y="238"/>
                  </a:lnTo>
                  <a:lnTo>
                    <a:pt x="359" y="237"/>
                  </a:lnTo>
                  <a:lnTo>
                    <a:pt x="359" y="236"/>
                  </a:lnTo>
                  <a:lnTo>
                    <a:pt x="358" y="236"/>
                  </a:lnTo>
                  <a:lnTo>
                    <a:pt x="358" y="235"/>
                  </a:lnTo>
                  <a:lnTo>
                    <a:pt x="357" y="235"/>
                  </a:lnTo>
                  <a:lnTo>
                    <a:pt x="356" y="234"/>
                  </a:lnTo>
                  <a:lnTo>
                    <a:pt x="355" y="234"/>
                  </a:lnTo>
                  <a:lnTo>
                    <a:pt x="354" y="233"/>
                  </a:lnTo>
                  <a:lnTo>
                    <a:pt x="353" y="233"/>
                  </a:lnTo>
                  <a:lnTo>
                    <a:pt x="352" y="232"/>
                  </a:lnTo>
                  <a:lnTo>
                    <a:pt x="351" y="231"/>
                  </a:lnTo>
                  <a:lnTo>
                    <a:pt x="350" y="231"/>
                  </a:lnTo>
                  <a:lnTo>
                    <a:pt x="349" y="231"/>
                  </a:lnTo>
                  <a:lnTo>
                    <a:pt x="348" y="230"/>
                  </a:lnTo>
                  <a:lnTo>
                    <a:pt x="347" y="229"/>
                  </a:lnTo>
                  <a:lnTo>
                    <a:pt x="347" y="228"/>
                  </a:lnTo>
                  <a:lnTo>
                    <a:pt x="346" y="228"/>
                  </a:lnTo>
                  <a:lnTo>
                    <a:pt x="346" y="227"/>
                  </a:lnTo>
                  <a:lnTo>
                    <a:pt x="346" y="226"/>
                  </a:lnTo>
                  <a:lnTo>
                    <a:pt x="347" y="226"/>
                  </a:lnTo>
                  <a:lnTo>
                    <a:pt x="347" y="225"/>
                  </a:lnTo>
                  <a:lnTo>
                    <a:pt x="348" y="225"/>
                  </a:lnTo>
                  <a:lnTo>
                    <a:pt x="349" y="224"/>
                  </a:lnTo>
                  <a:lnTo>
                    <a:pt x="350" y="224"/>
                  </a:lnTo>
                  <a:lnTo>
                    <a:pt x="351" y="224"/>
                  </a:lnTo>
                  <a:lnTo>
                    <a:pt x="352" y="223"/>
                  </a:lnTo>
                  <a:lnTo>
                    <a:pt x="353" y="223"/>
                  </a:lnTo>
                  <a:lnTo>
                    <a:pt x="354" y="223"/>
                  </a:lnTo>
                  <a:lnTo>
                    <a:pt x="355" y="223"/>
                  </a:lnTo>
                  <a:lnTo>
                    <a:pt x="356" y="223"/>
                  </a:lnTo>
                  <a:lnTo>
                    <a:pt x="357" y="223"/>
                  </a:lnTo>
                  <a:lnTo>
                    <a:pt x="358" y="223"/>
                  </a:lnTo>
                  <a:lnTo>
                    <a:pt x="359" y="223"/>
                  </a:lnTo>
                  <a:lnTo>
                    <a:pt x="359" y="224"/>
                  </a:lnTo>
                  <a:lnTo>
                    <a:pt x="360" y="224"/>
                  </a:lnTo>
                  <a:lnTo>
                    <a:pt x="361" y="224"/>
                  </a:lnTo>
                  <a:lnTo>
                    <a:pt x="361" y="225"/>
                  </a:lnTo>
                  <a:lnTo>
                    <a:pt x="362" y="225"/>
                  </a:lnTo>
                  <a:lnTo>
                    <a:pt x="362" y="226"/>
                  </a:lnTo>
                  <a:lnTo>
                    <a:pt x="363" y="227"/>
                  </a:lnTo>
                  <a:lnTo>
                    <a:pt x="363" y="228"/>
                  </a:lnTo>
                  <a:lnTo>
                    <a:pt x="363" y="229"/>
                  </a:lnTo>
                  <a:lnTo>
                    <a:pt x="364" y="231"/>
                  </a:lnTo>
                  <a:lnTo>
                    <a:pt x="364" y="232"/>
                  </a:lnTo>
                  <a:lnTo>
                    <a:pt x="364" y="233"/>
                  </a:lnTo>
                  <a:lnTo>
                    <a:pt x="364" y="234"/>
                  </a:lnTo>
                  <a:lnTo>
                    <a:pt x="364" y="235"/>
                  </a:lnTo>
                  <a:lnTo>
                    <a:pt x="365" y="236"/>
                  </a:lnTo>
                  <a:lnTo>
                    <a:pt x="366" y="236"/>
                  </a:lnTo>
                  <a:lnTo>
                    <a:pt x="366" y="237"/>
                  </a:lnTo>
                  <a:lnTo>
                    <a:pt x="367" y="237"/>
                  </a:lnTo>
                  <a:lnTo>
                    <a:pt x="368" y="237"/>
                  </a:lnTo>
                  <a:lnTo>
                    <a:pt x="369" y="236"/>
                  </a:lnTo>
                  <a:lnTo>
                    <a:pt x="370" y="236"/>
                  </a:lnTo>
                  <a:lnTo>
                    <a:pt x="371" y="236"/>
                  </a:lnTo>
                  <a:lnTo>
                    <a:pt x="372" y="235"/>
                  </a:lnTo>
                  <a:lnTo>
                    <a:pt x="373" y="234"/>
                  </a:lnTo>
                  <a:lnTo>
                    <a:pt x="374" y="233"/>
                  </a:lnTo>
                  <a:lnTo>
                    <a:pt x="375" y="232"/>
                  </a:lnTo>
                  <a:lnTo>
                    <a:pt x="375" y="231"/>
                  </a:lnTo>
                  <a:lnTo>
                    <a:pt x="376" y="231"/>
                  </a:lnTo>
                  <a:lnTo>
                    <a:pt x="376" y="230"/>
                  </a:lnTo>
                  <a:lnTo>
                    <a:pt x="376" y="229"/>
                  </a:lnTo>
                  <a:lnTo>
                    <a:pt x="376" y="228"/>
                  </a:lnTo>
                  <a:lnTo>
                    <a:pt x="376" y="227"/>
                  </a:lnTo>
                  <a:lnTo>
                    <a:pt x="375" y="227"/>
                  </a:lnTo>
                  <a:lnTo>
                    <a:pt x="375" y="226"/>
                  </a:lnTo>
                  <a:lnTo>
                    <a:pt x="374" y="226"/>
                  </a:lnTo>
                  <a:lnTo>
                    <a:pt x="374" y="225"/>
                  </a:lnTo>
                  <a:lnTo>
                    <a:pt x="372" y="224"/>
                  </a:lnTo>
                  <a:lnTo>
                    <a:pt x="371" y="223"/>
                  </a:lnTo>
                  <a:lnTo>
                    <a:pt x="370" y="223"/>
                  </a:lnTo>
                  <a:lnTo>
                    <a:pt x="370" y="222"/>
                  </a:lnTo>
                  <a:lnTo>
                    <a:pt x="369" y="222"/>
                  </a:lnTo>
                  <a:lnTo>
                    <a:pt x="369" y="221"/>
                  </a:lnTo>
                  <a:lnTo>
                    <a:pt x="368" y="221"/>
                  </a:lnTo>
                  <a:lnTo>
                    <a:pt x="368" y="220"/>
                  </a:lnTo>
                  <a:lnTo>
                    <a:pt x="368" y="219"/>
                  </a:lnTo>
                  <a:lnTo>
                    <a:pt x="368" y="218"/>
                  </a:lnTo>
                  <a:lnTo>
                    <a:pt x="368" y="217"/>
                  </a:lnTo>
                  <a:lnTo>
                    <a:pt x="368" y="216"/>
                  </a:lnTo>
                  <a:lnTo>
                    <a:pt x="369" y="216"/>
                  </a:lnTo>
                  <a:lnTo>
                    <a:pt x="369" y="215"/>
                  </a:lnTo>
                  <a:lnTo>
                    <a:pt x="370" y="214"/>
                  </a:lnTo>
                  <a:lnTo>
                    <a:pt x="371" y="213"/>
                  </a:lnTo>
                  <a:lnTo>
                    <a:pt x="371" y="212"/>
                  </a:lnTo>
                  <a:lnTo>
                    <a:pt x="372" y="212"/>
                  </a:lnTo>
                  <a:lnTo>
                    <a:pt x="373" y="211"/>
                  </a:lnTo>
                  <a:lnTo>
                    <a:pt x="374" y="210"/>
                  </a:lnTo>
                  <a:lnTo>
                    <a:pt x="375" y="210"/>
                  </a:lnTo>
                  <a:lnTo>
                    <a:pt x="376" y="209"/>
                  </a:lnTo>
                  <a:lnTo>
                    <a:pt x="377" y="208"/>
                  </a:lnTo>
                  <a:lnTo>
                    <a:pt x="378" y="208"/>
                  </a:lnTo>
                  <a:lnTo>
                    <a:pt x="379" y="208"/>
                  </a:lnTo>
                  <a:lnTo>
                    <a:pt x="380" y="207"/>
                  </a:lnTo>
                  <a:lnTo>
                    <a:pt x="381" y="207"/>
                  </a:lnTo>
                  <a:lnTo>
                    <a:pt x="382" y="207"/>
                  </a:lnTo>
                  <a:lnTo>
                    <a:pt x="383" y="207"/>
                  </a:lnTo>
                  <a:lnTo>
                    <a:pt x="384" y="207"/>
                  </a:lnTo>
                  <a:lnTo>
                    <a:pt x="385" y="207"/>
                  </a:lnTo>
                  <a:lnTo>
                    <a:pt x="385" y="208"/>
                  </a:lnTo>
                  <a:lnTo>
                    <a:pt x="386" y="208"/>
                  </a:lnTo>
                  <a:lnTo>
                    <a:pt x="386" y="209"/>
                  </a:lnTo>
                  <a:lnTo>
                    <a:pt x="386" y="210"/>
                  </a:lnTo>
                  <a:lnTo>
                    <a:pt x="386" y="211"/>
                  </a:lnTo>
                  <a:lnTo>
                    <a:pt x="386" y="212"/>
                  </a:lnTo>
                  <a:lnTo>
                    <a:pt x="386" y="213"/>
                  </a:lnTo>
                  <a:lnTo>
                    <a:pt x="386" y="214"/>
                  </a:lnTo>
                  <a:lnTo>
                    <a:pt x="386" y="215"/>
                  </a:lnTo>
                  <a:lnTo>
                    <a:pt x="385" y="217"/>
                  </a:lnTo>
                  <a:lnTo>
                    <a:pt x="385" y="219"/>
                  </a:lnTo>
                  <a:lnTo>
                    <a:pt x="385" y="221"/>
                  </a:lnTo>
                  <a:lnTo>
                    <a:pt x="386" y="222"/>
                  </a:lnTo>
                  <a:lnTo>
                    <a:pt x="386" y="223"/>
                  </a:lnTo>
                  <a:lnTo>
                    <a:pt x="387" y="224"/>
                  </a:lnTo>
                  <a:lnTo>
                    <a:pt x="388" y="224"/>
                  </a:lnTo>
                  <a:lnTo>
                    <a:pt x="388" y="223"/>
                  </a:lnTo>
                  <a:lnTo>
                    <a:pt x="389" y="223"/>
                  </a:lnTo>
                  <a:lnTo>
                    <a:pt x="390" y="223"/>
                  </a:lnTo>
                  <a:lnTo>
                    <a:pt x="391" y="222"/>
                  </a:lnTo>
                  <a:lnTo>
                    <a:pt x="392" y="222"/>
                  </a:lnTo>
                  <a:lnTo>
                    <a:pt x="393" y="222"/>
                  </a:lnTo>
                  <a:lnTo>
                    <a:pt x="394" y="222"/>
                  </a:lnTo>
                  <a:lnTo>
                    <a:pt x="395" y="222"/>
                  </a:lnTo>
                  <a:lnTo>
                    <a:pt x="396" y="222"/>
                  </a:lnTo>
                  <a:lnTo>
                    <a:pt x="397" y="223"/>
                  </a:lnTo>
                  <a:lnTo>
                    <a:pt x="398" y="223"/>
                  </a:lnTo>
                  <a:lnTo>
                    <a:pt x="399" y="223"/>
                  </a:lnTo>
                  <a:lnTo>
                    <a:pt x="400" y="223"/>
                  </a:lnTo>
                  <a:lnTo>
                    <a:pt x="401" y="223"/>
                  </a:lnTo>
                  <a:lnTo>
                    <a:pt x="401" y="222"/>
                  </a:lnTo>
                  <a:lnTo>
                    <a:pt x="402" y="222"/>
                  </a:lnTo>
                  <a:lnTo>
                    <a:pt x="402" y="221"/>
                  </a:lnTo>
                  <a:lnTo>
                    <a:pt x="403" y="221"/>
                  </a:lnTo>
                  <a:lnTo>
                    <a:pt x="403" y="220"/>
                  </a:lnTo>
                  <a:lnTo>
                    <a:pt x="403" y="219"/>
                  </a:lnTo>
                  <a:lnTo>
                    <a:pt x="404" y="219"/>
                  </a:lnTo>
                  <a:lnTo>
                    <a:pt x="404" y="218"/>
                  </a:lnTo>
                  <a:lnTo>
                    <a:pt x="404" y="217"/>
                  </a:lnTo>
                  <a:lnTo>
                    <a:pt x="404" y="216"/>
                  </a:lnTo>
                  <a:lnTo>
                    <a:pt x="403" y="215"/>
                  </a:lnTo>
                  <a:lnTo>
                    <a:pt x="403" y="214"/>
                  </a:lnTo>
                  <a:lnTo>
                    <a:pt x="402" y="214"/>
                  </a:lnTo>
                  <a:lnTo>
                    <a:pt x="402" y="213"/>
                  </a:lnTo>
                  <a:lnTo>
                    <a:pt x="401" y="213"/>
                  </a:lnTo>
                  <a:lnTo>
                    <a:pt x="401" y="212"/>
                  </a:lnTo>
                  <a:lnTo>
                    <a:pt x="400" y="211"/>
                  </a:lnTo>
                  <a:lnTo>
                    <a:pt x="399" y="211"/>
                  </a:lnTo>
                  <a:lnTo>
                    <a:pt x="398" y="210"/>
                  </a:lnTo>
                  <a:lnTo>
                    <a:pt x="397" y="209"/>
                  </a:lnTo>
                  <a:lnTo>
                    <a:pt x="398" y="210"/>
                  </a:lnTo>
                  <a:lnTo>
                    <a:pt x="399" y="210"/>
                  </a:lnTo>
                  <a:lnTo>
                    <a:pt x="400" y="210"/>
                  </a:lnTo>
                  <a:lnTo>
                    <a:pt x="400" y="211"/>
                  </a:lnTo>
                  <a:lnTo>
                    <a:pt x="401" y="211"/>
                  </a:lnTo>
                  <a:lnTo>
                    <a:pt x="402" y="211"/>
                  </a:lnTo>
                  <a:lnTo>
                    <a:pt x="403" y="212"/>
                  </a:lnTo>
                  <a:lnTo>
                    <a:pt x="404" y="212"/>
                  </a:lnTo>
                  <a:lnTo>
                    <a:pt x="405" y="212"/>
                  </a:lnTo>
                  <a:lnTo>
                    <a:pt x="406" y="212"/>
                  </a:lnTo>
                  <a:lnTo>
                    <a:pt x="406" y="211"/>
                  </a:lnTo>
                  <a:lnTo>
                    <a:pt x="407" y="211"/>
                  </a:lnTo>
                  <a:lnTo>
                    <a:pt x="407" y="210"/>
                  </a:lnTo>
                  <a:lnTo>
                    <a:pt x="407" y="209"/>
                  </a:lnTo>
                  <a:lnTo>
                    <a:pt x="408" y="208"/>
                  </a:lnTo>
                  <a:lnTo>
                    <a:pt x="408" y="207"/>
                  </a:lnTo>
                  <a:lnTo>
                    <a:pt x="408" y="206"/>
                  </a:lnTo>
                  <a:lnTo>
                    <a:pt x="408" y="205"/>
                  </a:lnTo>
                  <a:lnTo>
                    <a:pt x="408" y="204"/>
                  </a:lnTo>
                  <a:lnTo>
                    <a:pt x="408" y="203"/>
                  </a:lnTo>
                  <a:lnTo>
                    <a:pt x="409" y="202"/>
                  </a:lnTo>
                  <a:lnTo>
                    <a:pt x="409" y="201"/>
                  </a:lnTo>
                  <a:lnTo>
                    <a:pt x="410" y="201"/>
                  </a:lnTo>
                  <a:lnTo>
                    <a:pt x="410" y="200"/>
                  </a:lnTo>
                  <a:lnTo>
                    <a:pt x="411" y="200"/>
                  </a:lnTo>
                  <a:lnTo>
                    <a:pt x="412" y="199"/>
                  </a:lnTo>
                  <a:lnTo>
                    <a:pt x="413" y="199"/>
                  </a:lnTo>
                  <a:lnTo>
                    <a:pt x="413" y="198"/>
                  </a:lnTo>
                  <a:lnTo>
                    <a:pt x="414" y="198"/>
                  </a:lnTo>
                  <a:lnTo>
                    <a:pt x="415" y="198"/>
                  </a:lnTo>
                  <a:lnTo>
                    <a:pt x="416" y="198"/>
                  </a:lnTo>
                  <a:lnTo>
                    <a:pt x="417" y="198"/>
                  </a:lnTo>
                  <a:lnTo>
                    <a:pt x="418" y="197"/>
                  </a:lnTo>
                  <a:lnTo>
                    <a:pt x="419" y="197"/>
                  </a:lnTo>
                  <a:lnTo>
                    <a:pt x="420" y="197"/>
                  </a:lnTo>
                  <a:lnTo>
                    <a:pt x="422" y="198"/>
                  </a:lnTo>
                  <a:lnTo>
                    <a:pt x="423" y="198"/>
                  </a:lnTo>
                  <a:lnTo>
                    <a:pt x="424" y="198"/>
                  </a:lnTo>
                  <a:lnTo>
                    <a:pt x="425" y="198"/>
                  </a:lnTo>
                  <a:lnTo>
                    <a:pt x="426" y="199"/>
                  </a:lnTo>
                  <a:lnTo>
                    <a:pt x="427" y="199"/>
                  </a:lnTo>
                  <a:lnTo>
                    <a:pt x="427" y="200"/>
                  </a:lnTo>
                  <a:lnTo>
                    <a:pt x="428" y="200"/>
                  </a:lnTo>
                  <a:lnTo>
                    <a:pt x="429" y="200"/>
                  </a:lnTo>
                  <a:lnTo>
                    <a:pt x="429" y="201"/>
                  </a:lnTo>
                  <a:lnTo>
                    <a:pt x="430" y="201"/>
                  </a:lnTo>
                  <a:lnTo>
                    <a:pt x="430" y="202"/>
                  </a:lnTo>
                  <a:lnTo>
                    <a:pt x="430" y="203"/>
                  </a:lnTo>
                  <a:lnTo>
                    <a:pt x="431" y="203"/>
                  </a:lnTo>
                  <a:lnTo>
                    <a:pt x="431" y="204"/>
                  </a:lnTo>
                  <a:lnTo>
                    <a:pt x="431" y="205"/>
                  </a:lnTo>
                  <a:lnTo>
                    <a:pt x="431" y="206"/>
                  </a:lnTo>
                  <a:lnTo>
                    <a:pt x="431" y="207"/>
                  </a:lnTo>
                  <a:lnTo>
                    <a:pt x="431" y="208"/>
                  </a:lnTo>
                  <a:lnTo>
                    <a:pt x="431" y="209"/>
                  </a:lnTo>
                  <a:lnTo>
                    <a:pt x="431" y="210"/>
                  </a:lnTo>
                  <a:lnTo>
                    <a:pt x="432" y="210"/>
                  </a:lnTo>
                  <a:lnTo>
                    <a:pt x="432" y="211"/>
                  </a:lnTo>
                  <a:lnTo>
                    <a:pt x="433" y="211"/>
                  </a:lnTo>
                  <a:lnTo>
                    <a:pt x="434" y="211"/>
                  </a:lnTo>
                  <a:lnTo>
                    <a:pt x="435" y="211"/>
                  </a:lnTo>
                  <a:lnTo>
                    <a:pt x="436" y="211"/>
                  </a:lnTo>
                  <a:lnTo>
                    <a:pt x="437" y="211"/>
                  </a:lnTo>
                  <a:lnTo>
                    <a:pt x="438" y="211"/>
                  </a:lnTo>
                  <a:lnTo>
                    <a:pt x="439" y="211"/>
                  </a:lnTo>
                  <a:lnTo>
                    <a:pt x="440" y="211"/>
                  </a:lnTo>
                  <a:lnTo>
                    <a:pt x="442" y="211"/>
                  </a:lnTo>
                  <a:lnTo>
                    <a:pt x="444" y="211"/>
                  </a:lnTo>
                  <a:lnTo>
                    <a:pt x="445" y="211"/>
                  </a:lnTo>
                  <a:lnTo>
                    <a:pt x="446" y="211"/>
                  </a:lnTo>
                  <a:lnTo>
                    <a:pt x="447" y="211"/>
                  </a:lnTo>
                  <a:lnTo>
                    <a:pt x="448" y="211"/>
                  </a:lnTo>
                  <a:lnTo>
                    <a:pt x="449" y="211"/>
                  </a:lnTo>
                  <a:lnTo>
                    <a:pt x="449" y="210"/>
                  </a:lnTo>
                  <a:lnTo>
                    <a:pt x="450" y="210"/>
                  </a:lnTo>
                  <a:lnTo>
                    <a:pt x="451" y="210"/>
                  </a:lnTo>
                  <a:lnTo>
                    <a:pt x="451" y="209"/>
                  </a:lnTo>
                  <a:lnTo>
                    <a:pt x="450" y="209"/>
                  </a:lnTo>
                  <a:lnTo>
                    <a:pt x="450" y="208"/>
                  </a:lnTo>
                  <a:lnTo>
                    <a:pt x="449" y="208"/>
                  </a:lnTo>
                  <a:lnTo>
                    <a:pt x="449" y="207"/>
                  </a:lnTo>
                  <a:lnTo>
                    <a:pt x="448" y="207"/>
                  </a:lnTo>
                  <a:lnTo>
                    <a:pt x="447" y="206"/>
                  </a:lnTo>
                  <a:lnTo>
                    <a:pt x="447" y="205"/>
                  </a:lnTo>
                  <a:lnTo>
                    <a:pt x="446" y="204"/>
                  </a:lnTo>
                  <a:lnTo>
                    <a:pt x="446" y="203"/>
                  </a:lnTo>
                  <a:lnTo>
                    <a:pt x="446" y="202"/>
                  </a:lnTo>
                  <a:lnTo>
                    <a:pt x="446" y="201"/>
                  </a:lnTo>
                  <a:lnTo>
                    <a:pt x="446" y="200"/>
                  </a:lnTo>
                  <a:lnTo>
                    <a:pt x="446" y="199"/>
                  </a:lnTo>
                  <a:lnTo>
                    <a:pt x="447" y="199"/>
                  </a:lnTo>
                  <a:lnTo>
                    <a:pt x="447" y="198"/>
                  </a:lnTo>
                  <a:lnTo>
                    <a:pt x="447" y="197"/>
                  </a:lnTo>
                  <a:lnTo>
                    <a:pt x="448" y="197"/>
                  </a:lnTo>
                  <a:lnTo>
                    <a:pt x="448" y="196"/>
                  </a:lnTo>
                  <a:lnTo>
                    <a:pt x="449" y="196"/>
                  </a:lnTo>
                  <a:lnTo>
                    <a:pt x="450" y="195"/>
                  </a:lnTo>
                  <a:lnTo>
                    <a:pt x="451" y="195"/>
                  </a:lnTo>
                  <a:lnTo>
                    <a:pt x="452" y="195"/>
                  </a:lnTo>
                  <a:lnTo>
                    <a:pt x="453" y="194"/>
                  </a:lnTo>
                  <a:lnTo>
                    <a:pt x="454" y="194"/>
                  </a:lnTo>
                  <a:lnTo>
                    <a:pt x="455" y="194"/>
                  </a:lnTo>
                  <a:lnTo>
                    <a:pt x="456" y="194"/>
                  </a:lnTo>
                  <a:lnTo>
                    <a:pt x="457" y="194"/>
                  </a:lnTo>
                  <a:lnTo>
                    <a:pt x="459" y="193"/>
                  </a:lnTo>
                  <a:lnTo>
                    <a:pt x="460" y="193"/>
                  </a:lnTo>
                  <a:lnTo>
                    <a:pt x="461" y="193"/>
                  </a:lnTo>
                  <a:lnTo>
                    <a:pt x="462" y="193"/>
                  </a:lnTo>
                  <a:lnTo>
                    <a:pt x="463" y="193"/>
                  </a:lnTo>
                  <a:lnTo>
                    <a:pt x="463" y="194"/>
                  </a:lnTo>
                  <a:lnTo>
                    <a:pt x="464" y="194"/>
                  </a:lnTo>
                  <a:lnTo>
                    <a:pt x="464" y="195"/>
                  </a:lnTo>
                  <a:lnTo>
                    <a:pt x="465" y="196"/>
                  </a:lnTo>
                  <a:lnTo>
                    <a:pt x="465" y="197"/>
                  </a:lnTo>
                  <a:lnTo>
                    <a:pt x="466" y="199"/>
                  </a:lnTo>
                  <a:lnTo>
                    <a:pt x="466" y="200"/>
                  </a:lnTo>
                  <a:lnTo>
                    <a:pt x="466" y="201"/>
                  </a:lnTo>
                  <a:lnTo>
                    <a:pt x="467" y="202"/>
                  </a:lnTo>
                  <a:lnTo>
                    <a:pt x="468" y="202"/>
                  </a:lnTo>
                  <a:lnTo>
                    <a:pt x="469" y="202"/>
                  </a:lnTo>
                  <a:lnTo>
                    <a:pt x="470" y="202"/>
                  </a:lnTo>
                  <a:lnTo>
                    <a:pt x="471" y="202"/>
                  </a:lnTo>
                  <a:lnTo>
                    <a:pt x="471" y="201"/>
                  </a:lnTo>
                  <a:lnTo>
                    <a:pt x="472" y="201"/>
                  </a:lnTo>
                  <a:lnTo>
                    <a:pt x="473" y="200"/>
                  </a:lnTo>
                  <a:lnTo>
                    <a:pt x="474" y="200"/>
                  </a:lnTo>
                  <a:lnTo>
                    <a:pt x="475" y="200"/>
                  </a:lnTo>
                  <a:lnTo>
                    <a:pt x="477" y="198"/>
                  </a:lnTo>
                  <a:lnTo>
                    <a:pt x="478" y="198"/>
                  </a:lnTo>
                  <a:lnTo>
                    <a:pt x="479" y="197"/>
                  </a:lnTo>
                  <a:lnTo>
                    <a:pt x="480" y="197"/>
                  </a:lnTo>
                  <a:lnTo>
                    <a:pt x="481" y="196"/>
                  </a:lnTo>
                  <a:lnTo>
                    <a:pt x="482" y="196"/>
                  </a:lnTo>
                  <a:lnTo>
                    <a:pt x="483" y="196"/>
                  </a:lnTo>
                  <a:lnTo>
                    <a:pt x="484" y="195"/>
                  </a:lnTo>
                  <a:lnTo>
                    <a:pt x="485" y="195"/>
                  </a:lnTo>
                  <a:lnTo>
                    <a:pt x="487" y="195"/>
                  </a:lnTo>
                  <a:lnTo>
                    <a:pt x="488" y="194"/>
                  </a:lnTo>
                  <a:lnTo>
                    <a:pt x="489" y="194"/>
                  </a:lnTo>
                  <a:lnTo>
                    <a:pt x="490" y="194"/>
                  </a:lnTo>
                  <a:lnTo>
                    <a:pt x="491" y="193"/>
                  </a:lnTo>
                  <a:lnTo>
                    <a:pt x="492" y="193"/>
                  </a:lnTo>
                  <a:lnTo>
                    <a:pt x="493" y="192"/>
                  </a:lnTo>
                  <a:lnTo>
                    <a:pt x="494" y="191"/>
                  </a:lnTo>
                  <a:lnTo>
                    <a:pt x="495" y="190"/>
                  </a:lnTo>
                  <a:lnTo>
                    <a:pt x="495" y="189"/>
                  </a:lnTo>
                  <a:lnTo>
                    <a:pt x="496" y="189"/>
                  </a:lnTo>
                  <a:lnTo>
                    <a:pt x="497" y="187"/>
                  </a:lnTo>
                  <a:lnTo>
                    <a:pt x="498" y="186"/>
                  </a:lnTo>
                  <a:lnTo>
                    <a:pt x="498" y="185"/>
                  </a:lnTo>
                  <a:lnTo>
                    <a:pt x="499" y="184"/>
                  </a:lnTo>
                  <a:lnTo>
                    <a:pt x="499" y="183"/>
                  </a:lnTo>
                  <a:lnTo>
                    <a:pt x="500" y="183"/>
                  </a:lnTo>
                  <a:lnTo>
                    <a:pt x="500" y="182"/>
                  </a:lnTo>
                  <a:lnTo>
                    <a:pt x="501" y="182"/>
                  </a:lnTo>
                  <a:lnTo>
                    <a:pt x="501" y="181"/>
                  </a:lnTo>
                  <a:lnTo>
                    <a:pt x="502" y="181"/>
                  </a:lnTo>
                  <a:lnTo>
                    <a:pt x="503" y="181"/>
                  </a:lnTo>
                  <a:lnTo>
                    <a:pt x="503" y="180"/>
                  </a:lnTo>
                  <a:lnTo>
                    <a:pt x="504" y="180"/>
                  </a:lnTo>
                  <a:lnTo>
                    <a:pt x="505" y="180"/>
                  </a:lnTo>
                  <a:lnTo>
                    <a:pt x="506" y="180"/>
                  </a:lnTo>
                  <a:lnTo>
                    <a:pt x="507" y="181"/>
                  </a:lnTo>
                  <a:lnTo>
                    <a:pt x="508" y="181"/>
                  </a:lnTo>
                  <a:lnTo>
                    <a:pt x="510" y="181"/>
                  </a:lnTo>
                  <a:lnTo>
                    <a:pt x="511" y="181"/>
                  </a:lnTo>
                  <a:lnTo>
                    <a:pt x="512" y="181"/>
                  </a:lnTo>
                  <a:lnTo>
                    <a:pt x="512" y="182"/>
                  </a:lnTo>
                  <a:lnTo>
                    <a:pt x="513" y="182"/>
                  </a:lnTo>
                  <a:lnTo>
                    <a:pt x="514" y="182"/>
                  </a:lnTo>
                  <a:lnTo>
                    <a:pt x="515" y="182"/>
                  </a:lnTo>
                  <a:lnTo>
                    <a:pt x="515" y="181"/>
                  </a:lnTo>
                  <a:lnTo>
                    <a:pt x="516" y="181"/>
                  </a:lnTo>
                  <a:lnTo>
                    <a:pt x="517" y="181"/>
                  </a:lnTo>
                  <a:lnTo>
                    <a:pt x="517" y="180"/>
                  </a:lnTo>
                  <a:lnTo>
                    <a:pt x="518" y="180"/>
                  </a:lnTo>
                  <a:lnTo>
                    <a:pt x="519" y="179"/>
                  </a:lnTo>
                  <a:lnTo>
                    <a:pt x="520" y="178"/>
                  </a:lnTo>
                  <a:lnTo>
                    <a:pt x="520" y="177"/>
                  </a:lnTo>
                  <a:lnTo>
                    <a:pt x="520" y="176"/>
                  </a:lnTo>
                  <a:lnTo>
                    <a:pt x="520" y="175"/>
                  </a:lnTo>
                  <a:lnTo>
                    <a:pt x="520" y="174"/>
                  </a:lnTo>
                  <a:lnTo>
                    <a:pt x="520" y="173"/>
                  </a:lnTo>
                  <a:lnTo>
                    <a:pt x="520" y="172"/>
                  </a:lnTo>
                  <a:lnTo>
                    <a:pt x="520" y="171"/>
                  </a:lnTo>
                  <a:lnTo>
                    <a:pt x="520" y="169"/>
                  </a:lnTo>
                  <a:lnTo>
                    <a:pt x="520" y="168"/>
                  </a:lnTo>
                  <a:lnTo>
                    <a:pt x="520" y="167"/>
                  </a:lnTo>
                  <a:lnTo>
                    <a:pt x="520" y="166"/>
                  </a:lnTo>
                  <a:lnTo>
                    <a:pt x="520" y="165"/>
                  </a:lnTo>
                  <a:lnTo>
                    <a:pt x="520" y="164"/>
                  </a:lnTo>
                  <a:lnTo>
                    <a:pt x="520" y="163"/>
                  </a:lnTo>
                  <a:lnTo>
                    <a:pt x="520" y="162"/>
                  </a:lnTo>
                  <a:lnTo>
                    <a:pt x="520" y="161"/>
                  </a:lnTo>
                  <a:lnTo>
                    <a:pt x="521" y="160"/>
                  </a:lnTo>
                  <a:lnTo>
                    <a:pt x="521" y="159"/>
                  </a:lnTo>
                  <a:lnTo>
                    <a:pt x="522" y="158"/>
                  </a:lnTo>
                  <a:lnTo>
                    <a:pt x="523" y="158"/>
                  </a:lnTo>
                  <a:lnTo>
                    <a:pt x="523" y="157"/>
                  </a:lnTo>
                  <a:lnTo>
                    <a:pt x="524" y="157"/>
                  </a:lnTo>
                  <a:lnTo>
                    <a:pt x="525" y="156"/>
                  </a:lnTo>
                  <a:lnTo>
                    <a:pt x="526" y="156"/>
                  </a:lnTo>
                  <a:lnTo>
                    <a:pt x="527" y="156"/>
                  </a:lnTo>
                  <a:lnTo>
                    <a:pt x="528" y="155"/>
                  </a:lnTo>
                  <a:lnTo>
                    <a:pt x="529" y="155"/>
                  </a:lnTo>
                  <a:lnTo>
                    <a:pt x="530" y="155"/>
                  </a:lnTo>
                  <a:lnTo>
                    <a:pt x="531" y="155"/>
                  </a:lnTo>
                  <a:lnTo>
                    <a:pt x="532" y="155"/>
                  </a:lnTo>
                  <a:lnTo>
                    <a:pt x="533" y="155"/>
                  </a:lnTo>
                  <a:lnTo>
                    <a:pt x="534" y="155"/>
                  </a:lnTo>
                  <a:lnTo>
                    <a:pt x="535" y="154"/>
                  </a:lnTo>
                  <a:lnTo>
                    <a:pt x="536" y="154"/>
                  </a:lnTo>
                  <a:lnTo>
                    <a:pt x="536" y="153"/>
                  </a:lnTo>
                  <a:lnTo>
                    <a:pt x="536" y="152"/>
                  </a:lnTo>
                  <a:lnTo>
                    <a:pt x="535" y="151"/>
                  </a:lnTo>
                  <a:lnTo>
                    <a:pt x="535" y="150"/>
                  </a:lnTo>
                  <a:lnTo>
                    <a:pt x="535" y="149"/>
                  </a:lnTo>
                  <a:lnTo>
                    <a:pt x="534" y="149"/>
                  </a:lnTo>
                  <a:lnTo>
                    <a:pt x="533" y="148"/>
                  </a:lnTo>
                  <a:lnTo>
                    <a:pt x="532" y="147"/>
                  </a:lnTo>
                  <a:lnTo>
                    <a:pt x="531" y="147"/>
                  </a:lnTo>
                  <a:lnTo>
                    <a:pt x="530" y="147"/>
                  </a:lnTo>
                  <a:lnTo>
                    <a:pt x="529" y="147"/>
                  </a:lnTo>
                  <a:lnTo>
                    <a:pt x="528" y="147"/>
                  </a:lnTo>
                  <a:lnTo>
                    <a:pt x="527" y="147"/>
                  </a:lnTo>
                  <a:lnTo>
                    <a:pt x="526" y="148"/>
                  </a:lnTo>
                  <a:lnTo>
                    <a:pt x="525" y="148"/>
                  </a:lnTo>
                  <a:lnTo>
                    <a:pt x="524" y="148"/>
                  </a:lnTo>
                  <a:lnTo>
                    <a:pt x="523" y="149"/>
                  </a:lnTo>
                  <a:lnTo>
                    <a:pt x="522" y="149"/>
                  </a:lnTo>
                  <a:lnTo>
                    <a:pt x="521" y="149"/>
                  </a:lnTo>
                  <a:lnTo>
                    <a:pt x="520" y="149"/>
                  </a:lnTo>
                  <a:lnTo>
                    <a:pt x="519" y="149"/>
                  </a:lnTo>
                  <a:lnTo>
                    <a:pt x="518" y="149"/>
                  </a:lnTo>
                  <a:lnTo>
                    <a:pt x="517" y="149"/>
                  </a:lnTo>
                  <a:lnTo>
                    <a:pt x="516" y="148"/>
                  </a:lnTo>
                  <a:lnTo>
                    <a:pt x="515" y="148"/>
                  </a:lnTo>
                  <a:lnTo>
                    <a:pt x="515" y="147"/>
                  </a:lnTo>
                  <a:lnTo>
                    <a:pt x="514" y="147"/>
                  </a:lnTo>
                  <a:lnTo>
                    <a:pt x="514" y="146"/>
                  </a:lnTo>
                  <a:lnTo>
                    <a:pt x="513" y="146"/>
                  </a:lnTo>
                  <a:lnTo>
                    <a:pt x="513" y="145"/>
                  </a:lnTo>
                  <a:lnTo>
                    <a:pt x="513" y="144"/>
                  </a:lnTo>
                  <a:lnTo>
                    <a:pt x="513" y="143"/>
                  </a:lnTo>
                  <a:lnTo>
                    <a:pt x="514" y="143"/>
                  </a:lnTo>
                  <a:lnTo>
                    <a:pt x="515" y="143"/>
                  </a:lnTo>
                  <a:lnTo>
                    <a:pt x="516" y="143"/>
                  </a:lnTo>
                  <a:lnTo>
                    <a:pt x="517" y="143"/>
                  </a:lnTo>
                  <a:lnTo>
                    <a:pt x="519" y="143"/>
                  </a:lnTo>
                  <a:lnTo>
                    <a:pt x="520" y="143"/>
                  </a:lnTo>
                  <a:lnTo>
                    <a:pt x="522" y="143"/>
                  </a:lnTo>
                  <a:lnTo>
                    <a:pt x="523" y="143"/>
                  </a:lnTo>
                  <a:lnTo>
                    <a:pt x="524" y="144"/>
                  </a:lnTo>
                  <a:lnTo>
                    <a:pt x="525" y="144"/>
                  </a:lnTo>
                  <a:lnTo>
                    <a:pt x="526" y="144"/>
                  </a:lnTo>
                  <a:lnTo>
                    <a:pt x="527" y="144"/>
                  </a:lnTo>
                  <a:lnTo>
                    <a:pt x="528" y="144"/>
                  </a:lnTo>
                  <a:lnTo>
                    <a:pt x="529" y="145"/>
                  </a:lnTo>
                  <a:lnTo>
                    <a:pt x="530" y="145"/>
                  </a:lnTo>
                  <a:lnTo>
                    <a:pt x="531" y="145"/>
                  </a:lnTo>
                  <a:lnTo>
                    <a:pt x="532" y="144"/>
                  </a:lnTo>
                  <a:lnTo>
                    <a:pt x="533" y="144"/>
                  </a:lnTo>
                  <a:lnTo>
                    <a:pt x="534" y="144"/>
                  </a:lnTo>
                  <a:lnTo>
                    <a:pt x="534" y="143"/>
                  </a:lnTo>
                  <a:lnTo>
                    <a:pt x="535" y="143"/>
                  </a:lnTo>
                  <a:lnTo>
                    <a:pt x="536" y="142"/>
                  </a:lnTo>
                  <a:lnTo>
                    <a:pt x="537" y="141"/>
                  </a:lnTo>
                  <a:lnTo>
                    <a:pt x="537" y="140"/>
                  </a:lnTo>
                  <a:lnTo>
                    <a:pt x="538" y="139"/>
                  </a:lnTo>
                  <a:lnTo>
                    <a:pt x="538" y="138"/>
                  </a:lnTo>
                  <a:lnTo>
                    <a:pt x="539" y="137"/>
                  </a:lnTo>
                  <a:lnTo>
                    <a:pt x="539" y="136"/>
                  </a:lnTo>
                  <a:lnTo>
                    <a:pt x="539" y="135"/>
                  </a:lnTo>
                  <a:lnTo>
                    <a:pt x="539" y="134"/>
                  </a:lnTo>
                  <a:lnTo>
                    <a:pt x="539" y="133"/>
                  </a:lnTo>
                  <a:lnTo>
                    <a:pt x="540" y="132"/>
                  </a:lnTo>
                  <a:lnTo>
                    <a:pt x="540" y="130"/>
                  </a:lnTo>
                  <a:lnTo>
                    <a:pt x="540" y="129"/>
                  </a:lnTo>
                  <a:lnTo>
                    <a:pt x="540" y="128"/>
                  </a:lnTo>
                  <a:lnTo>
                    <a:pt x="540" y="127"/>
                  </a:lnTo>
                  <a:lnTo>
                    <a:pt x="540" y="126"/>
                  </a:lnTo>
                  <a:lnTo>
                    <a:pt x="540" y="125"/>
                  </a:lnTo>
                  <a:lnTo>
                    <a:pt x="541" y="125"/>
                  </a:lnTo>
                  <a:lnTo>
                    <a:pt x="541" y="124"/>
                  </a:lnTo>
                  <a:lnTo>
                    <a:pt x="542" y="123"/>
                  </a:lnTo>
                  <a:lnTo>
                    <a:pt x="542" y="122"/>
                  </a:lnTo>
                  <a:lnTo>
                    <a:pt x="543" y="121"/>
                  </a:lnTo>
                  <a:lnTo>
                    <a:pt x="544" y="120"/>
                  </a:lnTo>
                  <a:lnTo>
                    <a:pt x="545" y="119"/>
                  </a:lnTo>
                  <a:lnTo>
                    <a:pt x="546" y="119"/>
                  </a:lnTo>
                  <a:lnTo>
                    <a:pt x="547" y="119"/>
                  </a:lnTo>
                  <a:lnTo>
                    <a:pt x="547" y="118"/>
                  </a:lnTo>
                  <a:lnTo>
                    <a:pt x="548" y="118"/>
                  </a:lnTo>
                  <a:lnTo>
                    <a:pt x="549" y="118"/>
                  </a:lnTo>
                  <a:lnTo>
                    <a:pt x="550" y="118"/>
                  </a:lnTo>
                  <a:lnTo>
                    <a:pt x="551" y="119"/>
                  </a:lnTo>
                  <a:lnTo>
                    <a:pt x="552" y="119"/>
                  </a:lnTo>
                  <a:lnTo>
                    <a:pt x="553" y="120"/>
                  </a:lnTo>
                  <a:lnTo>
                    <a:pt x="554" y="121"/>
                  </a:lnTo>
                  <a:lnTo>
                    <a:pt x="555" y="121"/>
                  </a:lnTo>
                  <a:lnTo>
                    <a:pt x="556" y="122"/>
                  </a:lnTo>
                  <a:lnTo>
                    <a:pt x="557" y="122"/>
                  </a:lnTo>
                  <a:lnTo>
                    <a:pt x="558" y="122"/>
                  </a:lnTo>
                  <a:lnTo>
                    <a:pt x="559" y="122"/>
                  </a:lnTo>
                  <a:lnTo>
                    <a:pt x="560" y="122"/>
                  </a:lnTo>
                  <a:lnTo>
                    <a:pt x="561" y="122"/>
                  </a:lnTo>
                  <a:lnTo>
                    <a:pt x="562" y="121"/>
                  </a:lnTo>
                  <a:lnTo>
                    <a:pt x="563" y="121"/>
                  </a:lnTo>
                  <a:lnTo>
                    <a:pt x="564" y="120"/>
                  </a:lnTo>
                  <a:lnTo>
                    <a:pt x="565" y="120"/>
                  </a:lnTo>
                  <a:lnTo>
                    <a:pt x="559" y="115"/>
                  </a:lnTo>
                  <a:lnTo>
                    <a:pt x="557" y="114"/>
                  </a:lnTo>
                  <a:lnTo>
                    <a:pt x="554" y="109"/>
                  </a:lnTo>
                  <a:lnTo>
                    <a:pt x="554" y="107"/>
                  </a:lnTo>
                  <a:lnTo>
                    <a:pt x="551" y="104"/>
                  </a:lnTo>
                  <a:lnTo>
                    <a:pt x="550" y="96"/>
                  </a:lnTo>
                  <a:lnTo>
                    <a:pt x="548" y="95"/>
                  </a:lnTo>
                  <a:lnTo>
                    <a:pt x="546" y="85"/>
                  </a:lnTo>
                  <a:lnTo>
                    <a:pt x="545" y="83"/>
                  </a:lnTo>
                  <a:lnTo>
                    <a:pt x="550" y="80"/>
                  </a:lnTo>
                  <a:lnTo>
                    <a:pt x="550" y="75"/>
                  </a:lnTo>
                  <a:lnTo>
                    <a:pt x="546" y="73"/>
                  </a:lnTo>
                  <a:lnTo>
                    <a:pt x="541" y="65"/>
                  </a:lnTo>
                  <a:lnTo>
                    <a:pt x="539" y="60"/>
                  </a:lnTo>
                  <a:lnTo>
                    <a:pt x="536" y="56"/>
                  </a:lnTo>
                  <a:lnTo>
                    <a:pt x="532" y="53"/>
                  </a:lnTo>
                  <a:lnTo>
                    <a:pt x="530" y="52"/>
                  </a:lnTo>
                  <a:lnTo>
                    <a:pt x="529" y="42"/>
                  </a:lnTo>
                  <a:lnTo>
                    <a:pt x="527" y="38"/>
                  </a:lnTo>
                  <a:lnTo>
                    <a:pt x="519" y="38"/>
                  </a:lnTo>
                  <a:lnTo>
                    <a:pt x="511" y="44"/>
                  </a:lnTo>
                  <a:lnTo>
                    <a:pt x="500" y="31"/>
                  </a:lnTo>
                  <a:lnTo>
                    <a:pt x="498" y="23"/>
                  </a:lnTo>
                  <a:lnTo>
                    <a:pt x="495" y="24"/>
                  </a:lnTo>
                  <a:lnTo>
                    <a:pt x="493" y="25"/>
                  </a:lnTo>
                  <a:lnTo>
                    <a:pt x="493" y="28"/>
                  </a:lnTo>
                  <a:lnTo>
                    <a:pt x="492" y="32"/>
                  </a:lnTo>
                  <a:lnTo>
                    <a:pt x="490" y="31"/>
                  </a:lnTo>
                  <a:lnTo>
                    <a:pt x="486" y="31"/>
                  </a:lnTo>
                  <a:lnTo>
                    <a:pt x="484" y="29"/>
                  </a:lnTo>
                  <a:lnTo>
                    <a:pt x="475" y="29"/>
                  </a:lnTo>
                  <a:lnTo>
                    <a:pt x="473" y="27"/>
                  </a:lnTo>
                  <a:lnTo>
                    <a:pt x="469" y="28"/>
                  </a:lnTo>
                  <a:lnTo>
                    <a:pt x="468" y="26"/>
                  </a:lnTo>
                  <a:lnTo>
                    <a:pt x="460" y="25"/>
                  </a:lnTo>
                  <a:lnTo>
                    <a:pt x="461" y="28"/>
                  </a:lnTo>
                  <a:lnTo>
                    <a:pt x="459" y="30"/>
                  </a:lnTo>
                  <a:lnTo>
                    <a:pt x="457" y="30"/>
                  </a:lnTo>
                  <a:lnTo>
                    <a:pt x="456" y="32"/>
                  </a:lnTo>
                  <a:lnTo>
                    <a:pt x="454" y="32"/>
                  </a:lnTo>
                  <a:lnTo>
                    <a:pt x="453" y="48"/>
                  </a:lnTo>
                  <a:lnTo>
                    <a:pt x="458" y="54"/>
                  </a:lnTo>
                  <a:lnTo>
                    <a:pt x="458" y="60"/>
                  </a:lnTo>
                  <a:lnTo>
                    <a:pt x="454" y="63"/>
                  </a:lnTo>
                  <a:lnTo>
                    <a:pt x="449" y="64"/>
                  </a:lnTo>
                  <a:lnTo>
                    <a:pt x="446" y="60"/>
                  </a:lnTo>
                  <a:lnTo>
                    <a:pt x="442" y="59"/>
                  </a:lnTo>
                  <a:lnTo>
                    <a:pt x="435" y="54"/>
                  </a:lnTo>
                  <a:lnTo>
                    <a:pt x="435" y="52"/>
                  </a:lnTo>
                  <a:lnTo>
                    <a:pt x="427" y="46"/>
                  </a:lnTo>
                  <a:lnTo>
                    <a:pt x="425" y="46"/>
                  </a:lnTo>
                  <a:lnTo>
                    <a:pt x="422" y="48"/>
                  </a:lnTo>
                  <a:lnTo>
                    <a:pt x="416" y="50"/>
                  </a:lnTo>
                  <a:lnTo>
                    <a:pt x="411" y="54"/>
                  </a:lnTo>
                  <a:lnTo>
                    <a:pt x="395" y="56"/>
                  </a:lnTo>
                  <a:lnTo>
                    <a:pt x="388" y="66"/>
                  </a:lnTo>
                  <a:lnTo>
                    <a:pt x="383" y="67"/>
                  </a:lnTo>
                  <a:lnTo>
                    <a:pt x="382" y="66"/>
                  </a:lnTo>
                  <a:lnTo>
                    <a:pt x="375" y="68"/>
                  </a:lnTo>
                  <a:lnTo>
                    <a:pt x="370" y="71"/>
                  </a:lnTo>
                  <a:lnTo>
                    <a:pt x="368" y="71"/>
                  </a:lnTo>
                  <a:lnTo>
                    <a:pt x="367" y="72"/>
                  </a:lnTo>
                  <a:lnTo>
                    <a:pt x="363" y="72"/>
                  </a:lnTo>
                  <a:lnTo>
                    <a:pt x="362" y="74"/>
                  </a:lnTo>
                  <a:lnTo>
                    <a:pt x="355" y="76"/>
                  </a:lnTo>
                  <a:lnTo>
                    <a:pt x="351" y="72"/>
                  </a:lnTo>
                  <a:lnTo>
                    <a:pt x="347" y="72"/>
                  </a:lnTo>
                  <a:lnTo>
                    <a:pt x="344" y="73"/>
                  </a:lnTo>
                  <a:lnTo>
                    <a:pt x="334" y="66"/>
                  </a:lnTo>
                  <a:lnTo>
                    <a:pt x="334" y="63"/>
                  </a:lnTo>
                  <a:lnTo>
                    <a:pt x="335" y="60"/>
                  </a:lnTo>
                  <a:lnTo>
                    <a:pt x="341" y="59"/>
                  </a:lnTo>
                  <a:lnTo>
                    <a:pt x="344" y="55"/>
                  </a:lnTo>
                  <a:lnTo>
                    <a:pt x="344" y="54"/>
                  </a:lnTo>
                  <a:lnTo>
                    <a:pt x="348" y="48"/>
                  </a:lnTo>
                  <a:lnTo>
                    <a:pt x="347" y="44"/>
                  </a:lnTo>
                  <a:lnTo>
                    <a:pt x="350" y="40"/>
                  </a:lnTo>
                  <a:lnTo>
                    <a:pt x="351" y="35"/>
                  </a:lnTo>
                  <a:lnTo>
                    <a:pt x="356" y="29"/>
                  </a:lnTo>
                  <a:lnTo>
                    <a:pt x="358" y="29"/>
                  </a:lnTo>
                  <a:lnTo>
                    <a:pt x="360" y="27"/>
                  </a:lnTo>
                  <a:lnTo>
                    <a:pt x="362" y="27"/>
                  </a:lnTo>
                  <a:lnTo>
                    <a:pt x="363" y="25"/>
                  </a:lnTo>
                  <a:lnTo>
                    <a:pt x="367" y="25"/>
                  </a:lnTo>
                  <a:lnTo>
                    <a:pt x="370" y="19"/>
                  </a:lnTo>
                  <a:lnTo>
                    <a:pt x="368" y="17"/>
                  </a:lnTo>
                  <a:lnTo>
                    <a:pt x="367" y="14"/>
                  </a:lnTo>
                  <a:lnTo>
                    <a:pt x="369" y="13"/>
                  </a:lnTo>
                  <a:lnTo>
                    <a:pt x="371" y="9"/>
                  </a:lnTo>
                  <a:lnTo>
                    <a:pt x="369" y="8"/>
                  </a:lnTo>
                  <a:lnTo>
                    <a:pt x="362" y="8"/>
                  </a:lnTo>
                  <a:lnTo>
                    <a:pt x="359" y="5"/>
                  </a:lnTo>
                  <a:lnTo>
                    <a:pt x="358" y="0"/>
                  </a:lnTo>
                  <a:lnTo>
                    <a:pt x="353" y="5"/>
                  </a:lnTo>
                  <a:lnTo>
                    <a:pt x="345" y="9"/>
                  </a:lnTo>
                  <a:lnTo>
                    <a:pt x="343" y="9"/>
                  </a:lnTo>
                  <a:lnTo>
                    <a:pt x="342" y="11"/>
                  </a:lnTo>
                  <a:lnTo>
                    <a:pt x="340" y="11"/>
                  </a:lnTo>
                  <a:lnTo>
                    <a:pt x="335" y="14"/>
                  </a:lnTo>
                  <a:lnTo>
                    <a:pt x="330" y="14"/>
                  </a:lnTo>
                  <a:lnTo>
                    <a:pt x="326" y="13"/>
                  </a:lnTo>
                  <a:lnTo>
                    <a:pt x="325" y="14"/>
                  </a:lnTo>
                  <a:lnTo>
                    <a:pt x="318" y="16"/>
                  </a:lnTo>
                  <a:lnTo>
                    <a:pt x="318" y="15"/>
                  </a:lnTo>
                  <a:lnTo>
                    <a:pt x="314" y="10"/>
                  </a:lnTo>
                  <a:lnTo>
                    <a:pt x="315" y="9"/>
                  </a:lnTo>
                  <a:lnTo>
                    <a:pt x="313" y="6"/>
                  </a:lnTo>
                  <a:lnTo>
                    <a:pt x="309" y="0"/>
                  </a:lnTo>
                  <a:lnTo>
                    <a:pt x="307" y="2"/>
                  </a:lnTo>
                  <a:lnTo>
                    <a:pt x="301" y="10"/>
                  </a:lnTo>
                  <a:lnTo>
                    <a:pt x="294" y="9"/>
                  </a:lnTo>
                  <a:lnTo>
                    <a:pt x="289" y="12"/>
                  </a:lnTo>
                  <a:lnTo>
                    <a:pt x="284" y="12"/>
                  </a:lnTo>
                  <a:lnTo>
                    <a:pt x="283" y="11"/>
                  </a:lnTo>
                  <a:lnTo>
                    <a:pt x="281" y="11"/>
                  </a:lnTo>
                  <a:lnTo>
                    <a:pt x="278" y="9"/>
                  </a:lnTo>
                  <a:lnTo>
                    <a:pt x="274" y="10"/>
                  </a:lnTo>
                  <a:lnTo>
                    <a:pt x="267" y="3"/>
                  </a:lnTo>
                  <a:lnTo>
                    <a:pt x="264" y="2"/>
                  </a:lnTo>
                  <a:lnTo>
                    <a:pt x="262" y="0"/>
                  </a:lnTo>
                  <a:lnTo>
                    <a:pt x="255" y="1"/>
                  </a:lnTo>
                  <a:lnTo>
                    <a:pt x="244" y="13"/>
                  </a:lnTo>
                  <a:lnTo>
                    <a:pt x="234" y="19"/>
                  </a:lnTo>
                  <a:lnTo>
                    <a:pt x="233" y="18"/>
                  </a:lnTo>
                  <a:lnTo>
                    <a:pt x="230" y="20"/>
                  </a:lnTo>
                  <a:lnTo>
                    <a:pt x="231" y="23"/>
                  </a:lnTo>
                  <a:lnTo>
                    <a:pt x="234" y="26"/>
                  </a:lnTo>
                  <a:lnTo>
                    <a:pt x="241" y="25"/>
                  </a:lnTo>
                  <a:lnTo>
                    <a:pt x="243" y="26"/>
                  </a:lnTo>
                  <a:lnTo>
                    <a:pt x="240" y="30"/>
                  </a:lnTo>
                  <a:lnTo>
                    <a:pt x="240" y="34"/>
                  </a:lnTo>
                  <a:lnTo>
                    <a:pt x="243" y="38"/>
                  </a:lnTo>
                  <a:lnTo>
                    <a:pt x="243" y="46"/>
                  </a:lnTo>
                  <a:lnTo>
                    <a:pt x="240" y="49"/>
                  </a:lnTo>
                  <a:lnTo>
                    <a:pt x="235" y="49"/>
                  </a:lnTo>
                  <a:lnTo>
                    <a:pt x="230" y="52"/>
                  </a:lnTo>
                  <a:lnTo>
                    <a:pt x="229" y="50"/>
                  </a:lnTo>
                  <a:lnTo>
                    <a:pt x="226" y="48"/>
                  </a:lnTo>
                  <a:lnTo>
                    <a:pt x="222" y="40"/>
                  </a:lnTo>
                  <a:lnTo>
                    <a:pt x="222" y="38"/>
                  </a:lnTo>
                  <a:lnTo>
                    <a:pt x="218" y="34"/>
                  </a:lnTo>
                  <a:lnTo>
                    <a:pt x="213" y="34"/>
                  </a:lnTo>
                  <a:lnTo>
                    <a:pt x="211" y="36"/>
                  </a:lnTo>
                  <a:lnTo>
                    <a:pt x="202" y="32"/>
                  </a:lnTo>
                  <a:lnTo>
                    <a:pt x="197" y="33"/>
                  </a:lnTo>
                  <a:lnTo>
                    <a:pt x="185" y="35"/>
                  </a:lnTo>
                  <a:lnTo>
                    <a:pt x="182" y="37"/>
                  </a:lnTo>
                  <a:lnTo>
                    <a:pt x="181" y="46"/>
                  </a:lnTo>
                  <a:lnTo>
                    <a:pt x="180" y="48"/>
                  </a:lnTo>
                  <a:lnTo>
                    <a:pt x="180" y="52"/>
                  </a:lnTo>
                  <a:lnTo>
                    <a:pt x="182" y="54"/>
                  </a:lnTo>
                  <a:lnTo>
                    <a:pt x="182" y="56"/>
                  </a:lnTo>
                  <a:lnTo>
                    <a:pt x="183" y="56"/>
                  </a:lnTo>
                  <a:lnTo>
                    <a:pt x="183" y="61"/>
                  </a:lnTo>
                  <a:lnTo>
                    <a:pt x="181" y="65"/>
                  </a:lnTo>
                  <a:lnTo>
                    <a:pt x="178" y="64"/>
                  </a:lnTo>
                  <a:lnTo>
                    <a:pt x="172" y="70"/>
                  </a:lnTo>
                  <a:close/>
                </a:path>
              </a:pathLst>
            </a:custGeom>
            <a:grpFill/>
            <a:ln w="28575">
              <a:noFill/>
              <a:prstDash val="sysDot"/>
              <a:round/>
              <a:headEnd/>
              <a:tailEnd/>
            </a:ln>
          </p:spPr>
          <p:txBody>
            <a:bodyPr/>
            <a:lstStyle/>
            <a:p>
              <a:endParaRPr lang="zh-CN" altLang="en-US" kern="0" dirty="0">
                <a:solidFill>
                  <a:prstClr val="black"/>
                </a:solidFill>
                <a:ea typeface="微软雅黑" pitchFamily="34" charset="-122"/>
              </a:endParaRPr>
            </a:p>
          </p:txBody>
        </p:sp>
        <p:sp>
          <p:nvSpPr>
            <p:cNvPr id="22" name="Freeform 22"/>
            <p:cNvSpPr>
              <a:spLocks/>
            </p:cNvSpPr>
            <p:nvPr/>
          </p:nvSpPr>
          <p:spPr bwMode="auto">
            <a:xfrm>
              <a:off x="4342537" y="4581636"/>
              <a:ext cx="790575" cy="711200"/>
            </a:xfrm>
            <a:custGeom>
              <a:avLst/>
              <a:gdLst>
                <a:gd name="T0" fmla="*/ 2147483647 w 432"/>
                <a:gd name="T1" fmla="*/ 2147483647 h 373"/>
                <a:gd name="T2" fmla="*/ 2147483647 w 432"/>
                <a:gd name="T3" fmla="*/ 2147483647 h 373"/>
                <a:gd name="T4" fmla="*/ 2147483647 w 432"/>
                <a:gd name="T5" fmla="*/ 2147483647 h 373"/>
                <a:gd name="T6" fmla="*/ 2147483647 w 432"/>
                <a:gd name="T7" fmla="*/ 2147483647 h 373"/>
                <a:gd name="T8" fmla="*/ 2147483647 w 432"/>
                <a:gd name="T9" fmla="*/ 2147483647 h 373"/>
                <a:gd name="T10" fmla="*/ 2147483647 w 432"/>
                <a:gd name="T11" fmla="*/ 2147483647 h 373"/>
                <a:gd name="T12" fmla="*/ 2147483647 w 432"/>
                <a:gd name="T13" fmla="*/ 2147483647 h 373"/>
                <a:gd name="T14" fmla="*/ 2147483647 w 432"/>
                <a:gd name="T15" fmla="*/ 2147483647 h 373"/>
                <a:gd name="T16" fmla="*/ 2147483647 w 432"/>
                <a:gd name="T17" fmla="*/ 2147483647 h 373"/>
                <a:gd name="T18" fmla="*/ 2147483647 w 432"/>
                <a:gd name="T19" fmla="*/ 2147483647 h 373"/>
                <a:gd name="T20" fmla="*/ 2147483647 w 432"/>
                <a:gd name="T21" fmla="*/ 2147483647 h 373"/>
                <a:gd name="T22" fmla="*/ 2147483647 w 432"/>
                <a:gd name="T23" fmla="*/ 2147483647 h 373"/>
                <a:gd name="T24" fmla="*/ 2147483647 w 432"/>
                <a:gd name="T25" fmla="*/ 2147483647 h 373"/>
                <a:gd name="T26" fmla="*/ 2147483647 w 432"/>
                <a:gd name="T27" fmla="*/ 2147483647 h 373"/>
                <a:gd name="T28" fmla="*/ 2147483647 w 432"/>
                <a:gd name="T29" fmla="*/ 2147483647 h 373"/>
                <a:gd name="T30" fmla="*/ 2147483647 w 432"/>
                <a:gd name="T31" fmla="*/ 2147483647 h 373"/>
                <a:gd name="T32" fmla="*/ 2147483647 w 432"/>
                <a:gd name="T33" fmla="*/ 2147483647 h 373"/>
                <a:gd name="T34" fmla="*/ 2147483647 w 432"/>
                <a:gd name="T35" fmla="*/ 2147483647 h 373"/>
                <a:gd name="T36" fmla="*/ 2147483647 w 432"/>
                <a:gd name="T37" fmla="*/ 2147483647 h 373"/>
                <a:gd name="T38" fmla="*/ 2147483647 w 432"/>
                <a:gd name="T39" fmla="*/ 2147483647 h 373"/>
                <a:gd name="T40" fmla="*/ 2147483647 w 432"/>
                <a:gd name="T41" fmla="*/ 2147483647 h 373"/>
                <a:gd name="T42" fmla="*/ 2147483647 w 432"/>
                <a:gd name="T43" fmla="*/ 2147483647 h 373"/>
                <a:gd name="T44" fmla="*/ 2147483647 w 432"/>
                <a:gd name="T45" fmla="*/ 2147483647 h 373"/>
                <a:gd name="T46" fmla="*/ 2147483647 w 432"/>
                <a:gd name="T47" fmla="*/ 2147483647 h 373"/>
                <a:gd name="T48" fmla="*/ 2147483647 w 432"/>
                <a:gd name="T49" fmla="*/ 2147483647 h 373"/>
                <a:gd name="T50" fmla="*/ 2147483647 w 432"/>
                <a:gd name="T51" fmla="*/ 2147483647 h 373"/>
                <a:gd name="T52" fmla="*/ 2147483647 w 432"/>
                <a:gd name="T53" fmla="*/ 2147483647 h 373"/>
                <a:gd name="T54" fmla="*/ 2147483647 w 432"/>
                <a:gd name="T55" fmla="*/ 2147483647 h 373"/>
                <a:gd name="T56" fmla="*/ 2147483647 w 432"/>
                <a:gd name="T57" fmla="*/ 2147483647 h 373"/>
                <a:gd name="T58" fmla="*/ 2147483647 w 432"/>
                <a:gd name="T59" fmla="*/ 2147483647 h 373"/>
                <a:gd name="T60" fmla="*/ 2147483647 w 432"/>
                <a:gd name="T61" fmla="*/ 2147483647 h 373"/>
                <a:gd name="T62" fmla="*/ 2147483647 w 432"/>
                <a:gd name="T63" fmla="*/ 2147483647 h 373"/>
                <a:gd name="T64" fmla="*/ 2147483647 w 432"/>
                <a:gd name="T65" fmla="*/ 2147483647 h 373"/>
                <a:gd name="T66" fmla="*/ 2147483647 w 432"/>
                <a:gd name="T67" fmla="*/ 2147483647 h 373"/>
                <a:gd name="T68" fmla="*/ 2147483647 w 432"/>
                <a:gd name="T69" fmla="*/ 2147483647 h 373"/>
                <a:gd name="T70" fmla="*/ 2147483647 w 432"/>
                <a:gd name="T71" fmla="*/ 2147483647 h 373"/>
                <a:gd name="T72" fmla="*/ 2147483647 w 432"/>
                <a:gd name="T73" fmla="*/ 2147483647 h 373"/>
                <a:gd name="T74" fmla="*/ 2147483647 w 432"/>
                <a:gd name="T75" fmla="*/ 2147483647 h 373"/>
                <a:gd name="T76" fmla="*/ 2147483647 w 432"/>
                <a:gd name="T77" fmla="*/ 2147483647 h 373"/>
                <a:gd name="T78" fmla="*/ 2147483647 w 432"/>
                <a:gd name="T79" fmla="*/ 2147483647 h 373"/>
                <a:gd name="T80" fmla="*/ 2147483647 w 432"/>
                <a:gd name="T81" fmla="*/ 2147483647 h 373"/>
                <a:gd name="T82" fmla="*/ 2147483647 w 432"/>
                <a:gd name="T83" fmla="*/ 2147483647 h 373"/>
                <a:gd name="T84" fmla="*/ 2147483647 w 432"/>
                <a:gd name="T85" fmla="*/ 2147483647 h 373"/>
                <a:gd name="T86" fmla="*/ 2147483647 w 432"/>
                <a:gd name="T87" fmla="*/ 2147483647 h 373"/>
                <a:gd name="T88" fmla="*/ 2147483647 w 432"/>
                <a:gd name="T89" fmla="*/ 2147483647 h 373"/>
                <a:gd name="T90" fmla="*/ 2147483647 w 432"/>
                <a:gd name="T91" fmla="*/ 2147483647 h 373"/>
                <a:gd name="T92" fmla="*/ 2147483647 w 432"/>
                <a:gd name="T93" fmla="*/ 2147483647 h 373"/>
                <a:gd name="T94" fmla="*/ 2147483647 w 432"/>
                <a:gd name="T95" fmla="*/ 2147483647 h 373"/>
                <a:gd name="T96" fmla="*/ 2147483647 w 432"/>
                <a:gd name="T97" fmla="*/ 2147483647 h 373"/>
                <a:gd name="T98" fmla="*/ 2147483647 w 432"/>
                <a:gd name="T99" fmla="*/ 2147483647 h 373"/>
                <a:gd name="T100" fmla="*/ 2147483647 w 432"/>
                <a:gd name="T101" fmla="*/ 2147483647 h 373"/>
                <a:gd name="T102" fmla="*/ 2147483647 w 432"/>
                <a:gd name="T103" fmla="*/ 2147483647 h 373"/>
                <a:gd name="T104" fmla="*/ 2147483647 w 432"/>
                <a:gd name="T105" fmla="*/ 2147483647 h 373"/>
                <a:gd name="T106" fmla="*/ 2147483647 w 432"/>
                <a:gd name="T107" fmla="*/ 2147483647 h 373"/>
                <a:gd name="T108" fmla="*/ 2147483647 w 432"/>
                <a:gd name="T109" fmla="*/ 2147483647 h 373"/>
                <a:gd name="T110" fmla="*/ 2147483647 w 432"/>
                <a:gd name="T111" fmla="*/ 2147483647 h 373"/>
                <a:gd name="T112" fmla="*/ 2147483647 w 432"/>
                <a:gd name="T113" fmla="*/ 2147483647 h 373"/>
                <a:gd name="T114" fmla="*/ 2147483647 w 432"/>
                <a:gd name="T115" fmla="*/ 2147483647 h 373"/>
                <a:gd name="T116" fmla="*/ 2147483647 w 432"/>
                <a:gd name="T117" fmla="*/ 2147483647 h 373"/>
                <a:gd name="T118" fmla="*/ 2147483647 w 432"/>
                <a:gd name="T119" fmla="*/ 2147483647 h 373"/>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432"/>
                <a:gd name="T181" fmla="*/ 0 h 373"/>
                <a:gd name="T182" fmla="*/ 432 w 432"/>
                <a:gd name="T183" fmla="*/ 373 h 373"/>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432" h="373">
                  <a:moveTo>
                    <a:pt x="122" y="124"/>
                  </a:moveTo>
                  <a:lnTo>
                    <a:pt x="123" y="131"/>
                  </a:lnTo>
                  <a:lnTo>
                    <a:pt x="119" y="138"/>
                  </a:lnTo>
                  <a:lnTo>
                    <a:pt x="119" y="140"/>
                  </a:lnTo>
                  <a:lnTo>
                    <a:pt x="113" y="149"/>
                  </a:lnTo>
                  <a:lnTo>
                    <a:pt x="108" y="151"/>
                  </a:lnTo>
                  <a:lnTo>
                    <a:pt x="102" y="152"/>
                  </a:lnTo>
                  <a:lnTo>
                    <a:pt x="100" y="153"/>
                  </a:lnTo>
                  <a:lnTo>
                    <a:pt x="96" y="153"/>
                  </a:lnTo>
                  <a:lnTo>
                    <a:pt x="90" y="158"/>
                  </a:lnTo>
                  <a:lnTo>
                    <a:pt x="69" y="158"/>
                  </a:lnTo>
                  <a:lnTo>
                    <a:pt x="61" y="151"/>
                  </a:lnTo>
                  <a:lnTo>
                    <a:pt x="58" y="150"/>
                  </a:lnTo>
                  <a:lnTo>
                    <a:pt x="56" y="147"/>
                  </a:lnTo>
                  <a:lnTo>
                    <a:pt x="51" y="148"/>
                  </a:lnTo>
                  <a:lnTo>
                    <a:pt x="44" y="160"/>
                  </a:lnTo>
                  <a:lnTo>
                    <a:pt x="41" y="160"/>
                  </a:lnTo>
                  <a:lnTo>
                    <a:pt x="32" y="154"/>
                  </a:lnTo>
                  <a:lnTo>
                    <a:pt x="31" y="154"/>
                  </a:lnTo>
                  <a:lnTo>
                    <a:pt x="27" y="149"/>
                  </a:lnTo>
                  <a:lnTo>
                    <a:pt x="22" y="150"/>
                  </a:lnTo>
                  <a:lnTo>
                    <a:pt x="21" y="159"/>
                  </a:lnTo>
                  <a:lnTo>
                    <a:pt x="15" y="162"/>
                  </a:lnTo>
                  <a:lnTo>
                    <a:pt x="13" y="165"/>
                  </a:lnTo>
                  <a:lnTo>
                    <a:pt x="9" y="166"/>
                  </a:lnTo>
                  <a:lnTo>
                    <a:pt x="0" y="174"/>
                  </a:lnTo>
                  <a:lnTo>
                    <a:pt x="2" y="176"/>
                  </a:lnTo>
                  <a:lnTo>
                    <a:pt x="7" y="178"/>
                  </a:lnTo>
                  <a:lnTo>
                    <a:pt x="12" y="185"/>
                  </a:lnTo>
                  <a:lnTo>
                    <a:pt x="12" y="193"/>
                  </a:lnTo>
                  <a:lnTo>
                    <a:pt x="9" y="198"/>
                  </a:lnTo>
                  <a:lnTo>
                    <a:pt x="7" y="199"/>
                  </a:lnTo>
                  <a:lnTo>
                    <a:pt x="7" y="201"/>
                  </a:lnTo>
                  <a:lnTo>
                    <a:pt x="12" y="204"/>
                  </a:lnTo>
                  <a:lnTo>
                    <a:pt x="13" y="208"/>
                  </a:lnTo>
                  <a:lnTo>
                    <a:pt x="10" y="212"/>
                  </a:lnTo>
                  <a:lnTo>
                    <a:pt x="14" y="216"/>
                  </a:lnTo>
                  <a:lnTo>
                    <a:pt x="14" y="218"/>
                  </a:lnTo>
                  <a:lnTo>
                    <a:pt x="19" y="222"/>
                  </a:lnTo>
                  <a:lnTo>
                    <a:pt x="21" y="221"/>
                  </a:lnTo>
                  <a:lnTo>
                    <a:pt x="22" y="220"/>
                  </a:lnTo>
                  <a:lnTo>
                    <a:pt x="30" y="219"/>
                  </a:lnTo>
                  <a:lnTo>
                    <a:pt x="32" y="215"/>
                  </a:lnTo>
                  <a:lnTo>
                    <a:pt x="32" y="212"/>
                  </a:lnTo>
                  <a:lnTo>
                    <a:pt x="34" y="210"/>
                  </a:lnTo>
                  <a:lnTo>
                    <a:pt x="39" y="210"/>
                  </a:lnTo>
                  <a:lnTo>
                    <a:pt x="42" y="212"/>
                  </a:lnTo>
                  <a:lnTo>
                    <a:pt x="46" y="213"/>
                  </a:lnTo>
                  <a:lnTo>
                    <a:pt x="52" y="210"/>
                  </a:lnTo>
                  <a:lnTo>
                    <a:pt x="54" y="206"/>
                  </a:lnTo>
                  <a:lnTo>
                    <a:pt x="58" y="205"/>
                  </a:lnTo>
                  <a:lnTo>
                    <a:pt x="64" y="212"/>
                  </a:lnTo>
                  <a:lnTo>
                    <a:pt x="68" y="213"/>
                  </a:lnTo>
                  <a:lnTo>
                    <a:pt x="72" y="219"/>
                  </a:lnTo>
                  <a:lnTo>
                    <a:pt x="76" y="226"/>
                  </a:lnTo>
                  <a:lnTo>
                    <a:pt x="77" y="236"/>
                  </a:lnTo>
                  <a:lnTo>
                    <a:pt x="67" y="242"/>
                  </a:lnTo>
                  <a:lnTo>
                    <a:pt x="65" y="247"/>
                  </a:lnTo>
                  <a:lnTo>
                    <a:pt x="65" y="249"/>
                  </a:lnTo>
                  <a:lnTo>
                    <a:pt x="63" y="253"/>
                  </a:lnTo>
                  <a:lnTo>
                    <a:pt x="63" y="257"/>
                  </a:lnTo>
                  <a:lnTo>
                    <a:pt x="60" y="260"/>
                  </a:lnTo>
                  <a:lnTo>
                    <a:pt x="61" y="264"/>
                  </a:lnTo>
                  <a:lnTo>
                    <a:pt x="58" y="267"/>
                  </a:lnTo>
                  <a:lnTo>
                    <a:pt x="58" y="270"/>
                  </a:lnTo>
                  <a:lnTo>
                    <a:pt x="56" y="275"/>
                  </a:lnTo>
                  <a:lnTo>
                    <a:pt x="55" y="280"/>
                  </a:lnTo>
                  <a:lnTo>
                    <a:pt x="50" y="285"/>
                  </a:lnTo>
                  <a:lnTo>
                    <a:pt x="49" y="285"/>
                  </a:lnTo>
                  <a:lnTo>
                    <a:pt x="48" y="286"/>
                  </a:lnTo>
                  <a:lnTo>
                    <a:pt x="50" y="294"/>
                  </a:lnTo>
                  <a:lnTo>
                    <a:pt x="60" y="298"/>
                  </a:lnTo>
                  <a:lnTo>
                    <a:pt x="67" y="304"/>
                  </a:lnTo>
                  <a:lnTo>
                    <a:pt x="67" y="308"/>
                  </a:lnTo>
                  <a:lnTo>
                    <a:pt x="70" y="312"/>
                  </a:lnTo>
                  <a:lnTo>
                    <a:pt x="74" y="318"/>
                  </a:lnTo>
                  <a:lnTo>
                    <a:pt x="77" y="317"/>
                  </a:lnTo>
                  <a:lnTo>
                    <a:pt x="84" y="320"/>
                  </a:lnTo>
                  <a:lnTo>
                    <a:pt x="89" y="326"/>
                  </a:lnTo>
                  <a:lnTo>
                    <a:pt x="88" y="329"/>
                  </a:lnTo>
                  <a:lnTo>
                    <a:pt x="86" y="332"/>
                  </a:lnTo>
                  <a:lnTo>
                    <a:pt x="82" y="331"/>
                  </a:lnTo>
                  <a:lnTo>
                    <a:pt x="79" y="334"/>
                  </a:lnTo>
                  <a:lnTo>
                    <a:pt x="78" y="344"/>
                  </a:lnTo>
                  <a:lnTo>
                    <a:pt x="64" y="361"/>
                  </a:lnTo>
                  <a:lnTo>
                    <a:pt x="65" y="367"/>
                  </a:lnTo>
                  <a:lnTo>
                    <a:pt x="73" y="372"/>
                  </a:lnTo>
                  <a:lnTo>
                    <a:pt x="76" y="371"/>
                  </a:lnTo>
                  <a:lnTo>
                    <a:pt x="78" y="373"/>
                  </a:lnTo>
                  <a:lnTo>
                    <a:pt x="84" y="373"/>
                  </a:lnTo>
                  <a:lnTo>
                    <a:pt x="87" y="369"/>
                  </a:lnTo>
                  <a:lnTo>
                    <a:pt x="92" y="364"/>
                  </a:lnTo>
                  <a:lnTo>
                    <a:pt x="99" y="361"/>
                  </a:lnTo>
                  <a:lnTo>
                    <a:pt x="101" y="360"/>
                  </a:lnTo>
                  <a:lnTo>
                    <a:pt x="104" y="357"/>
                  </a:lnTo>
                  <a:lnTo>
                    <a:pt x="104" y="352"/>
                  </a:lnTo>
                  <a:lnTo>
                    <a:pt x="110" y="347"/>
                  </a:lnTo>
                  <a:lnTo>
                    <a:pt x="116" y="344"/>
                  </a:lnTo>
                  <a:lnTo>
                    <a:pt x="117" y="349"/>
                  </a:lnTo>
                  <a:lnTo>
                    <a:pt x="119" y="350"/>
                  </a:lnTo>
                  <a:lnTo>
                    <a:pt x="131" y="350"/>
                  </a:lnTo>
                  <a:lnTo>
                    <a:pt x="134" y="352"/>
                  </a:lnTo>
                  <a:lnTo>
                    <a:pt x="134" y="355"/>
                  </a:lnTo>
                  <a:lnTo>
                    <a:pt x="138" y="361"/>
                  </a:lnTo>
                  <a:lnTo>
                    <a:pt x="139" y="360"/>
                  </a:lnTo>
                  <a:lnTo>
                    <a:pt x="142" y="362"/>
                  </a:lnTo>
                  <a:lnTo>
                    <a:pt x="148" y="361"/>
                  </a:lnTo>
                  <a:lnTo>
                    <a:pt x="150" y="363"/>
                  </a:lnTo>
                  <a:lnTo>
                    <a:pt x="151" y="362"/>
                  </a:lnTo>
                  <a:lnTo>
                    <a:pt x="159" y="369"/>
                  </a:lnTo>
                  <a:lnTo>
                    <a:pt x="162" y="368"/>
                  </a:lnTo>
                  <a:lnTo>
                    <a:pt x="168" y="366"/>
                  </a:lnTo>
                  <a:lnTo>
                    <a:pt x="171" y="372"/>
                  </a:lnTo>
                  <a:lnTo>
                    <a:pt x="174" y="373"/>
                  </a:lnTo>
                  <a:lnTo>
                    <a:pt x="180" y="372"/>
                  </a:lnTo>
                  <a:lnTo>
                    <a:pt x="190" y="358"/>
                  </a:lnTo>
                  <a:lnTo>
                    <a:pt x="190" y="347"/>
                  </a:lnTo>
                  <a:lnTo>
                    <a:pt x="192" y="345"/>
                  </a:lnTo>
                  <a:lnTo>
                    <a:pt x="202" y="343"/>
                  </a:lnTo>
                  <a:lnTo>
                    <a:pt x="203" y="342"/>
                  </a:lnTo>
                  <a:lnTo>
                    <a:pt x="207" y="341"/>
                  </a:lnTo>
                  <a:lnTo>
                    <a:pt x="208" y="340"/>
                  </a:lnTo>
                  <a:lnTo>
                    <a:pt x="212" y="339"/>
                  </a:lnTo>
                  <a:lnTo>
                    <a:pt x="214" y="337"/>
                  </a:lnTo>
                  <a:lnTo>
                    <a:pt x="219" y="337"/>
                  </a:lnTo>
                  <a:lnTo>
                    <a:pt x="216" y="335"/>
                  </a:lnTo>
                  <a:lnTo>
                    <a:pt x="222" y="330"/>
                  </a:lnTo>
                  <a:lnTo>
                    <a:pt x="230" y="329"/>
                  </a:lnTo>
                  <a:lnTo>
                    <a:pt x="230" y="328"/>
                  </a:lnTo>
                  <a:lnTo>
                    <a:pt x="241" y="328"/>
                  </a:lnTo>
                  <a:lnTo>
                    <a:pt x="242" y="322"/>
                  </a:lnTo>
                  <a:lnTo>
                    <a:pt x="247" y="322"/>
                  </a:lnTo>
                  <a:lnTo>
                    <a:pt x="250" y="316"/>
                  </a:lnTo>
                  <a:lnTo>
                    <a:pt x="250" y="312"/>
                  </a:lnTo>
                  <a:lnTo>
                    <a:pt x="247" y="306"/>
                  </a:lnTo>
                  <a:lnTo>
                    <a:pt x="250" y="301"/>
                  </a:lnTo>
                  <a:lnTo>
                    <a:pt x="250" y="300"/>
                  </a:lnTo>
                  <a:lnTo>
                    <a:pt x="251" y="299"/>
                  </a:lnTo>
                  <a:lnTo>
                    <a:pt x="251" y="297"/>
                  </a:lnTo>
                  <a:lnTo>
                    <a:pt x="255" y="295"/>
                  </a:lnTo>
                  <a:lnTo>
                    <a:pt x="259" y="294"/>
                  </a:lnTo>
                  <a:lnTo>
                    <a:pt x="260" y="293"/>
                  </a:lnTo>
                  <a:lnTo>
                    <a:pt x="261" y="293"/>
                  </a:lnTo>
                  <a:lnTo>
                    <a:pt x="271" y="301"/>
                  </a:lnTo>
                  <a:lnTo>
                    <a:pt x="270" y="303"/>
                  </a:lnTo>
                  <a:lnTo>
                    <a:pt x="270" y="307"/>
                  </a:lnTo>
                  <a:lnTo>
                    <a:pt x="272" y="310"/>
                  </a:lnTo>
                  <a:lnTo>
                    <a:pt x="275" y="309"/>
                  </a:lnTo>
                  <a:lnTo>
                    <a:pt x="277" y="312"/>
                  </a:lnTo>
                  <a:lnTo>
                    <a:pt x="278" y="315"/>
                  </a:lnTo>
                  <a:lnTo>
                    <a:pt x="280" y="317"/>
                  </a:lnTo>
                  <a:lnTo>
                    <a:pt x="280" y="319"/>
                  </a:lnTo>
                  <a:lnTo>
                    <a:pt x="283" y="324"/>
                  </a:lnTo>
                  <a:lnTo>
                    <a:pt x="287" y="324"/>
                  </a:lnTo>
                  <a:lnTo>
                    <a:pt x="291" y="319"/>
                  </a:lnTo>
                  <a:lnTo>
                    <a:pt x="293" y="319"/>
                  </a:lnTo>
                  <a:lnTo>
                    <a:pt x="296" y="317"/>
                  </a:lnTo>
                  <a:lnTo>
                    <a:pt x="297" y="321"/>
                  </a:lnTo>
                  <a:lnTo>
                    <a:pt x="306" y="327"/>
                  </a:lnTo>
                  <a:lnTo>
                    <a:pt x="306" y="329"/>
                  </a:lnTo>
                  <a:lnTo>
                    <a:pt x="309" y="331"/>
                  </a:lnTo>
                  <a:lnTo>
                    <a:pt x="314" y="330"/>
                  </a:lnTo>
                  <a:lnTo>
                    <a:pt x="324" y="324"/>
                  </a:lnTo>
                  <a:lnTo>
                    <a:pt x="333" y="323"/>
                  </a:lnTo>
                  <a:lnTo>
                    <a:pt x="332" y="320"/>
                  </a:lnTo>
                  <a:lnTo>
                    <a:pt x="334" y="317"/>
                  </a:lnTo>
                  <a:lnTo>
                    <a:pt x="333" y="312"/>
                  </a:lnTo>
                  <a:lnTo>
                    <a:pt x="335" y="309"/>
                  </a:lnTo>
                  <a:lnTo>
                    <a:pt x="334" y="308"/>
                  </a:lnTo>
                  <a:lnTo>
                    <a:pt x="337" y="305"/>
                  </a:lnTo>
                  <a:lnTo>
                    <a:pt x="341" y="303"/>
                  </a:lnTo>
                  <a:lnTo>
                    <a:pt x="344" y="299"/>
                  </a:lnTo>
                  <a:lnTo>
                    <a:pt x="344" y="294"/>
                  </a:lnTo>
                  <a:lnTo>
                    <a:pt x="345" y="294"/>
                  </a:lnTo>
                  <a:lnTo>
                    <a:pt x="357" y="299"/>
                  </a:lnTo>
                  <a:lnTo>
                    <a:pt x="362" y="304"/>
                  </a:lnTo>
                  <a:lnTo>
                    <a:pt x="364" y="300"/>
                  </a:lnTo>
                  <a:lnTo>
                    <a:pt x="366" y="301"/>
                  </a:lnTo>
                  <a:lnTo>
                    <a:pt x="369" y="296"/>
                  </a:lnTo>
                  <a:lnTo>
                    <a:pt x="370" y="296"/>
                  </a:lnTo>
                  <a:lnTo>
                    <a:pt x="372" y="294"/>
                  </a:lnTo>
                  <a:lnTo>
                    <a:pt x="372" y="290"/>
                  </a:lnTo>
                  <a:lnTo>
                    <a:pt x="373" y="287"/>
                  </a:lnTo>
                  <a:lnTo>
                    <a:pt x="376" y="287"/>
                  </a:lnTo>
                  <a:lnTo>
                    <a:pt x="379" y="290"/>
                  </a:lnTo>
                  <a:lnTo>
                    <a:pt x="379" y="292"/>
                  </a:lnTo>
                  <a:lnTo>
                    <a:pt x="381" y="293"/>
                  </a:lnTo>
                  <a:lnTo>
                    <a:pt x="388" y="293"/>
                  </a:lnTo>
                  <a:lnTo>
                    <a:pt x="389" y="294"/>
                  </a:lnTo>
                  <a:lnTo>
                    <a:pt x="399" y="293"/>
                  </a:lnTo>
                  <a:lnTo>
                    <a:pt x="400" y="291"/>
                  </a:lnTo>
                  <a:lnTo>
                    <a:pt x="400" y="282"/>
                  </a:lnTo>
                  <a:lnTo>
                    <a:pt x="401" y="280"/>
                  </a:lnTo>
                  <a:lnTo>
                    <a:pt x="401" y="275"/>
                  </a:lnTo>
                  <a:lnTo>
                    <a:pt x="395" y="275"/>
                  </a:lnTo>
                  <a:lnTo>
                    <a:pt x="391" y="280"/>
                  </a:lnTo>
                  <a:lnTo>
                    <a:pt x="390" y="280"/>
                  </a:lnTo>
                  <a:lnTo>
                    <a:pt x="389" y="278"/>
                  </a:lnTo>
                  <a:lnTo>
                    <a:pt x="393" y="276"/>
                  </a:lnTo>
                  <a:lnTo>
                    <a:pt x="395" y="273"/>
                  </a:lnTo>
                  <a:lnTo>
                    <a:pt x="398" y="273"/>
                  </a:lnTo>
                  <a:lnTo>
                    <a:pt x="400" y="271"/>
                  </a:lnTo>
                  <a:lnTo>
                    <a:pt x="401" y="271"/>
                  </a:lnTo>
                  <a:lnTo>
                    <a:pt x="402" y="273"/>
                  </a:lnTo>
                  <a:lnTo>
                    <a:pt x="408" y="272"/>
                  </a:lnTo>
                  <a:lnTo>
                    <a:pt x="410" y="274"/>
                  </a:lnTo>
                  <a:lnTo>
                    <a:pt x="414" y="274"/>
                  </a:lnTo>
                  <a:lnTo>
                    <a:pt x="416" y="275"/>
                  </a:lnTo>
                  <a:lnTo>
                    <a:pt x="419" y="273"/>
                  </a:lnTo>
                  <a:lnTo>
                    <a:pt x="419" y="271"/>
                  </a:lnTo>
                  <a:lnTo>
                    <a:pt x="422" y="267"/>
                  </a:lnTo>
                  <a:lnTo>
                    <a:pt x="428" y="255"/>
                  </a:lnTo>
                  <a:lnTo>
                    <a:pt x="430" y="253"/>
                  </a:lnTo>
                  <a:lnTo>
                    <a:pt x="431" y="251"/>
                  </a:lnTo>
                  <a:lnTo>
                    <a:pt x="431" y="247"/>
                  </a:lnTo>
                  <a:lnTo>
                    <a:pt x="432" y="246"/>
                  </a:lnTo>
                  <a:lnTo>
                    <a:pt x="432" y="241"/>
                  </a:lnTo>
                  <a:lnTo>
                    <a:pt x="430" y="239"/>
                  </a:lnTo>
                  <a:lnTo>
                    <a:pt x="430" y="236"/>
                  </a:lnTo>
                  <a:lnTo>
                    <a:pt x="429" y="235"/>
                  </a:lnTo>
                  <a:lnTo>
                    <a:pt x="428" y="229"/>
                  </a:lnTo>
                  <a:lnTo>
                    <a:pt x="426" y="228"/>
                  </a:lnTo>
                  <a:lnTo>
                    <a:pt x="423" y="230"/>
                  </a:lnTo>
                  <a:lnTo>
                    <a:pt x="419" y="231"/>
                  </a:lnTo>
                  <a:lnTo>
                    <a:pt x="415" y="228"/>
                  </a:lnTo>
                  <a:lnTo>
                    <a:pt x="423" y="217"/>
                  </a:lnTo>
                  <a:lnTo>
                    <a:pt x="422" y="203"/>
                  </a:lnTo>
                  <a:lnTo>
                    <a:pt x="418" y="200"/>
                  </a:lnTo>
                  <a:lnTo>
                    <a:pt x="419" y="199"/>
                  </a:lnTo>
                  <a:lnTo>
                    <a:pt x="421" y="199"/>
                  </a:lnTo>
                  <a:lnTo>
                    <a:pt x="425" y="193"/>
                  </a:lnTo>
                  <a:lnTo>
                    <a:pt x="429" y="192"/>
                  </a:lnTo>
                  <a:lnTo>
                    <a:pt x="430" y="191"/>
                  </a:lnTo>
                  <a:lnTo>
                    <a:pt x="430" y="184"/>
                  </a:lnTo>
                  <a:lnTo>
                    <a:pt x="427" y="181"/>
                  </a:lnTo>
                  <a:lnTo>
                    <a:pt x="427" y="180"/>
                  </a:lnTo>
                  <a:lnTo>
                    <a:pt x="431" y="177"/>
                  </a:lnTo>
                  <a:lnTo>
                    <a:pt x="431" y="175"/>
                  </a:lnTo>
                  <a:lnTo>
                    <a:pt x="432" y="174"/>
                  </a:lnTo>
                  <a:lnTo>
                    <a:pt x="432" y="171"/>
                  </a:lnTo>
                  <a:lnTo>
                    <a:pt x="426" y="165"/>
                  </a:lnTo>
                  <a:lnTo>
                    <a:pt x="426" y="163"/>
                  </a:lnTo>
                  <a:lnTo>
                    <a:pt x="423" y="159"/>
                  </a:lnTo>
                  <a:lnTo>
                    <a:pt x="408" y="160"/>
                  </a:lnTo>
                  <a:lnTo>
                    <a:pt x="404" y="166"/>
                  </a:lnTo>
                  <a:lnTo>
                    <a:pt x="400" y="166"/>
                  </a:lnTo>
                  <a:lnTo>
                    <a:pt x="397" y="163"/>
                  </a:lnTo>
                  <a:lnTo>
                    <a:pt x="394" y="164"/>
                  </a:lnTo>
                  <a:lnTo>
                    <a:pt x="389" y="167"/>
                  </a:lnTo>
                  <a:lnTo>
                    <a:pt x="387" y="171"/>
                  </a:lnTo>
                  <a:lnTo>
                    <a:pt x="382" y="174"/>
                  </a:lnTo>
                  <a:lnTo>
                    <a:pt x="380" y="173"/>
                  </a:lnTo>
                  <a:lnTo>
                    <a:pt x="379" y="168"/>
                  </a:lnTo>
                  <a:lnTo>
                    <a:pt x="385" y="162"/>
                  </a:lnTo>
                  <a:lnTo>
                    <a:pt x="386" y="158"/>
                  </a:lnTo>
                  <a:lnTo>
                    <a:pt x="393" y="152"/>
                  </a:lnTo>
                  <a:lnTo>
                    <a:pt x="399" y="140"/>
                  </a:lnTo>
                  <a:lnTo>
                    <a:pt x="413" y="139"/>
                  </a:lnTo>
                  <a:lnTo>
                    <a:pt x="417" y="136"/>
                  </a:lnTo>
                  <a:lnTo>
                    <a:pt x="418" y="132"/>
                  </a:lnTo>
                  <a:lnTo>
                    <a:pt x="421" y="128"/>
                  </a:lnTo>
                  <a:lnTo>
                    <a:pt x="424" y="127"/>
                  </a:lnTo>
                  <a:lnTo>
                    <a:pt x="424" y="122"/>
                  </a:lnTo>
                  <a:lnTo>
                    <a:pt x="423" y="120"/>
                  </a:lnTo>
                  <a:lnTo>
                    <a:pt x="423" y="116"/>
                  </a:lnTo>
                  <a:lnTo>
                    <a:pt x="420" y="114"/>
                  </a:lnTo>
                  <a:lnTo>
                    <a:pt x="416" y="112"/>
                  </a:lnTo>
                  <a:lnTo>
                    <a:pt x="411" y="106"/>
                  </a:lnTo>
                  <a:lnTo>
                    <a:pt x="410" y="89"/>
                  </a:lnTo>
                  <a:lnTo>
                    <a:pt x="412" y="79"/>
                  </a:lnTo>
                  <a:lnTo>
                    <a:pt x="411" y="69"/>
                  </a:lnTo>
                  <a:lnTo>
                    <a:pt x="405" y="65"/>
                  </a:lnTo>
                  <a:lnTo>
                    <a:pt x="404" y="55"/>
                  </a:lnTo>
                  <a:lnTo>
                    <a:pt x="395" y="56"/>
                  </a:lnTo>
                  <a:lnTo>
                    <a:pt x="395" y="59"/>
                  </a:lnTo>
                  <a:lnTo>
                    <a:pt x="391" y="68"/>
                  </a:lnTo>
                  <a:lnTo>
                    <a:pt x="392" y="70"/>
                  </a:lnTo>
                  <a:lnTo>
                    <a:pt x="389" y="76"/>
                  </a:lnTo>
                  <a:lnTo>
                    <a:pt x="386" y="79"/>
                  </a:lnTo>
                  <a:lnTo>
                    <a:pt x="382" y="78"/>
                  </a:lnTo>
                  <a:lnTo>
                    <a:pt x="382" y="72"/>
                  </a:lnTo>
                  <a:lnTo>
                    <a:pt x="380" y="71"/>
                  </a:lnTo>
                  <a:lnTo>
                    <a:pt x="373" y="71"/>
                  </a:lnTo>
                  <a:lnTo>
                    <a:pt x="370" y="74"/>
                  </a:lnTo>
                  <a:lnTo>
                    <a:pt x="368" y="73"/>
                  </a:lnTo>
                  <a:lnTo>
                    <a:pt x="368" y="71"/>
                  </a:lnTo>
                  <a:lnTo>
                    <a:pt x="370" y="69"/>
                  </a:lnTo>
                  <a:lnTo>
                    <a:pt x="369" y="55"/>
                  </a:lnTo>
                  <a:lnTo>
                    <a:pt x="367" y="54"/>
                  </a:lnTo>
                  <a:lnTo>
                    <a:pt x="367" y="51"/>
                  </a:lnTo>
                  <a:lnTo>
                    <a:pt x="363" y="49"/>
                  </a:lnTo>
                  <a:lnTo>
                    <a:pt x="360" y="52"/>
                  </a:lnTo>
                  <a:lnTo>
                    <a:pt x="361" y="55"/>
                  </a:lnTo>
                  <a:lnTo>
                    <a:pt x="360" y="56"/>
                  </a:lnTo>
                  <a:lnTo>
                    <a:pt x="360" y="60"/>
                  </a:lnTo>
                  <a:lnTo>
                    <a:pt x="358" y="63"/>
                  </a:lnTo>
                  <a:lnTo>
                    <a:pt x="357" y="62"/>
                  </a:lnTo>
                  <a:lnTo>
                    <a:pt x="357" y="59"/>
                  </a:lnTo>
                  <a:lnTo>
                    <a:pt x="355" y="56"/>
                  </a:lnTo>
                  <a:lnTo>
                    <a:pt x="359" y="49"/>
                  </a:lnTo>
                  <a:lnTo>
                    <a:pt x="359" y="45"/>
                  </a:lnTo>
                  <a:lnTo>
                    <a:pt x="355" y="40"/>
                  </a:lnTo>
                  <a:lnTo>
                    <a:pt x="346" y="41"/>
                  </a:lnTo>
                  <a:lnTo>
                    <a:pt x="341" y="38"/>
                  </a:lnTo>
                  <a:lnTo>
                    <a:pt x="341" y="34"/>
                  </a:lnTo>
                  <a:lnTo>
                    <a:pt x="339" y="33"/>
                  </a:lnTo>
                  <a:lnTo>
                    <a:pt x="339" y="24"/>
                  </a:lnTo>
                  <a:lnTo>
                    <a:pt x="337" y="22"/>
                  </a:lnTo>
                  <a:lnTo>
                    <a:pt x="336" y="17"/>
                  </a:lnTo>
                  <a:lnTo>
                    <a:pt x="337" y="16"/>
                  </a:lnTo>
                  <a:lnTo>
                    <a:pt x="335" y="14"/>
                  </a:lnTo>
                  <a:lnTo>
                    <a:pt x="335" y="10"/>
                  </a:lnTo>
                  <a:lnTo>
                    <a:pt x="333" y="7"/>
                  </a:lnTo>
                  <a:lnTo>
                    <a:pt x="331" y="8"/>
                  </a:lnTo>
                  <a:lnTo>
                    <a:pt x="328" y="11"/>
                  </a:lnTo>
                  <a:lnTo>
                    <a:pt x="324" y="11"/>
                  </a:lnTo>
                  <a:lnTo>
                    <a:pt x="323" y="10"/>
                  </a:lnTo>
                  <a:lnTo>
                    <a:pt x="311" y="10"/>
                  </a:lnTo>
                  <a:lnTo>
                    <a:pt x="310" y="12"/>
                  </a:lnTo>
                  <a:lnTo>
                    <a:pt x="307" y="12"/>
                  </a:lnTo>
                  <a:lnTo>
                    <a:pt x="306" y="13"/>
                  </a:lnTo>
                  <a:lnTo>
                    <a:pt x="304" y="14"/>
                  </a:lnTo>
                  <a:lnTo>
                    <a:pt x="303" y="16"/>
                  </a:lnTo>
                  <a:lnTo>
                    <a:pt x="301" y="16"/>
                  </a:lnTo>
                  <a:lnTo>
                    <a:pt x="299" y="10"/>
                  </a:lnTo>
                  <a:lnTo>
                    <a:pt x="297" y="9"/>
                  </a:lnTo>
                  <a:lnTo>
                    <a:pt x="297" y="7"/>
                  </a:lnTo>
                  <a:lnTo>
                    <a:pt x="295" y="7"/>
                  </a:lnTo>
                  <a:lnTo>
                    <a:pt x="295" y="3"/>
                  </a:lnTo>
                  <a:lnTo>
                    <a:pt x="292" y="1"/>
                  </a:lnTo>
                  <a:lnTo>
                    <a:pt x="283" y="3"/>
                  </a:lnTo>
                  <a:lnTo>
                    <a:pt x="279" y="0"/>
                  </a:lnTo>
                  <a:lnTo>
                    <a:pt x="273" y="0"/>
                  </a:lnTo>
                  <a:lnTo>
                    <a:pt x="272" y="2"/>
                  </a:lnTo>
                  <a:lnTo>
                    <a:pt x="270" y="2"/>
                  </a:lnTo>
                  <a:lnTo>
                    <a:pt x="267" y="5"/>
                  </a:lnTo>
                  <a:lnTo>
                    <a:pt x="268" y="17"/>
                  </a:lnTo>
                  <a:lnTo>
                    <a:pt x="270" y="18"/>
                  </a:lnTo>
                  <a:lnTo>
                    <a:pt x="271" y="21"/>
                  </a:lnTo>
                  <a:lnTo>
                    <a:pt x="265" y="28"/>
                  </a:lnTo>
                  <a:lnTo>
                    <a:pt x="260" y="31"/>
                  </a:lnTo>
                  <a:lnTo>
                    <a:pt x="253" y="25"/>
                  </a:lnTo>
                  <a:lnTo>
                    <a:pt x="246" y="25"/>
                  </a:lnTo>
                  <a:lnTo>
                    <a:pt x="246" y="26"/>
                  </a:lnTo>
                  <a:lnTo>
                    <a:pt x="244" y="25"/>
                  </a:lnTo>
                  <a:lnTo>
                    <a:pt x="241" y="25"/>
                  </a:lnTo>
                  <a:lnTo>
                    <a:pt x="238" y="27"/>
                  </a:lnTo>
                  <a:lnTo>
                    <a:pt x="239" y="30"/>
                  </a:lnTo>
                  <a:lnTo>
                    <a:pt x="236" y="35"/>
                  </a:lnTo>
                  <a:lnTo>
                    <a:pt x="233" y="32"/>
                  </a:lnTo>
                  <a:lnTo>
                    <a:pt x="233" y="30"/>
                  </a:lnTo>
                  <a:lnTo>
                    <a:pt x="230" y="27"/>
                  </a:lnTo>
                  <a:lnTo>
                    <a:pt x="226" y="29"/>
                  </a:lnTo>
                  <a:lnTo>
                    <a:pt x="227" y="30"/>
                  </a:lnTo>
                  <a:lnTo>
                    <a:pt x="225" y="31"/>
                  </a:lnTo>
                  <a:lnTo>
                    <a:pt x="226" y="35"/>
                  </a:lnTo>
                  <a:lnTo>
                    <a:pt x="230" y="42"/>
                  </a:lnTo>
                  <a:lnTo>
                    <a:pt x="227" y="45"/>
                  </a:lnTo>
                  <a:lnTo>
                    <a:pt x="225" y="45"/>
                  </a:lnTo>
                  <a:lnTo>
                    <a:pt x="225" y="51"/>
                  </a:lnTo>
                  <a:lnTo>
                    <a:pt x="224" y="52"/>
                  </a:lnTo>
                  <a:lnTo>
                    <a:pt x="224" y="54"/>
                  </a:lnTo>
                  <a:lnTo>
                    <a:pt x="220" y="57"/>
                  </a:lnTo>
                  <a:lnTo>
                    <a:pt x="219" y="57"/>
                  </a:lnTo>
                  <a:lnTo>
                    <a:pt x="216" y="55"/>
                  </a:lnTo>
                  <a:lnTo>
                    <a:pt x="217" y="42"/>
                  </a:lnTo>
                  <a:lnTo>
                    <a:pt x="213" y="39"/>
                  </a:lnTo>
                  <a:lnTo>
                    <a:pt x="207" y="30"/>
                  </a:lnTo>
                  <a:lnTo>
                    <a:pt x="204" y="30"/>
                  </a:lnTo>
                  <a:lnTo>
                    <a:pt x="202" y="31"/>
                  </a:lnTo>
                  <a:lnTo>
                    <a:pt x="204" y="39"/>
                  </a:lnTo>
                  <a:lnTo>
                    <a:pt x="206" y="42"/>
                  </a:lnTo>
                  <a:lnTo>
                    <a:pt x="205" y="46"/>
                  </a:lnTo>
                  <a:lnTo>
                    <a:pt x="206" y="47"/>
                  </a:lnTo>
                  <a:lnTo>
                    <a:pt x="205" y="49"/>
                  </a:lnTo>
                  <a:lnTo>
                    <a:pt x="204" y="54"/>
                  </a:lnTo>
                  <a:lnTo>
                    <a:pt x="202" y="53"/>
                  </a:lnTo>
                  <a:lnTo>
                    <a:pt x="200" y="53"/>
                  </a:lnTo>
                  <a:lnTo>
                    <a:pt x="199" y="52"/>
                  </a:lnTo>
                  <a:lnTo>
                    <a:pt x="197" y="52"/>
                  </a:lnTo>
                  <a:lnTo>
                    <a:pt x="194" y="50"/>
                  </a:lnTo>
                  <a:lnTo>
                    <a:pt x="194" y="52"/>
                  </a:lnTo>
                  <a:lnTo>
                    <a:pt x="193" y="54"/>
                  </a:lnTo>
                  <a:lnTo>
                    <a:pt x="192" y="55"/>
                  </a:lnTo>
                  <a:lnTo>
                    <a:pt x="180" y="43"/>
                  </a:lnTo>
                  <a:lnTo>
                    <a:pt x="179" y="43"/>
                  </a:lnTo>
                  <a:lnTo>
                    <a:pt x="173" y="38"/>
                  </a:lnTo>
                  <a:lnTo>
                    <a:pt x="166" y="40"/>
                  </a:lnTo>
                  <a:lnTo>
                    <a:pt x="163" y="43"/>
                  </a:lnTo>
                  <a:lnTo>
                    <a:pt x="161" y="48"/>
                  </a:lnTo>
                  <a:lnTo>
                    <a:pt x="152" y="49"/>
                  </a:lnTo>
                  <a:lnTo>
                    <a:pt x="143" y="58"/>
                  </a:lnTo>
                  <a:lnTo>
                    <a:pt x="143" y="76"/>
                  </a:lnTo>
                  <a:lnTo>
                    <a:pt x="149" y="80"/>
                  </a:lnTo>
                  <a:lnTo>
                    <a:pt x="152" y="80"/>
                  </a:lnTo>
                  <a:lnTo>
                    <a:pt x="154" y="76"/>
                  </a:lnTo>
                  <a:lnTo>
                    <a:pt x="158" y="75"/>
                  </a:lnTo>
                  <a:lnTo>
                    <a:pt x="160" y="79"/>
                  </a:lnTo>
                  <a:lnTo>
                    <a:pt x="161" y="80"/>
                  </a:lnTo>
                  <a:lnTo>
                    <a:pt x="161" y="82"/>
                  </a:lnTo>
                  <a:lnTo>
                    <a:pt x="163" y="82"/>
                  </a:lnTo>
                  <a:lnTo>
                    <a:pt x="164" y="86"/>
                  </a:lnTo>
                  <a:lnTo>
                    <a:pt x="166" y="88"/>
                  </a:lnTo>
                  <a:lnTo>
                    <a:pt x="184" y="87"/>
                  </a:lnTo>
                  <a:lnTo>
                    <a:pt x="187" y="90"/>
                  </a:lnTo>
                  <a:lnTo>
                    <a:pt x="189" y="94"/>
                  </a:lnTo>
                  <a:lnTo>
                    <a:pt x="193" y="97"/>
                  </a:lnTo>
                  <a:lnTo>
                    <a:pt x="195" y="104"/>
                  </a:lnTo>
                  <a:lnTo>
                    <a:pt x="195" y="106"/>
                  </a:lnTo>
                  <a:lnTo>
                    <a:pt x="196" y="107"/>
                  </a:lnTo>
                  <a:lnTo>
                    <a:pt x="189" y="116"/>
                  </a:lnTo>
                  <a:lnTo>
                    <a:pt x="179" y="117"/>
                  </a:lnTo>
                  <a:lnTo>
                    <a:pt x="177" y="118"/>
                  </a:lnTo>
                  <a:lnTo>
                    <a:pt x="164" y="119"/>
                  </a:lnTo>
                  <a:lnTo>
                    <a:pt x="163" y="120"/>
                  </a:lnTo>
                  <a:lnTo>
                    <a:pt x="158" y="120"/>
                  </a:lnTo>
                  <a:lnTo>
                    <a:pt x="156" y="122"/>
                  </a:lnTo>
                  <a:lnTo>
                    <a:pt x="147" y="124"/>
                  </a:lnTo>
                  <a:lnTo>
                    <a:pt x="140" y="117"/>
                  </a:lnTo>
                  <a:lnTo>
                    <a:pt x="137" y="116"/>
                  </a:lnTo>
                  <a:lnTo>
                    <a:pt x="128" y="117"/>
                  </a:lnTo>
                  <a:lnTo>
                    <a:pt x="122" y="124"/>
                  </a:lnTo>
                  <a:close/>
                </a:path>
              </a:pathLst>
            </a:custGeom>
            <a:grpFill/>
            <a:ln w="28575">
              <a:noFill/>
              <a:prstDash val="sysDot"/>
              <a:round/>
              <a:headEnd/>
              <a:tailEnd/>
            </a:ln>
          </p:spPr>
          <p:txBody>
            <a:bodyPr/>
            <a:lstStyle/>
            <a:p>
              <a:endParaRPr lang="zh-CN" altLang="en-US" kern="0" dirty="0">
                <a:solidFill>
                  <a:prstClr val="black"/>
                </a:solidFill>
                <a:ea typeface="微软雅黑" pitchFamily="34" charset="-122"/>
              </a:endParaRPr>
            </a:p>
          </p:txBody>
        </p:sp>
        <p:sp>
          <p:nvSpPr>
            <p:cNvPr id="23" name="Freeform 23"/>
            <p:cNvSpPr>
              <a:spLocks/>
            </p:cNvSpPr>
            <p:nvPr/>
          </p:nvSpPr>
          <p:spPr bwMode="auto">
            <a:xfrm>
              <a:off x="4561612" y="4111736"/>
              <a:ext cx="614362" cy="619125"/>
            </a:xfrm>
            <a:custGeom>
              <a:avLst/>
              <a:gdLst>
                <a:gd name="T0" fmla="*/ 2147483647 w 336"/>
                <a:gd name="T1" fmla="*/ 2147483647 h 325"/>
                <a:gd name="T2" fmla="*/ 2147483647 w 336"/>
                <a:gd name="T3" fmla="*/ 2147483647 h 325"/>
                <a:gd name="T4" fmla="*/ 2147483647 w 336"/>
                <a:gd name="T5" fmla="*/ 2147483647 h 325"/>
                <a:gd name="T6" fmla="*/ 2147483647 w 336"/>
                <a:gd name="T7" fmla="*/ 2147483647 h 325"/>
                <a:gd name="T8" fmla="*/ 2147483647 w 336"/>
                <a:gd name="T9" fmla="*/ 2147483647 h 325"/>
                <a:gd name="T10" fmla="*/ 2147483647 w 336"/>
                <a:gd name="T11" fmla="*/ 2147483647 h 325"/>
                <a:gd name="T12" fmla="*/ 2147483647 w 336"/>
                <a:gd name="T13" fmla="*/ 2147483647 h 325"/>
                <a:gd name="T14" fmla="*/ 2147483647 w 336"/>
                <a:gd name="T15" fmla="*/ 2147483647 h 325"/>
                <a:gd name="T16" fmla="*/ 2147483647 w 336"/>
                <a:gd name="T17" fmla="*/ 2147483647 h 325"/>
                <a:gd name="T18" fmla="*/ 2147483647 w 336"/>
                <a:gd name="T19" fmla="*/ 2147483647 h 325"/>
                <a:gd name="T20" fmla="*/ 2147483647 w 336"/>
                <a:gd name="T21" fmla="*/ 2147483647 h 325"/>
                <a:gd name="T22" fmla="*/ 2147483647 w 336"/>
                <a:gd name="T23" fmla="*/ 2147483647 h 325"/>
                <a:gd name="T24" fmla="*/ 2147483647 w 336"/>
                <a:gd name="T25" fmla="*/ 2147483647 h 325"/>
                <a:gd name="T26" fmla="*/ 2147483647 w 336"/>
                <a:gd name="T27" fmla="*/ 2147483647 h 325"/>
                <a:gd name="T28" fmla="*/ 2147483647 w 336"/>
                <a:gd name="T29" fmla="*/ 2147483647 h 325"/>
                <a:gd name="T30" fmla="*/ 2147483647 w 336"/>
                <a:gd name="T31" fmla="*/ 2147483647 h 325"/>
                <a:gd name="T32" fmla="*/ 2147483647 w 336"/>
                <a:gd name="T33" fmla="*/ 2147483647 h 325"/>
                <a:gd name="T34" fmla="*/ 2147483647 w 336"/>
                <a:gd name="T35" fmla="*/ 2147483647 h 325"/>
                <a:gd name="T36" fmla="*/ 2147483647 w 336"/>
                <a:gd name="T37" fmla="*/ 2147483647 h 325"/>
                <a:gd name="T38" fmla="*/ 2147483647 w 336"/>
                <a:gd name="T39" fmla="*/ 2147483647 h 325"/>
                <a:gd name="T40" fmla="*/ 2147483647 w 336"/>
                <a:gd name="T41" fmla="*/ 2147483647 h 325"/>
                <a:gd name="T42" fmla="*/ 2147483647 w 336"/>
                <a:gd name="T43" fmla="*/ 2147483647 h 325"/>
                <a:gd name="T44" fmla="*/ 2147483647 w 336"/>
                <a:gd name="T45" fmla="*/ 2147483647 h 325"/>
                <a:gd name="T46" fmla="*/ 2147483647 w 336"/>
                <a:gd name="T47" fmla="*/ 2147483647 h 325"/>
                <a:gd name="T48" fmla="*/ 2147483647 w 336"/>
                <a:gd name="T49" fmla="*/ 2147483647 h 325"/>
                <a:gd name="T50" fmla="*/ 2147483647 w 336"/>
                <a:gd name="T51" fmla="*/ 2147483647 h 325"/>
                <a:gd name="T52" fmla="*/ 2147483647 w 336"/>
                <a:gd name="T53" fmla="*/ 2147483647 h 325"/>
                <a:gd name="T54" fmla="*/ 2147483647 w 336"/>
                <a:gd name="T55" fmla="*/ 2147483647 h 325"/>
                <a:gd name="T56" fmla="*/ 2147483647 w 336"/>
                <a:gd name="T57" fmla="*/ 2147483647 h 325"/>
                <a:gd name="T58" fmla="*/ 2147483647 w 336"/>
                <a:gd name="T59" fmla="*/ 2147483647 h 325"/>
                <a:gd name="T60" fmla="*/ 2147483647 w 336"/>
                <a:gd name="T61" fmla="*/ 2147483647 h 325"/>
                <a:gd name="T62" fmla="*/ 2147483647 w 336"/>
                <a:gd name="T63" fmla="*/ 2147483647 h 325"/>
                <a:gd name="T64" fmla="*/ 2147483647 w 336"/>
                <a:gd name="T65" fmla="*/ 2147483647 h 325"/>
                <a:gd name="T66" fmla="*/ 2147483647 w 336"/>
                <a:gd name="T67" fmla="*/ 2147483647 h 325"/>
                <a:gd name="T68" fmla="*/ 2147483647 w 336"/>
                <a:gd name="T69" fmla="*/ 2147483647 h 325"/>
                <a:gd name="T70" fmla="*/ 2147483647 w 336"/>
                <a:gd name="T71" fmla="*/ 2147483647 h 325"/>
                <a:gd name="T72" fmla="*/ 2147483647 w 336"/>
                <a:gd name="T73" fmla="*/ 2147483647 h 325"/>
                <a:gd name="T74" fmla="*/ 2147483647 w 336"/>
                <a:gd name="T75" fmla="*/ 2147483647 h 325"/>
                <a:gd name="T76" fmla="*/ 2147483647 w 336"/>
                <a:gd name="T77" fmla="*/ 2147483647 h 325"/>
                <a:gd name="T78" fmla="*/ 2147483647 w 336"/>
                <a:gd name="T79" fmla="*/ 2147483647 h 325"/>
                <a:gd name="T80" fmla="*/ 2147483647 w 336"/>
                <a:gd name="T81" fmla="*/ 2147483647 h 325"/>
                <a:gd name="T82" fmla="*/ 2147483647 w 336"/>
                <a:gd name="T83" fmla="*/ 2147483647 h 325"/>
                <a:gd name="T84" fmla="*/ 2147483647 w 336"/>
                <a:gd name="T85" fmla="*/ 2147483647 h 325"/>
                <a:gd name="T86" fmla="*/ 2147483647 w 336"/>
                <a:gd name="T87" fmla="*/ 2147483647 h 325"/>
                <a:gd name="T88" fmla="*/ 2147483647 w 336"/>
                <a:gd name="T89" fmla="*/ 2147483647 h 325"/>
                <a:gd name="T90" fmla="*/ 2147483647 w 336"/>
                <a:gd name="T91" fmla="*/ 2147483647 h 325"/>
                <a:gd name="T92" fmla="*/ 2147483647 w 336"/>
                <a:gd name="T93" fmla="*/ 2147483647 h 325"/>
                <a:gd name="T94" fmla="*/ 2147483647 w 336"/>
                <a:gd name="T95" fmla="*/ 2147483647 h 325"/>
                <a:gd name="T96" fmla="*/ 2147483647 w 336"/>
                <a:gd name="T97" fmla="*/ 2147483647 h 325"/>
                <a:gd name="T98" fmla="*/ 2147483647 w 336"/>
                <a:gd name="T99" fmla="*/ 2147483647 h 325"/>
                <a:gd name="T100" fmla="*/ 2147483647 w 336"/>
                <a:gd name="T101" fmla="*/ 2147483647 h 325"/>
                <a:gd name="T102" fmla="*/ 2147483647 w 336"/>
                <a:gd name="T103" fmla="*/ 2147483647 h 325"/>
                <a:gd name="T104" fmla="*/ 2147483647 w 336"/>
                <a:gd name="T105" fmla="*/ 2147483647 h 325"/>
                <a:gd name="T106" fmla="*/ 2147483647 w 336"/>
                <a:gd name="T107" fmla="*/ 2147483647 h 325"/>
                <a:gd name="T108" fmla="*/ 2147483647 w 336"/>
                <a:gd name="T109" fmla="*/ 2147483647 h 325"/>
                <a:gd name="T110" fmla="*/ 2147483647 w 336"/>
                <a:gd name="T111" fmla="*/ 2147483647 h 325"/>
                <a:gd name="T112" fmla="*/ 2147483647 w 336"/>
                <a:gd name="T113" fmla="*/ 2147483647 h 32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336"/>
                <a:gd name="T172" fmla="*/ 0 h 325"/>
                <a:gd name="T173" fmla="*/ 336 w 336"/>
                <a:gd name="T174" fmla="*/ 325 h 325"/>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336" h="325">
                  <a:moveTo>
                    <a:pt x="74" y="296"/>
                  </a:moveTo>
                  <a:lnTo>
                    <a:pt x="74" y="290"/>
                  </a:lnTo>
                  <a:lnTo>
                    <a:pt x="73" y="289"/>
                  </a:lnTo>
                  <a:lnTo>
                    <a:pt x="72" y="280"/>
                  </a:lnTo>
                  <a:lnTo>
                    <a:pt x="71" y="280"/>
                  </a:lnTo>
                  <a:lnTo>
                    <a:pt x="71" y="274"/>
                  </a:lnTo>
                  <a:lnTo>
                    <a:pt x="68" y="271"/>
                  </a:lnTo>
                  <a:lnTo>
                    <a:pt x="68" y="268"/>
                  </a:lnTo>
                  <a:lnTo>
                    <a:pt x="65" y="266"/>
                  </a:lnTo>
                  <a:lnTo>
                    <a:pt x="58" y="268"/>
                  </a:lnTo>
                  <a:lnTo>
                    <a:pt x="51" y="263"/>
                  </a:lnTo>
                  <a:lnTo>
                    <a:pt x="49" y="263"/>
                  </a:lnTo>
                  <a:lnTo>
                    <a:pt x="44" y="267"/>
                  </a:lnTo>
                  <a:lnTo>
                    <a:pt x="40" y="266"/>
                  </a:lnTo>
                  <a:lnTo>
                    <a:pt x="38" y="264"/>
                  </a:lnTo>
                  <a:lnTo>
                    <a:pt x="35" y="265"/>
                  </a:lnTo>
                  <a:lnTo>
                    <a:pt x="33" y="263"/>
                  </a:lnTo>
                  <a:lnTo>
                    <a:pt x="32" y="242"/>
                  </a:lnTo>
                  <a:lnTo>
                    <a:pt x="28" y="238"/>
                  </a:lnTo>
                  <a:lnTo>
                    <a:pt x="26" y="238"/>
                  </a:lnTo>
                  <a:lnTo>
                    <a:pt x="18" y="239"/>
                  </a:lnTo>
                  <a:lnTo>
                    <a:pt x="14" y="238"/>
                  </a:lnTo>
                  <a:lnTo>
                    <a:pt x="11" y="234"/>
                  </a:lnTo>
                  <a:lnTo>
                    <a:pt x="11" y="230"/>
                  </a:lnTo>
                  <a:lnTo>
                    <a:pt x="10" y="227"/>
                  </a:lnTo>
                  <a:lnTo>
                    <a:pt x="0" y="220"/>
                  </a:lnTo>
                  <a:lnTo>
                    <a:pt x="1" y="217"/>
                  </a:lnTo>
                  <a:lnTo>
                    <a:pt x="10" y="207"/>
                  </a:lnTo>
                  <a:lnTo>
                    <a:pt x="13" y="209"/>
                  </a:lnTo>
                  <a:lnTo>
                    <a:pt x="15" y="209"/>
                  </a:lnTo>
                  <a:lnTo>
                    <a:pt x="21" y="199"/>
                  </a:lnTo>
                  <a:lnTo>
                    <a:pt x="33" y="192"/>
                  </a:lnTo>
                  <a:lnTo>
                    <a:pt x="33" y="178"/>
                  </a:lnTo>
                  <a:lnTo>
                    <a:pt x="24" y="174"/>
                  </a:lnTo>
                  <a:lnTo>
                    <a:pt x="22" y="173"/>
                  </a:lnTo>
                  <a:lnTo>
                    <a:pt x="25" y="168"/>
                  </a:lnTo>
                  <a:lnTo>
                    <a:pt x="25" y="163"/>
                  </a:lnTo>
                  <a:lnTo>
                    <a:pt x="30" y="158"/>
                  </a:lnTo>
                  <a:lnTo>
                    <a:pt x="30" y="155"/>
                  </a:lnTo>
                  <a:lnTo>
                    <a:pt x="35" y="150"/>
                  </a:lnTo>
                  <a:lnTo>
                    <a:pt x="36" y="152"/>
                  </a:lnTo>
                  <a:lnTo>
                    <a:pt x="46" y="152"/>
                  </a:lnTo>
                  <a:lnTo>
                    <a:pt x="47" y="151"/>
                  </a:lnTo>
                  <a:lnTo>
                    <a:pt x="56" y="156"/>
                  </a:lnTo>
                  <a:lnTo>
                    <a:pt x="60" y="160"/>
                  </a:lnTo>
                  <a:lnTo>
                    <a:pt x="60" y="161"/>
                  </a:lnTo>
                  <a:lnTo>
                    <a:pt x="64" y="166"/>
                  </a:lnTo>
                  <a:lnTo>
                    <a:pt x="74" y="166"/>
                  </a:lnTo>
                  <a:lnTo>
                    <a:pt x="76" y="162"/>
                  </a:lnTo>
                  <a:lnTo>
                    <a:pt x="78" y="161"/>
                  </a:lnTo>
                  <a:lnTo>
                    <a:pt x="81" y="157"/>
                  </a:lnTo>
                  <a:lnTo>
                    <a:pt x="87" y="157"/>
                  </a:lnTo>
                  <a:lnTo>
                    <a:pt x="90" y="161"/>
                  </a:lnTo>
                  <a:lnTo>
                    <a:pt x="92" y="163"/>
                  </a:lnTo>
                  <a:lnTo>
                    <a:pt x="95" y="169"/>
                  </a:lnTo>
                  <a:lnTo>
                    <a:pt x="97" y="169"/>
                  </a:lnTo>
                  <a:lnTo>
                    <a:pt x="97" y="174"/>
                  </a:lnTo>
                  <a:lnTo>
                    <a:pt x="100" y="178"/>
                  </a:lnTo>
                  <a:lnTo>
                    <a:pt x="114" y="177"/>
                  </a:lnTo>
                  <a:lnTo>
                    <a:pt x="115" y="176"/>
                  </a:lnTo>
                  <a:lnTo>
                    <a:pt x="121" y="175"/>
                  </a:lnTo>
                  <a:lnTo>
                    <a:pt x="121" y="177"/>
                  </a:lnTo>
                  <a:lnTo>
                    <a:pt x="126" y="176"/>
                  </a:lnTo>
                  <a:lnTo>
                    <a:pt x="131" y="171"/>
                  </a:lnTo>
                  <a:lnTo>
                    <a:pt x="130" y="170"/>
                  </a:lnTo>
                  <a:lnTo>
                    <a:pt x="137" y="164"/>
                  </a:lnTo>
                  <a:lnTo>
                    <a:pt x="137" y="162"/>
                  </a:lnTo>
                  <a:lnTo>
                    <a:pt x="146" y="140"/>
                  </a:lnTo>
                  <a:lnTo>
                    <a:pt x="149" y="137"/>
                  </a:lnTo>
                  <a:lnTo>
                    <a:pt x="149" y="135"/>
                  </a:lnTo>
                  <a:lnTo>
                    <a:pt x="153" y="130"/>
                  </a:lnTo>
                  <a:lnTo>
                    <a:pt x="152" y="127"/>
                  </a:lnTo>
                  <a:lnTo>
                    <a:pt x="151" y="126"/>
                  </a:lnTo>
                  <a:lnTo>
                    <a:pt x="151" y="122"/>
                  </a:lnTo>
                  <a:lnTo>
                    <a:pt x="150" y="121"/>
                  </a:lnTo>
                  <a:lnTo>
                    <a:pt x="156" y="112"/>
                  </a:lnTo>
                  <a:lnTo>
                    <a:pt x="165" y="111"/>
                  </a:lnTo>
                  <a:lnTo>
                    <a:pt x="170" y="114"/>
                  </a:lnTo>
                  <a:lnTo>
                    <a:pt x="180" y="114"/>
                  </a:lnTo>
                  <a:lnTo>
                    <a:pt x="183" y="108"/>
                  </a:lnTo>
                  <a:lnTo>
                    <a:pt x="182" y="106"/>
                  </a:lnTo>
                  <a:lnTo>
                    <a:pt x="184" y="105"/>
                  </a:lnTo>
                  <a:lnTo>
                    <a:pt x="183" y="100"/>
                  </a:lnTo>
                  <a:lnTo>
                    <a:pt x="190" y="94"/>
                  </a:lnTo>
                  <a:lnTo>
                    <a:pt x="190" y="91"/>
                  </a:lnTo>
                  <a:lnTo>
                    <a:pt x="189" y="90"/>
                  </a:lnTo>
                  <a:lnTo>
                    <a:pt x="195" y="79"/>
                  </a:lnTo>
                  <a:lnTo>
                    <a:pt x="199" y="67"/>
                  </a:lnTo>
                  <a:lnTo>
                    <a:pt x="203" y="61"/>
                  </a:lnTo>
                  <a:lnTo>
                    <a:pt x="205" y="56"/>
                  </a:lnTo>
                  <a:lnTo>
                    <a:pt x="214" y="47"/>
                  </a:lnTo>
                  <a:lnTo>
                    <a:pt x="218" y="46"/>
                  </a:lnTo>
                  <a:lnTo>
                    <a:pt x="220" y="43"/>
                  </a:lnTo>
                  <a:lnTo>
                    <a:pt x="221" y="44"/>
                  </a:lnTo>
                  <a:lnTo>
                    <a:pt x="223" y="42"/>
                  </a:lnTo>
                  <a:lnTo>
                    <a:pt x="222" y="35"/>
                  </a:lnTo>
                  <a:lnTo>
                    <a:pt x="206" y="23"/>
                  </a:lnTo>
                  <a:lnTo>
                    <a:pt x="207" y="18"/>
                  </a:lnTo>
                  <a:lnTo>
                    <a:pt x="217" y="12"/>
                  </a:lnTo>
                  <a:lnTo>
                    <a:pt x="217" y="9"/>
                  </a:lnTo>
                  <a:lnTo>
                    <a:pt x="210" y="4"/>
                  </a:lnTo>
                  <a:lnTo>
                    <a:pt x="211" y="2"/>
                  </a:lnTo>
                  <a:lnTo>
                    <a:pt x="216" y="2"/>
                  </a:lnTo>
                  <a:lnTo>
                    <a:pt x="217" y="1"/>
                  </a:lnTo>
                  <a:lnTo>
                    <a:pt x="220" y="0"/>
                  </a:lnTo>
                  <a:lnTo>
                    <a:pt x="220" y="1"/>
                  </a:lnTo>
                  <a:lnTo>
                    <a:pt x="225" y="4"/>
                  </a:lnTo>
                  <a:lnTo>
                    <a:pt x="228" y="4"/>
                  </a:lnTo>
                  <a:lnTo>
                    <a:pt x="233" y="9"/>
                  </a:lnTo>
                  <a:lnTo>
                    <a:pt x="234" y="9"/>
                  </a:lnTo>
                  <a:lnTo>
                    <a:pt x="244" y="17"/>
                  </a:lnTo>
                  <a:lnTo>
                    <a:pt x="246" y="16"/>
                  </a:lnTo>
                  <a:lnTo>
                    <a:pt x="253" y="20"/>
                  </a:lnTo>
                  <a:lnTo>
                    <a:pt x="257" y="20"/>
                  </a:lnTo>
                  <a:lnTo>
                    <a:pt x="261" y="22"/>
                  </a:lnTo>
                  <a:lnTo>
                    <a:pt x="266" y="28"/>
                  </a:lnTo>
                  <a:lnTo>
                    <a:pt x="266" y="29"/>
                  </a:lnTo>
                  <a:lnTo>
                    <a:pt x="270" y="33"/>
                  </a:lnTo>
                  <a:lnTo>
                    <a:pt x="270" y="34"/>
                  </a:lnTo>
                  <a:lnTo>
                    <a:pt x="274" y="37"/>
                  </a:lnTo>
                  <a:lnTo>
                    <a:pt x="296" y="36"/>
                  </a:lnTo>
                  <a:lnTo>
                    <a:pt x="300" y="34"/>
                  </a:lnTo>
                  <a:lnTo>
                    <a:pt x="303" y="34"/>
                  </a:lnTo>
                  <a:lnTo>
                    <a:pt x="305" y="36"/>
                  </a:lnTo>
                  <a:lnTo>
                    <a:pt x="305" y="48"/>
                  </a:lnTo>
                  <a:lnTo>
                    <a:pt x="309" y="49"/>
                  </a:lnTo>
                  <a:lnTo>
                    <a:pt x="312" y="47"/>
                  </a:lnTo>
                  <a:lnTo>
                    <a:pt x="315" y="50"/>
                  </a:lnTo>
                  <a:lnTo>
                    <a:pt x="319" y="50"/>
                  </a:lnTo>
                  <a:lnTo>
                    <a:pt x="320" y="51"/>
                  </a:lnTo>
                  <a:lnTo>
                    <a:pt x="320" y="54"/>
                  </a:lnTo>
                  <a:lnTo>
                    <a:pt x="325" y="55"/>
                  </a:lnTo>
                  <a:lnTo>
                    <a:pt x="329" y="59"/>
                  </a:lnTo>
                  <a:lnTo>
                    <a:pt x="332" y="58"/>
                  </a:lnTo>
                  <a:lnTo>
                    <a:pt x="334" y="60"/>
                  </a:lnTo>
                  <a:lnTo>
                    <a:pt x="336" y="74"/>
                  </a:lnTo>
                  <a:lnTo>
                    <a:pt x="335" y="75"/>
                  </a:lnTo>
                  <a:lnTo>
                    <a:pt x="335" y="79"/>
                  </a:lnTo>
                  <a:lnTo>
                    <a:pt x="333" y="83"/>
                  </a:lnTo>
                  <a:lnTo>
                    <a:pt x="333" y="85"/>
                  </a:lnTo>
                  <a:lnTo>
                    <a:pt x="332" y="86"/>
                  </a:lnTo>
                  <a:lnTo>
                    <a:pt x="332" y="88"/>
                  </a:lnTo>
                  <a:lnTo>
                    <a:pt x="335" y="92"/>
                  </a:lnTo>
                  <a:lnTo>
                    <a:pt x="334" y="99"/>
                  </a:lnTo>
                  <a:lnTo>
                    <a:pt x="329" y="104"/>
                  </a:lnTo>
                  <a:lnTo>
                    <a:pt x="327" y="104"/>
                  </a:lnTo>
                  <a:lnTo>
                    <a:pt x="323" y="100"/>
                  </a:lnTo>
                  <a:lnTo>
                    <a:pt x="315" y="100"/>
                  </a:lnTo>
                  <a:lnTo>
                    <a:pt x="310" y="105"/>
                  </a:lnTo>
                  <a:lnTo>
                    <a:pt x="308" y="105"/>
                  </a:lnTo>
                  <a:lnTo>
                    <a:pt x="299" y="113"/>
                  </a:lnTo>
                  <a:lnTo>
                    <a:pt x="299" y="115"/>
                  </a:lnTo>
                  <a:lnTo>
                    <a:pt x="291" y="123"/>
                  </a:lnTo>
                  <a:lnTo>
                    <a:pt x="289" y="123"/>
                  </a:lnTo>
                  <a:lnTo>
                    <a:pt x="283" y="130"/>
                  </a:lnTo>
                  <a:lnTo>
                    <a:pt x="283" y="132"/>
                  </a:lnTo>
                  <a:lnTo>
                    <a:pt x="282" y="128"/>
                  </a:lnTo>
                  <a:lnTo>
                    <a:pt x="280" y="125"/>
                  </a:lnTo>
                  <a:lnTo>
                    <a:pt x="277" y="124"/>
                  </a:lnTo>
                  <a:lnTo>
                    <a:pt x="273" y="130"/>
                  </a:lnTo>
                  <a:lnTo>
                    <a:pt x="269" y="130"/>
                  </a:lnTo>
                  <a:lnTo>
                    <a:pt x="268" y="131"/>
                  </a:lnTo>
                  <a:lnTo>
                    <a:pt x="266" y="131"/>
                  </a:lnTo>
                  <a:lnTo>
                    <a:pt x="265" y="129"/>
                  </a:lnTo>
                  <a:lnTo>
                    <a:pt x="264" y="128"/>
                  </a:lnTo>
                  <a:lnTo>
                    <a:pt x="264" y="125"/>
                  </a:lnTo>
                  <a:lnTo>
                    <a:pt x="262" y="123"/>
                  </a:lnTo>
                  <a:lnTo>
                    <a:pt x="254" y="124"/>
                  </a:lnTo>
                  <a:lnTo>
                    <a:pt x="252" y="125"/>
                  </a:lnTo>
                  <a:lnTo>
                    <a:pt x="252" y="127"/>
                  </a:lnTo>
                  <a:lnTo>
                    <a:pt x="248" y="132"/>
                  </a:lnTo>
                  <a:lnTo>
                    <a:pt x="248" y="133"/>
                  </a:lnTo>
                  <a:lnTo>
                    <a:pt x="245" y="135"/>
                  </a:lnTo>
                  <a:lnTo>
                    <a:pt x="239" y="133"/>
                  </a:lnTo>
                  <a:lnTo>
                    <a:pt x="236" y="130"/>
                  </a:lnTo>
                  <a:lnTo>
                    <a:pt x="235" y="131"/>
                  </a:lnTo>
                  <a:lnTo>
                    <a:pt x="233" y="129"/>
                  </a:lnTo>
                  <a:lnTo>
                    <a:pt x="228" y="135"/>
                  </a:lnTo>
                  <a:lnTo>
                    <a:pt x="221" y="138"/>
                  </a:lnTo>
                  <a:lnTo>
                    <a:pt x="216" y="139"/>
                  </a:lnTo>
                  <a:lnTo>
                    <a:pt x="215" y="143"/>
                  </a:lnTo>
                  <a:lnTo>
                    <a:pt x="218" y="149"/>
                  </a:lnTo>
                  <a:lnTo>
                    <a:pt x="228" y="158"/>
                  </a:lnTo>
                  <a:lnTo>
                    <a:pt x="227" y="161"/>
                  </a:lnTo>
                  <a:lnTo>
                    <a:pt x="227" y="168"/>
                  </a:lnTo>
                  <a:lnTo>
                    <a:pt x="225" y="171"/>
                  </a:lnTo>
                  <a:lnTo>
                    <a:pt x="226" y="176"/>
                  </a:lnTo>
                  <a:lnTo>
                    <a:pt x="225" y="178"/>
                  </a:lnTo>
                  <a:lnTo>
                    <a:pt x="225" y="182"/>
                  </a:lnTo>
                  <a:lnTo>
                    <a:pt x="222" y="186"/>
                  </a:lnTo>
                  <a:lnTo>
                    <a:pt x="218" y="187"/>
                  </a:lnTo>
                  <a:lnTo>
                    <a:pt x="216" y="191"/>
                  </a:lnTo>
                  <a:lnTo>
                    <a:pt x="224" y="203"/>
                  </a:lnTo>
                  <a:lnTo>
                    <a:pt x="225" y="203"/>
                  </a:lnTo>
                  <a:lnTo>
                    <a:pt x="228" y="198"/>
                  </a:lnTo>
                  <a:lnTo>
                    <a:pt x="228" y="194"/>
                  </a:lnTo>
                  <a:lnTo>
                    <a:pt x="232" y="190"/>
                  </a:lnTo>
                  <a:lnTo>
                    <a:pt x="234" y="190"/>
                  </a:lnTo>
                  <a:lnTo>
                    <a:pt x="237" y="193"/>
                  </a:lnTo>
                  <a:lnTo>
                    <a:pt x="237" y="199"/>
                  </a:lnTo>
                  <a:lnTo>
                    <a:pt x="239" y="200"/>
                  </a:lnTo>
                  <a:lnTo>
                    <a:pt x="238" y="202"/>
                  </a:lnTo>
                  <a:lnTo>
                    <a:pt x="241" y="203"/>
                  </a:lnTo>
                  <a:lnTo>
                    <a:pt x="243" y="203"/>
                  </a:lnTo>
                  <a:lnTo>
                    <a:pt x="245" y="205"/>
                  </a:lnTo>
                  <a:lnTo>
                    <a:pt x="246" y="204"/>
                  </a:lnTo>
                  <a:lnTo>
                    <a:pt x="251" y="212"/>
                  </a:lnTo>
                  <a:lnTo>
                    <a:pt x="252" y="217"/>
                  </a:lnTo>
                  <a:lnTo>
                    <a:pt x="253" y="218"/>
                  </a:lnTo>
                  <a:lnTo>
                    <a:pt x="253" y="223"/>
                  </a:lnTo>
                  <a:lnTo>
                    <a:pt x="255" y="223"/>
                  </a:lnTo>
                  <a:lnTo>
                    <a:pt x="256" y="229"/>
                  </a:lnTo>
                  <a:lnTo>
                    <a:pt x="258" y="231"/>
                  </a:lnTo>
                  <a:lnTo>
                    <a:pt x="260" y="231"/>
                  </a:lnTo>
                  <a:lnTo>
                    <a:pt x="266" y="225"/>
                  </a:lnTo>
                  <a:lnTo>
                    <a:pt x="268" y="227"/>
                  </a:lnTo>
                  <a:lnTo>
                    <a:pt x="269" y="239"/>
                  </a:lnTo>
                  <a:lnTo>
                    <a:pt x="275" y="245"/>
                  </a:lnTo>
                  <a:lnTo>
                    <a:pt x="282" y="244"/>
                  </a:lnTo>
                  <a:lnTo>
                    <a:pt x="285" y="250"/>
                  </a:lnTo>
                  <a:lnTo>
                    <a:pt x="285" y="255"/>
                  </a:lnTo>
                  <a:lnTo>
                    <a:pt x="281" y="264"/>
                  </a:lnTo>
                  <a:lnTo>
                    <a:pt x="281" y="271"/>
                  </a:lnTo>
                  <a:lnTo>
                    <a:pt x="287" y="276"/>
                  </a:lnTo>
                  <a:lnTo>
                    <a:pt x="279" y="284"/>
                  </a:lnTo>
                  <a:lnTo>
                    <a:pt x="280" y="288"/>
                  </a:lnTo>
                  <a:lnTo>
                    <a:pt x="281" y="289"/>
                  </a:lnTo>
                  <a:lnTo>
                    <a:pt x="285" y="288"/>
                  </a:lnTo>
                  <a:lnTo>
                    <a:pt x="288" y="290"/>
                  </a:lnTo>
                  <a:lnTo>
                    <a:pt x="286" y="293"/>
                  </a:lnTo>
                  <a:lnTo>
                    <a:pt x="287" y="294"/>
                  </a:lnTo>
                  <a:lnTo>
                    <a:pt x="285" y="296"/>
                  </a:lnTo>
                  <a:lnTo>
                    <a:pt x="286" y="297"/>
                  </a:lnTo>
                  <a:lnTo>
                    <a:pt x="284" y="301"/>
                  </a:lnTo>
                  <a:lnTo>
                    <a:pt x="275" y="302"/>
                  </a:lnTo>
                  <a:lnTo>
                    <a:pt x="275" y="305"/>
                  </a:lnTo>
                  <a:lnTo>
                    <a:pt x="271" y="314"/>
                  </a:lnTo>
                  <a:lnTo>
                    <a:pt x="272" y="316"/>
                  </a:lnTo>
                  <a:lnTo>
                    <a:pt x="269" y="322"/>
                  </a:lnTo>
                  <a:lnTo>
                    <a:pt x="266" y="325"/>
                  </a:lnTo>
                  <a:lnTo>
                    <a:pt x="262" y="324"/>
                  </a:lnTo>
                  <a:lnTo>
                    <a:pt x="262" y="318"/>
                  </a:lnTo>
                  <a:lnTo>
                    <a:pt x="260" y="317"/>
                  </a:lnTo>
                  <a:lnTo>
                    <a:pt x="253" y="317"/>
                  </a:lnTo>
                  <a:lnTo>
                    <a:pt x="250" y="320"/>
                  </a:lnTo>
                  <a:lnTo>
                    <a:pt x="248" y="319"/>
                  </a:lnTo>
                  <a:lnTo>
                    <a:pt x="248" y="317"/>
                  </a:lnTo>
                  <a:lnTo>
                    <a:pt x="250" y="315"/>
                  </a:lnTo>
                  <a:lnTo>
                    <a:pt x="249" y="301"/>
                  </a:lnTo>
                  <a:lnTo>
                    <a:pt x="247" y="300"/>
                  </a:lnTo>
                  <a:lnTo>
                    <a:pt x="247" y="297"/>
                  </a:lnTo>
                  <a:lnTo>
                    <a:pt x="243" y="295"/>
                  </a:lnTo>
                  <a:lnTo>
                    <a:pt x="240" y="298"/>
                  </a:lnTo>
                  <a:lnTo>
                    <a:pt x="241" y="301"/>
                  </a:lnTo>
                  <a:lnTo>
                    <a:pt x="240" y="302"/>
                  </a:lnTo>
                  <a:lnTo>
                    <a:pt x="240" y="306"/>
                  </a:lnTo>
                  <a:lnTo>
                    <a:pt x="238" y="309"/>
                  </a:lnTo>
                  <a:lnTo>
                    <a:pt x="237" y="308"/>
                  </a:lnTo>
                  <a:lnTo>
                    <a:pt x="237" y="305"/>
                  </a:lnTo>
                  <a:lnTo>
                    <a:pt x="235" y="302"/>
                  </a:lnTo>
                  <a:lnTo>
                    <a:pt x="239" y="295"/>
                  </a:lnTo>
                  <a:lnTo>
                    <a:pt x="239" y="291"/>
                  </a:lnTo>
                  <a:lnTo>
                    <a:pt x="235" y="286"/>
                  </a:lnTo>
                  <a:lnTo>
                    <a:pt x="226" y="287"/>
                  </a:lnTo>
                  <a:lnTo>
                    <a:pt x="221" y="284"/>
                  </a:lnTo>
                  <a:lnTo>
                    <a:pt x="221" y="280"/>
                  </a:lnTo>
                  <a:lnTo>
                    <a:pt x="219" y="279"/>
                  </a:lnTo>
                  <a:lnTo>
                    <a:pt x="219" y="270"/>
                  </a:lnTo>
                  <a:lnTo>
                    <a:pt x="217" y="268"/>
                  </a:lnTo>
                  <a:lnTo>
                    <a:pt x="216" y="263"/>
                  </a:lnTo>
                  <a:lnTo>
                    <a:pt x="217" y="262"/>
                  </a:lnTo>
                  <a:lnTo>
                    <a:pt x="215" y="260"/>
                  </a:lnTo>
                  <a:lnTo>
                    <a:pt x="215" y="256"/>
                  </a:lnTo>
                  <a:lnTo>
                    <a:pt x="213" y="253"/>
                  </a:lnTo>
                  <a:lnTo>
                    <a:pt x="211" y="254"/>
                  </a:lnTo>
                  <a:lnTo>
                    <a:pt x="208" y="257"/>
                  </a:lnTo>
                  <a:lnTo>
                    <a:pt x="204" y="257"/>
                  </a:lnTo>
                  <a:lnTo>
                    <a:pt x="203" y="256"/>
                  </a:lnTo>
                  <a:lnTo>
                    <a:pt x="191" y="256"/>
                  </a:lnTo>
                  <a:lnTo>
                    <a:pt x="190" y="258"/>
                  </a:lnTo>
                  <a:lnTo>
                    <a:pt x="187" y="258"/>
                  </a:lnTo>
                  <a:lnTo>
                    <a:pt x="186" y="259"/>
                  </a:lnTo>
                  <a:lnTo>
                    <a:pt x="184" y="260"/>
                  </a:lnTo>
                  <a:lnTo>
                    <a:pt x="183" y="262"/>
                  </a:lnTo>
                  <a:lnTo>
                    <a:pt x="181" y="262"/>
                  </a:lnTo>
                  <a:lnTo>
                    <a:pt x="179" y="256"/>
                  </a:lnTo>
                  <a:lnTo>
                    <a:pt x="177" y="255"/>
                  </a:lnTo>
                  <a:lnTo>
                    <a:pt x="177" y="253"/>
                  </a:lnTo>
                  <a:lnTo>
                    <a:pt x="175" y="253"/>
                  </a:lnTo>
                  <a:lnTo>
                    <a:pt x="175" y="249"/>
                  </a:lnTo>
                  <a:lnTo>
                    <a:pt x="172" y="247"/>
                  </a:lnTo>
                  <a:lnTo>
                    <a:pt x="163" y="249"/>
                  </a:lnTo>
                  <a:lnTo>
                    <a:pt x="159" y="246"/>
                  </a:lnTo>
                  <a:lnTo>
                    <a:pt x="153" y="246"/>
                  </a:lnTo>
                  <a:lnTo>
                    <a:pt x="152" y="248"/>
                  </a:lnTo>
                  <a:lnTo>
                    <a:pt x="150" y="248"/>
                  </a:lnTo>
                  <a:lnTo>
                    <a:pt x="147" y="251"/>
                  </a:lnTo>
                  <a:lnTo>
                    <a:pt x="148" y="263"/>
                  </a:lnTo>
                  <a:lnTo>
                    <a:pt x="150" y="264"/>
                  </a:lnTo>
                  <a:lnTo>
                    <a:pt x="151" y="267"/>
                  </a:lnTo>
                  <a:lnTo>
                    <a:pt x="145" y="274"/>
                  </a:lnTo>
                  <a:lnTo>
                    <a:pt x="140" y="277"/>
                  </a:lnTo>
                  <a:lnTo>
                    <a:pt x="133" y="271"/>
                  </a:lnTo>
                  <a:lnTo>
                    <a:pt x="126" y="271"/>
                  </a:lnTo>
                  <a:lnTo>
                    <a:pt x="126" y="272"/>
                  </a:lnTo>
                  <a:lnTo>
                    <a:pt x="124" y="271"/>
                  </a:lnTo>
                  <a:lnTo>
                    <a:pt x="121" y="271"/>
                  </a:lnTo>
                  <a:lnTo>
                    <a:pt x="118" y="273"/>
                  </a:lnTo>
                  <a:lnTo>
                    <a:pt x="119" y="276"/>
                  </a:lnTo>
                  <a:lnTo>
                    <a:pt x="116" y="281"/>
                  </a:lnTo>
                  <a:lnTo>
                    <a:pt x="113" y="278"/>
                  </a:lnTo>
                  <a:lnTo>
                    <a:pt x="113" y="276"/>
                  </a:lnTo>
                  <a:lnTo>
                    <a:pt x="110" y="273"/>
                  </a:lnTo>
                  <a:lnTo>
                    <a:pt x="106" y="275"/>
                  </a:lnTo>
                  <a:lnTo>
                    <a:pt x="107" y="276"/>
                  </a:lnTo>
                  <a:lnTo>
                    <a:pt x="105" y="277"/>
                  </a:lnTo>
                  <a:lnTo>
                    <a:pt x="106" y="281"/>
                  </a:lnTo>
                  <a:lnTo>
                    <a:pt x="110" y="288"/>
                  </a:lnTo>
                  <a:lnTo>
                    <a:pt x="107" y="291"/>
                  </a:lnTo>
                  <a:lnTo>
                    <a:pt x="105" y="291"/>
                  </a:lnTo>
                  <a:lnTo>
                    <a:pt x="105" y="297"/>
                  </a:lnTo>
                  <a:lnTo>
                    <a:pt x="104" y="298"/>
                  </a:lnTo>
                  <a:lnTo>
                    <a:pt x="104" y="300"/>
                  </a:lnTo>
                  <a:lnTo>
                    <a:pt x="100" y="303"/>
                  </a:lnTo>
                  <a:lnTo>
                    <a:pt x="99" y="303"/>
                  </a:lnTo>
                  <a:lnTo>
                    <a:pt x="96" y="301"/>
                  </a:lnTo>
                  <a:lnTo>
                    <a:pt x="97" y="288"/>
                  </a:lnTo>
                  <a:lnTo>
                    <a:pt x="93" y="285"/>
                  </a:lnTo>
                  <a:lnTo>
                    <a:pt x="87" y="276"/>
                  </a:lnTo>
                  <a:lnTo>
                    <a:pt x="84" y="276"/>
                  </a:lnTo>
                  <a:lnTo>
                    <a:pt x="82" y="277"/>
                  </a:lnTo>
                  <a:lnTo>
                    <a:pt x="84" y="285"/>
                  </a:lnTo>
                  <a:lnTo>
                    <a:pt x="86" y="288"/>
                  </a:lnTo>
                  <a:lnTo>
                    <a:pt x="85" y="292"/>
                  </a:lnTo>
                  <a:lnTo>
                    <a:pt x="86" y="293"/>
                  </a:lnTo>
                  <a:lnTo>
                    <a:pt x="85" y="295"/>
                  </a:lnTo>
                  <a:lnTo>
                    <a:pt x="84" y="300"/>
                  </a:lnTo>
                  <a:lnTo>
                    <a:pt x="82" y="299"/>
                  </a:lnTo>
                  <a:lnTo>
                    <a:pt x="80" y="299"/>
                  </a:lnTo>
                  <a:lnTo>
                    <a:pt x="79" y="298"/>
                  </a:lnTo>
                  <a:lnTo>
                    <a:pt x="77" y="298"/>
                  </a:lnTo>
                  <a:lnTo>
                    <a:pt x="74" y="296"/>
                  </a:lnTo>
                  <a:close/>
                </a:path>
              </a:pathLst>
            </a:custGeom>
            <a:grpFill/>
            <a:ln w="28575">
              <a:noFill/>
              <a:prstDash val="sysDot"/>
              <a:round/>
              <a:headEnd/>
              <a:tailEnd/>
            </a:ln>
          </p:spPr>
          <p:txBody>
            <a:bodyPr/>
            <a:lstStyle/>
            <a:p>
              <a:endParaRPr lang="zh-CN" altLang="en-US" kern="0" dirty="0">
                <a:solidFill>
                  <a:prstClr val="black"/>
                </a:solidFill>
                <a:ea typeface="微软雅黑" pitchFamily="34" charset="-122"/>
              </a:endParaRPr>
            </a:p>
          </p:txBody>
        </p:sp>
        <p:sp>
          <p:nvSpPr>
            <p:cNvPr id="24" name="Freeform 24"/>
            <p:cNvSpPr>
              <a:spLocks/>
            </p:cNvSpPr>
            <p:nvPr/>
          </p:nvSpPr>
          <p:spPr bwMode="auto">
            <a:xfrm>
              <a:off x="4577487" y="2957624"/>
              <a:ext cx="692150" cy="1223962"/>
            </a:xfrm>
            <a:custGeom>
              <a:avLst/>
              <a:gdLst>
                <a:gd name="T0" fmla="*/ 2147483647 w 378"/>
                <a:gd name="T1" fmla="*/ 2147483647 h 642"/>
                <a:gd name="T2" fmla="*/ 2147483647 w 378"/>
                <a:gd name="T3" fmla="*/ 2147483647 h 642"/>
                <a:gd name="T4" fmla="*/ 2147483647 w 378"/>
                <a:gd name="T5" fmla="*/ 2147483647 h 642"/>
                <a:gd name="T6" fmla="*/ 2147483647 w 378"/>
                <a:gd name="T7" fmla="*/ 2147483647 h 642"/>
                <a:gd name="T8" fmla="*/ 2147483647 w 378"/>
                <a:gd name="T9" fmla="*/ 2147483647 h 642"/>
                <a:gd name="T10" fmla="*/ 2147483647 w 378"/>
                <a:gd name="T11" fmla="*/ 2147483647 h 642"/>
                <a:gd name="T12" fmla="*/ 2147483647 w 378"/>
                <a:gd name="T13" fmla="*/ 2147483647 h 642"/>
                <a:gd name="T14" fmla="*/ 2147483647 w 378"/>
                <a:gd name="T15" fmla="*/ 2147483647 h 642"/>
                <a:gd name="T16" fmla="*/ 2147483647 w 378"/>
                <a:gd name="T17" fmla="*/ 2147483647 h 642"/>
                <a:gd name="T18" fmla="*/ 2147483647 w 378"/>
                <a:gd name="T19" fmla="*/ 2147483647 h 642"/>
                <a:gd name="T20" fmla="*/ 2147483647 w 378"/>
                <a:gd name="T21" fmla="*/ 2147483647 h 642"/>
                <a:gd name="T22" fmla="*/ 2147483647 w 378"/>
                <a:gd name="T23" fmla="*/ 2147483647 h 642"/>
                <a:gd name="T24" fmla="*/ 2147483647 w 378"/>
                <a:gd name="T25" fmla="*/ 2147483647 h 642"/>
                <a:gd name="T26" fmla="*/ 2147483647 w 378"/>
                <a:gd name="T27" fmla="*/ 2147483647 h 642"/>
                <a:gd name="T28" fmla="*/ 2147483647 w 378"/>
                <a:gd name="T29" fmla="*/ 2147483647 h 642"/>
                <a:gd name="T30" fmla="*/ 2147483647 w 378"/>
                <a:gd name="T31" fmla="*/ 2147483647 h 642"/>
                <a:gd name="T32" fmla="*/ 2147483647 w 378"/>
                <a:gd name="T33" fmla="*/ 2147483647 h 642"/>
                <a:gd name="T34" fmla="*/ 2147483647 w 378"/>
                <a:gd name="T35" fmla="*/ 2147483647 h 642"/>
                <a:gd name="T36" fmla="*/ 2147483647 w 378"/>
                <a:gd name="T37" fmla="*/ 2147483647 h 642"/>
                <a:gd name="T38" fmla="*/ 2147483647 w 378"/>
                <a:gd name="T39" fmla="*/ 2147483647 h 642"/>
                <a:gd name="T40" fmla="*/ 2147483647 w 378"/>
                <a:gd name="T41" fmla="*/ 2147483647 h 642"/>
                <a:gd name="T42" fmla="*/ 2147483647 w 378"/>
                <a:gd name="T43" fmla="*/ 2147483647 h 642"/>
                <a:gd name="T44" fmla="*/ 2147483647 w 378"/>
                <a:gd name="T45" fmla="*/ 2147483647 h 642"/>
                <a:gd name="T46" fmla="*/ 2147483647 w 378"/>
                <a:gd name="T47" fmla="*/ 2147483647 h 642"/>
                <a:gd name="T48" fmla="*/ 2147483647 w 378"/>
                <a:gd name="T49" fmla="*/ 2147483647 h 642"/>
                <a:gd name="T50" fmla="*/ 2147483647 w 378"/>
                <a:gd name="T51" fmla="*/ 2147483647 h 642"/>
                <a:gd name="T52" fmla="*/ 2147483647 w 378"/>
                <a:gd name="T53" fmla="*/ 2147483647 h 642"/>
                <a:gd name="T54" fmla="*/ 2147483647 w 378"/>
                <a:gd name="T55" fmla="*/ 2147483647 h 642"/>
                <a:gd name="T56" fmla="*/ 2147483647 w 378"/>
                <a:gd name="T57" fmla="*/ 2147483647 h 642"/>
                <a:gd name="T58" fmla="*/ 2147483647 w 378"/>
                <a:gd name="T59" fmla="*/ 2147483647 h 642"/>
                <a:gd name="T60" fmla="*/ 2147483647 w 378"/>
                <a:gd name="T61" fmla="*/ 2147483647 h 642"/>
                <a:gd name="T62" fmla="*/ 2147483647 w 378"/>
                <a:gd name="T63" fmla="*/ 2147483647 h 642"/>
                <a:gd name="T64" fmla="*/ 2147483647 w 378"/>
                <a:gd name="T65" fmla="*/ 2147483647 h 642"/>
                <a:gd name="T66" fmla="*/ 2147483647 w 378"/>
                <a:gd name="T67" fmla="*/ 2147483647 h 642"/>
                <a:gd name="T68" fmla="*/ 2147483647 w 378"/>
                <a:gd name="T69" fmla="*/ 2147483647 h 642"/>
                <a:gd name="T70" fmla="*/ 2147483647 w 378"/>
                <a:gd name="T71" fmla="*/ 2147483647 h 642"/>
                <a:gd name="T72" fmla="*/ 2147483647 w 378"/>
                <a:gd name="T73" fmla="*/ 2147483647 h 642"/>
                <a:gd name="T74" fmla="*/ 2147483647 w 378"/>
                <a:gd name="T75" fmla="*/ 2147483647 h 642"/>
                <a:gd name="T76" fmla="*/ 2147483647 w 378"/>
                <a:gd name="T77" fmla="*/ 2147483647 h 642"/>
                <a:gd name="T78" fmla="*/ 2147483647 w 378"/>
                <a:gd name="T79" fmla="*/ 2147483647 h 642"/>
                <a:gd name="T80" fmla="*/ 2147483647 w 378"/>
                <a:gd name="T81" fmla="*/ 2147483647 h 642"/>
                <a:gd name="T82" fmla="*/ 2147483647 w 378"/>
                <a:gd name="T83" fmla="*/ 2147483647 h 642"/>
                <a:gd name="T84" fmla="*/ 2147483647 w 378"/>
                <a:gd name="T85" fmla="*/ 2147483647 h 642"/>
                <a:gd name="T86" fmla="*/ 2147483647 w 378"/>
                <a:gd name="T87" fmla="*/ 2147483647 h 642"/>
                <a:gd name="T88" fmla="*/ 2147483647 w 378"/>
                <a:gd name="T89" fmla="*/ 2147483647 h 642"/>
                <a:gd name="T90" fmla="*/ 2147483647 w 378"/>
                <a:gd name="T91" fmla="*/ 2147483647 h 642"/>
                <a:gd name="T92" fmla="*/ 2147483647 w 378"/>
                <a:gd name="T93" fmla="*/ 2147483647 h 642"/>
                <a:gd name="T94" fmla="*/ 2147483647 w 378"/>
                <a:gd name="T95" fmla="*/ 2147483647 h 642"/>
                <a:gd name="T96" fmla="*/ 2147483647 w 378"/>
                <a:gd name="T97" fmla="*/ 2147483647 h 642"/>
                <a:gd name="T98" fmla="*/ 2147483647 w 378"/>
                <a:gd name="T99" fmla="*/ 2147483647 h 642"/>
                <a:gd name="T100" fmla="*/ 2147483647 w 378"/>
                <a:gd name="T101" fmla="*/ 2147483647 h 642"/>
                <a:gd name="T102" fmla="*/ 2147483647 w 378"/>
                <a:gd name="T103" fmla="*/ 2147483647 h 642"/>
                <a:gd name="T104" fmla="*/ 2147483647 w 378"/>
                <a:gd name="T105" fmla="*/ 2147483647 h 642"/>
                <a:gd name="T106" fmla="*/ 2147483647 w 378"/>
                <a:gd name="T107" fmla="*/ 2147483647 h 642"/>
                <a:gd name="T108" fmla="*/ 2147483647 w 378"/>
                <a:gd name="T109" fmla="*/ 2147483647 h 642"/>
                <a:gd name="T110" fmla="*/ 2147483647 w 378"/>
                <a:gd name="T111" fmla="*/ 2147483647 h 64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378"/>
                <a:gd name="T169" fmla="*/ 0 h 642"/>
                <a:gd name="T170" fmla="*/ 378 w 378"/>
                <a:gd name="T171" fmla="*/ 642 h 642"/>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378" h="642">
                  <a:moveTo>
                    <a:pt x="286" y="641"/>
                  </a:moveTo>
                  <a:lnTo>
                    <a:pt x="287" y="625"/>
                  </a:lnTo>
                  <a:lnTo>
                    <a:pt x="286" y="621"/>
                  </a:lnTo>
                  <a:lnTo>
                    <a:pt x="284" y="620"/>
                  </a:lnTo>
                  <a:lnTo>
                    <a:pt x="284" y="612"/>
                  </a:lnTo>
                  <a:lnTo>
                    <a:pt x="285" y="611"/>
                  </a:lnTo>
                  <a:lnTo>
                    <a:pt x="285" y="598"/>
                  </a:lnTo>
                  <a:lnTo>
                    <a:pt x="283" y="596"/>
                  </a:lnTo>
                  <a:lnTo>
                    <a:pt x="281" y="596"/>
                  </a:lnTo>
                  <a:lnTo>
                    <a:pt x="279" y="594"/>
                  </a:lnTo>
                  <a:lnTo>
                    <a:pt x="279" y="592"/>
                  </a:lnTo>
                  <a:lnTo>
                    <a:pt x="278" y="591"/>
                  </a:lnTo>
                  <a:lnTo>
                    <a:pt x="277" y="581"/>
                  </a:lnTo>
                  <a:lnTo>
                    <a:pt x="281" y="577"/>
                  </a:lnTo>
                  <a:lnTo>
                    <a:pt x="281" y="573"/>
                  </a:lnTo>
                  <a:lnTo>
                    <a:pt x="286" y="566"/>
                  </a:lnTo>
                  <a:lnTo>
                    <a:pt x="292" y="566"/>
                  </a:lnTo>
                  <a:lnTo>
                    <a:pt x="294" y="568"/>
                  </a:lnTo>
                  <a:lnTo>
                    <a:pt x="300" y="567"/>
                  </a:lnTo>
                  <a:lnTo>
                    <a:pt x="304" y="566"/>
                  </a:lnTo>
                  <a:lnTo>
                    <a:pt x="305" y="567"/>
                  </a:lnTo>
                  <a:lnTo>
                    <a:pt x="308" y="567"/>
                  </a:lnTo>
                  <a:lnTo>
                    <a:pt x="311" y="570"/>
                  </a:lnTo>
                  <a:lnTo>
                    <a:pt x="315" y="568"/>
                  </a:lnTo>
                  <a:lnTo>
                    <a:pt x="316" y="565"/>
                  </a:lnTo>
                  <a:lnTo>
                    <a:pt x="318" y="563"/>
                  </a:lnTo>
                  <a:lnTo>
                    <a:pt x="321" y="565"/>
                  </a:lnTo>
                  <a:lnTo>
                    <a:pt x="324" y="564"/>
                  </a:lnTo>
                  <a:lnTo>
                    <a:pt x="324" y="558"/>
                  </a:lnTo>
                  <a:lnTo>
                    <a:pt x="322" y="558"/>
                  </a:lnTo>
                  <a:lnTo>
                    <a:pt x="322" y="550"/>
                  </a:lnTo>
                  <a:lnTo>
                    <a:pt x="321" y="550"/>
                  </a:lnTo>
                  <a:lnTo>
                    <a:pt x="321" y="546"/>
                  </a:lnTo>
                  <a:lnTo>
                    <a:pt x="314" y="541"/>
                  </a:lnTo>
                  <a:lnTo>
                    <a:pt x="311" y="541"/>
                  </a:lnTo>
                  <a:lnTo>
                    <a:pt x="311" y="540"/>
                  </a:lnTo>
                  <a:lnTo>
                    <a:pt x="305" y="540"/>
                  </a:lnTo>
                  <a:lnTo>
                    <a:pt x="304" y="539"/>
                  </a:lnTo>
                  <a:lnTo>
                    <a:pt x="295" y="539"/>
                  </a:lnTo>
                  <a:lnTo>
                    <a:pt x="294" y="537"/>
                  </a:lnTo>
                  <a:lnTo>
                    <a:pt x="296" y="536"/>
                  </a:lnTo>
                  <a:lnTo>
                    <a:pt x="295" y="526"/>
                  </a:lnTo>
                  <a:lnTo>
                    <a:pt x="291" y="523"/>
                  </a:lnTo>
                  <a:lnTo>
                    <a:pt x="289" y="523"/>
                  </a:lnTo>
                  <a:lnTo>
                    <a:pt x="288" y="522"/>
                  </a:lnTo>
                  <a:lnTo>
                    <a:pt x="278" y="523"/>
                  </a:lnTo>
                  <a:lnTo>
                    <a:pt x="275" y="521"/>
                  </a:lnTo>
                  <a:lnTo>
                    <a:pt x="274" y="521"/>
                  </a:lnTo>
                  <a:lnTo>
                    <a:pt x="273" y="519"/>
                  </a:lnTo>
                  <a:lnTo>
                    <a:pt x="277" y="514"/>
                  </a:lnTo>
                  <a:lnTo>
                    <a:pt x="281" y="515"/>
                  </a:lnTo>
                  <a:lnTo>
                    <a:pt x="282" y="513"/>
                  </a:lnTo>
                  <a:lnTo>
                    <a:pt x="291" y="513"/>
                  </a:lnTo>
                  <a:lnTo>
                    <a:pt x="292" y="514"/>
                  </a:lnTo>
                  <a:lnTo>
                    <a:pt x="295" y="514"/>
                  </a:lnTo>
                  <a:lnTo>
                    <a:pt x="297" y="513"/>
                  </a:lnTo>
                  <a:lnTo>
                    <a:pt x="299" y="513"/>
                  </a:lnTo>
                  <a:lnTo>
                    <a:pt x="301" y="514"/>
                  </a:lnTo>
                  <a:lnTo>
                    <a:pt x="303" y="514"/>
                  </a:lnTo>
                  <a:lnTo>
                    <a:pt x="304" y="515"/>
                  </a:lnTo>
                  <a:lnTo>
                    <a:pt x="308" y="515"/>
                  </a:lnTo>
                  <a:lnTo>
                    <a:pt x="309" y="516"/>
                  </a:lnTo>
                  <a:lnTo>
                    <a:pt x="321" y="516"/>
                  </a:lnTo>
                  <a:lnTo>
                    <a:pt x="323" y="518"/>
                  </a:lnTo>
                  <a:lnTo>
                    <a:pt x="341" y="516"/>
                  </a:lnTo>
                  <a:lnTo>
                    <a:pt x="345" y="511"/>
                  </a:lnTo>
                  <a:lnTo>
                    <a:pt x="346" y="511"/>
                  </a:lnTo>
                  <a:lnTo>
                    <a:pt x="348" y="516"/>
                  </a:lnTo>
                  <a:lnTo>
                    <a:pt x="347" y="517"/>
                  </a:lnTo>
                  <a:lnTo>
                    <a:pt x="349" y="519"/>
                  </a:lnTo>
                  <a:lnTo>
                    <a:pt x="353" y="519"/>
                  </a:lnTo>
                  <a:lnTo>
                    <a:pt x="356" y="521"/>
                  </a:lnTo>
                  <a:lnTo>
                    <a:pt x="357" y="521"/>
                  </a:lnTo>
                  <a:lnTo>
                    <a:pt x="360" y="518"/>
                  </a:lnTo>
                  <a:lnTo>
                    <a:pt x="363" y="518"/>
                  </a:lnTo>
                  <a:lnTo>
                    <a:pt x="366" y="513"/>
                  </a:lnTo>
                  <a:lnTo>
                    <a:pt x="370" y="512"/>
                  </a:lnTo>
                  <a:lnTo>
                    <a:pt x="374" y="509"/>
                  </a:lnTo>
                  <a:lnTo>
                    <a:pt x="376" y="508"/>
                  </a:lnTo>
                  <a:lnTo>
                    <a:pt x="376" y="501"/>
                  </a:lnTo>
                  <a:lnTo>
                    <a:pt x="377" y="500"/>
                  </a:lnTo>
                  <a:lnTo>
                    <a:pt x="376" y="489"/>
                  </a:lnTo>
                  <a:lnTo>
                    <a:pt x="378" y="487"/>
                  </a:lnTo>
                  <a:lnTo>
                    <a:pt x="376" y="486"/>
                  </a:lnTo>
                  <a:lnTo>
                    <a:pt x="376" y="483"/>
                  </a:lnTo>
                  <a:lnTo>
                    <a:pt x="362" y="472"/>
                  </a:lnTo>
                  <a:lnTo>
                    <a:pt x="359" y="465"/>
                  </a:lnTo>
                  <a:lnTo>
                    <a:pt x="357" y="463"/>
                  </a:lnTo>
                  <a:lnTo>
                    <a:pt x="349" y="460"/>
                  </a:lnTo>
                  <a:lnTo>
                    <a:pt x="352" y="456"/>
                  </a:lnTo>
                  <a:lnTo>
                    <a:pt x="352" y="454"/>
                  </a:lnTo>
                  <a:lnTo>
                    <a:pt x="350" y="453"/>
                  </a:lnTo>
                  <a:lnTo>
                    <a:pt x="348" y="444"/>
                  </a:lnTo>
                  <a:lnTo>
                    <a:pt x="347" y="443"/>
                  </a:lnTo>
                  <a:lnTo>
                    <a:pt x="347" y="438"/>
                  </a:lnTo>
                  <a:lnTo>
                    <a:pt x="345" y="436"/>
                  </a:lnTo>
                  <a:lnTo>
                    <a:pt x="343" y="436"/>
                  </a:lnTo>
                  <a:lnTo>
                    <a:pt x="340" y="433"/>
                  </a:lnTo>
                  <a:lnTo>
                    <a:pt x="336" y="432"/>
                  </a:lnTo>
                  <a:lnTo>
                    <a:pt x="338" y="427"/>
                  </a:lnTo>
                  <a:lnTo>
                    <a:pt x="339" y="421"/>
                  </a:lnTo>
                  <a:lnTo>
                    <a:pt x="329" y="417"/>
                  </a:lnTo>
                  <a:lnTo>
                    <a:pt x="329" y="415"/>
                  </a:lnTo>
                  <a:lnTo>
                    <a:pt x="328" y="414"/>
                  </a:lnTo>
                  <a:lnTo>
                    <a:pt x="326" y="409"/>
                  </a:lnTo>
                  <a:lnTo>
                    <a:pt x="321" y="406"/>
                  </a:lnTo>
                  <a:lnTo>
                    <a:pt x="318" y="402"/>
                  </a:lnTo>
                  <a:lnTo>
                    <a:pt x="316" y="373"/>
                  </a:lnTo>
                  <a:lnTo>
                    <a:pt x="319" y="370"/>
                  </a:lnTo>
                  <a:lnTo>
                    <a:pt x="319" y="367"/>
                  </a:lnTo>
                  <a:lnTo>
                    <a:pt x="321" y="363"/>
                  </a:lnTo>
                  <a:lnTo>
                    <a:pt x="321" y="360"/>
                  </a:lnTo>
                  <a:lnTo>
                    <a:pt x="323" y="356"/>
                  </a:lnTo>
                  <a:lnTo>
                    <a:pt x="323" y="352"/>
                  </a:lnTo>
                  <a:lnTo>
                    <a:pt x="326" y="348"/>
                  </a:lnTo>
                  <a:lnTo>
                    <a:pt x="327" y="342"/>
                  </a:lnTo>
                  <a:lnTo>
                    <a:pt x="328" y="341"/>
                  </a:lnTo>
                  <a:lnTo>
                    <a:pt x="329" y="336"/>
                  </a:lnTo>
                  <a:lnTo>
                    <a:pt x="331" y="336"/>
                  </a:lnTo>
                  <a:lnTo>
                    <a:pt x="330" y="332"/>
                  </a:lnTo>
                  <a:lnTo>
                    <a:pt x="335" y="325"/>
                  </a:lnTo>
                  <a:lnTo>
                    <a:pt x="331" y="306"/>
                  </a:lnTo>
                  <a:lnTo>
                    <a:pt x="330" y="302"/>
                  </a:lnTo>
                  <a:lnTo>
                    <a:pt x="327" y="297"/>
                  </a:lnTo>
                  <a:lnTo>
                    <a:pt x="325" y="287"/>
                  </a:lnTo>
                  <a:lnTo>
                    <a:pt x="324" y="286"/>
                  </a:lnTo>
                  <a:lnTo>
                    <a:pt x="323" y="244"/>
                  </a:lnTo>
                  <a:lnTo>
                    <a:pt x="319" y="239"/>
                  </a:lnTo>
                  <a:lnTo>
                    <a:pt x="317" y="210"/>
                  </a:lnTo>
                  <a:lnTo>
                    <a:pt x="322" y="203"/>
                  </a:lnTo>
                  <a:lnTo>
                    <a:pt x="322" y="201"/>
                  </a:lnTo>
                  <a:lnTo>
                    <a:pt x="326" y="197"/>
                  </a:lnTo>
                  <a:lnTo>
                    <a:pt x="329" y="190"/>
                  </a:lnTo>
                  <a:lnTo>
                    <a:pt x="331" y="189"/>
                  </a:lnTo>
                  <a:lnTo>
                    <a:pt x="329" y="175"/>
                  </a:lnTo>
                  <a:lnTo>
                    <a:pt x="336" y="166"/>
                  </a:lnTo>
                  <a:lnTo>
                    <a:pt x="336" y="163"/>
                  </a:lnTo>
                  <a:lnTo>
                    <a:pt x="338" y="160"/>
                  </a:lnTo>
                  <a:lnTo>
                    <a:pt x="338" y="158"/>
                  </a:lnTo>
                  <a:lnTo>
                    <a:pt x="336" y="157"/>
                  </a:lnTo>
                  <a:lnTo>
                    <a:pt x="334" y="153"/>
                  </a:lnTo>
                  <a:lnTo>
                    <a:pt x="333" y="152"/>
                  </a:lnTo>
                  <a:lnTo>
                    <a:pt x="332" y="149"/>
                  </a:lnTo>
                  <a:lnTo>
                    <a:pt x="320" y="135"/>
                  </a:lnTo>
                  <a:lnTo>
                    <a:pt x="319" y="127"/>
                  </a:lnTo>
                  <a:lnTo>
                    <a:pt x="318" y="125"/>
                  </a:lnTo>
                  <a:lnTo>
                    <a:pt x="317" y="114"/>
                  </a:lnTo>
                  <a:lnTo>
                    <a:pt x="321" y="106"/>
                  </a:lnTo>
                  <a:lnTo>
                    <a:pt x="329" y="100"/>
                  </a:lnTo>
                  <a:lnTo>
                    <a:pt x="334" y="91"/>
                  </a:lnTo>
                  <a:lnTo>
                    <a:pt x="337" y="91"/>
                  </a:lnTo>
                  <a:lnTo>
                    <a:pt x="340" y="87"/>
                  </a:lnTo>
                  <a:lnTo>
                    <a:pt x="339" y="80"/>
                  </a:lnTo>
                  <a:lnTo>
                    <a:pt x="340" y="78"/>
                  </a:lnTo>
                  <a:lnTo>
                    <a:pt x="339" y="74"/>
                  </a:lnTo>
                  <a:lnTo>
                    <a:pt x="345" y="71"/>
                  </a:lnTo>
                  <a:lnTo>
                    <a:pt x="345" y="68"/>
                  </a:lnTo>
                  <a:lnTo>
                    <a:pt x="346" y="67"/>
                  </a:lnTo>
                  <a:lnTo>
                    <a:pt x="346" y="63"/>
                  </a:lnTo>
                  <a:lnTo>
                    <a:pt x="348" y="60"/>
                  </a:lnTo>
                  <a:lnTo>
                    <a:pt x="348" y="50"/>
                  </a:lnTo>
                  <a:lnTo>
                    <a:pt x="350" y="48"/>
                  </a:lnTo>
                  <a:lnTo>
                    <a:pt x="350" y="46"/>
                  </a:lnTo>
                  <a:lnTo>
                    <a:pt x="354" y="42"/>
                  </a:lnTo>
                  <a:lnTo>
                    <a:pt x="355" y="37"/>
                  </a:lnTo>
                  <a:lnTo>
                    <a:pt x="356" y="37"/>
                  </a:lnTo>
                  <a:lnTo>
                    <a:pt x="356" y="32"/>
                  </a:lnTo>
                  <a:lnTo>
                    <a:pt x="357" y="31"/>
                  </a:lnTo>
                  <a:lnTo>
                    <a:pt x="357" y="24"/>
                  </a:lnTo>
                  <a:lnTo>
                    <a:pt x="353" y="20"/>
                  </a:lnTo>
                  <a:lnTo>
                    <a:pt x="352" y="15"/>
                  </a:lnTo>
                  <a:lnTo>
                    <a:pt x="352" y="6"/>
                  </a:lnTo>
                  <a:lnTo>
                    <a:pt x="352" y="2"/>
                  </a:lnTo>
                  <a:lnTo>
                    <a:pt x="350" y="0"/>
                  </a:lnTo>
                  <a:lnTo>
                    <a:pt x="346" y="1"/>
                  </a:lnTo>
                  <a:lnTo>
                    <a:pt x="344" y="2"/>
                  </a:lnTo>
                  <a:lnTo>
                    <a:pt x="340" y="3"/>
                  </a:lnTo>
                  <a:lnTo>
                    <a:pt x="339" y="2"/>
                  </a:lnTo>
                  <a:lnTo>
                    <a:pt x="338" y="4"/>
                  </a:lnTo>
                  <a:lnTo>
                    <a:pt x="334" y="5"/>
                  </a:lnTo>
                  <a:lnTo>
                    <a:pt x="331" y="10"/>
                  </a:lnTo>
                  <a:lnTo>
                    <a:pt x="331" y="11"/>
                  </a:lnTo>
                  <a:lnTo>
                    <a:pt x="328" y="13"/>
                  </a:lnTo>
                  <a:lnTo>
                    <a:pt x="324" y="24"/>
                  </a:lnTo>
                  <a:lnTo>
                    <a:pt x="318" y="20"/>
                  </a:lnTo>
                  <a:lnTo>
                    <a:pt x="312" y="17"/>
                  </a:lnTo>
                  <a:lnTo>
                    <a:pt x="308" y="17"/>
                  </a:lnTo>
                  <a:lnTo>
                    <a:pt x="304" y="22"/>
                  </a:lnTo>
                  <a:lnTo>
                    <a:pt x="299" y="17"/>
                  </a:lnTo>
                  <a:lnTo>
                    <a:pt x="298" y="15"/>
                  </a:lnTo>
                  <a:lnTo>
                    <a:pt x="296" y="13"/>
                  </a:lnTo>
                  <a:lnTo>
                    <a:pt x="289" y="13"/>
                  </a:lnTo>
                  <a:lnTo>
                    <a:pt x="285" y="17"/>
                  </a:lnTo>
                  <a:lnTo>
                    <a:pt x="285" y="19"/>
                  </a:lnTo>
                  <a:lnTo>
                    <a:pt x="291" y="23"/>
                  </a:lnTo>
                  <a:lnTo>
                    <a:pt x="292" y="27"/>
                  </a:lnTo>
                  <a:lnTo>
                    <a:pt x="289" y="29"/>
                  </a:lnTo>
                  <a:lnTo>
                    <a:pt x="287" y="31"/>
                  </a:lnTo>
                  <a:lnTo>
                    <a:pt x="284" y="30"/>
                  </a:lnTo>
                  <a:lnTo>
                    <a:pt x="281" y="30"/>
                  </a:lnTo>
                  <a:lnTo>
                    <a:pt x="278" y="29"/>
                  </a:lnTo>
                  <a:lnTo>
                    <a:pt x="274" y="30"/>
                  </a:lnTo>
                  <a:lnTo>
                    <a:pt x="274" y="33"/>
                  </a:lnTo>
                  <a:lnTo>
                    <a:pt x="275" y="34"/>
                  </a:lnTo>
                  <a:lnTo>
                    <a:pt x="276" y="39"/>
                  </a:lnTo>
                  <a:lnTo>
                    <a:pt x="264" y="47"/>
                  </a:lnTo>
                  <a:lnTo>
                    <a:pt x="262" y="54"/>
                  </a:lnTo>
                  <a:lnTo>
                    <a:pt x="263" y="56"/>
                  </a:lnTo>
                  <a:lnTo>
                    <a:pt x="261" y="58"/>
                  </a:lnTo>
                  <a:lnTo>
                    <a:pt x="261" y="59"/>
                  </a:lnTo>
                  <a:lnTo>
                    <a:pt x="257" y="60"/>
                  </a:lnTo>
                  <a:lnTo>
                    <a:pt x="253" y="67"/>
                  </a:lnTo>
                  <a:lnTo>
                    <a:pt x="248" y="67"/>
                  </a:lnTo>
                  <a:lnTo>
                    <a:pt x="243" y="73"/>
                  </a:lnTo>
                  <a:lnTo>
                    <a:pt x="243" y="75"/>
                  </a:lnTo>
                  <a:lnTo>
                    <a:pt x="239" y="78"/>
                  </a:lnTo>
                  <a:lnTo>
                    <a:pt x="239" y="81"/>
                  </a:lnTo>
                  <a:lnTo>
                    <a:pt x="232" y="88"/>
                  </a:lnTo>
                  <a:lnTo>
                    <a:pt x="228" y="96"/>
                  </a:lnTo>
                  <a:lnTo>
                    <a:pt x="221" y="107"/>
                  </a:lnTo>
                  <a:lnTo>
                    <a:pt x="219" y="111"/>
                  </a:lnTo>
                  <a:lnTo>
                    <a:pt x="217" y="114"/>
                  </a:lnTo>
                  <a:lnTo>
                    <a:pt x="218" y="125"/>
                  </a:lnTo>
                  <a:lnTo>
                    <a:pt x="225" y="133"/>
                  </a:lnTo>
                  <a:lnTo>
                    <a:pt x="220" y="134"/>
                  </a:lnTo>
                  <a:lnTo>
                    <a:pt x="219" y="133"/>
                  </a:lnTo>
                  <a:lnTo>
                    <a:pt x="215" y="133"/>
                  </a:lnTo>
                  <a:lnTo>
                    <a:pt x="213" y="132"/>
                  </a:lnTo>
                  <a:lnTo>
                    <a:pt x="209" y="132"/>
                  </a:lnTo>
                  <a:lnTo>
                    <a:pt x="207" y="133"/>
                  </a:lnTo>
                  <a:lnTo>
                    <a:pt x="208" y="139"/>
                  </a:lnTo>
                  <a:lnTo>
                    <a:pt x="209" y="141"/>
                  </a:lnTo>
                  <a:lnTo>
                    <a:pt x="210" y="157"/>
                  </a:lnTo>
                  <a:lnTo>
                    <a:pt x="211" y="162"/>
                  </a:lnTo>
                  <a:lnTo>
                    <a:pt x="202" y="163"/>
                  </a:lnTo>
                  <a:lnTo>
                    <a:pt x="194" y="160"/>
                  </a:lnTo>
                  <a:lnTo>
                    <a:pt x="184" y="160"/>
                  </a:lnTo>
                  <a:lnTo>
                    <a:pt x="178" y="165"/>
                  </a:lnTo>
                  <a:lnTo>
                    <a:pt x="168" y="165"/>
                  </a:lnTo>
                  <a:lnTo>
                    <a:pt x="160" y="156"/>
                  </a:lnTo>
                  <a:lnTo>
                    <a:pt x="155" y="155"/>
                  </a:lnTo>
                  <a:lnTo>
                    <a:pt x="152" y="152"/>
                  </a:lnTo>
                  <a:lnTo>
                    <a:pt x="149" y="153"/>
                  </a:lnTo>
                  <a:lnTo>
                    <a:pt x="145" y="150"/>
                  </a:lnTo>
                  <a:lnTo>
                    <a:pt x="142" y="150"/>
                  </a:lnTo>
                  <a:lnTo>
                    <a:pt x="120" y="170"/>
                  </a:lnTo>
                  <a:lnTo>
                    <a:pt x="120" y="172"/>
                  </a:lnTo>
                  <a:lnTo>
                    <a:pt x="119" y="172"/>
                  </a:lnTo>
                  <a:lnTo>
                    <a:pt x="121" y="178"/>
                  </a:lnTo>
                  <a:lnTo>
                    <a:pt x="117" y="182"/>
                  </a:lnTo>
                  <a:lnTo>
                    <a:pt x="117" y="189"/>
                  </a:lnTo>
                  <a:lnTo>
                    <a:pt x="116" y="190"/>
                  </a:lnTo>
                  <a:lnTo>
                    <a:pt x="116" y="195"/>
                  </a:lnTo>
                  <a:lnTo>
                    <a:pt x="118" y="197"/>
                  </a:lnTo>
                  <a:lnTo>
                    <a:pt x="118" y="205"/>
                  </a:lnTo>
                  <a:lnTo>
                    <a:pt x="117" y="206"/>
                  </a:lnTo>
                  <a:lnTo>
                    <a:pt x="118" y="224"/>
                  </a:lnTo>
                  <a:lnTo>
                    <a:pt x="125" y="227"/>
                  </a:lnTo>
                  <a:lnTo>
                    <a:pt x="129" y="230"/>
                  </a:lnTo>
                  <a:lnTo>
                    <a:pt x="131" y="230"/>
                  </a:lnTo>
                  <a:lnTo>
                    <a:pt x="132" y="231"/>
                  </a:lnTo>
                  <a:lnTo>
                    <a:pt x="140" y="232"/>
                  </a:lnTo>
                  <a:lnTo>
                    <a:pt x="141" y="233"/>
                  </a:lnTo>
                  <a:lnTo>
                    <a:pt x="142" y="232"/>
                  </a:lnTo>
                  <a:lnTo>
                    <a:pt x="144" y="234"/>
                  </a:lnTo>
                  <a:lnTo>
                    <a:pt x="147" y="234"/>
                  </a:lnTo>
                  <a:lnTo>
                    <a:pt x="150" y="237"/>
                  </a:lnTo>
                  <a:lnTo>
                    <a:pt x="153" y="236"/>
                  </a:lnTo>
                  <a:lnTo>
                    <a:pt x="155" y="239"/>
                  </a:lnTo>
                  <a:lnTo>
                    <a:pt x="169" y="248"/>
                  </a:lnTo>
                  <a:lnTo>
                    <a:pt x="174" y="249"/>
                  </a:lnTo>
                  <a:lnTo>
                    <a:pt x="176" y="250"/>
                  </a:lnTo>
                  <a:lnTo>
                    <a:pt x="178" y="250"/>
                  </a:lnTo>
                  <a:lnTo>
                    <a:pt x="183" y="254"/>
                  </a:lnTo>
                  <a:lnTo>
                    <a:pt x="187" y="255"/>
                  </a:lnTo>
                  <a:lnTo>
                    <a:pt x="194" y="260"/>
                  </a:lnTo>
                  <a:lnTo>
                    <a:pt x="199" y="261"/>
                  </a:lnTo>
                  <a:lnTo>
                    <a:pt x="203" y="263"/>
                  </a:lnTo>
                  <a:lnTo>
                    <a:pt x="207" y="263"/>
                  </a:lnTo>
                  <a:lnTo>
                    <a:pt x="211" y="266"/>
                  </a:lnTo>
                  <a:lnTo>
                    <a:pt x="211" y="276"/>
                  </a:lnTo>
                  <a:lnTo>
                    <a:pt x="210" y="278"/>
                  </a:lnTo>
                  <a:lnTo>
                    <a:pt x="211" y="295"/>
                  </a:lnTo>
                  <a:lnTo>
                    <a:pt x="210" y="297"/>
                  </a:lnTo>
                  <a:lnTo>
                    <a:pt x="210" y="299"/>
                  </a:lnTo>
                  <a:lnTo>
                    <a:pt x="206" y="302"/>
                  </a:lnTo>
                  <a:lnTo>
                    <a:pt x="204" y="305"/>
                  </a:lnTo>
                  <a:lnTo>
                    <a:pt x="202" y="305"/>
                  </a:lnTo>
                  <a:lnTo>
                    <a:pt x="200" y="308"/>
                  </a:lnTo>
                  <a:lnTo>
                    <a:pt x="200" y="322"/>
                  </a:lnTo>
                  <a:lnTo>
                    <a:pt x="202" y="322"/>
                  </a:lnTo>
                  <a:lnTo>
                    <a:pt x="202" y="327"/>
                  </a:lnTo>
                  <a:lnTo>
                    <a:pt x="205" y="332"/>
                  </a:lnTo>
                  <a:lnTo>
                    <a:pt x="205" y="336"/>
                  </a:lnTo>
                  <a:lnTo>
                    <a:pt x="208" y="341"/>
                  </a:lnTo>
                  <a:lnTo>
                    <a:pt x="209" y="350"/>
                  </a:lnTo>
                  <a:lnTo>
                    <a:pt x="203" y="355"/>
                  </a:lnTo>
                  <a:lnTo>
                    <a:pt x="180" y="356"/>
                  </a:lnTo>
                  <a:lnTo>
                    <a:pt x="179" y="357"/>
                  </a:lnTo>
                  <a:lnTo>
                    <a:pt x="170" y="358"/>
                  </a:lnTo>
                  <a:lnTo>
                    <a:pt x="169" y="359"/>
                  </a:lnTo>
                  <a:lnTo>
                    <a:pt x="157" y="360"/>
                  </a:lnTo>
                  <a:lnTo>
                    <a:pt x="156" y="358"/>
                  </a:lnTo>
                  <a:lnTo>
                    <a:pt x="153" y="358"/>
                  </a:lnTo>
                  <a:lnTo>
                    <a:pt x="146" y="361"/>
                  </a:lnTo>
                  <a:lnTo>
                    <a:pt x="156" y="376"/>
                  </a:lnTo>
                  <a:lnTo>
                    <a:pt x="156" y="381"/>
                  </a:lnTo>
                  <a:lnTo>
                    <a:pt x="154" y="383"/>
                  </a:lnTo>
                  <a:lnTo>
                    <a:pt x="143" y="383"/>
                  </a:lnTo>
                  <a:lnTo>
                    <a:pt x="142" y="384"/>
                  </a:lnTo>
                  <a:lnTo>
                    <a:pt x="127" y="385"/>
                  </a:lnTo>
                  <a:lnTo>
                    <a:pt x="126" y="386"/>
                  </a:lnTo>
                  <a:lnTo>
                    <a:pt x="119" y="387"/>
                  </a:lnTo>
                  <a:lnTo>
                    <a:pt x="118" y="388"/>
                  </a:lnTo>
                  <a:lnTo>
                    <a:pt x="115" y="388"/>
                  </a:lnTo>
                  <a:lnTo>
                    <a:pt x="109" y="382"/>
                  </a:lnTo>
                  <a:lnTo>
                    <a:pt x="104" y="379"/>
                  </a:lnTo>
                  <a:lnTo>
                    <a:pt x="95" y="372"/>
                  </a:lnTo>
                  <a:lnTo>
                    <a:pt x="70" y="374"/>
                  </a:lnTo>
                  <a:lnTo>
                    <a:pt x="67" y="377"/>
                  </a:lnTo>
                  <a:lnTo>
                    <a:pt x="64" y="380"/>
                  </a:lnTo>
                  <a:lnTo>
                    <a:pt x="65" y="387"/>
                  </a:lnTo>
                  <a:lnTo>
                    <a:pt x="70" y="393"/>
                  </a:lnTo>
                  <a:lnTo>
                    <a:pt x="64" y="406"/>
                  </a:lnTo>
                  <a:lnTo>
                    <a:pt x="59" y="410"/>
                  </a:lnTo>
                  <a:lnTo>
                    <a:pt x="59" y="412"/>
                  </a:lnTo>
                  <a:lnTo>
                    <a:pt x="56" y="416"/>
                  </a:lnTo>
                  <a:lnTo>
                    <a:pt x="57" y="422"/>
                  </a:lnTo>
                  <a:lnTo>
                    <a:pt x="60" y="422"/>
                  </a:lnTo>
                  <a:lnTo>
                    <a:pt x="62" y="423"/>
                  </a:lnTo>
                  <a:lnTo>
                    <a:pt x="65" y="423"/>
                  </a:lnTo>
                  <a:lnTo>
                    <a:pt x="67" y="424"/>
                  </a:lnTo>
                  <a:lnTo>
                    <a:pt x="73" y="426"/>
                  </a:lnTo>
                  <a:lnTo>
                    <a:pt x="82" y="434"/>
                  </a:lnTo>
                  <a:lnTo>
                    <a:pt x="82" y="436"/>
                  </a:lnTo>
                  <a:lnTo>
                    <a:pt x="80" y="438"/>
                  </a:lnTo>
                  <a:lnTo>
                    <a:pt x="73" y="438"/>
                  </a:lnTo>
                  <a:lnTo>
                    <a:pt x="73" y="442"/>
                  </a:lnTo>
                  <a:lnTo>
                    <a:pt x="68" y="452"/>
                  </a:lnTo>
                  <a:lnTo>
                    <a:pt x="67" y="458"/>
                  </a:lnTo>
                  <a:lnTo>
                    <a:pt x="65" y="459"/>
                  </a:lnTo>
                  <a:lnTo>
                    <a:pt x="67" y="480"/>
                  </a:lnTo>
                  <a:lnTo>
                    <a:pt x="71" y="486"/>
                  </a:lnTo>
                  <a:lnTo>
                    <a:pt x="71" y="489"/>
                  </a:lnTo>
                  <a:lnTo>
                    <a:pt x="71" y="498"/>
                  </a:lnTo>
                  <a:lnTo>
                    <a:pt x="70" y="496"/>
                  </a:lnTo>
                  <a:lnTo>
                    <a:pt x="68" y="496"/>
                  </a:lnTo>
                  <a:lnTo>
                    <a:pt x="65" y="494"/>
                  </a:lnTo>
                  <a:lnTo>
                    <a:pt x="55" y="494"/>
                  </a:lnTo>
                  <a:lnTo>
                    <a:pt x="49" y="497"/>
                  </a:lnTo>
                  <a:lnTo>
                    <a:pt x="43" y="492"/>
                  </a:lnTo>
                  <a:lnTo>
                    <a:pt x="34" y="493"/>
                  </a:lnTo>
                  <a:lnTo>
                    <a:pt x="31" y="496"/>
                  </a:lnTo>
                  <a:lnTo>
                    <a:pt x="29" y="501"/>
                  </a:lnTo>
                  <a:lnTo>
                    <a:pt x="24" y="507"/>
                  </a:lnTo>
                  <a:lnTo>
                    <a:pt x="22" y="508"/>
                  </a:lnTo>
                  <a:lnTo>
                    <a:pt x="17" y="514"/>
                  </a:lnTo>
                  <a:lnTo>
                    <a:pt x="17" y="516"/>
                  </a:lnTo>
                  <a:lnTo>
                    <a:pt x="20" y="521"/>
                  </a:lnTo>
                  <a:lnTo>
                    <a:pt x="23" y="524"/>
                  </a:lnTo>
                  <a:lnTo>
                    <a:pt x="29" y="526"/>
                  </a:lnTo>
                  <a:lnTo>
                    <a:pt x="31" y="528"/>
                  </a:lnTo>
                  <a:lnTo>
                    <a:pt x="29" y="535"/>
                  </a:lnTo>
                  <a:lnTo>
                    <a:pt x="29" y="544"/>
                  </a:lnTo>
                  <a:lnTo>
                    <a:pt x="27" y="545"/>
                  </a:lnTo>
                  <a:lnTo>
                    <a:pt x="26" y="547"/>
                  </a:lnTo>
                  <a:lnTo>
                    <a:pt x="24" y="547"/>
                  </a:lnTo>
                  <a:lnTo>
                    <a:pt x="23" y="548"/>
                  </a:lnTo>
                  <a:lnTo>
                    <a:pt x="21" y="548"/>
                  </a:lnTo>
                  <a:lnTo>
                    <a:pt x="21" y="550"/>
                  </a:lnTo>
                  <a:lnTo>
                    <a:pt x="15" y="551"/>
                  </a:lnTo>
                  <a:lnTo>
                    <a:pt x="13" y="550"/>
                  </a:lnTo>
                  <a:lnTo>
                    <a:pt x="9" y="550"/>
                  </a:lnTo>
                  <a:lnTo>
                    <a:pt x="7" y="549"/>
                  </a:lnTo>
                  <a:lnTo>
                    <a:pt x="2" y="549"/>
                  </a:lnTo>
                  <a:lnTo>
                    <a:pt x="0" y="555"/>
                  </a:lnTo>
                  <a:lnTo>
                    <a:pt x="9" y="564"/>
                  </a:lnTo>
                  <a:lnTo>
                    <a:pt x="9" y="565"/>
                  </a:lnTo>
                  <a:lnTo>
                    <a:pt x="12" y="567"/>
                  </a:lnTo>
                  <a:lnTo>
                    <a:pt x="17" y="565"/>
                  </a:lnTo>
                  <a:lnTo>
                    <a:pt x="18" y="563"/>
                  </a:lnTo>
                  <a:lnTo>
                    <a:pt x="20" y="563"/>
                  </a:lnTo>
                  <a:lnTo>
                    <a:pt x="26" y="557"/>
                  </a:lnTo>
                  <a:lnTo>
                    <a:pt x="40" y="557"/>
                  </a:lnTo>
                  <a:lnTo>
                    <a:pt x="41" y="555"/>
                  </a:lnTo>
                  <a:lnTo>
                    <a:pt x="43" y="555"/>
                  </a:lnTo>
                  <a:lnTo>
                    <a:pt x="46" y="558"/>
                  </a:lnTo>
                  <a:lnTo>
                    <a:pt x="48" y="568"/>
                  </a:lnTo>
                  <a:lnTo>
                    <a:pt x="50" y="569"/>
                  </a:lnTo>
                  <a:lnTo>
                    <a:pt x="59" y="569"/>
                  </a:lnTo>
                  <a:lnTo>
                    <a:pt x="64" y="573"/>
                  </a:lnTo>
                  <a:lnTo>
                    <a:pt x="67" y="573"/>
                  </a:lnTo>
                  <a:lnTo>
                    <a:pt x="72" y="568"/>
                  </a:lnTo>
                  <a:lnTo>
                    <a:pt x="75" y="568"/>
                  </a:lnTo>
                  <a:lnTo>
                    <a:pt x="75" y="569"/>
                  </a:lnTo>
                  <a:lnTo>
                    <a:pt x="82" y="569"/>
                  </a:lnTo>
                  <a:lnTo>
                    <a:pt x="84" y="565"/>
                  </a:lnTo>
                  <a:lnTo>
                    <a:pt x="89" y="565"/>
                  </a:lnTo>
                  <a:lnTo>
                    <a:pt x="91" y="566"/>
                  </a:lnTo>
                  <a:lnTo>
                    <a:pt x="106" y="565"/>
                  </a:lnTo>
                  <a:lnTo>
                    <a:pt x="112" y="570"/>
                  </a:lnTo>
                  <a:lnTo>
                    <a:pt x="111" y="572"/>
                  </a:lnTo>
                  <a:lnTo>
                    <a:pt x="114" y="574"/>
                  </a:lnTo>
                  <a:lnTo>
                    <a:pt x="113" y="577"/>
                  </a:lnTo>
                  <a:lnTo>
                    <a:pt x="115" y="579"/>
                  </a:lnTo>
                  <a:lnTo>
                    <a:pt x="115" y="583"/>
                  </a:lnTo>
                  <a:lnTo>
                    <a:pt x="122" y="587"/>
                  </a:lnTo>
                  <a:lnTo>
                    <a:pt x="124" y="587"/>
                  </a:lnTo>
                  <a:lnTo>
                    <a:pt x="129" y="579"/>
                  </a:lnTo>
                  <a:lnTo>
                    <a:pt x="133" y="579"/>
                  </a:lnTo>
                  <a:lnTo>
                    <a:pt x="137" y="582"/>
                  </a:lnTo>
                  <a:lnTo>
                    <a:pt x="137" y="584"/>
                  </a:lnTo>
                  <a:lnTo>
                    <a:pt x="141" y="589"/>
                  </a:lnTo>
                  <a:lnTo>
                    <a:pt x="145" y="589"/>
                  </a:lnTo>
                  <a:lnTo>
                    <a:pt x="150" y="590"/>
                  </a:lnTo>
                  <a:lnTo>
                    <a:pt x="153" y="590"/>
                  </a:lnTo>
                  <a:lnTo>
                    <a:pt x="155" y="591"/>
                  </a:lnTo>
                  <a:lnTo>
                    <a:pt x="155" y="594"/>
                  </a:lnTo>
                  <a:lnTo>
                    <a:pt x="158" y="595"/>
                  </a:lnTo>
                  <a:lnTo>
                    <a:pt x="158" y="597"/>
                  </a:lnTo>
                  <a:lnTo>
                    <a:pt x="164" y="603"/>
                  </a:lnTo>
                  <a:lnTo>
                    <a:pt x="173" y="606"/>
                  </a:lnTo>
                  <a:lnTo>
                    <a:pt x="179" y="601"/>
                  </a:lnTo>
                  <a:lnTo>
                    <a:pt x="186" y="601"/>
                  </a:lnTo>
                  <a:lnTo>
                    <a:pt x="187" y="599"/>
                  </a:lnTo>
                  <a:lnTo>
                    <a:pt x="203" y="602"/>
                  </a:lnTo>
                  <a:lnTo>
                    <a:pt x="205" y="604"/>
                  </a:lnTo>
                  <a:lnTo>
                    <a:pt x="205" y="605"/>
                  </a:lnTo>
                  <a:lnTo>
                    <a:pt x="204" y="607"/>
                  </a:lnTo>
                  <a:lnTo>
                    <a:pt x="207" y="607"/>
                  </a:lnTo>
                  <a:lnTo>
                    <a:pt x="208" y="606"/>
                  </a:lnTo>
                  <a:lnTo>
                    <a:pt x="211" y="605"/>
                  </a:lnTo>
                  <a:lnTo>
                    <a:pt x="211" y="606"/>
                  </a:lnTo>
                  <a:lnTo>
                    <a:pt x="216" y="609"/>
                  </a:lnTo>
                  <a:lnTo>
                    <a:pt x="219" y="609"/>
                  </a:lnTo>
                  <a:lnTo>
                    <a:pt x="224" y="614"/>
                  </a:lnTo>
                  <a:lnTo>
                    <a:pt x="225" y="614"/>
                  </a:lnTo>
                  <a:lnTo>
                    <a:pt x="235" y="622"/>
                  </a:lnTo>
                  <a:lnTo>
                    <a:pt x="237" y="621"/>
                  </a:lnTo>
                  <a:lnTo>
                    <a:pt x="244" y="625"/>
                  </a:lnTo>
                  <a:lnTo>
                    <a:pt x="248" y="625"/>
                  </a:lnTo>
                  <a:lnTo>
                    <a:pt x="252" y="627"/>
                  </a:lnTo>
                  <a:lnTo>
                    <a:pt x="257" y="633"/>
                  </a:lnTo>
                  <a:lnTo>
                    <a:pt x="257" y="634"/>
                  </a:lnTo>
                  <a:lnTo>
                    <a:pt x="261" y="638"/>
                  </a:lnTo>
                  <a:lnTo>
                    <a:pt x="261" y="639"/>
                  </a:lnTo>
                  <a:lnTo>
                    <a:pt x="265" y="642"/>
                  </a:lnTo>
                  <a:lnTo>
                    <a:pt x="286" y="641"/>
                  </a:lnTo>
                  <a:close/>
                </a:path>
              </a:pathLst>
            </a:custGeom>
            <a:grpFill/>
            <a:ln w="28575">
              <a:noFill/>
              <a:prstDash val="sysDot"/>
              <a:round/>
              <a:headEnd/>
              <a:tailEnd/>
            </a:ln>
          </p:spPr>
          <p:txBody>
            <a:bodyPr/>
            <a:lstStyle/>
            <a:p>
              <a:pPr>
                <a:defRPr/>
              </a:pPr>
              <a:endParaRPr lang="zh-CN" altLang="en-US" kern="0" dirty="0">
                <a:solidFill>
                  <a:prstClr val="black"/>
                </a:solidFill>
                <a:ea typeface="微软雅黑" pitchFamily="34" charset="-122"/>
              </a:endParaRPr>
            </a:p>
          </p:txBody>
        </p:sp>
        <p:sp>
          <p:nvSpPr>
            <p:cNvPr id="25" name="Freeform 25"/>
            <p:cNvSpPr>
              <a:spLocks/>
            </p:cNvSpPr>
            <p:nvPr/>
          </p:nvSpPr>
          <p:spPr bwMode="auto">
            <a:xfrm>
              <a:off x="4460012" y="3021124"/>
              <a:ext cx="377825" cy="623887"/>
            </a:xfrm>
            <a:custGeom>
              <a:avLst/>
              <a:gdLst>
                <a:gd name="T0" fmla="*/ 2147483647 w 206"/>
                <a:gd name="T1" fmla="*/ 2147483647 h 327"/>
                <a:gd name="T2" fmla="*/ 2147483647 w 206"/>
                <a:gd name="T3" fmla="*/ 2147483647 h 327"/>
                <a:gd name="T4" fmla="*/ 2147483647 w 206"/>
                <a:gd name="T5" fmla="*/ 2147483647 h 327"/>
                <a:gd name="T6" fmla="*/ 2147483647 w 206"/>
                <a:gd name="T7" fmla="*/ 2147483647 h 327"/>
                <a:gd name="T8" fmla="*/ 2147483647 w 206"/>
                <a:gd name="T9" fmla="*/ 2147483647 h 327"/>
                <a:gd name="T10" fmla="*/ 2147483647 w 206"/>
                <a:gd name="T11" fmla="*/ 2147483647 h 327"/>
                <a:gd name="T12" fmla="*/ 2147483647 w 206"/>
                <a:gd name="T13" fmla="*/ 2147483647 h 327"/>
                <a:gd name="T14" fmla="*/ 2147483647 w 206"/>
                <a:gd name="T15" fmla="*/ 2147483647 h 327"/>
                <a:gd name="T16" fmla="*/ 2147483647 w 206"/>
                <a:gd name="T17" fmla="*/ 2147483647 h 327"/>
                <a:gd name="T18" fmla="*/ 2147483647 w 206"/>
                <a:gd name="T19" fmla="*/ 2147483647 h 327"/>
                <a:gd name="T20" fmla="*/ 2147483647 w 206"/>
                <a:gd name="T21" fmla="*/ 2147483647 h 327"/>
                <a:gd name="T22" fmla="*/ 2147483647 w 206"/>
                <a:gd name="T23" fmla="*/ 2147483647 h 327"/>
                <a:gd name="T24" fmla="*/ 2147483647 w 206"/>
                <a:gd name="T25" fmla="*/ 2147483647 h 327"/>
                <a:gd name="T26" fmla="*/ 2147483647 w 206"/>
                <a:gd name="T27" fmla="*/ 2147483647 h 327"/>
                <a:gd name="T28" fmla="*/ 2147483647 w 206"/>
                <a:gd name="T29" fmla="*/ 2147483647 h 327"/>
                <a:gd name="T30" fmla="*/ 2147483647 w 206"/>
                <a:gd name="T31" fmla="*/ 2147483647 h 327"/>
                <a:gd name="T32" fmla="*/ 2147483647 w 206"/>
                <a:gd name="T33" fmla="*/ 2147483647 h 327"/>
                <a:gd name="T34" fmla="*/ 2147483647 w 206"/>
                <a:gd name="T35" fmla="*/ 2147483647 h 327"/>
                <a:gd name="T36" fmla="*/ 2147483647 w 206"/>
                <a:gd name="T37" fmla="*/ 2147483647 h 327"/>
                <a:gd name="T38" fmla="*/ 2147483647 w 206"/>
                <a:gd name="T39" fmla="*/ 2147483647 h 327"/>
                <a:gd name="T40" fmla="*/ 2147483647 w 206"/>
                <a:gd name="T41" fmla="*/ 2147483647 h 327"/>
                <a:gd name="T42" fmla="*/ 2147483647 w 206"/>
                <a:gd name="T43" fmla="*/ 2147483647 h 327"/>
                <a:gd name="T44" fmla="*/ 2147483647 w 206"/>
                <a:gd name="T45" fmla="*/ 2147483647 h 327"/>
                <a:gd name="T46" fmla="*/ 2147483647 w 206"/>
                <a:gd name="T47" fmla="*/ 2147483647 h 327"/>
                <a:gd name="T48" fmla="*/ 2147483647 w 206"/>
                <a:gd name="T49" fmla="*/ 2147483647 h 327"/>
                <a:gd name="T50" fmla="*/ 2147483647 w 206"/>
                <a:gd name="T51" fmla="*/ 2147483647 h 327"/>
                <a:gd name="T52" fmla="*/ 2147483647 w 206"/>
                <a:gd name="T53" fmla="*/ 2147483647 h 327"/>
                <a:gd name="T54" fmla="*/ 2147483647 w 206"/>
                <a:gd name="T55" fmla="*/ 2147483647 h 327"/>
                <a:gd name="T56" fmla="*/ 2147483647 w 206"/>
                <a:gd name="T57" fmla="*/ 2147483647 h 327"/>
                <a:gd name="T58" fmla="*/ 2147483647 w 206"/>
                <a:gd name="T59" fmla="*/ 2147483647 h 327"/>
                <a:gd name="T60" fmla="*/ 2147483647 w 206"/>
                <a:gd name="T61" fmla="*/ 2147483647 h 327"/>
                <a:gd name="T62" fmla="*/ 2147483647 w 206"/>
                <a:gd name="T63" fmla="*/ 2147483647 h 327"/>
                <a:gd name="T64" fmla="*/ 2147483647 w 206"/>
                <a:gd name="T65" fmla="*/ 2147483647 h 327"/>
                <a:gd name="T66" fmla="*/ 2147483647 w 206"/>
                <a:gd name="T67" fmla="*/ 2147483647 h 327"/>
                <a:gd name="T68" fmla="*/ 2147483647 w 206"/>
                <a:gd name="T69" fmla="*/ 2147483647 h 327"/>
                <a:gd name="T70" fmla="*/ 2147483647 w 206"/>
                <a:gd name="T71" fmla="*/ 2147483647 h 327"/>
                <a:gd name="T72" fmla="*/ 2147483647 w 206"/>
                <a:gd name="T73" fmla="*/ 2147483647 h 327"/>
                <a:gd name="T74" fmla="*/ 2147483647 w 206"/>
                <a:gd name="T75" fmla="*/ 2147483647 h 327"/>
                <a:gd name="T76" fmla="*/ 2147483647 w 206"/>
                <a:gd name="T77" fmla="*/ 2147483647 h 327"/>
                <a:gd name="T78" fmla="*/ 2147483647 w 206"/>
                <a:gd name="T79" fmla="*/ 2147483647 h 327"/>
                <a:gd name="T80" fmla="*/ 2147483647 w 206"/>
                <a:gd name="T81" fmla="*/ 2147483647 h 327"/>
                <a:gd name="T82" fmla="*/ 2147483647 w 206"/>
                <a:gd name="T83" fmla="*/ 2147483647 h 327"/>
                <a:gd name="T84" fmla="*/ 2147483647 w 206"/>
                <a:gd name="T85" fmla="*/ 2147483647 h 327"/>
                <a:gd name="T86" fmla="*/ 2147483647 w 206"/>
                <a:gd name="T87" fmla="*/ 2147483647 h 327"/>
                <a:gd name="T88" fmla="*/ 2147483647 w 206"/>
                <a:gd name="T89" fmla="*/ 2147483647 h 327"/>
                <a:gd name="T90" fmla="*/ 2147483647 w 206"/>
                <a:gd name="T91" fmla="*/ 2147483647 h 327"/>
                <a:gd name="T92" fmla="*/ 2147483647 w 206"/>
                <a:gd name="T93" fmla="*/ 2147483647 h 327"/>
                <a:gd name="T94" fmla="*/ 2147483647 w 206"/>
                <a:gd name="T95" fmla="*/ 2147483647 h 327"/>
                <a:gd name="T96" fmla="*/ 2147483647 w 206"/>
                <a:gd name="T97" fmla="*/ 2147483647 h 327"/>
                <a:gd name="T98" fmla="*/ 2147483647 w 206"/>
                <a:gd name="T99" fmla="*/ 2147483647 h 3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06"/>
                <a:gd name="T151" fmla="*/ 0 h 327"/>
                <a:gd name="T152" fmla="*/ 206 w 206"/>
                <a:gd name="T153" fmla="*/ 327 h 327"/>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06" h="327">
                  <a:moveTo>
                    <a:pt x="0" y="150"/>
                  </a:moveTo>
                  <a:lnTo>
                    <a:pt x="3" y="147"/>
                  </a:lnTo>
                  <a:lnTo>
                    <a:pt x="11" y="147"/>
                  </a:lnTo>
                  <a:lnTo>
                    <a:pt x="12" y="145"/>
                  </a:lnTo>
                  <a:lnTo>
                    <a:pt x="29" y="144"/>
                  </a:lnTo>
                  <a:lnTo>
                    <a:pt x="31" y="143"/>
                  </a:lnTo>
                  <a:lnTo>
                    <a:pt x="40" y="142"/>
                  </a:lnTo>
                  <a:lnTo>
                    <a:pt x="44" y="139"/>
                  </a:lnTo>
                  <a:lnTo>
                    <a:pt x="46" y="139"/>
                  </a:lnTo>
                  <a:lnTo>
                    <a:pt x="54" y="135"/>
                  </a:lnTo>
                  <a:lnTo>
                    <a:pt x="54" y="133"/>
                  </a:lnTo>
                  <a:lnTo>
                    <a:pt x="59" y="133"/>
                  </a:lnTo>
                  <a:lnTo>
                    <a:pt x="60" y="132"/>
                  </a:lnTo>
                  <a:lnTo>
                    <a:pt x="69" y="130"/>
                  </a:lnTo>
                  <a:lnTo>
                    <a:pt x="71" y="128"/>
                  </a:lnTo>
                  <a:lnTo>
                    <a:pt x="75" y="128"/>
                  </a:lnTo>
                  <a:lnTo>
                    <a:pt x="75" y="125"/>
                  </a:lnTo>
                  <a:lnTo>
                    <a:pt x="78" y="121"/>
                  </a:lnTo>
                  <a:lnTo>
                    <a:pt x="84" y="121"/>
                  </a:lnTo>
                  <a:lnTo>
                    <a:pt x="86" y="118"/>
                  </a:lnTo>
                  <a:lnTo>
                    <a:pt x="86" y="117"/>
                  </a:lnTo>
                  <a:lnTo>
                    <a:pt x="87" y="106"/>
                  </a:lnTo>
                  <a:lnTo>
                    <a:pt x="85" y="104"/>
                  </a:lnTo>
                  <a:lnTo>
                    <a:pt x="85" y="100"/>
                  </a:lnTo>
                  <a:lnTo>
                    <a:pt x="83" y="95"/>
                  </a:lnTo>
                  <a:lnTo>
                    <a:pt x="87" y="91"/>
                  </a:lnTo>
                  <a:lnTo>
                    <a:pt x="88" y="84"/>
                  </a:lnTo>
                  <a:lnTo>
                    <a:pt x="87" y="68"/>
                  </a:lnTo>
                  <a:lnTo>
                    <a:pt x="89" y="64"/>
                  </a:lnTo>
                  <a:lnTo>
                    <a:pt x="88" y="58"/>
                  </a:lnTo>
                  <a:lnTo>
                    <a:pt x="91" y="53"/>
                  </a:lnTo>
                  <a:lnTo>
                    <a:pt x="91" y="50"/>
                  </a:lnTo>
                  <a:lnTo>
                    <a:pt x="93" y="46"/>
                  </a:lnTo>
                  <a:lnTo>
                    <a:pt x="92" y="45"/>
                  </a:lnTo>
                  <a:lnTo>
                    <a:pt x="94" y="40"/>
                  </a:lnTo>
                  <a:lnTo>
                    <a:pt x="102" y="31"/>
                  </a:lnTo>
                  <a:lnTo>
                    <a:pt x="102" y="28"/>
                  </a:lnTo>
                  <a:lnTo>
                    <a:pt x="103" y="26"/>
                  </a:lnTo>
                  <a:lnTo>
                    <a:pt x="104" y="21"/>
                  </a:lnTo>
                  <a:lnTo>
                    <a:pt x="107" y="17"/>
                  </a:lnTo>
                  <a:lnTo>
                    <a:pt x="113" y="18"/>
                  </a:lnTo>
                  <a:lnTo>
                    <a:pt x="115" y="16"/>
                  </a:lnTo>
                  <a:lnTo>
                    <a:pt x="114" y="10"/>
                  </a:lnTo>
                  <a:lnTo>
                    <a:pt x="115" y="8"/>
                  </a:lnTo>
                  <a:lnTo>
                    <a:pt x="125" y="8"/>
                  </a:lnTo>
                  <a:lnTo>
                    <a:pt x="133" y="0"/>
                  </a:lnTo>
                  <a:lnTo>
                    <a:pt x="137" y="0"/>
                  </a:lnTo>
                  <a:lnTo>
                    <a:pt x="139" y="1"/>
                  </a:lnTo>
                  <a:lnTo>
                    <a:pt x="142" y="1"/>
                  </a:lnTo>
                  <a:lnTo>
                    <a:pt x="143" y="4"/>
                  </a:lnTo>
                  <a:lnTo>
                    <a:pt x="145" y="5"/>
                  </a:lnTo>
                  <a:lnTo>
                    <a:pt x="145" y="12"/>
                  </a:lnTo>
                  <a:lnTo>
                    <a:pt x="148" y="15"/>
                  </a:lnTo>
                  <a:lnTo>
                    <a:pt x="148" y="19"/>
                  </a:lnTo>
                  <a:lnTo>
                    <a:pt x="150" y="21"/>
                  </a:lnTo>
                  <a:lnTo>
                    <a:pt x="151" y="25"/>
                  </a:lnTo>
                  <a:lnTo>
                    <a:pt x="155" y="24"/>
                  </a:lnTo>
                  <a:lnTo>
                    <a:pt x="156" y="22"/>
                  </a:lnTo>
                  <a:lnTo>
                    <a:pt x="159" y="25"/>
                  </a:lnTo>
                  <a:lnTo>
                    <a:pt x="160" y="33"/>
                  </a:lnTo>
                  <a:lnTo>
                    <a:pt x="146" y="48"/>
                  </a:lnTo>
                  <a:lnTo>
                    <a:pt x="146" y="52"/>
                  </a:lnTo>
                  <a:lnTo>
                    <a:pt x="143" y="56"/>
                  </a:lnTo>
                  <a:lnTo>
                    <a:pt x="139" y="68"/>
                  </a:lnTo>
                  <a:lnTo>
                    <a:pt x="137" y="69"/>
                  </a:lnTo>
                  <a:lnTo>
                    <a:pt x="138" y="71"/>
                  </a:lnTo>
                  <a:lnTo>
                    <a:pt x="132" y="83"/>
                  </a:lnTo>
                  <a:lnTo>
                    <a:pt x="139" y="90"/>
                  </a:lnTo>
                  <a:lnTo>
                    <a:pt x="142" y="90"/>
                  </a:lnTo>
                  <a:lnTo>
                    <a:pt x="152" y="97"/>
                  </a:lnTo>
                  <a:lnTo>
                    <a:pt x="159" y="97"/>
                  </a:lnTo>
                  <a:lnTo>
                    <a:pt x="161" y="94"/>
                  </a:lnTo>
                  <a:lnTo>
                    <a:pt x="164" y="94"/>
                  </a:lnTo>
                  <a:lnTo>
                    <a:pt x="165" y="93"/>
                  </a:lnTo>
                  <a:lnTo>
                    <a:pt x="170" y="92"/>
                  </a:lnTo>
                  <a:lnTo>
                    <a:pt x="175" y="96"/>
                  </a:lnTo>
                  <a:lnTo>
                    <a:pt x="176" y="95"/>
                  </a:lnTo>
                  <a:lnTo>
                    <a:pt x="184" y="101"/>
                  </a:lnTo>
                  <a:lnTo>
                    <a:pt x="185" y="109"/>
                  </a:lnTo>
                  <a:lnTo>
                    <a:pt x="188" y="111"/>
                  </a:lnTo>
                  <a:lnTo>
                    <a:pt x="190" y="111"/>
                  </a:lnTo>
                  <a:lnTo>
                    <a:pt x="190" y="113"/>
                  </a:lnTo>
                  <a:lnTo>
                    <a:pt x="196" y="112"/>
                  </a:lnTo>
                  <a:lnTo>
                    <a:pt x="206" y="117"/>
                  </a:lnTo>
                  <a:lnTo>
                    <a:pt x="184" y="137"/>
                  </a:lnTo>
                  <a:lnTo>
                    <a:pt x="184" y="139"/>
                  </a:lnTo>
                  <a:lnTo>
                    <a:pt x="183" y="139"/>
                  </a:lnTo>
                  <a:lnTo>
                    <a:pt x="185" y="145"/>
                  </a:lnTo>
                  <a:lnTo>
                    <a:pt x="181" y="149"/>
                  </a:lnTo>
                  <a:lnTo>
                    <a:pt x="181" y="156"/>
                  </a:lnTo>
                  <a:lnTo>
                    <a:pt x="180" y="157"/>
                  </a:lnTo>
                  <a:lnTo>
                    <a:pt x="180" y="162"/>
                  </a:lnTo>
                  <a:lnTo>
                    <a:pt x="182" y="164"/>
                  </a:lnTo>
                  <a:lnTo>
                    <a:pt x="182" y="172"/>
                  </a:lnTo>
                  <a:lnTo>
                    <a:pt x="181" y="173"/>
                  </a:lnTo>
                  <a:lnTo>
                    <a:pt x="181" y="182"/>
                  </a:lnTo>
                  <a:lnTo>
                    <a:pt x="178" y="179"/>
                  </a:lnTo>
                  <a:lnTo>
                    <a:pt x="165" y="178"/>
                  </a:lnTo>
                  <a:lnTo>
                    <a:pt x="164" y="177"/>
                  </a:lnTo>
                  <a:lnTo>
                    <a:pt x="141" y="179"/>
                  </a:lnTo>
                  <a:lnTo>
                    <a:pt x="140" y="182"/>
                  </a:lnTo>
                  <a:lnTo>
                    <a:pt x="142" y="186"/>
                  </a:lnTo>
                  <a:lnTo>
                    <a:pt x="143" y="190"/>
                  </a:lnTo>
                  <a:lnTo>
                    <a:pt x="139" y="194"/>
                  </a:lnTo>
                  <a:lnTo>
                    <a:pt x="140" y="195"/>
                  </a:lnTo>
                  <a:lnTo>
                    <a:pt x="139" y="196"/>
                  </a:lnTo>
                  <a:lnTo>
                    <a:pt x="143" y="200"/>
                  </a:lnTo>
                  <a:lnTo>
                    <a:pt x="143" y="202"/>
                  </a:lnTo>
                  <a:lnTo>
                    <a:pt x="138" y="211"/>
                  </a:lnTo>
                  <a:lnTo>
                    <a:pt x="135" y="210"/>
                  </a:lnTo>
                  <a:lnTo>
                    <a:pt x="132" y="213"/>
                  </a:lnTo>
                  <a:lnTo>
                    <a:pt x="130" y="214"/>
                  </a:lnTo>
                  <a:lnTo>
                    <a:pt x="126" y="219"/>
                  </a:lnTo>
                  <a:lnTo>
                    <a:pt x="126" y="222"/>
                  </a:lnTo>
                  <a:lnTo>
                    <a:pt x="133" y="227"/>
                  </a:lnTo>
                  <a:lnTo>
                    <a:pt x="134" y="231"/>
                  </a:lnTo>
                  <a:lnTo>
                    <a:pt x="132" y="233"/>
                  </a:lnTo>
                  <a:lnTo>
                    <a:pt x="132" y="242"/>
                  </a:lnTo>
                  <a:lnTo>
                    <a:pt x="135" y="244"/>
                  </a:lnTo>
                  <a:lnTo>
                    <a:pt x="137" y="242"/>
                  </a:lnTo>
                  <a:lnTo>
                    <a:pt x="140" y="241"/>
                  </a:lnTo>
                  <a:lnTo>
                    <a:pt x="145" y="245"/>
                  </a:lnTo>
                  <a:lnTo>
                    <a:pt x="147" y="244"/>
                  </a:lnTo>
                  <a:lnTo>
                    <a:pt x="156" y="249"/>
                  </a:lnTo>
                  <a:lnTo>
                    <a:pt x="158" y="252"/>
                  </a:lnTo>
                  <a:lnTo>
                    <a:pt x="162" y="256"/>
                  </a:lnTo>
                  <a:lnTo>
                    <a:pt x="162" y="259"/>
                  </a:lnTo>
                  <a:lnTo>
                    <a:pt x="161" y="260"/>
                  </a:lnTo>
                  <a:lnTo>
                    <a:pt x="160" y="269"/>
                  </a:lnTo>
                  <a:lnTo>
                    <a:pt x="159" y="271"/>
                  </a:lnTo>
                  <a:lnTo>
                    <a:pt x="159" y="273"/>
                  </a:lnTo>
                  <a:lnTo>
                    <a:pt x="161" y="274"/>
                  </a:lnTo>
                  <a:lnTo>
                    <a:pt x="161" y="279"/>
                  </a:lnTo>
                  <a:lnTo>
                    <a:pt x="160" y="280"/>
                  </a:lnTo>
                  <a:lnTo>
                    <a:pt x="160" y="284"/>
                  </a:lnTo>
                  <a:lnTo>
                    <a:pt x="155" y="290"/>
                  </a:lnTo>
                  <a:lnTo>
                    <a:pt x="153" y="289"/>
                  </a:lnTo>
                  <a:lnTo>
                    <a:pt x="152" y="291"/>
                  </a:lnTo>
                  <a:lnTo>
                    <a:pt x="150" y="291"/>
                  </a:lnTo>
                  <a:lnTo>
                    <a:pt x="148" y="293"/>
                  </a:lnTo>
                  <a:lnTo>
                    <a:pt x="147" y="289"/>
                  </a:lnTo>
                  <a:lnTo>
                    <a:pt x="145" y="290"/>
                  </a:lnTo>
                  <a:lnTo>
                    <a:pt x="140" y="287"/>
                  </a:lnTo>
                  <a:lnTo>
                    <a:pt x="134" y="288"/>
                  </a:lnTo>
                  <a:lnTo>
                    <a:pt x="132" y="290"/>
                  </a:lnTo>
                  <a:lnTo>
                    <a:pt x="132" y="303"/>
                  </a:lnTo>
                  <a:lnTo>
                    <a:pt x="130" y="304"/>
                  </a:lnTo>
                  <a:lnTo>
                    <a:pt x="131" y="308"/>
                  </a:lnTo>
                  <a:lnTo>
                    <a:pt x="134" y="313"/>
                  </a:lnTo>
                  <a:lnTo>
                    <a:pt x="135" y="318"/>
                  </a:lnTo>
                  <a:lnTo>
                    <a:pt x="124" y="327"/>
                  </a:lnTo>
                  <a:lnTo>
                    <a:pt x="123" y="325"/>
                  </a:lnTo>
                  <a:lnTo>
                    <a:pt x="120" y="324"/>
                  </a:lnTo>
                  <a:lnTo>
                    <a:pt x="114" y="318"/>
                  </a:lnTo>
                  <a:lnTo>
                    <a:pt x="114" y="315"/>
                  </a:lnTo>
                  <a:lnTo>
                    <a:pt x="112" y="316"/>
                  </a:lnTo>
                  <a:lnTo>
                    <a:pt x="108" y="317"/>
                  </a:lnTo>
                  <a:lnTo>
                    <a:pt x="104" y="310"/>
                  </a:lnTo>
                  <a:lnTo>
                    <a:pt x="102" y="311"/>
                  </a:lnTo>
                  <a:lnTo>
                    <a:pt x="98" y="312"/>
                  </a:lnTo>
                  <a:lnTo>
                    <a:pt x="96" y="310"/>
                  </a:lnTo>
                  <a:lnTo>
                    <a:pt x="96" y="308"/>
                  </a:lnTo>
                  <a:lnTo>
                    <a:pt x="100" y="304"/>
                  </a:lnTo>
                  <a:lnTo>
                    <a:pt x="96" y="302"/>
                  </a:lnTo>
                  <a:lnTo>
                    <a:pt x="92" y="305"/>
                  </a:lnTo>
                  <a:lnTo>
                    <a:pt x="88" y="304"/>
                  </a:lnTo>
                  <a:lnTo>
                    <a:pt x="81" y="289"/>
                  </a:lnTo>
                  <a:lnTo>
                    <a:pt x="76" y="289"/>
                  </a:lnTo>
                  <a:lnTo>
                    <a:pt x="73" y="291"/>
                  </a:lnTo>
                  <a:lnTo>
                    <a:pt x="71" y="291"/>
                  </a:lnTo>
                  <a:lnTo>
                    <a:pt x="68" y="288"/>
                  </a:lnTo>
                  <a:lnTo>
                    <a:pt x="61" y="276"/>
                  </a:lnTo>
                  <a:lnTo>
                    <a:pt x="59" y="276"/>
                  </a:lnTo>
                  <a:lnTo>
                    <a:pt x="56" y="274"/>
                  </a:lnTo>
                  <a:lnTo>
                    <a:pt x="58" y="265"/>
                  </a:lnTo>
                  <a:lnTo>
                    <a:pt x="62" y="259"/>
                  </a:lnTo>
                  <a:lnTo>
                    <a:pt x="65" y="259"/>
                  </a:lnTo>
                  <a:lnTo>
                    <a:pt x="70" y="256"/>
                  </a:lnTo>
                  <a:lnTo>
                    <a:pt x="70" y="250"/>
                  </a:lnTo>
                  <a:lnTo>
                    <a:pt x="69" y="249"/>
                  </a:lnTo>
                  <a:lnTo>
                    <a:pt x="69" y="242"/>
                  </a:lnTo>
                  <a:lnTo>
                    <a:pt x="64" y="233"/>
                  </a:lnTo>
                  <a:lnTo>
                    <a:pt x="54" y="225"/>
                  </a:lnTo>
                  <a:lnTo>
                    <a:pt x="54" y="215"/>
                  </a:lnTo>
                  <a:lnTo>
                    <a:pt x="52" y="213"/>
                  </a:lnTo>
                  <a:lnTo>
                    <a:pt x="54" y="211"/>
                  </a:lnTo>
                  <a:lnTo>
                    <a:pt x="59" y="209"/>
                  </a:lnTo>
                  <a:lnTo>
                    <a:pt x="61" y="204"/>
                  </a:lnTo>
                  <a:lnTo>
                    <a:pt x="58" y="200"/>
                  </a:lnTo>
                  <a:lnTo>
                    <a:pt x="51" y="192"/>
                  </a:lnTo>
                  <a:lnTo>
                    <a:pt x="51" y="191"/>
                  </a:lnTo>
                  <a:lnTo>
                    <a:pt x="45" y="186"/>
                  </a:lnTo>
                  <a:lnTo>
                    <a:pt x="34" y="181"/>
                  </a:lnTo>
                  <a:lnTo>
                    <a:pt x="28" y="171"/>
                  </a:lnTo>
                  <a:lnTo>
                    <a:pt x="25" y="167"/>
                  </a:lnTo>
                  <a:lnTo>
                    <a:pt x="22" y="168"/>
                  </a:lnTo>
                  <a:lnTo>
                    <a:pt x="18" y="170"/>
                  </a:lnTo>
                  <a:lnTo>
                    <a:pt x="15" y="169"/>
                  </a:lnTo>
                  <a:lnTo>
                    <a:pt x="21" y="163"/>
                  </a:lnTo>
                  <a:lnTo>
                    <a:pt x="20" y="156"/>
                  </a:lnTo>
                  <a:lnTo>
                    <a:pt x="17" y="154"/>
                  </a:lnTo>
                  <a:lnTo>
                    <a:pt x="0" y="150"/>
                  </a:lnTo>
                  <a:close/>
                </a:path>
              </a:pathLst>
            </a:custGeom>
            <a:grpFill/>
            <a:ln w="28575">
              <a:noFill/>
              <a:prstDash val="sysDot"/>
              <a:round/>
              <a:headEnd/>
              <a:tailEnd/>
            </a:ln>
          </p:spPr>
          <p:txBody>
            <a:bodyPr/>
            <a:lstStyle/>
            <a:p>
              <a:endParaRPr lang="zh-CN" altLang="en-US" kern="0" dirty="0">
                <a:solidFill>
                  <a:prstClr val="black"/>
                </a:solidFill>
                <a:ea typeface="微软雅黑" pitchFamily="34" charset="-122"/>
              </a:endParaRPr>
            </a:p>
          </p:txBody>
        </p:sp>
        <p:sp>
          <p:nvSpPr>
            <p:cNvPr id="26" name="Freeform 26"/>
            <p:cNvSpPr>
              <a:spLocks/>
            </p:cNvSpPr>
            <p:nvPr/>
          </p:nvSpPr>
          <p:spPr bwMode="auto">
            <a:xfrm>
              <a:off x="6042749" y="592249"/>
              <a:ext cx="1465263" cy="1454150"/>
            </a:xfrm>
            <a:custGeom>
              <a:avLst/>
              <a:gdLst>
                <a:gd name="T0" fmla="*/ 2147483647 w 801"/>
                <a:gd name="T1" fmla="*/ 2147483647 h 762"/>
                <a:gd name="T2" fmla="*/ 2147483647 w 801"/>
                <a:gd name="T3" fmla="*/ 2147483647 h 762"/>
                <a:gd name="T4" fmla="*/ 2147483647 w 801"/>
                <a:gd name="T5" fmla="*/ 2147483647 h 762"/>
                <a:gd name="T6" fmla="*/ 2147483647 w 801"/>
                <a:gd name="T7" fmla="*/ 2147483647 h 762"/>
                <a:gd name="T8" fmla="*/ 2147483647 w 801"/>
                <a:gd name="T9" fmla="*/ 2147483647 h 762"/>
                <a:gd name="T10" fmla="*/ 2147483647 w 801"/>
                <a:gd name="T11" fmla="*/ 2147483647 h 762"/>
                <a:gd name="T12" fmla="*/ 2147483647 w 801"/>
                <a:gd name="T13" fmla="*/ 2147483647 h 762"/>
                <a:gd name="T14" fmla="*/ 2147483647 w 801"/>
                <a:gd name="T15" fmla="*/ 2147483647 h 762"/>
                <a:gd name="T16" fmla="*/ 2147483647 w 801"/>
                <a:gd name="T17" fmla="*/ 2147483647 h 762"/>
                <a:gd name="T18" fmla="*/ 2147483647 w 801"/>
                <a:gd name="T19" fmla="*/ 2147483647 h 762"/>
                <a:gd name="T20" fmla="*/ 2147483647 w 801"/>
                <a:gd name="T21" fmla="*/ 2147483647 h 762"/>
                <a:gd name="T22" fmla="*/ 2147483647 w 801"/>
                <a:gd name="T23" fmla="*/ 2147483647 h 762"/>
                <a:gd name="T24" fmla="*/ 2147483647 w 801"/>
                <a:gd name="T25" fmla="*/ 2147483647 h 762"/>
                <a:gd name="T26" fmla="*/ 2147483647 w 801"/>
                <a:gd name="T27" fmla="*/ 2147483647 h 762"/>
                <a:gd name="T28" fmla="*/ 2147483647 w 801"/>
                <a:gd name="T29" fmla="*/ 2147483647 h 762"/>
                <a:gd name="T30" fmla="*/ 2147483647 w 801"/>
                <a:gd name="T31" fmla="*/ 2147483647 h 762"/>
                <a:gd name="T32" fmla="*/ 2147483647 w 801"/>
                <a:gd name="T33" fmla="*/ 2147483647 h 762"/>
                <a:gd name="T34" fmla="*/ 2147483647 w 801"/>
                <a:gd name="T35" fmla="*/ 2147483647 h 762"/>
                <a:gd name="T36" fmla="*/ 2147483647 w 801"/>
                <a:gd name="T37" fmla="*/ 2147483647 h 762"/>
                <a:gd name="T38" fmla="*/ 2147483647 w 801"/>
                <a:gd name="T39" fmla="*/ 2147483647 h 762"/>
                <a:gd name="T40" fmla="*/ 2147483647 w 801"/>
                <a:gd name="T41" fmla="*/ 2147483647 h 762"/>
                <a:gd name="T42" fmla="*/ 2147483647 w 801"/>
                <a:gd name="T43" fmla="*/ 2147483647 h 762"/>
                <a:gd name="T44" fmla="*/ 2147483647 w 801"/>
                <a:gd name="T45" fmla="*/ 2147483647 h 762"/>
                <a:gd name="T46" fmla="*/ 2147483647 w 801"/>
                <a:gd name="T47" fmla="*/ 2147483647 h 762"/>
                <a:gd name="T48" fmla="*/ 2147483647 w 801"/>
                <a:gd name="T49" fmla="*/ 2147483647 h 762"/>
                <a:gd name="T50" fmla="*/ 2147483647 w 801"/>
                <a:gd name="T51" fmla="*/ 2147483647 h 762"/>
                <a:gd name="T52" fmla="*/ 2147483647 w 801"/>
                <a:gd name="T53" fmla="*/ 2147483647 h 762"/>
                <a:gd name="T54" fmla="*/ 2147483647 w 801"/>
                <a:gd name="T55" fmla="*/ 2147483647 h 762"/>
                <a:gd name="T56" fmla="*/ 2147483647 w 801"/>
                <a:gd name="T57" fmla="*/ 2147483647 h 762"/>
                <a:gd name="T58" fmla="*/ 2147483647 w 801"/>
                <a:gd name="T59" fmla="*/ 2147483647 h 762"/>
                <a:gd name="T60" fmla="*/ 2147483647 w 801"/>
                <a:gd name="T61" fmla="*/ 2147483647 h 762"/>
                <a:gd name="T62" fmla="*/ 2147483647 w 801"/>
                <a:gd name="T63" fmla="*/ 2147483647 h 762"/>
                <a:gd name="T64" fmla="*/ 2147483647 w 801"/>
                <a:gd name="T65" fmla="*/ 2147483647 h 762"/>
                <a:gd name="T66" fmla="*/ 2147483647 w 801"/>
                <a:gd name="T67" fmla="*/ 2147483647 h 762"/>
                <a:gd name="T68" fmla="*/ 2147483647 w 801"/>
                <a:gd name="T69" fmla="*/ 2147483647 h 762"/>
                <a:gd name="T70" fmla="*/ 2147483647 w 801"/>
                <a:gd name="T71" fmla="*/ 2147483647 h 762"/>
                <a:gd name="T72" fmla="*/ 2147483647 w 801"/>
                <a:gd name="T73" fmla="*/ 2147483647 h 762"/>
                <a:gd name="T74" fmla="*/ 2147483647 w 801"/>
                <a:gd name="T75" fmla="*/ 2147483647 h 762"/>
                <a:gd name="T76" fmla="*/ 2147483647 w 801"/>
                <a:gd name="T77" fmla="*/ 2147483647 h 762"/>
                <a:gd name="T78" fmla="*/ 2147483647 w 801"/>
                <a:gd name="T79" fmla="*/ 2147483647 h 762"/>
                <a:gd name="T80" fmla="*/ 2147483647 w 801"/>
                <a:gd name="T81" fmla="*/ 2147483647 h 762"/>
                <a:gd name="T82" fmla="*/ 2147483647 w 801"/>
                <a:gd name="T83" fmla="*/ 2147483647 h 762"/>
                <a:gd name="T84" fmla="*/ 2147483647 w 801"/>
                <a:gd name="T85" fmla="*/ 2147483647 h 762"/>
                <a:gd name="T86" fmla="*/ 2147483647 w 801"/>
                <a:gd name="T87" fmla="*/ 2147483647 h 762"/>
                <a:gd name="T88" fmla="*/ 2147483647 w 801"/>
                <a:gd name="T89" fmla="*/ 2147483647 h 762"/>
                <a:gd name="T90" fmla="*/ 2147483647 w 801"/>
                <a:gd name="T91" fmla="*/ 2147483647 h 762"/>
                <a:gd name="T92" fmla="*/ 2147483647 w 801"/>
                <a:gd name="T93" fmla="*/ 2147483647 h 762"/>
                <a:gd name="T94" fmla="*/ 2147483647 w 801"/>
                <a:gd name="T95" fmla="*/ 2147483647 h 762"/>
                <a:gd name="T96" fmla="*/ 2147483647 w 801"/>
                <a:gd name="T97" fmla="*/ 2147483647 h 762"/>
                <a:gd name="T98" fmla="*/ 2147483647 w 801"/>
                <a:gd name="T99" fmla="*/ 2147483647 h 762"/>
                <a:gd name="T100" fmla="*/ 2147483647 w 801"/>
                <a:gd name="T101" fmla="*/ 2147483647 h 762"/>
                <a:gd name="T102" fmla="*/ 2147483647 w 801"/>
                <a:gd name="T103" fmla="*/ 2147483647 h 762"/>
                <a:gd name="T104" fmla="*/ 2147483647 w 801"/>
                <a:gd name="T105" fmla="*/ 2147483647 h 762"/>
                <a:gd name="T106" fmla="*/ 2147483647 w 801"/>
                <a:gd name="T107" fmla="*/ 2147483647 h 762"/>
                <a:gd name="T108" fmla="*/ 2147483647 w 801"/>
                <a:gd name="T109" fmla="*/ 2147483647 h 762"/>
                <a:gd name="T110" fmla="*/ 2147483647 w 801"/>
                <a:gd name="T111" fmla="*/ 2147483647 h 762"/>
                <a:gd name="T112" fmla="*/ 2147483647 w 801"/>
                <a:gd name="T113" fmla="*/ 2147483647 h 762"/>
                <a:gd name="T114" fmla="*/ 2147483647 w 801"/>
                <a:gd name="T115" fmla="*/ 2147483647 h 762"/>
                <a:gd name="T116" fmla="*/ 2147483647 w 801"/>
                <a:gd name="T117" fmla="*/ 2147483647 h 762"/>
                <a:gd name="T118" fmla="*/ 2147483647 w 801"/>
                <a:gd name="T119" fmla="*/ 2147483647 h 762"/>
                <a:gd name="T120" fmla="*/ 2147483647 w 801"/>
                <a:gd name="T121" fmla="*/ 2147483647 h 762"/>
                <a:gd name="T122" fmla="*/ 2147483647 w 801"/>
                <a:gd name="T123" fmla="*/ 2147483647 h 76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801"/>
                <a:gd name="T187" fmla="*/ 0 h 762"/>
                <a:gd name="T188" fmla="*/ 801 w 801"/>
                <a:gd name="T189" fmla="*/ 762 h 762"/>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801" h="762">
                  <a:moveTo>
                    <a:pt x="712" y="734"/>
                  </a:moveTo>
                  <a:lnTo>
                    <a:pt x="681" y="735"/>
                  </a:lnTo>
                  <a:lnTo>
                    <a:pt x="677" y="740"/>
                  </a:lnTo>
                  <a:lnTo>
                    <a:pt x="671" y="740"/>
                  </a:lnTo>
                  <a:lnTo>
                    <a:pt x="666" y="735"/>
                  </a:lnTo>
                  <a:lnTo>
                    <a:pt x="647" y="730"/>
                  </a:lnTo>
                  <a:lnTo>
                    <a:pt x="644" y="727"/>
                  </a:lnTo>
                  <a:lnTo>
                    <a:pt x="644" y="725"/>
                  </a:lnTo>
                  <a:lnTo>
                    <a:pt x="643" y="724"/>
                  </a:lnTo>
                  <a:lnTo>
                    <a:pt x="642" y="719"/>
                  </a:lnTo>
                  <a:lnTo>
                    <a:pt x="639" y="717"/>
                  </a:lnTo>
                  <a:lnTo>
                    <a:pt x="634" y="708"/>
                  </a:lnTo>
                  <a:lnTo>
                    <a:pt x="631" y="706"/>
                  </a:lnTo>
                  <a:lnTo>
                    <a:pt x="628" y="709"/>
                  </a:lnTo>
                  <a:lnTo>
                    <a:pt x="628" y="711"/>
                  </a:lnTo>
                  <a:lnTo>
                    <a:pt x="627" y="712"/>
                  </a:lnTo>
                  <a:lnTo>
                    <a:pt x="627" y="713"/>
                  </a:lnTo>
                  <a:lnTo>
                    <a:pt x="625" y="716"/>
                  </a:lnTo>
                  <a:lnTo>
                    <a:pt x="623" y="720"/>
                  </a:lnTo>
                  <a:lnTo>
                    <a:pt x="621" y="722"/>
                  </a:lnTo>
                  <a:lnTo>
                    <a:pt x="619" y="722"/>
                  </a:lnTo>
                  <a:lnTo>
                    <a:pt x="615" y="718"/>
                  </a:lnTo>
                  <a:lnTo>
                    <a:pt x="615" y="711"/>
                  </a:lnTo>
                  <a:lnTo>
                    <a:pt x="614" y="709"/>
                  </a:lnTo>
                  <a:lnTo>
                    <a:pt x="609" y="712"/>
                  </a:lnTo>
                  <a:lnTo>
                    <a:pt x="606" y="713"/>
                  </a:lnTo>
                  <a:lnTo>
                    <a:pt x="603" y="716"/>
                  </a:lnTo>
                  <a:lnTo>
                    <a:pt x="602" y="722"/>
                  </a:lnTo>
                  <a:lnTo>
                    <a:pt x="599" y="725"/>
                  </a:lnTo>
                  <a:lnTo>
                    <a:pt x="576" y="737"/>
                  </a:lnTo>
                  <a:lnTo>
                    <a:pt x="574" y="740"/>
                  </a:lnTo>
                  <a:lnTo>
                    <a:pt x="574" y="742"/>
                  </a:lnTo>
                  <a:lnTo>
                    <a:pt x="578" y="746"/>
                  </a:lnTo>
                  <a:lnTo>
                    <a:pt x="579" y="754"/>
                  </a:lnTo>
                  <a:lnTo>
                    <a:pt x="575" y="761"/>
                  </a:lnTo>
                  <a:lnTo>
                    <a:pt x="567" y="760"/>
                  </a:lnTo>
                  <a:lnTo>
                    <a:pt x="566" y="762"/>
                  </a:lnTo>
                  <a:lnTo>
                    <a:pt x="558" y="762"/>
                  </a:lnTo>
                  <a:lnTo>
                    <a:pt x="549" y="751"/>
                  </a:lnTo>
                  <a:lnTo>
                    <a:pt x="550" y="751"/>
                  </a:lnTo>
                  <a:lnTo>
                    <a:pt x="542" y="743"/>
                  </a:lnTo>
                  <a:lnTo>
                    <a:pt x="542" y="742"/>
                  </a:lnTo>
                  <a:lnTo>
                    <a:pt x="540" y="739"/>
                  </a:lnTo>
                  <a:lnTo>
                    <a:pt x="534" y="730"/>
                  </a:lnTo>
                  <a:lnTo>
                    <a:pt x="523" y="716"/>
                  </a:lnTo>
                  <a:lnTo>
                    <a:pt x="521" y="713"/>
                  </a:lnTo>
                  <a:lnTo>
                    <a:pt x="522" y="709"/>
                  </a:lnTo>
                  <a:lnTo>
                    <a:pt x="519" y="706"/>
                  </a:lnTo>
                  <a:lnTo>
                    <a:pt x="519" y="700"/>
                  </a:lnTo>
                  <a:lnTo>
                    <a:pt x="510" y="692"/>
                  </a:lnTo>
                  <a:lnTo>
                    <a:pt x="502" y="711"/>
                  </a:lnTo>
                  <a:lnTo>
                    <a:pt x="502" y="715"/>
                  </a:lnTo>
                  <a:lnTo>
                    <a:pt x="504" y="718"/>
                  </a:lnTo>
                  <a:lnTo>
                    <a:pt x="503" y="721"/>
                  </a:lnTo>
                  <a:lnTo>
                    <a:pt x="505" y="722"/>
                  </a:lnTo>
                  <a:lnTo>
                    <a:pt x="506" y="726"/>
                  </a:lnTo>
                  <a:lnTo>
                    <a:pt x="501" y="734"/>
                  </a:lnTo>
                  <a:lnTo>
                    <a:pt x="489" y="735"/>
                  </a:lnTo>
                  <a:lnTo>
                    <a:pt x="485" y="735"/>
                  </a:lnTo>
                  <a:lnTo>
                    <a:pt x="482" y="734"/>
                  </a:lnTo>
                  <a:lnTo>
                    <a:pt x="478" y="730"/>
                  </a:lnTo>
                  <a:lnTo>
                    <a:pt x="477" y="730"/>
                  </a:lnTo>
                  <a:lnTo>
                    <a:pt x="475" y="728"/>
                  </a:lnTo>
                  <a:lnTo>
                    <a:pt x="474" y="722"/>
                  </a:lnTo>
                  <a:lnTo>
                    <a:pt x="465" y="714"/>
                  </a:lnTo>
                  <a:lnTo>
                    <a:pt x="464" y="712"/>
                  </a:lnTo>
                  <a:lnTo>
                    <a:pt x="463" y="711"/>
                  </a:lnTo>
                  <a:lnTo>
                    <a:pt x="463" y="704"/>
                  </a:lnTo>
                  <a:lnTo>
                    <a:pt x="464" y="703"/>
                  </a:lnTo>
                  <a:lnTo>
                    <a:pt x="464" y="701"/>
                  </a:lnTo>
                  <a:lnTo>
                    <a:pt x="461" y="698"/>
                  </a:lnTo>
                  <a:lnTo>
                    <a:pt x="458" y="698"/>
                  </a:lnTo>
                  <a:lnTo>
                    <a:pt x="457" y="700"/>
                  </a:lnTo>
                  <a:lnTo>
                    <a:pt x="451" y="701"/>
                  </a:lnTo>
                  <a:lnTo>
                    <a:pt x="450" y="702"/>
                  </a:lnTo>
                  <a:lnTo>
                    <a:pt x="446" y="702"/>
                  </a:lnTo>
                  <a:lnTo>
                    <a:pt x="443" y="704"/>
                  </a:lnTo>
                  <a:lnTo>
                    <a:pt x="442" y="703"/>
                  </a:lnTo>
                  <a:lnTo>
                    <a:pt x="438" y="705"/>
                  </a:lnTo>
                  <a:lnTo>
                    <a:pt x="436" y="705"/>
                  </a:lnTo>
                  <a:lnTo>
                    <a:pt x="434" y="701"/>
                  </a:lnTo>
                  <a:lnTo>
                    <a:pt x="432" y="699"/>
                  </a:lnTo>
                  <a:lnTo>
                    <a:pt x="432" y="694"/>
                  </a:lnTo>
                  <a:lnTo>
                    <a:pt x="430" y="692"/>
                  </a:lnTo>
                  <a:lnTo>
                    <a:pt x="429" y="683"/>
                  </a:lnTo>
                  <a:lnTo>
                    <a:pt x="431" y="679"/>
                  </a:lnTo>
                  <a:lnTo>
                    <a:pt x="431" y="677"/>
                  </a:lnTo>
                  <a:lnTo>
                    <a:pt x="423" y="665"/>
                  </a:lnTo>
                  <a:lnTo>
                    <a:pt x="420" y="665"/>
                  </a:lnTo>
                  <a:lnTo>
                    <a:pt x="419" y="664"/>
                  </a:lnTo>
                  <a:lnTo>
                    <a:pt x="411" y="664"/>
                  </a:lnTo>
                  <a:lnTo>
                    <a:pt x="411" y="663"/>
                  </a:lnTo>
                  <a:lnTo>
                    <a:pt x="401" y="662"/>
                  </a:lnTo>
                  <a:lnTo>
                    <a:pt x="396" y="662"/>
                  </a:lnTo>
                  <a:lnTo>
                    <a:pt x="396" y="664"/>
                  </a:lnTo>
                  <a:lnTo>
                    <a:pt x="391" y="665"/>
                  </a:lnTo>
                  <a:lnTo>
                    <a:pt x="389" y="668"/>
                  </a:lnTo>
                  <a:lnTo>
                    <a:pt x="387" y="668"/>
                  </a:lnTo>
                  <a:lnTo>
                    <a:pt x="384" y="672"/>
                  </a:lnTo>
                  <a:lnTo>
                    <a:pt x="380" y="675"/>
                  </a:lnTo>
                  <a:lnTo>
                    <a:pt x="345" y="650"/>
                  </a:lnTo>
                  <a:lnTo>
                    <a:pt x="343" y="649"/>
                  </a:lnTo>
                  <a:lnTo>
                    <a:pt x="341" y="651"/>
                  </a:lnTo>
                  <a:lnTo>
                    <a:pt x="323" y="663"/>
                  </a:lnTo>
                  <a:lnTo>
                    <a:pt x="321" y="662"/>
                  </a:lnTo>
                  <a:lnTo>
                    <a:pt x="319" y="664"/>
                  </a:lnTo>
                  <a:lnTo>
                    <a:pt x="315" y="664"/>
                  </a:lnTo>
                  <a:lnTo>
                    <a:pt x="311" y="660"/>
                  </a:lnTo>
                  <a:lnTo>
                    <a:pt x="307" y="660"/>
                  </a:lnTo>
                  <a:lnTo>
                    <a:pt x="305" y="658"/>
                  </a:lnTo>
                  <a:lnTo>
                    <a:pt x="303" y="658"/>
                  </a:lnTo>
                  <a:lnTo>
                    <a:pt x="299" y="664"/>
                  </a:lnTo>
                  <a:lnTo>
                    <a:pt x="297" y="664"/>
                  </a:lnTo>
                  <a:lnTo>
                    <a:pt x="296" y="666"/>
                  </a:lnTo>
                  <a:lnTo>
                    <a:pt x="292" y="666"/>
                  </a:lnTo>
                  <a:lnTo>
                    <a:pt x="290" y="667"/>
                  </a:lnTo>
                  <a:lnTo>
                    <a:pt x="271" y="669"/>
                  </a:lnTo>
                  <a:lnTo>
                    <a:pt x="250" y="651"/>
                  </a:lnTo>
                  <a:lnTo>
                    <a:pt x="250" y="649"/>
                  </a:lnTo>
                  <a:lnTo>
                    <a:pt x="249" y="648"/>
                  </a:lnTo>
                  <a:lnTo>
                    <a:pt x="249" y="641"/>
                  </a:lnTo>
                  <a:lnTo>
                    <a:pt x="243" y="636"/>
                  </a:lnTo>
                  <a:lnTo>
                    <a:pt x="241" y="620"/>
                  </a:lnTo>
                  <a:lnTo>
                    <a:pt x="238" y="616"/>
                  </a:lnTo>
                  <a:lnTo>
                    <a:pt x="238" y="614"/>
                  </a:lnTo>
                  <a:lnTo>
                    <a:pt x="236" y="612"/>
                  </a:lnTo>
                  <a:lnTo>
                    <a:pt x="236" y="611"/>
                  </a:lnTo>
                  <a:lnTo>
                    <a:pt x="231" y="611"/>
                  </a:lnTo>
                  <a:lnTo>
                    <a:pt x="230" y="613"/>
                  </a:lnTo>
                  <a:lnTo>
                    <a:pt x="223" y="614"/>
                  </a:lnTo>
                  <a:lnTo>
                    <a:pt x="222" y="616"/>
                  </a:lnTo>
                  <a:lnTo>
                    <a:pt x="220" y="616"/>
                  </a:lnTo>
                  <a:lnTo>
                    <a:pt x="218" y="617"/>
                  </a:lnTo>
                  <a:lnTo>
                    <a:pt x="208" y="618"/>
                  </a:lnTo>
                  <a:lnTo>
                    <a:pt x="206" y="619"/>
                  </a:lnTo>
                  <a:lnTo>
                    <a:pt x="198" y="620"/>
                  </a:lnTo>
                  <a:lnTo>
                    <a:pt x="196" y="622"/>
                  </a:lnTo>
                  <a:lnTo>
                    <a:pt x="183" y="608"/>
                  </a:lnTo>
                  <a:lnTo>
                    <a:pt x="182" y="604"/>
                  </a:lnTo>
                  <a:lnTo>
                    <a:pt x="181" y="603"/>
                  </a:lnTo>
                  <a:lnTo>
                    <a:pt x="181" y="593"/>
                  </a:lnTo>
                  <a:lnTo>
                    <a:pt x="187" y="589"/>
                  </a:lnTo>
                  <a:lnTo>
                    <a:pt x="189" y="590"/>
                  </a:lnTo>
                  <a:lnTo>
                    <a:pt x="193" y="588"/>
                  </a:lnTo>
                  <a:lnTo>
                    <a:pt x="197" y="583"/>
                  </a:lnTo>
                  <a:lnTo>
                    <a:pt x="207" y="580"/>
                  </a:lnTo>
                  <a:lnTo>
                    <a:pt x="210" y="581"/>
                  </a:lnTo>
                  <a:lnTo>
                    <a:pt x="212" y="579"/>
                  </a:lnTo>
                  <a:lnTo>
                    <a:pt x="211" y="569"/>
                  </a:lnTo>
                  <a:lnTo>
                    <a:pt x="210" y="568"/>
                  </a:lnTo>
                  <a:lnTo>
                    <a:pt x="206" y="568"/>
                  </a:lnTo>
                  <a:lnTo>
                    <a:pt x="202" y="572"/>
                  </a:lnTo>
                  <a:lnTo>
                    <a:pt x="200" y="572"/>
                  </a:lnTo>
                  <a:lnTo>
                    <a:pt x="198" y="570"/>
                  </a:lnTo>
                  <a:lnTo>
                    <a:pt x="198" y="565"/>
                  </a:lnTo>
                  <a:lnTo>
                    <a:pt x="199" y="564"/>
                  </a:lnTo>
                  <a:lnTo>
                    <a:pt x="196" y="562"/>
                  </a:lnTo>
                  <a:lnTo>
                    <a:pt x="193" y="565"/>
                  </a:lnTo>
                  <a:lnTo>
                    <a:pt x="194" y="565"/>
                  </a:lnTo>
                  <a:lnTo>
                    <a:pt x="192" y="567"/>
                  </a:lnTo>
                  <a:lnTo>
                    <a:pt x="193" y="569"/>
                  </a:lnTo>
                  <a:lnTo>
                    <a:pt x="183" y="583"/>
                  </a:lnTo>
                  <a:lnTo>
                    <a:pt x="177" y="583"/>
                  </a:lnTo>
                  <a:lnTo>
                    <a:pt x="170" y="576"/>
                  </a:lnTo>
                  <a:lnTo>
                    <a:pt x="170" y="569"/>
                  </a:lnTo>
                  <a:lnTo>
                    <a:pt x="163" y="566"/>
                  </a:lnTo>
                  <a:lnTo>
                    <a:pt x="161" y="558"/>
                  </a:lnTo>
                  <a:lnTo>
                    <a:pt x="160" y="557"/>
                  </a:lnTo>
                  <a:lnTo>
                    <a:pt x="152" y="557"/>
                  </a:lnTo>
                  <a:lnTo>
                    <a:pt x="137" y="541"/>
                  </a:lnTo>
                  <a:lnTo>
                    <a:pt x="134" y="541"/>
                  </a:lnTo>
                  <a:lnTo>
                    <a:pt x="134" y="529"/>
                  </a:lnTo>
                  <a:lnTo>
                    <a:pt x="139" y="515"/>
                  </a:lnTo>
                  <a:lnTo>
                    <a:pt x="141" y="512"/>
                  </a:lnTo>
                  <a:lnTo>
                    <a:pt x="140" y="506"/>
                  </a:lnTo>
                  <a:lnTo>
                    <a:pt x="144" y="495"/>
                  </a:lnTo>
                  <a:lnTo>
                    <a:pt x="149" y="489"/>
                  </a:lnTo>
                  <a:lnTo>
                    <a:pt x="160" y="482"/>
                  </a:lnTo>
                  <a:lnTo>
                    <a:pt x="174" y="466"/>
                  </a:lnTo>
                  <a:lnTo>
                    <a:pt x="174" y="464"/>
                  </a:lnTo>
                  <a:lnTo>
                    <a:pt x="181" y="456"/>
                  </a:lnTo>
                  <a:lnTo>
                    <a:pt x="184" y="454"/>
                  </a:lnTo>
                  <a:lnTo>
                    <a:pt x="188" y="449"/>
                  </a:lnTo>
                  <a:lnTo>
                    <a:pt x="188" y="447"/>
                  </a:lnTo>
                  <a:lnTo>
                    <a:pt x="198" y="436"/>
                  </a:lnTo>
                  <a:lnTo>
                    <a:pt x="199" y="432"/>
                  </a:lnTo>
                  <a:lnTo>
                    <a:pt x="203" y="428"/>
                  </a:lnTo>
                  <a:lnTo>
                    <a:pt x="207" y="417"/>
                  </a:lnTo>
                  <a:lnTo>
                    <a:pt x="210" y="414"/>
                  </a:lnTo>
                  <a:lnTo>
                    <a:pt x="210" y="412"/>
                  </a:lnTo>
                  <a:lnTo>
                    <a:pt x="211" y="412"/>
                  </a:lnTo>
                  <a:lnTo>
                    <a:pt x="215" y="402"/>
                  </a:lnTo>
                  <a:lnTo>
                    <a:pt x="217" y="401"/>
                  </a:lnTo>
                  <a:lnTo>
                    <a:pt x="224" y="403"/>
                  </a:lnTo>
                  <a:lnTo>
                    <a:pt x="229" y="414"/>
                  </a:lnTo>
                  <a:lnTo>
                    <a:pt x="234" y="429"/>
                  </a:lnTo>
                  <a:lnTo>
                    <a:pt x="236" y="431"/>
                  </a:lnTo>
                  <a:lnTo>
                    <a:pt x="241" y="426"/>
                  </a:lnTo>
                  <a:lnTo>
                    <a:pt x="240" y="420"/>
                  </a:lnTo>
                  <a:lnTo>
                    <a:pt x="238" y="419"/>
                  </a:lnTo>
                  <a:lnTo>
                    <a:pt x="238" y="414"/>
                  </a:lnTo>
                  <a:lnTo>
                    <a:pt x="237" y="413"/>
                  </a:lnTo>
                  <a:lnTo>
                    <a:pt x="235" y="406"/>
                  </a:lnTo>
                  <a:lnTo>
                    <a:pt x="234" y="406"/>
                  </a:lnTo>
                  <a:lnTo>
                    <a:pt x="232" y="396"/>
                  </a:lnTo>
                  <a:lnTo>
                    <a:pt x="236" y="386"/>
                  </a:lnTo>
                  <a:lnTo>
                    <a:pt x="234" y="384"/>
                  </a:lnTo>
                  <a:lnTo>
                    <a:pt x="234" y="379"/>
                  </a:lnTo>
                  <a:lnTo>
                    <a:pt x="235" y="378"/>
                  </a:lnTo>
                  <a:lnTo>
                    <a:pt x="236" y="369"/>
                  </a:lnTo>
                  <a:lnTo>
                    <a:pt x="238" y="363"/>
                  </a:lnTo>
                  <a:lnTo>
                    <a:pt x="238" y="350"/>
                  </a:lnTo>
                  <a:lnTo>
                    <a:pt x="241" y="345"/>
                  </a:lnTo>
                  <a:lnTo>
                    <a:pt x="253" y="343"/>
                  </a:lnTo>
                  <a:lnTo>
                    <a:pt x="256" y="335"/>
                  </a:lnTo>
                  <a:lnTo>
                    <a:pt x="256" y="325"/>
                  </a:lnTo>
                  <a:lnTo>
                    <a:pt x="255" y="323"/>
                  </a:lnTo>
                  <a:lnTo>
                    <a:pt x="255" y="314"/>
                  </a:lnTo>
                  <a:lnTo>
                    <a:pt x="253" y="312"/>
                  </a:lnTo>
                  <a:lnTo>
                    <a:pt x="251" y="298"/>
                  </a:lnTo>
                  <a:lnTo>
                    <a:pt x="250" y="297"/>
                  </a:lnTo>
                  <a:lnTo>
                    <a:pt x="249" y="290"/>
                  </a:lnTo>
                  <a:lnTo>
                    <a:pt x="248" y="289"/>
                  </a:lnTo>
                  <a:lnTo>
                    <a:pt x="247" y="282"/>
                  </a:lnTo>
                  <a:lnTo>
                    <a:pt x="246" y="280"/>
                  </a:lnTo>
                  <a:lnTo>
                    <a:pt x="245" y="269"/>
                  </a:lnTo>
                  <a:lnTo>
                    <a:pt x="243" y="270"/>
                  </a:lnTo>
                  <a:lnTo>
                    <a:pt x="240" y="269"/>
                  </a:lnTo>
                  <a:lnTo>
                    <a:pt x="238" y="268"/>
                  </a:lnTo>
                  <a:lnTo>
                    <a:pt x="233" y="268"/>
                  </a:lnTo>
                  <a:lnTo>
                    <a:pt x="231" y="267"/>
                  </a:lnTo>
                  <a:lnTo>
                    <a:pt x="226" y="262"/>
                  </a:lnTo>
                  <a:lnTo>
                    <a:pt x="206" y="262"/>
                  </a:lnTo>
                  <a:lnTo>
                    <a:pt x="203" y="258"/>
                  </a:lnTo>
                  <a:lnTo>
                    <a:pt x="201" y="261"/>
                  </a:lnTo>
                  <a:lnTo>
                    <a:pt x="200" y="270"/>
                  </a:lnTo>
                  <a:lnTo>
                    <a:pt x="198" y="276"/>
                  </a:lnTo>
                  <a:lnTo>
                    <a:pt x="197" y="284"/>
                  </a:lnTo>
                  <a:lnTo>
                    <a:pt x="194" y="285"/>
                  </a:lnTo>
                  <a:lnTo>
                    <a:pt x="192" y="283"/>
                  </a:lnTo>
                  <a:lnTo>
                    <a:pt x="190" y="283"/>
                  </a:lnTo>
                  <a:lnTo>
                    <a:pt x="187" y="282"/>
                  </a:lnTo>
                  <a:lnTo>
                    <a:pt x="185" y="283"/>
                  </a:lnTo>
                  <a:lnTo>
                    <a:pt x="181" y="283"/>
                  </a:lnTo>
                  <a:lnTo>
                    <a:pt x="181" y="285"/>
                  </a:lnTo>
                  <a:lnTo>
                    <a:pt x="178" y="285"/>
                  </a:lnTo>
                  <a:lnTo>
                    <a:pt x="165" y="273"/>
                  </a:lnTo>
                  <a:lnTo>
                    <a:pt x="165" y="267"/>
                  </a:lnTo>
                  <a:lnTo>
                    <a:pt x="168" y="263"/>
                  </a:lnTo>
                  <a:lnTo>
                    <a:pt x="170" y="263"/>
                  </a:lnTo>
                  <a:lnTo>
                    <a:pt x="172" y="260"/>
                  </a:lnTo>
                  <a:lnTo>
                    <a:pt x="175" y="258"/>
                  </a:lnTo>
                  <a:lnTo>
                    <a:pt x="179" y="253"/>
                  </a:lnTo>
                  <a:lnTo>
                    <a:pt x="173" y="243"/>
                  </a:lnTo>
                  <a:lnTo>
                    <a:pt x="171" y="241"/>
                  </a:lnTo>
                  <a:lnTo>
                    <a:pt x="167" y="240"/>
                  </a:lnTo>
                  <a:lnTo>
                    <a:pt x="158" y="229"/>
                  </a:lnTo>
                  <a:lnTo>
                    <a:pt x="155" y="222"/>
                  </a:lnTo>
                  <a:lnTo>
                    <a:pt x="146" y="216"/>
                  </a:lnTo>
                  <a:lnTo>
                    <a:pt x="143" y="209"/>
                  </a:lnTo>
                  <a:lnTo>
                    <a:pt x="139" y="205"/>
                  </a:lnTo>
                  <a:lnTo>
                    <a:pt x="133" y="196"/>
                  </a:lnTo>
                  <a:lnTo>
                    <a:pt x="127" y="192"/>
                  </a:lnTo>
                  <a:lnTo>
                    <a:pt x="118" y="193"/>
                  </a:lnTo>
                  <a:lnTo>
                    <a:pt x="117" y="192"/>
                  </a:lnTo>
                  <a:lnTo>
                    <a:pt x="111" y="192"/>
                  </a:lnTo>
                  <a:lnTo>
                    <a:pt x="99" y="180"/>
                  </a:lnTo>
                  <a:lnTo>
                    <a:pt x="96" y="175"/>
                  </a:lnTo>
                  <a:lnTo>
                    <a:pt x="94" y="173"/>
                  </a:lnTo>
                  <a:lnTo>
                    <a:pt x="95" y="172"/>
                  </a:lnTo>
                  <a:lnTo>
                    <a:pt x="93" y="171"/>
                  </a:lnTo>
                  <a:lnTo>
                    <a:pt x="93" y="167"/>
                  </a:lnTo>
                  <a:lnTo>
                    <a:pt x="89" y="160"/>
                  </a:lnTo>
                  <a:lnTo>
                    <a:pt x="89" y="158"/>
                  </a:lnTo>
                  <a:lnTo>
                    <a:pt x="87" y="157"/>
                  </a:lnTo>
                  <a:lnTo>
                    <a:pt x="87" y="152"/>
                  </a:lnTo>
                  <a:lnTo>
                    <a:pt x="85" y="151"/>
                  </a:lnTo>
                  <a:lnTo>
                    <a:pt x="85" y="149"/>
                  </a:lnTo>
                  <a:lnTo>
                    <a:pt x="84" y="148"/>
                  </a:lnTo>
                  <a:lnTo>
                    <a:pt x="82" y="142"/>
                  </a:lnTo>
                  <a:lnTo>
                    <a:pt x="78" y="134"/>
                  </a:lnTo>
                  <a:lnTo>
                    <a:pt x="78" y="127"/>
                  </a:lnTo>
                  <a:lnTo>
                    <a:pt x="80" y="123"/>
                  </a:lnTo>
                  <a:lnTo>
                    <a:pt x="80" y="120"/>
                  </a:lnTo>
                  <a:lnTo>
                    <a:pt x="78" y="119"/>
                  </a:lnTo>
                  <a:lnTo>
                    <a:pt x="76" y="119"/>
                  </a:lnTo>
                  <a:lnTo>
                    <a:pt x="75" y="118"/>
                  </a:lnTo>
                  <a:lnTo>
                    <a:pt x="70" y="117"/>
                  </a:lnTo>
                  <a:lnTo>
                    <a:pt x="60" y="108"/>
                  </a:lnTo>
                  <a:lnTo>
                    <a:pt x="53" y="104"/>
                  </a:lnTo>
                  <a:lnTo>
                    <a:pt x="51" y="104"/>
                  </a:lnTo>
                  <a:lnTo>
                    <a:pt x="49" y="108"/>
                  </a:lnTo>
                  <a:lnTo>
                    <a:pt x="46" y="112"/>
                  </a:lnTo>
                  <a:lnTo>
                    <a:pt x="46" y="115"/>
                  </a:lnTo>
                  <a:lnTo>
                    <a:pt x="45" y="116"/>
                  </a:lnTo>
                  <a:lnTo>
                    <a:pt x="44" y="121"/>
                  </a:lnTo>
                  <a:lnTo>
                    <a:pt x="41" y="124"/>
                  </a:lnTo>
                  <a:lnTo>
                    <a:pt x="34" y="123"/>
                  </a:lnTo>
                  <a:lnTo>
                    <a:pt x="26" y="115"/>
                  </a:lnTo>
                  <a:lnTo>
                    <a:pt x="24" y="115"/>
                  </a:lnTo>
                  <a:lnTo>
                    <a:pt x="19" y="111"/>
                  </a:lnTo>
                  <a:lnTo>
                    <a:pt x="16" y="112"/>
                  </a:lnTo>
                  <a:lnTo>
                    <a:pt x="13" y="109"/>
                  </a:lnTo>
                  <a:lnTo>
                    <a:pt x="5" y="108"/>
                  </a:lnTo>
                  <a:lnTo>
                    <a:pt x="2" y="105"/>
                  </a:lnTo>
                  <a:lnTo>
                    <a:pt x="1" y="102"/>
                  </a:lnTo>
                  <a:lnTo>
                    <a:pt x="4" y="98"/>
                  </a:lnTo>
                  <a:lnTo>
                    <a:pt x="4" y="95"/>
                  </a:lnTo>
                  <a:lnTo>
                    <a:pt x="6" y="93"/>
                  </a:lnTo>
                  <a:lnTo>
                    <a:pt x="7" y="90"/>
                  </a:lnTo>
                  <a:lnTo>
                    <a:pt x="9" y="89"/>
                  </a:lnTo>
                  <a:lnTo>
                    <a:pt x="10" y="86"/>
                  </a:lnTo>
                  <a:lnTo>
                    <a:pt x="13" y="82"/>
                  </a:lnTo>
                  <a:lnTo>
                    <a:pt x="20" y="66"/>
                  </a:lnTo>
                  <a:lnTo>
                    <a:pt x="22" y="64"/>
                  </a:lnTo>
                  <a:lnTo>
                    <a:pt x="21" y="63"/>
                  </a:lnTo>
                  <a:lnTo>
                    <a:pt x="23" y="60"/>
                  </a:lnTo>
                  <a:lnTo>
                    <a:pt x="22" y="55"/>
                  </a:lnTo>
                  <a:lnTo>
                    <a:pt x="18" y="54"/>
                  </a:lnTo>
                  <a:lnTo>
                    <a:pt x="13" y="50"/>
                  </a:lnTo>
                  <a:lnTo>
                    <a:pt x="10" y="43"/>
                  </a:lnTo>
                  <a:lnTo>
                    <a:pt x="8" y="41"/>
                  </a:lnTo>
                  <a:lnTo>
                    <a:pt x="0" y="30"/>
                  </a:lnTo>
                  <a:lnTo>
                    <a:pt x="2" y="29"/>
                  </a:lnTo>
                  <a:lnTo>
                    <a:pt x="2" y="28"/>
                  </a:lnTo>
                  <a:lnTo>
                    <a:pt x="3" y="28"/>
                  </a:lnTo>
                  <a:lnTo>
                    <a:pt x="8" y="25"/>
                  </a:lnTo>
                  <a:lnTo>
                    <a:pt x="9" y="25"/>
                  </a:lnTo>
                  <a:lnTo>
                    <a:pt x="10" y="25"/>
                  </a:lnTo>
                  <a:lnTo>
                    <a:pt x="10" y="24"/>
                  </a:lnTo>
                  <a:lnTo>
                    <a:pt x="11" y="24"/>
                  </a:lnTo>
                  <a:lnTo>
                    <a:pt x="17" y="22"/>
                  </a:lnTo>
                  <a:lnTo>
                    <a:pt x="18" y="22"/>
                  </a:lnTo>
                  <a:lnTo>
                    <a:pt x="18" y="21"/>
                  </a:lnTo>
                  <a:lnTo>
                    <a:pt x="19" y="21"/>
                  </a:lnTo>
                  <a:lnTo>
                    <a:pt x="20" y="21"/>
                  </a:lnTo>
                  <a:lnTo>
                    <a:pt x="20" y="20"/>
                  </a:lnTo>
                  <a:lnTo>
                    <a:pt x="30" y="14"/>
                  </a:lnTo>
                  <a:lnTo>
                    <a:pt x="34" y="14"/>
                  </a:lnTo>
                  <a:lnTo>
                    <a:pt x="35" y="14"/>
                  </a:lnTo>
                  <a:lnTo>
                    <a:pt x="36" y="15"/>
                  </a:lnTo>
                  <a:lnTo>
                    <a:pt x="37" y="15"/>
                  </a:lnTo>
                  <a:lnTo>
                    <a:pt x="39" y="15"/>
                  </a:lnTo>
                  <a:lnTo>
                    <a:pt x="40" y="15"/>
                  </a:lnTo>
                  <a:lnTo>
                    <a:pt x="41" y="15"/>
                  </a:lnTo>
                  <a:lnTo>
                    <a:pt x="43" y="15"/>
                  </a:lnTo>
                  <a:lnTo>
                    <a:pt x="44" y="15"/>
                  </a:lnTo>
                  <a:lnTo>
                    <a:pt x="46" y="15"/>
                  </a:lnTo>
                  <a:lnTo>
                    <a:pt x="47" y="15"/>
                  </a:lnTo>
                  <a:lnTo>
                    <a:pt x="48" y="14"/>
                  </a:lnTo>
                  <a:lnTo>
                    <a:pt x="49" y="14"/>
                  </a:lnTo>
                  <a:lnTo>
                    <a:pt x="50" y="14"/>
                  </a:lnTo>
                  <a:lnTo>
                    <a:pt x="51" y="14"/>
                  </a:lnTo>
                  <a:lnTo>
                    <a:pt x="53" y="14"/>
                  </a:lnTo>
                  <a:lnTo>
                    <a:pt x="55" y="13"/>
                  </a:lnTo>
                  <a:lnTo>
                    <a:pt x="56" y="13"/>
                  </a:lnTo>
                  <a:lnTo>
                    <a:pt x="57" y="12"/>
                  </a:lnTo>
                  <a:lnTo>
                    <a:pt x="58" y="12"/>
                  </a:lnTo>
                  <a:lnTo>
                    <a:pt x="59" y="12"/>
                  </a:lnTo>
                  <a:lnTo>
                    <a:pt x="60" y="11"/>
                  </a:lnTo>
                  <a:lnTo>
                    <a:pt x="61" y="10"/>
                  </a:lnTo>
                  <a:lnTo>
                    <a:pt x="63" y="10"/>
                  </a:lnTo>
                  <a:lnTo>
                    <a:pt x="64" y="9"/>
                  </a:lnTo>
                  <a:lnTo>
                    <a:pt x="66" y="9"/>
                  </a:lnTo>
                  <a:lnTo>
                    <a:pt x="67" y="8"/>
                  </a:lnTo>
                  <a:lnTo>
                    <a:pt x="68" y="7"/>
                  </a:lnTo>
                  <a:lnTo>
                    <a:pt x="69" y="7"/>
                  </a:lnTo>
                  <a:lnTo>
                    <a:pt x="70" y="6"/>
                  </a:lnTo>
                  <a:lnTo>
                    <a:pt x="71" y="5"/>
                  </a:lnTo>
                  <a:lnTo>
                    <a:pt x="73" y="5"/>
                  </a:lnTo>
                  <a:lnTo>
                    <a:pt x="74" y="4"/>
                  </a:lnTo>
                  <a:lnTo>
                    <a:pt x="75" y="3"/>
                  </a:lnTo>
                  <a:lnTo>
                    <a:pt x="76" y="3"/>
                  </a:lnTo>
                  <a:lnTo>
                    <a:pt x="78" y="3"/>
                  </a:lnTo>
                  <a:lnTo>
                    <a:pt x="79" y="2"/>
                  </a:lnTo>
                  <a:lnTo>
                    <a:pt x="80" y="2"/>
                  </a:lnTo>
                  <a:lnTo>
                    <a:pt x="81" y="1"/>
                  </a:lnTo>
                  <a:lnTo>
                    <a:pt x="82" y="1"/>
                  </a:lnTo>
                  <a:lnTo>
                    <a:pt x="83" y="1"/>
                  </a:lnTo>
                  <a:lnTo>
                    <a:pt x="85" y="0"/>
                  </a:lnTo>
                  <a:lnTo>
                    <a:pt x="90" y="2"/>
                  </a:lnTo>
                  <a:lnTo>
                    <a:pt x="91" y="2"/>
                  </a:lnTo>
                  <a:lnTo>
                    <a:pt x="92" y="2"/>
                  </a:lnTo>
                  <a:lnTo>
                    <a:pt x="93" y="2"/>
                  </a:lnTo>
                  <a:lnTo>
                    <a:pt x="95" y="1"/>
                  </a:lnTo>
                  <a:lnTo>
                    <a:pt x="96" y="1"/>
                  </a:lnTo>
                  <a:lnTo>
                    <a:pt x="98" y="1"/>
                  </a:lnTo>
                  <a:lnTo>
                    <a:pt x="100" y="0"/>
                  </a:lnTo>
                  <a:lnTo>
                    <a:pt x="102" y="0"/>
                  </a:lnTo>
                  <a:lnTo>
                    <a:pt x="103" y="0"/>
                  </a:lnTo>
                  <a:lnTo>
                    <a:pt x="105" y="0"/>
                  </a:lnTo>
                  <a:lnTo>
                    <a:pt x="107" y="0"/>
                  </a:lnTo>
                  <a:lnTo>
                    <a:pt x="109" y="0"/>
                  </a:lnTo>
                  <a:lnTo>
                    <a:pt x="110" y="0"/>
                  </a:lnTo>
                  <a:lnTo>
                    <a:pt x="111" y="0"/>
                  </a:lnTo>
                  <a:lnTo>
                    <a:pt x="112" y="1"/>
                  </a:lnTo>
                  <a:lnTo>
                    <a:pt x="114" y="1"/>
                  </a:lnTo>
                  <a:lnTo>
                    <a:pt x="115" y="2"/>
                  </a:lnTo>
                  <a:lnTo>
                    <a:pt x="116" y="2"/>
                  </a:lnTo>
                  <a:lnTo>
                    <a:pt x="117" y="3"/>
                  </a:lnTo>
                  <a:lnTo>
                    <a:pt x="118" y="3"/>
                  </a:lnTo>
                  <a:lnTo>
                    <a:pt x="119" y="3"/>
                  </a:lnTo>
                  <a:lnTo>
                    <a:pt x="124" y="7"/>
                  </a:lnTo>
                  <a:lnTo>
                    <a:pt x="125" y="7"/>
                  </a:lnTo>
                  <a:lnTo>
                    <a:pt x="126" y="7"/>
                  </a:lnTo>
                  <a:lnTo>
                    <a:pt x="129" y="6"/>
                  </a:lnTo>
                  <a:lnTo>
                    <a:pt x="130" y="6"/>
                  </a:lnTo>
                  <a:lnTo>
                    <a:pt x="131" y="6"/>
                  </a:lnTo>
                  <a:lnTo>
                    <a:pt x="132" y="6"/>
                  </a:lnTo>
                  <a:lnTo>
                    <a:pt x="133" y="6"/>
                  </a:lnTo>
                  <a:lnTo>
                    <a:pt x="134" y="6"/>
                  </a:lnTo>
                  <a:lnTo>
                    <a:pt x="134" y="7"/>
                  </a:lnTo>
                  <a:lnTo>
                    <a:pt x="135" y="7"/>
                  </a:lnTo>
                  <a:lnTo>
                    <a:pt x="136" y="7"/>
                  </a:lnTo>
                  <a:lnTo>
                    <a:pt x="137" y="8"/>
                  </a:lnTo>
                  <a:lnTo>
                    <a:pt x="138" y="8"/>
                  </a:lnTo>
                  <a:lnTo>
                    <a:pt x="139" y="9"/>
                  </a:lnTo>
                  <a:lnTo>
                    <a:pt x="140" y="9"/>
                  </a:lnTo>
                  <a:lnTo>
                    <a:pt x="141" y="10"/>
                  </a:lnTo>
                  <a:lnTo>
                    <a:pt x="142" y="11"/>
                  </a:lnTo>
                  <a:lnTo>
                    <a:pt x="143" y="11"/>
                  </a:lnTo>
                  <a:lnTo>
                    <a:pt x="143" y="12"/>
                  </a:lnTo>
                  <a:lnTo>
                    <a:pt x="144" y="13"/>
                  </a:lnTo>
                  <a:lnTo>
                    <a:pt x="145" y="14"/>
                  </a:lnTo>
                  <a:lnTo>
                    <a:pt x="145" y="15"/>
                  </a:lnTo>
                  <a:lnTo>
                    <a:pt x="146" y="15"/>
                  </a:lnTo>
                  <a:lnTo>
                    <a:pt x="146" y="16"/>
                  </a:lnTo>
                  <a:lnTo>
                    <a:pt x="146" y="17"/>
                  </a:lnTo>
                  <a:lnTo>
                    <a:pt x="147" y="17"/>
                  </a:lnTo>
                  <a:lnTo>
                    <a:pt x="148" y="17"/>
                  </a:lnTo>
                  <a:lnTo>
                    <a:pt x="152" y="17"/>
                  </a:lnTo>
                  <a:lnTo>
                    <a:pt x="153" y="17"/>
                  </a:lnTo>
                  <a:lnTo>
                    <a:pt x="154" y="17"/>
                  </a:lnTo>
                  <a:lnTo>
                    <a:pt x="155" y="17"/>
                  </a:lnTo>
                  <a:lnTo>
                    <a:pt x="156" y="17"/>
                  </a:lnTo>
                  <a:lnTo>
                    <a:pt x="157" y="18"/>
                  </a:lnTo>
                  <a:lnTo>
                    <a:pt x="158" y="18"/>
                  </a:lnTo>
                  <a:lnTo>
                    <a:pt x="159" y="19"/>
                  </a:lnTo>
                  <a:lnTo>
                    <a:pt x="160" y="19"/>
                  </a:lnTo>
                  <a:lnTo>
                    <a:pt x="161" y="19"/>
                  </a:lnTo>
                  <a:lnTo>
                    <a:pt x="162" y="20"/>
                  </a:lnTo>
                  <a:lnTo>
                    <a:pt x="163" y="20"/>
                  </a:lnTo>
                  <a:lnTo>
                    <a:pt x="164" y="20"/>
                  </a:lnTo>
                  <a:lnTo>
                    <a:pt x="165" y="20"/>
                  </a:lnTo>
                  <a:lnTo>
                    <a:pt x="166" y="21"/>
                  </a:lnTo>
                  <a:lnTo>
                    <a:pt x="167" y="21"/>
                  </a:lnTo>
                  <a:lnTo>
                    <a:pt x="168" y="21"/>
                  </a:lnTo>
                  <a:lnTo>
                    <a:pt x="168" y="20"/>
                  </a:lnTo>
                  <a:lnTo>
                    <a:pt x="169" y="20"/>
                  </a:lnTo>
                  <a:lnTo>
                    <a:pt x="170" y="20"/>
                  </a:lnTo>
                  <a:lnTo>
                    <a:pt x="170" y="19"/>
                  </a:lnTo>
                  <a:lnTo>
                    <a:pt x="172" y="18"/>
                  </a:lnTo>
                  <a:lnTo>
                    <a:pt x="173" y="18"/>
                  </a:lnTo>
                  <a:lnTo>
                    <a:pt x="174" y="18"/>
                  </a:lnTo>
                  <a:lnTo>
                    <a:pt x="175" y="17"/>
                  </a:lnTo>
                  <a:lnTo>
                    <a:pt x="176" y="17"/>
                  </a:lnTo>
                  <a:lnTo>
                    <a:pt x="177" y="17"/>
                  </a:lnTo>
                  <a:lnTo>
                    <a:pt x="178" y="17"/>
                  </a:lnTo>
                  <a:lnTo>
                    <a:pt x="179" y="17"/>
                  </a:lnTo>
                  <a:lnTo>
                    <a:pt x="180" y="17"/>
                  </a:lnTo>
                  <a:lnTo>
                    <a:pt x="181" y="17"/>
                  </a:lnTo>
                  <a:lnTo>
                    <a:pt x="182" y="17"/>
                  </a:lnTo>
                  <a:lnTo>
                    <a:pt x="183" y="18"/>
                  </a:lnTo>
                  <a:lnTo>
                    <a:pt x="184" y="18"/>
                  </a:lnTo>
                  <a:lnTo>
                    <a:pt x="185" y="18"/>
                  </a:lnTo>
                  <a:lnTo>
                    <a:pt x="186" y="18"/>
                  </a:lnTo>
                  <a:lnTo>
                    <a:pt x="187" y="19"/>
                  </a:lnTo>
                  <a:lnTo>
                    <a:pt x="188" y="19"/>
                  </a:lnTo>
                  <a:lnTo>
                    <a:pt x="190" y="19"/>
                  </a:lnTo>
                  <a:lnTo>
                    <a:pt x="191" y="20"/>
                  </a:lnTo>
                  <a:lnTo>
                    <a:pt x="192" y="20"/>
                  </a:lnTo>
                  <a:lnTo>
                    <a:pt x="193" y="20"/>
                  </a:lnTo>
                  <a:lnTo>
                    <a:pt x="194" y="20"/>
                  </a:lnTo>
                  <a:lnTo>
                    <a:pt x="195" y="21"/>
                  </a:lnTo>
                  <a:lnTo>
                    <a:pt x="196" y="21"/>
                  </a:lnTo>
                  <a:lnTo>
                    <a:pt x="197" y="22"/>
                  </a:lnTo>
                  <a:lnTo>
                    <a:pt x="198" y="22"/>
                  </a:lnTo>
                  <a:lnTo>
                    <a:pt x="199" y="22"/>
                  </a:lnTo>
                  <a:lnTo>
                    <a:pt x="200" y="22"/>
                  </a:lnTo>
                  <a:lnTo>
                    <a:pt x="202" y="23"/>
                  </a:lnTo>
                  <a:lnTo>
                    <a:pt x="203" y="23"/>
                  </a:lnTo>
                  <a:lnTo>
                    <a:pt x="204" y="23"/>
                  </a:lnTo>
                  <a:lnTo>
                    <a:pt x="205" y="24"/>
                  </a:lnTo>
                  <a:lnTo>
                    <a:pt x="207" y="24"/>
                  </a:lnTo>
                  <a:lnTo>
                    <a:pt x="208" y="24"/>
                  </a:lnTo>
                  <a:lnTo>
                    <a:pt x="209" y="25"/>
                  </a:lnTo>
                  <a:lnTo>
                    <a:pt x="210" y="25"/>
                  </a:lnTo>
                  <a:lnTo>
                    <a:pt x="211" y="25"/>
                  </a:lnTo>
                  <a:lnTo>
                    <a:pt x="212" y="26"/>
                  </a:lnTo>
                  <a:lnTo>
                    <a:pt x="213" y="26"/>
                  </a:lnTo>
                  <a:lnTo>
                    <a:pt x="214" y="27"/>
                  </a:lnTo>
                  <a:lnTo>
                    <a:pt x="215" y="27"/>
                  </a:lnTo>
                  <a:lnTo>
                    <a:pt x="216" y="28"/>
                  </a:lnTo>
                  <a:lnTo>
                    <a:pt x="217" y="29"/>
                  </a:lnTo>
                  <a:lnTo>
                    <a:pt x="218" y="30"/>
                  </a:lnTo>
                  <a:lnTo>
                    <a:pt x="218" y="31"/>
                  </a:lnTo>
                  <a:lnTo>
                    <a:pt x="219" y="31"/>
                  </a:lnTo>
                  <a:lnTo>
                    <a:pt x="219" y="32"/>
                  </a:lnTo>
                  <a:lnTo>
                    <a:pt x="219" y="33"/>
                  </a:lnTo>
                  <a:lnTo>
                    <a:pt x="219" y="34"/>
                  </a:lnTo>
                  <a:lnTo>
                    <a:pt x="219" y="35"/>
                  </a:lnTo>
                  <a:lnTo>
                    <a:pt x="219" y="36"/>
                  </a:lnTo>
                  <a:lnTo>
                    <a:pt x="219" y="37"/>
                  </a:lnTo>
                  <a:lnTo>
                    <a:pt x="220" y="36"/>
                  </a:lnTo>
                  <a:lnTo>
                    <a:pt x="223" y="35"/>
                  </a:lnTo>
                  <a:lnTo>
                    <a:pt x="224" y="36"/>
                  </a:lnTo>
                  <a:lnTo>
                    <a:pt x="225" y="37"/>
                  </a:lnTo>
                  <a:lnTo>
                    <a:pt x="226" y="37"/>
                  </a:lnTo>
                  <a:lnTo>
                    <a:pt x="227" y="38"/>
                  </a:lnTo>
                  <a:lnTo>
                    <a:pt x="228" y="38"/>
                  </a:lnTo>
                  <a:lnTo>
                    <a:pt x="229" y="39"/>
                  </a:lnTo>
                  <a:lnTo>
                    <a:pt x="230" y="39"/>
                  </a:lnTo>
                  <a:lnTo>
                    <a:pt x="231" y="40"/>
                  </a:lnTo>
                  <a:lnTo>
                    <a:pt x="232" y="40"/>
                  </a:lnTo>
                  <a:lnTo>
                    <a:pt x="233" y="41"/>
                  </a:lnTo>
                  <a:lnTo>
                    <a:pt x="234" y="41"/>
                  </a:lnTo>
                  <a:lnTo>
                    <a:pt x="235" y="41"/>
                  </a:lnTo>
                  <a:lnTo>
                    <a:pt x="237" y="42"/>
                  </a:lnTo>
                  <a:lnTo>
                    <a:pt x="238" y="42"/>
                  </a:lnTo>
                  <a:lnTo>
                    <a:pt x="239" y="42"/>
                  </a:lnTo>
                  <a:lnTo>
                    <a:pt x="240" y="43"/>
                  </a:lnTo>
                  <a:lnTo>
                    <a:pt x="241" y="44"/>
                  </a:lnTo>
                  <a:lnTo>
                    <a:pt x="242" y="45"/>
                  </a:lnTo>
                  <a:lnTo>
                    <a:pt x="243" y="46"/>
                  </a:lnTo>
                  <a:lnTo>
                    <a:pt x="243" y="47"/>
                  </a:lnTo>
                  <a:lnTo>
                    <a:pt x="243" y="48"/>
                  </a:lnTo>
                  <a:lnTo>
                    <a:pt x="243" y="49"/>
                  </a:lnTo>
                  <a:lnTo>
                    <a:pt x="243" y="50"/>
                  </a:lnTo>
                  <a:lnTo>
                    <a:pt x="243" y="51"/>
                  </a:lnTo>
                  <a:lnTo>
                    <a:pt x="243" y="52"/>
                  </a:lnTo>
                  <a:lnTo>
                    <a:pt x="243" y="53"/>
                  </a:lnTo>
                  <a:lnTo>
                    <a:pt x="243" y="54"/>
                  </a:lnTo>
                  <a:lnTo>
                    <a:pt x="242" y="54"/>
                  </a:lnTo>
                  <a:lnTo>
                    <a:pt x="242" y="55"/>
                  </a:lnTo>
                  <a:lnTo>
                    <a:pt x="242" y="56"/>
                  </a:lnTo>
                  <a:lnTo>
                    <a:pt x="242" y="57"/>
                  </a:lnTo>
                  <a:lnTo>
                    <a:pt x="243" y="58"/>
                  </a:lnTo>
                  <a:lnTo>
                    <a:pt x="244" y="59"/>
                  </a:lnTo>
                  <a:lnTo>
                    <a:pt x="245" y="59"/>
                  </a:lnTo>
                  <a:lnTo>
                    <a:pt x="245" y="60"/>
                  </a:lnTo>
                  <a:lnTo>
                    <a:pt x="246" y="61"/>
                  </a:lnTo>
                  <a:lnTo>
                    <a:pt x="247" y="61"/>
                  </a:lnTo>
                  <a:lnTo>
                    <a:pt x="248" y="63"/>
                  </a:lnTo>
                  <a:lnTo>
                    <a:pt x="250" y="64"/>
                  </a:lnTo>
                  <a:lnTo>
                    <a:pt x="251" y="65"/>
                  </a:lnTo>
                  <a:lnTo>
                    <a:pt x="252" y="66"/>
                  </a:lnTo>
                  <a:lnTo>
                    <a:pt x="254" y="68"/>
                  </a:lnTo>
                  <a:lnTo>
                    <a:pt x="255" y="69"/>
                  </a:lnTo>
                  <a:lnTo>
                    <a:pt x="257" y="71"/>
                  </a:lnTo>
                  <a:lnTo>
                    <a:pt x="258" y="72"/>
                  </a:lnTo>
                  <a:lnTo>
                    <a:pt x="259" y="73"/>
                  </a:lnTo>
                  <a:lnTo>
                    <a:pt x="260" y="74"/>
                  </a:lnTo>
                  <a:lnTo>
                    <a:pt x="260" y="75"/>
                  </a:lnTo>
                  <a:lnTo>
                    <a:pt x="261" y="75"/>
                  </a:lnTo>
                  <a:lnTo>
                    <a:pt x="262" y="76"/>
                  </a:lnTo>
                  <a:lnTo>
                    <a:pt x="263" y="77"/>
                  </a:lnTo>
                  <a:lnTo>
                    <a:pt x="263" y="78"/>
                  </a:lnTo>
                  <a:lnTo>
                    <a:pt x="264" y="78"/>
                  </a:lnTo>
                  <a:lnTo>
                    <a:pt x="265" y="79"/>
                  </a:lnTo>
                  <a:lnTo>
                    <a:pt x="265" y="80"/>
                  </a:lnTo>
                  <a:lnTo>
                    <a:pt x="266" y="81"/>
                  </a:lnTo>
                  <a:lnTo>
                    <a:pt x="267" y="81"/>
                  </a:lnTo>
                  <a:lnTo>
                    <a:pt x="267" y="82"/>
                  </a:lnTo>
                  <a:lnTo>
                    <a:pt x="268" y="83"/>
                  </a:lnTo>
                  <a:lnTo>
                    <a:pt x="269" y="84"/>
                  </a:lnTo>
                  <a:lnTo>
                    <a:pt x="270" y="85"/>
                  </a:lnTo>
                  <a:lnTo>
                    <a:pt x="270" y="86"/>
                  </a:lnTo>
                  <a:lnTo>
                    <a:pt x="271" y="87"/>
                  </a:lnTo>
                  <a:lnTo>
                    <a:pt x="272" y="87"/>
                  </a:lnTo>
                  <a:lnTo>
                    <a:pt x="272" y="88"/>
                  </a:lnTo>
                  <a:lnTo>
                    <a:pt x="273" y="89"/>
                  </a:lnTo>
                  <a:lnTo>
                    <a:pt x="274" y="90"/>
                  </a:lnTo>
                  <a:lnTo>
                    <a:pt x="275" y="91"/>
                  </a:lnTo>
                  <a:lnTo>
                    <a:pt x="275" y="92"/>
                  </a:lnTo>
                  <a:lnTo>
                    <a:pt x="276" y="93"/>
                  </a:lnTo>
                  <a:lnTo>
                    <a:pt x="277" y="94"/>
                  </a:lnTo>
                  <a:lnTo>
                    <a:pt x="277" y="95"/>
                  </a:lnTo>
                  <a:lnTo>
                    <a:pt x="277" y="96"/>
                  </a:lnTo>
                  <a:lnTo>
                    <a:pt x="278" y="98"/>
                  </a:lnTo>
                  <a:lnTo>
                    <a:pt x="278" y="99"/>
                  </a:lnTo>
                  <a:lnTo>
                    <a:pt x="277" y="100"/>
                  </a:lnTo>
                  <a:lnTo>
                    <a:pt x="277" y="101"/>
                  </a:lnTo>
                  <a:lnTo>
                    <a:pt x="277" y="102"/>
                  </a:lnTo>
                  <a:lnTo>
                    <a:pt x="277" y="103"/>
                  </a:lnTo>
                  <a:lnTo>
                    <a:pt x="277" y="105"/>
                  </a:lnTo>
                  <a:lnTo>
                    <a:pt x="276" y="105"/>
                  </a:lnTo>
                  <a:lnTo>
                    <a:pt x="276" y="107"/>
                  </a:lnTo>
                  <a:lnTo>
                    <a:pt x="276" y="108"/>
                  </a:lnTo>
                  <a:lnTo>
                    <a:pt x="277" y="109"/>
                  </a:lnTo>
                  <a:lnTo>
                    <a:pt x="277" y="110"/>
                  </a:lnTo>
                  <a:lnTo>
                    <a:pt x="277" y="111"/>
                  </a:lnTo>
                  <a:lnTo>
                    <a:pt x="278" y="112"/>
                  </a:lnTo>
                  <a:lnTo>
                    <a:pt x="278" y="113"/>
                  </a:lnTo>
                  <a:lnTo>
                    <a:pt x="279" y="114"/>
                  </a:lnTo>
                  <a:lnTo>
                    <a:pt x="280" y="115"/>
                  </a:lnTo>
                  <a:lnTo>
                    <a:pt x="281" y="116"/>
                  </a:lnTo>
                  <a:lnTo>
                    <a:pt x="282" y="117"/>
                  </a:lnTo>
                  <a:lnTo>
                    <a:pt x="283" y="118"/>
                  </a:lnTo>
                  <a:lnTo>
                    <a:pt x="284" y="119"/>
                  </a:lnTo>
                  <a:lnTo>
                    <a:pt x="285" y="120"/>
                  </a:lnTo>
                  <a:lnTo>
                    <a:pt x="286" y="121"/>
                  </a:lnTo>
                  <a:lnTo>
                    <a:pt x="288" y="123"/>
                  </a:lnTo>
                  <a:lnTo>
                    <a:pt x="289" y="124"/>
                  </a:lnTo>
                  <a:lnTo>
                    <a:pt x="290" y="124"/>
                  </a:lnTo>
                  <a:lnTo>
                    <a:pt x="291" y="125"/>
                  </a:lnTo>
                  <a:lnTo>
                    <a:pt x="291" y="126"/>
                  </a:lnTo>
                  <a:lnTo>
                    <a:pt x="292" y="127"/>
                  </a:lnTo>
                  <a:lnTo>
                    <a:pt x="293" y="128"/>
                  </a:lnTo>
                  <a:lnTo>
                    <a:pt x="293" y="129"/>
                  </a:lnTo>
                  <a:lnTo>
                    <a:pt x="294" y="130"/>
                  </a:lnTo>
                  <a:lnTo>
                    <a:pt x="294" y="131"/>
                  </a:lnTo>
                  <a:lnTo>
                    <a:pt x="295" y="131"/>
                  </a:lnTo>
                  <a:lnTo>
                    <a:pt x="295" y="132"/>
                  </a:lnTo>
                  <a:lnTo>
                    <a:pt x="296" y="133"/>
                  </a:lnTo>
                  <a:lnTo>
                    <a:pt x="296" y="134"/>
                  </a:lnTo>
                  <a:lnTo>
                    <a:pt x="296" y="135"/>
                  </a:lnTo>
                  <a:lnTo>
                    <a:pt x="297" y="135"/>
                  </a:lnTo>
                  <a:lnTo>
                    <a:pt x="297" y="136"/>
                  </a:lnTo>
                  <a:lnTo>
                    <a:pt x="298" y="136"/>
                  </a:lnTo>
                  <a:lnTo>
                    <a:pt x="299" y="137"/>
                  </a:lnTo>
                  <a:lnTo>
                    <a:pt x="299" y="138"/>
                  </a:lnTo>
                  <a:lnTo>
                    <a:pt x="300" y="138"/>
                  </a:lnTo>
                  <a:lnTo>
                    <a:pt x="300" y="139"/>
                  </a:lnTo>
                  <a:lnTo>
                    <a:pt x="301" y="139"/>
                  </a:lnTo>
                  <a:lnTo>
                    <a:pt x="301" y="140"/>
                  </a:lnTo>
                  <a:lnTo>
                    <a:pt x="302" y="141"/>
                  </a:lnTo>
                  <a:lnTo>
                    <a:pt x="303" y="142"/>
                  </a:lnTo>
                  <a:lnTo>
                    <a:pt x="303" y="143"/>
                  </a:lnTo>
                  <a:lnTo>
                    <a:pt x="304" y="143"/>
                  </a:lnTo>
                  <a:lnTo>
                    <a:pt x="304" y="144"/>
                  </a:lnTo>
                  <a:lnTo>
                    <a:pt x="304" y="145"/>
                  </a:lnTo>
                  <a:lnTo>
                    <a:pt x="305" y="145"/>
                  </a:lnTo>
                  <a:lnTo>
                    <a:pt x="305" y="146"/>
                  </a:lnTo>
                  <a:lnTo>
                    <a:pt x="306" y="146"/>
                  </a:lnTo>
                  <a:lnTo>
                    <a:pt x="306" y="147"/>
                  </a:lnTo>
                  <a:lnTo>
                    <a:pt x="306" y="148"/>
                  </a:lnTo>
                  <a:lnTo>
                    <a:pt x="307" y="148"/>
                  </a:lnTo>
                  <a:lnTo>
                    <a:pt x="307" y="149"/>
                  </a:lnTo>
                  <a:lnTo>
                    <a:pt x="308" y="150"/>
                  </a:lnTo>
                  <a:lnTo>
                    <a:pt x="309" y="151"/>
                  </a:lnTo>
                  <a:lnTo>
                    <a:pt x="309" y="152"/>
                  </a:lnTo>
                  <a:lnTo>
                    <a:pt x="310" y="152"/>
                  </a:lnTo>
                  <a:lnTo>
                    <a:pt x="311" y="153"/>
                  </a:lnTo>
                  <a:lnTo>
                    <a:pt x="311" y="154"/>
                  </a:lnTo>
                  <a:lnTo>
                    <a:pt x="312" y="154"/>
                  </a:lnTo>
                  <a:lnTo>
                    <a:pt x="313" y="155"/>
                  </a:lnTo>
                  <a:lnTo>
                    <a:pt x="313" y="156"/>
                  </a:lnTo>
                  <a:lnTo>
                    <a:pt x="314" y="157"/>
                  </a:lnTo>
                  <a:lnTo>
                    <a:pt x="315" y="158"/>
                  </a:lnTo>
                  <a:lnTo>
                    <a:pt x="316" y="159"/>
                  </a:lnTo>
                  <a:lnTo>
                    <a:pt x="316" y="160"/>
                  </a:lnTo>
                  <a:lnTo>
                    <a:pt x="317" y="161"/>
                  </a:lnTo>
                  <a:lnTo>
                    <a:pt x="317" y="162"/>
                  </a:lnTo>
                  <a:lnTo>
                    <a:pt x="318" y="163"/>
                  </a:lnTo>
                  <a:lnTo>
                    <a:pt x="318" y="164"/>
                  </a:lnTo>
                  <a:lnTo>
                    <a:pt x="318" y="165"/>
                  </a:lnTo>
                  <a:lnTo>
                    <a:pt x="318" y="166"/>
                  </a:lnTo>
                  <a:lnTo>
                    <a:pt x="318" y="167"/>
                  </a:lnTo>
                  <a:lnTo>
                    <a:pt x="318" y="168"/>
                  </a:lnTo>
                  <a:lnTo>
                    <a:pt x="318" y="169"/>
                  </a:lnTo>
                  <a:lnTo>
                    <a:pt x="318" y="170"/>
                  </a:lnTo>
                  <a:lnTo>
                    <a:pt x="318" y="171"/>
                  </a:lnTo>
                  <a:lnTo>
                    <a:pt x="318" y="172"/>
                  </a:lnTo>
                  <a:lnTo>
                    <a:pt x="318" y="173"/>
                  </a:lnTo>
                  <a:lnTo>
                    <a:pt x="318" y="174"/>
                  </a:lnTo>
                  <a:lnTo>
                    <a:pt x="317" y="175"/>
                  </a:lnTo>
                  <a:lnTo>
                    <a:pt x="318" y="175"/>
                  </a:lnTo>
                  <a:lnTo>
                    <a:pt x="318" y="176"/>
                  </a:lnTo>
                  <a:lnTo>
                    <a:pt x="319" y="177"/>
                  </a:lnTo>
                  <a:lnTo>
                    <a:pt x="319" y="178"/>
                  </a:lnTo>
                  <a:lnTo>
                    <a:pt x="320" y="179"/>
                  </a:lnTo>
                  <a:lnTo>
                    <a:pt x="321" y="180"/>
                  </a:lnTo>
                  <a:lnTo>
                    <a:pt x="322" y="181"/>
                  </a:lnTo>
                  <a:lnTo>
                    <a:pt x="323" y="182"/>
                  </a:lnTo>
                  <a:lnTo>
                    <a:pt x="324" y="183"/>
                  </a:lnTo>
                  <a:lnTo>
                    <a:pt x="324" y="184"/>
                  </a:lnTo>
                  <a:lnTo>
                    <a:pt x="325" y="185"/>
                  </a:lnTo>
                  <a:lnTo>
                    <a:pt x="326" y="186"/>
                  </a:lnTo>
                  <a:lnTo>
                    <a:pt x="327" y="187"/>
                  </a:lnTo>
                  <a:lnTo>
                    <a:pt x="328" y="187"/>
                  </a:lnTo>
                  <a:lnTo>
                    <a:pt x="329" y="188"/>
                  </a:lnTo>
                  <a:lnTo>
                    <a:pt x="330" y="189"/>
                  </a:lnTo>
                  <a:lnTo>
                    <a:pt x="331" y="190"/>
                  </a:lnTo>
                  <a:lnTo>
                    <a:pt x="332" y="190"/>
                  </a:lnTo>
                  <a:lnTo>
                    <a:pt x="333" y="191"/>
                  </a:lnTo>
                  <a:lnTo>
                    <a:pt x="333" y="192"/>
                  </a:lnTo>
                  <a:lnTo>
                    <a:pt x="335" y="193"/>
                  </a:lnTo>
                  <a:lnTo>
                    <a:pt x="336" y="194"/>
                  </a:lnTo>
                  <a:lnTo>
                    <a:pt x="336" y="195"/>
                  </a:lnTo>
                  <a:lnTo>
                    <a:pt x="338" y="197"/>
                  </a:lnTo>
                  <a:lnTo>
                    <a:pt x="338" y="198"/>
                  </a:lnTo>
                  <a:lnTo>
                    <a:pt x="340" y="199"/>
                  </a:lnTo>
                  <a:lnTo>
                    <a:pt x="341" y="200"/>
                  </a:lnTo>
                  <a:lnTo>
                    <a:pt x="342" y="202"/>
                  </a:lnTo>
                  <a:lnTo>
                    <a:pt x="343" y="203"/>
                  </a:lnTo>
                  <a:lnTo>
                    <a:pt x="344" y="205"/>
                  </a:lnTo>
                  <a:lnTo>
                    <a:pt x="345" y="206"/>
                  </a:lnTo>
                  <a:lnTo>
                    <a:pt x="346" y="207"/>
                  </a:lnTo>
                  <a:lnTo>
                    <a:pt x="347" y="209"/>
                  </a:lnTo>
                  <a:lnTo>
                    <a:pt x="348" y="210"/>
                  </a:lnTo>
                  <a:lnTo>
                    <a:pt x="348" y="211"/>
                  </a:lnTo>
                  <a:lnTo>
                    <a:pt x="349" y="212"/>
                  </a:lnTo>
                  <a:lnTo>
                    <a:pt x="350" y="213"/>
                  </a:lnTo>
                  <a:lnTo>
                    <a:pt x="350" y="214"/>
                  </a:lnTo>
                  <a:lnTo>
                    <a:pt x="351" y="216"/>
                  </a:lnTo>
                  <a:lnTo>
                    <a:pt x="351" y="217"/>
                  </a:lnTo>
                  <a:lnTo>
                    <a:pt x="352" y="218"/>
                  </a:lnTo>
                  <a:lnTo>
                    <a:pt x="353" y="219"/>
                  </a:lnTo>
                  <a:lnTo>
                    <a:pt x="353" y="220"/>
                  </a:lnTo>
                  <a:lnTo>
                    <a:pt x="353" y="221"/>
                  </a:lnTo>
                  <a:lnTo>
                    <a:pt x="354" y="222"/>
                  </a:lnTo>
                  <a:lnTo>
                    <a:pt x="354" y="223"/>
                  </a:lnTo>
                  <a:lnTo>
                    <a:pt x="354" y="224"/>
                  </a:lnTo>
                  <a:lnTo>
                    <a:pt x="355" y="225"/>
                  </a:lnTo>
                  <a:lnTo>
                    <a:pt x="355" y="226"/>
                  </a:lnTo>
                  <a:lnTo>
                    <a:pt x="355" y="227"/>
                  </a:lnTo>
                  <a:lnTo>
                    <a:pt x="356" y="229"/>
                  </a:lnTo>
                  <a:lnTo>
                    <a:pt x="357" y="230"/>
                  </a:lnTo>
                  <a:lnTo>
                    <a:pt x="357" y="231"/>
                  </a:lnTo>
                  <a:lnTo>
                    <a:pt x="357" y="232"/>
                  </a:lnTo>
                  <a:lnTo>
                    <a:pt x="357" y="233"/>
                  </a:lnTo>
                  <a:lnTo>
                    <a:pt x="357" y="234"/>
                  </a:lnTo>
                  <a:lnTo>
                    <a:pt x="358" y="235"/>
                  </a:lnTo>
                  <a:lnTo>
                    <a:pt x="358" y="236"/>
                  </a:lnTo>
                  <a:lnTo>
                    <a:pt x="358" y="237"/>
                  </a:lnTo>
                  <a:lnTo>
                    <a:pt x="358" y="238"/>
                  </a:lnTo>
                  <a:lnTo>
                    <a:pt x="358" y="239"/>
                  </a:lnTo>
                  <a:lnTo>
                    <a:pt x="359" y="239"/>
                  </a:lnTo>
                  <a:lnTo>
                    <a:pt x="360" y="239"/>
                  </a:lnTo>
                  <a:lnTo>
                    <a:pt x="361" y="240"/>
                  </a:lnTo>
                  <a:lnTo>
                    <a:pt x="362" y="240"/>
                  </a:lnTo>
                  <a:lnTo>
                    <a:pt x="362" y="241"/>
                  </a:lnTo>
                  <a:lnTo>
                    <a:pt x="363" y="241"/>
                  </a:lnTo>
                  <a:lnTo>
                    <a:pt x="365" y="242"/>
                  </a:lnTo>
                  <a:lnTo>
                    <a:pt x="366" y="243"/>
                  </a:lnTo>
                  <a:lnTo>
                    <a:pt x="367" y="243"/>
                  </a:lnTo>
                  <a:lnTo>
                    <a:pt x="368" y="244"/>
                  </a:lnTo>
                  <a:lnTo>
                    <a:pt x="369" y="244"/>
                  </a:lnTo>
                  <a:lnTo>
                    <a:pt x="370" y="245"/>
                  </a:lnTo>
                  <a:lnTo>
                    <a:pt x="370" y="246"/>
                  </a:lnTo>
                  <a:lnTo>
                    <a:pt x="371" y="246"/>
                  </a:lnTo>
                  <a:lnTo>
                    <a:pt x="371" y="247"/>
                  </a:lnTo>
                  <a:lnTo>
                    <a:pt x="372" y="247"/>
                  </a:lnTo>
                  <a:lnTo>
                    <a:pt x="372" y="248"/>
                  </a:lnTo>
                  <a:lnTo>
                    <a:pt x="372" y="249"/>
                  </a:lnTo>
                  <a:lnTo>
                    <a:pt x="372" y="250"/>
                  </a:lnTo>
                  <a:lnTo>
                    <a:pt x="372" y="251"/>
                  </a:lnTo>
                  <a:lnTo>
                    <a:pt x="372" y="252"/>
                  </a:lnTo>
                  <a:lnTo>
                    <a:pt x="372" y="253"/>
                  </a:lnTo>
                  <a:lnTo>
                    <a:pt x="372" y="254"/>
                  </a:lnTo>
                  <a:lnTo>
                    <a:pt x="372" y="255"/>
                  </a:lnTo>
                  <a:lnTo>
                    <a:pt x="373" y="256"/>
                  </a:lnTo>
                  <a:lnTo>
                    <a:pt x="373" y="257"/>
                  </a:lnTo>
                  <a:lnTo>
                    <a:pt x="372" y="258"/>
                  </a:lnTo>
                  <a:lnTo>
                    <a:pt x="372" y="259"/>
                  </a:lnTo>
                  <a:lnTo>
                    <a:pt x="372" y="260"/>
                  </a:lnTo>
                  <a:lnTo>
                    <a:pt x="372" y="261"/>
                  </a:lnTo>
                  <a:lnTo>
                    <a:pt x="372" y="262"/>
                  </a:lnTo>
                  <a:lnTo>
                    <a:pt x="372" y="263"/>
                  </a:lnTo>
                  <a:lnTo>
                    <a:pt x="372" y="264"/>
                  </a:lnTo>
                  <a:lnTo>
                    <a:pt x="372" y="265"/>
                  </a:lnTo>
                  <a:lnTo>
                    <a:pt x="371" y="266"/>
                  </a:lnTo>
                  <a:lnTo>
                    <a:pt x="371" y="267"/>
                  </a:lnTo>
                  <a:lnTo>
                    <a:pt x="371" y="268"/>
                  </a:lnTo>
                  <a:lnTo>
                    <a:pt x="371" y="269"/>
                  </a:lnTo>
                  <a:lnTo>
                    <a:pt x="371" y="270"/>
                  </a:lnTo>
                  <a:lnTo>
                    <a:pt x="371" y="272"/>
                  </a:lnTo>
                  <a:lnTo>
                    <a:pt x="372" y="272"/>
                  </a:lnTo>
                  <a:lnTo>
                    <a:pt x="372" y="273"/>
                  </a:lnTo>
                  <a:lnTo>
                    <a:pt x="373" y="274"/>
                  </a:lnTo>
                  <a:lnTo>
                    <a:pt x="374" y="275"/>
                  </a:lnTo>
                  <a:lnTo>
                    <a:pt x="375" y="275"/>
                  </a:lnTo>
                  <a:lnTo>
                    <a:pt x="376" y="275"/>
                  </a:lnTo>
                  <a:lnTo>
                    <a:pt x="376" y="276"/>
                  </a:lnTo>
                  <a:lnTo>
                    <a:pt x="377" y="276"/>
                  </a:lnTo>
                  <a:lnTo>
                    <a:pt x="378" y="276"/>
                  </a:lnTo>
                  <a:lnTo>
                    <a:pt x="379" y="277"/>
                  </a:lnTo>
                  <a:lnTo>
                    <a:pt x="380" y="277"/>
                  </a:lnTo>
                  <a:lnTo>
                    <a:pt x="381" y="277"/>
                  </a:lnTo>
                  <a:lnTo>
                    <a:pt x="381" y="278"/>
                  </a:lnTo>
                  <a:lnTo>
                    <a:pt x="382" y="278"/>
                  </a:lnTo>
                  <a:lnTo>
                    <a:pt x="382" y="279"/>
                  </a:lnTo>
                  <a:lnTo>
                    <a:pt x="383" y="279"/>
                  </a:lnTo>
                  <a:lnTo>
                    <a:pt x="383" y="280"/>
                  </a:lnTo>
                  <a:lnTo>
                    <a:pt x="384" y="280"/>
                  </a:lnTo>
                  <a:lnTo>
                    <a:pt x="384" y="281"/>
                  </a:lnTo>
                  <a:lnTo>
                    <a:pt x="385" y="282"/>
                  </a:lnTo>
                  <a:lnTo>
                    <a:pt x="385" y="283"/>
                  </a:lnTo>
                  <a:lnTo>
                    <a:pt x="386" y="283"/>
                  </a:lnTo>
                  <a:lnTo>
                    <a:pt x="386" y="284"/>
                  </a:lnTo>
                  <a:lnTo>
                    <a:pt x="386" y="285"/>
                  </a:lnTo>
                  <a:lnTo>
                    <a:pt x="387" y="285"/>
                  </a:lnTo>
                  <a:lnTo>
                    <a:pt x="387" y="286"/>
                  </a:lnTo>
                  <a:lnTo>
                    <a:pt x="388" y="287"/>
                  </a:lnTo>
                  <a:lnTo>
                    <a:pt x="389" y="287"/>
                  </a:lnTo>
                  <a:lnTo>
                    <a:pt x="390" y="287"/>
                  </a:lnTo>
                  <a:lnTo>
                    <a:pt x="390" y="288"/>
                  </a:lnTo>
                  <a:lnTo>
                    <a:pt x="391" y="288"/>
                  </a:lnTo>
                  <a:lnTo>
                    <a:pt x="392" y="288"/>
                  </a:lnTo>
                  <a:lnTo>
                    <a:pt x="393" y="288"/>
                  </a:lnTo>
                  <a:lnTo>
                    <a:pt x="393" y="289"/>
                  </a:lnTo>
                  <a:lnTo>
                    <a:pt x="394" y="289"/>
                  </a:lnTo>
                  <a:lnTo>
                    <a:pt x="395" y="289"/>
                  </a:lnTo>
                  <a:lnTo>
                    <a:pt x="396" y="288"/>
                  </a:lnTo>
                  <a:lnTo>
                    <a:pt x="397" y="288"/>
                  </a:lnTo>
                  <a:lnTo>
                    <a:pt x="398" y="288"/>
                  </a:lnTo>
                  <a:lnTo>
                    <a:pt x="399" y="289"/>
                  </a:lnTo>
                  <a:lnTo>
                    <a:pt x="400" y="289"/>
                  </a:lnTo>
                  <a:lnTo>
                    <a:pt x="401" y="289"/>
                  </a:lnTo>
                  <a:lnTo>
                    <a:pt x="402" y="289"/>
                  </a:lnTo>
                  <a:lnTo>
                    <a:pt x="403" y="289"/>
                  </a:lnTo>
                  <a:lnTo>
                    <a:pt x="404" y="289"/>
                  </a:lnTo>
                  <a:lnTo>
                    <a:pt x="405" y="289"/>
                  </a:lnTo>
                  <a:lnTo>
                    <a:pt x="406" y="288"/>
                  </a:lnTo>
                  <a:lnTo>
                    <a:pt x="407" y="288"/>
                  </a:lnTo>
                  <a:lnTo>
                    <a:pt x="409" y="288"/>
                  </a:lnTo>
                  <a:lnTo>
                    <a:pt x="410" y="287"/>
                  </a:lnTo>
                  <a:lnTo>
                    <a:pt x="411" y="287"/>
                  </a:lnTo>
                  <a:lnTo>
                    <a:pt x="412" y="286"/>
                  </a:lnTo>
                  <a:lnTo>
                    <a:pt x="414" y="286"/>
                  </a:lnTo>
                  <a:lnTo>
                    <a:pt x="415" y="285"/>
                  </a:lnTo>
                  <a:lnTo>
                    <a:pt x="416" y="285"/>
                  </a:lnTo>
                  <a:lnTo>
                    <a:pt x="417" y="284"/>
                  </a:lnTo>
                  <a:lnTo>
                    <a:pt x="418" y="283"/>
                  </a:lnTo>
                  <a:lnTo>
                    <a:pt x="421" y="282"/>
                  </a:lnTo>
                  <a:lnTo>
                    <a:pt x="422" y="282"/>
                  </a:lnTo>
                  <a:lnTo>
                    <a:pt x="423" y="282"/>
                  </a:lnTo>
                  <a:lnTo>
                    <a:pt x="423" y="281"/>
                  </a:lnTo>
                  <a:lnTo>
                    <a:pt x="424" y="281"/>
                  </a:lnTo>
                  <a:lnTo>
                    <a:pt x="425" y="280"/>
                  </a:lnTo>
                  <a:lnTo>
                    <a:pt x="426" y="280"/>
                  </a:lnTo>
                  <a:lnTo>
                    <a:pt x="427" y="280"/>
                  </a:lnTo>
                  <a:lnTo>
                    <a:pt x="428" y="280"/>
                  </a:lnTo>
                  <a:lnTo>
                    <a:pt x="428" y="279"/>
                  </a:lnTo>
                  <a:lnTo>
                    <a:pt x="429" y="279"/>
                  </a:lnTo>
                  <a:lnTo>
                    <a:pt x="430" y="279"/>
                  </a:lnTo>
                  <a:lnTo>
                    <a:pt x="431" y="279"/>
                  </a:lnTo>
                  <a:lnTo>
                    <a:pt x="432" y="279"/>
                  </a:lnTo>
                  <a:lnTo>
                    <a:pt x="433" y="278"/>
                  </a:lnTo>
                  <a:lnTo>
                    <a:pt x="434" y="278"/>
                  </a:lnTo>
                  <a:lnTo>
                    <a:pt x="435" y="278"/>
                  </a:lnTo>
                  <a:lnTo>
                    <a:pt x="436" y="278"/>
                  </a:lnTo>
                  <a:lnTo>
                    <a:pt x="437" y="278"/>
                  </a:lnTo>
                  <a:lnTo>
                    <a:pt x="438" y="278"/>
                  </a:lnTo>
                  <a:lnTo>
                    <a:pt x="439" y="278"/>
                  </a:lnTo>
                  <a:lnTo>
                    <a:pt x="440" y="278"/>
                  </a:lnTo>
                  <a:lnTo>
                    <a:pt x="441" y="278"/>
                  </a:lnTo>
                  <a:lnTo>
                    <a:pt x="442" y="278"/>
                  </a:lnTo>
                  <a:lnTo>
                    <a:pt x="443" y="279"/>
                  </a:lnTo>
                  <a:lnTo>
                    <a:pt x="444" y="280"/>
                  </a:lnTo>
                  <a:lnTo>
                    <a:pt x="445" y="280"/>
                  </a:lnTo>
                  <a:lnTo>
                    <a:pt x="446" y="281"/>
                  </a:lnTo>
                  <a:lnTo>
                    <a:pt x="446" y="282"/>
                  </a:lnTo>
                  <a:lnTo>
                    <a:pt x="447" y="282"/>
                  </a:lnTo>
                  <a:lnTo>
                    <a:pt x="447" y="283"/>
                  </a:lnTo>
                  <a:lnTo>
                    <a:pt x="448" y="283"/>
                  </a:lnTo>
                  <a:lnTo>
                    <a:pt x="448" y="284"/>
                  </a:lnTo>
                  <a:lnTo>
                    <a:pt x="449" y="284"/>
                  </a:lnTo>
                  <a:lnTo>
                    <a:pt x="450" y="285"/>
                  </a:lnTo>
                  <a:lnTo>
                    <a:pt x="451" y="285"/>
                  </a:lnTo>
                  <a:lnTo>
                    <a:pt x="453" y="286"/>
                  </a:lnTo>
                  <a:lnTo>
                    <a:pt x="454" y="286"/>
                  </a:lnTo>
                  <a:lnTo>
                    <a:pt x="455" y="286"/>
                  </a:lnTo>
                  <a:lnTo>
                    <a:pt x="455" y="287"/>
                  </a:lnTo>
                  <a:lnTo>
                    <a:pt x="456" y="287"/>
                  </a:lnTo>
                  <a:lnTo>
                    <a:pt x="457" y="287"/>
                  </a:lnTo>
                  <a:lnTo>
                    <a:pt x="457" y="288"/>
                  </a:lnTo>
                  <a:lnTo>
                    <a:pt x="458" y="289"/>
                  </a:lnTo>
                  <a:lnTo>
                    <a:pt x="459" y="289"/>
                  </a:lnTo>
                  <a:lnTo>
                    <a:pt x="459" y="290"/>
                  </a:lnTo>
                  <a:lnTo>
                    <a:pt x="460" y="290"/>
                  </a:lnTo>
                  <a:lnTo>
                    <a:pt x="461" y="290"/>
                  </a:lnTo>
                  <a:lnTo>
                    <a:pt x="462" y="290"/>
                  </a:lnTo>
                  <a:lnTo>
                    <a:pt x="463" y="289"/>
                  </a:lnTo>
                  <a:lnTo>
                    <a:pt x="464" y="289"/>
                  </a:lnTo>
                  <a:lnTo>
                    <a:pt x="464" y="288"/>
                  </a:lnTo>
                  <a:lnTo>
                    <a:pt x="465" y="288"/>
                  </a:lnTo>
                  <a:lnTo>
                    <a:pt x="466" y="288"/>
                  </a:lnTo>
                  <a:lnTo>
                    <a:pt x="467" y="288"/>
                  </a:lnTo>
                  <a:lnTo>
                    <a:pt x="468" y="288"/>
                  </a:lnTo>
                  <a:lnTo>
                    <a:pt x="469" y="287"/>
                  </a:lnTo>
                  <a:lnTo>
                    <a:pt x="470" y="286"/>
                  </a:lnTo>
                  <a:lnTo>
                    <a:pt x="470" y="285"/>
                  </a:lnTo>
                  <a:lnTo>
                    <a:pt x="471" y="285"/>
                  </a:lnTo>
                  <a:lnTo>
                    <a:pt x="471" y="284"/>
                  </a:lnTo>
                  <a:lnTo>
                    <a:pt x="472" y="284"/>
                  </a:lnTo>
                  <a:lnTo>
                    <a:pt x="473" y="283"/>
                  </a:lnTo>
                  <a:lnTo>
                    <a:pt x="474" y="283"/>
                  </a:lnTo>
                  <a:lnTo>
                    <a:pt x="474" y="282"/>
                  </a:lnTo>
                  <a:lnTo>
                    <a:pt x="475" y="282"/>
                  </a:lnTo>
                  <a:lnTo>
                    <a:pt x="476" y="282"/>
                  </a:lnTo>
                  <a:lnTo>
                    <a:pt x="477" y="281"/>
                  </a:lnTo>
                  <a:lnTo>
                    <a:pt x="478" y="281"/>
                  </a:lnTo>
                  <a:lnTo>
                    <a:pt x="479" y="281"/>
                  </a:lnTo>
                  <a:lnTo>
                    <a:pt x="481" y="281"/>
                  </a:lnTo>
                  <a:lnTo>
                    <a:pt x="482" y="281"/>
                  </a:lnTo>
                  <a:lnTo>
                    <a:pt x="483" y="282"/>
                  </a:lnTo>
                  <a:lnTo>
                    <a:pt x="484" y="282"/>
                  </a:lnTo>
                  <a:lnTo>
                    <a:pt x="485" y="282"/>
                  </a:lnTo>
                  <a:lnTo>
                    <a:pt x="486" y="283"/>
                  </a:lnTo>
                  <a:lnTo>
                    <a:pt x="487" y="283"/>
                  </a:lnTo>
                  <a:lnTo>
                    <a:pt x="488" y="284"/>
                  </a:lnTo>
                  <a:lnTo>
                    <a:pt x="488" y="285"/>
                  </a:lnTo>
                  <a:lnTo>
                    <a:pt x="489" y="286"/>
                  </a:lnTo>
                  <a:lnTo>
                    <a:pt x="490" y="287"/>
                  </a:lnTo>
                  <a:lnTo>
                    <a:pt x="491" y="288"/>
                  </a:lnTo>
                  <a:lnTo>
                    <a:pt x="491" y="289"/>
                  </a:lnTo>
                  <a:lnTo>
                    <a:pt x="492" y="289"/>
                  </a:lnTo>
                  <a:lnTo>
                    <a:pt x="493" y="290"/>
                  </a:lnTo>
                  <a:lnTo>
                    <a:pt x="494" y="290"/>
                  </a:lnTo>
                  <a:lnTo>
                    <a:pt x="495" y="291"/>
                  </a:lnTo>
                  <a:lnTo>
                    <a:pt x="496" y="292"/>
                  </a:lnTo>
                  <a:lnTo>
                    <a:pt x="498" y="292"/>
                  </a:lnTo>
                  <a:lnTo>
                    <a:pt x="499" y="293"/>
                  </a:lnTo>
                  <a:lnTo>
                    <a:pt x="501" y="294"/>
                  </a:lnTo>
                  <a:lnTo>
                    <a:pt x="502" y="295"/>
                  </a:lnTo>
                  <a:lnTo>
                    <a:pt x="504" y="296"/>
                  </a:lnTo>
                  <a:lnTo>
                    <a:pt x="506" y="297"/>
                  </a:lnTo>
                  <a:lnTo>
                    <a:pt x="507" y="299"/>
                  </a:lnTo>
                  <a:lnTo>
                    <a:pt x="509" y="300"/>
                  </a:lnTo>
                  <a:lnTo>
                    <a:pt x="511" y="301"/>
                  </a:lnTo>
                  <a:lnTo>
                    <a:pt x="513" y="302"/>
                  </a:lnTo>
                  <a:lnTo>
                    <a:pt x="514" y="304"/>
                  </a:lnTo>
                  <a:lnTo>
                    <a:pt x="516" y="305"/>
                  </a:lnTo>
                  <a:lnTo>
                    <a:pt x="517" y="306"/>
                  </a:lnTo>
                  <a:lnTo>
                    <a:pt x="518" y="307"/>
                  </a:lnTo>
                  <a:lnTo>
                    <a:pt x="520" y="308"/>
                  </a:lnTo>
                  <a:lnTo>
                    <a:pt x="521" y="309"/>
                  </a:lnTo>
                  <a:lnTo>
                    <a:pt x="522" y="309"/>
                  </a:lnTo>
                  <a:lnTo>
                    <a:pt x="523" y="310"/>
                  </a:lnTo>
                  <a:lnTo>
                    <a:pt x="524" y="311"/>
                  </a:lnTo>
                  <a:lnTo>
                    <a:pt x="525" y="311"/>
                  </a:lnTo>
                  <a:lnTo>
                    <a:pt x="526" y="312"/>
                  </a:lnTo>
                  <a:lnTo>
                    <a:pt x="527" y="312"/>
                  </a:lnTo>
                  <a:lnTo>
                    <a:pt x="527" y="313"/>
                  </a:lnTo>
                  <a:lnTo>
                    <a:pt x="528" y="313"/>
                  </a:lnTo>
                  <a:lnTo>
                    <a:pt x="529" y="313"/>
                  </a:lnTo>
                  <a:lnTo>
                    <a:pt x="530" y="313"/>
                  </a:lnTo>
                  <a:lnTo>
                    <a:pt x="531" y="313"/>
                  </a:lnTo>
                  <a:lnTo>
                    <a:pt x="532" y="312"/>
                  </a:lnTo>
                  <a:lnTo>
                    <a:pt x="533" y="312"/>
                  </a:lnTo>
                  <a:lnTo>
                    <a:pt x="534" y="311"/>
                  </a:lnTo>
                  <a:lnTo>
                    <a:pt x="535" y="311"/>
                  </a:lnTo>
                  <a:lnTo>
                    <a:pt x="536" y="310"/>
                  </a:lnTo>
                  <a:lnTo>
                    <a:pt x="537" y="310"/>
                  </a:lnTo>
                  <a:lnTo>
                    <a:pt x="538" y="310"/>
                  </a:lnTo>
                  <a:lnTo>
                    <a:pt x="539" y="310"/>
                  </a:lnTo>
                  <a:lnTo>
                    <a:pt x="540" y="310"/>
                  </a:lnTo>
                  <a:lnTo>
                    <a:pt x="541" y="310"/>
                  </a:lnTo>
                  <a:lnTo>
                    <a:pt x="542" y="310"/>
                  </a:lnTo>
                  <a:lnTo>
                    <a:pt x="543" y="311"/>
                  </a:lnTo>
                  <a:lnTo>
                    <a:pt x="544" y="311"/>
                  </a:lnTo>
                  <a:lnTo>
                    <a:pt x="545" y="311"/>
                  </a:lnTo>
                  <a:lnTo>
                    <a:pt x="546" y="311"/>
                  </a:lnTo>
                  <a:lnTo>
                    <a:pt x="547" y="311"/>
                  </a:lnTo>
                  <a:lnTo>
                    <a:pt x="548" y="311"/>
                  </a:lnTo>
                  <a:lnTo>
                    <a:pt x="549" y="311"/>
                  </a:lnTo>
                  <a:lnTo>
                    <a:pt x="550" y="311"/>
                  </a:lnTo>
                  <a:lnTo>
                    <a:pt x="551" y="311"/>
                  </a:lnTo>
                  <a:lnTo>
                    <a:pt x="552" y="311"/>
                  </a:lnTo>
                  <a:lnTo>
                    <a:pt x="553" y="311"/>
                  </a:lnTo>
                  <a:lnTo>
                    <a:pt x="554" y="311"/>
                  </a:lnTo>
                  <a:lnTo>
                    <a:pt x="555" y="312"/>
                  </a:lnTo>
                  <a:lnTo>
                    <a:pt x="557" y="312"/>
                  </a:lnTo>
                  <a:lnTo>
                    <a:pt x="559" y="313"/>
                  </a:lnTo>
                  <a:lnTo>
                    <a:pt x="559" y="314"/>
                  </a:lnTo>
                  <a:lnTo>
                    <a:pt x="560" y="314"/>
                  </a:lnTo>
                  <a:lnTo>
                    <a:pt x="561" y="315"/>
                  </a:lnTo>
                  <a:lnTo>
                    <a:pt x="561" y="316"/>
                  </a:lnTo>
                  <a:lnTo>
                    <a:pt x="562" y="317"/>
                  </a:lnTo>
                  <a:lnTo>
                    <a:pt x="562" y="318"/>
                  </a:lnTo>
                  <a:lnTo>
                    <a:pt x="562" y="319"/>
                  </a:lnTo>
                  <a:lnTo>
                    <a:pt x="562" y="320"/>
                  </a:lnTo>
                  <a:lnTo>
                    <a:pt x="562" y="321"/>
                  </a:lnTo>
                  <a:lnTo>
                    <a:pt x="562" y="322"/>
                  </a:lnTo>
                  <a:lnTo>
                    <a:pt x="561" y="323"/>
                  </a:lnTo>
                  <a:lnTo>
                    <a:pt x="561" y="324"/>
                  </a:lnTo>
                  <a:lnTo>
                    <a:pt x="561" y="325"/>
                  </a:lnTo>
                  <a:lnTo>
                    <a:pt x="560" y="325"/>
                  </a:lnTo>
                  <a:lnTo>
                    <a:pt x="560" y="326"/>
                  </a:lnTo>
                  <a:lnTo>
                    <a:pt x="559" y="327"/>
                  </a:lnTo>
                  <a:lnTo>
                    <a:pt x="559" y="328"/>
                  </a:lnTo>
                  <a:lnTo>
                    <a:pt x="558" y="329"/>
                  </a:lnTo>
                  <a:lnTo>
                    <a:pt x="558" y="330"/>
                  </a:lnTo>
                  <a:lnTo>
                    <a:pt x="558" y="334"/>
                  </a:lnTo>
                  <a:lnTo>
                    <a:pt x="559" y="334"/>
                  </a:lnTo>
                  <a:lnTo>
                    <a:pt x="559" y="335"/>
                  </a:lnTo>
                  <a:lnTo>
                    <a:pt x="560" y="335"/>
                  </a:lnTo>
                  <a:lnTo>
                    <a:pt x="561" y="335"/>
                  </a:lnTo>
                  <a:lnTo>
                    <a:pt x="562" y="336"/>
                  </a:lnTo>
                  <a:lnTo>
                    <a:pt x="563" y="336"/>
                  </a:lnTo>
                  <a:lnTo>
                    <a:pt x="564" y="337"/>
                  </a:lnTo>
                  <a:lnTo>
                    <a:pt x="565" y="337"/>
                  </a:lnTo>
                  <a:lnTo>
                    <a:pt x="566" y="338"/>
                  </a:lnTo>
                  <a:lnTo>
                    <a:pt x="567" y="338"/>
                  </a:lnTo>
                  <a:lnTo>
                    <a:pt x="568" y="339"/>
                  </a:lnTo>
                  <a:lnTo>
                    <a:pt x="569" y="340"/>
                  </a:lnTo>
                  <a:lnTo>
                    <a:pt x="570" y="341"/>
                  </a:lnTo>
                  <a:lnTo>
                    <a:pt x="571" y="341"/>
                  </a:lnTo>
                  <a:lnTo>
                    <a:pt x="571" y="342"/>
                  </a:lnTo>
                  <a:lnTo>
                    <a:pt x="571" y="343"/>
                  </a:lnTo>
                  <a:lnTo>
                    <a:pt x="572" y="343"/>
                  </a:lnTo>
                  <a:lnTo>
                    <a:pt x="572" y="344"/>
                  </a:lnTo>
                  <a:lnTo>
                    <a:pt x="573" y="346"/>
                  </a:lnTo>
                  <a:lnTo>
                    <a:pt x="574" y="346"/>
                  </a:lnTo>
                  <a:lnTo>
                    <a:pt x="574" y="347"/>
                  </a:lnTo>
                  <a:lnTo>
                    <a:pt x="575" y="348"/>
                  </a:lnTo>
                  <a:lnTo>
                    <a:pt x="576" y="349"/>
                  </a:lnTo>
                  <a:lnTo>
                    <a:pt x="576" y="350"/>
                  </a:lnTo>
                  <a:lnTo>
                    <a:pt x="577" y="351"/>
                  </a:lnTo>
                  <a:lnTo>
                    <a:pt x="578" y="352"/>
                  </a:lnTo>
                  <a:lnTo>
                    <a:pt x="578" y="353"/>
                  </a:lnTo>
                  <a:lnTo>
                    <a:pt x="578" y="354"/>
                  </a:lnTo>
                  <a:lnTo>
                    <a:pt x="579" y="355"/>
                  </a:lnTo>
                  <a:lnTo>
                    <a:pt x="579" y="356"/>
                  </a:lnTo>
                  <a:lnTo>
                    <a:pt x="579" y="357"/>
                  </a:lnTo>
                  <a:lnTo>
                    <a:pt x="579" y="358"/>
                  </a:lnTo>
                  <a:lnTo>
                    <a:pt x="579" y="359"/>
                  </a:lnTo>
                  <a:lnTo>
                    <a:pt x="580" y="359"/>
                  </a:lnTo>
                  <a:lnTo>
                    <a:pt x="580" y="360"/>
                  </a:lnTo>
                  <a:lnTo>
                    <a:pt x="580" y="361"/>
                  </a:lnTo>
                  <a:lnTo>
                    <a:pt x="580" y="362"/>
                  </a:lnTo>
                  <a:lnTo>
                    <a:pt x="580" y="363"/>
                  </a:lnTo>
                  <a:lnTo>
                    <a:pt x="580" y="364"/>
                  </a:lnTo>
                  <a:lnTo>
                    <a:pt x="579" y="365"/>
                  </a:lnTo>
                  <a:lnTo>
                    <a:pt x="579" y="366"/>
                  </a:lnTo>
                  <a:lnTo>
                    <a:pt x="579" y="367"/>
                  </a:lnTo>
                  <a:lnTo>
                    <a:pt x="579" y="368"/>
                  </a:lnTo>
                  <a:lnTo>
                    <a:pt x="579" y="369"/>
                  </a:lnTo>
                  <a:lnTo>
                    <a:pt x="578" y="370"/>
                  </a:lnTo>
                  <a:lnTo>
                    <a:pt x="578" y="371"/>
                  </a:lnTo>
                  <a:lnTo>
                    <a:pt x="578" y="372"/>
                  </a:lnTo>
                  <a:lnTo>
                    <a:pt x="578" y="373"/>
                  </a:lnTo>
                  <a:lnTo>
                    <a:pt x="577" y="373"/>
                  </a:lnTo>
                  <a:lnTo>
                    <a:pt x="577" y="374"/>
                  </a:lnTo>
                  <a:lnTo>
                    <a:pt x="577" y="375"/>
                  </a:lnTo>
                  <a:lnTo>
                    <a:pt x="577" y="376"/>
                  </a:lnTo>
                  <a:lnTo>
                    <a:pt x="577" y="377"/>
                  </a:lnTo>
                  <a:lnTo>
                    <a:pt x="578" y="377"/>
                  </a:lnTo>
                  <a:lnTo>
                    <a:pt x="579" y="377"/>
                  </a:lnTo>
                  <a:lnTo>
                    <a:pt x="579" y="378"/>
                  </a:lnTo>
                  <a:lnTo>
                    <a:pt x="580" y="378"/>
                  </a:lnTo>
                  <a:lnTo>
                    <a:pt x="581" y="379"/>
                  </a:lnTo>
                  <a:lnTo>
                    <a:pt x="582" y="380"/>
                  </a:lnTo>
                  <a:lnTo>
                    <a:pt x="583" y="380"/>
                  </a:lnTo>
                  <a:lnTo>
                    <a:pt x="584" y="380"/>
                  </a:lnTo>
                  <a:lnTo>
                    <a:pt x="585" y="381"/>
                  </a:lnTo>
                  <a:lnTo>
                    <a:pt x="586" y="382"/>
                  </a:lnTo>
                  <a:lnTo>
                    <a:pt x="587" y="382"/>
                  </a:lnTo>
                  <a:lnTo>
                    <a:pt x="588" y="383"/>
                  </a:lnTo>
                  <a:lnTo>
                    <a:pt x="589" y="383"/>
                  </a:lnTo>
                  <a:lnTo>
                    <a:pt x="590" y="384"/>
                  </a:lnTo>
                  <a:lnTo>
                    <a:pt x="591" y="385"/>
                  </a:lnTo>
                  <a:lnTo>
                    <a:pt x="591" y="386"/>
                  </a:lnTo>
                  <a:lnTo>
                    <a:pt x="592" y="387"/>
                  </a:lnTo>
                  <a:lnTo>
                    <a:pt x="593" y="388"/>
                  </a:lnTo>
                  <a:lnTo>
                    <a:pt x="594" y="389"/>
                  </a:lnTo>
                  <a:lnTo>
                    <a:pt x="595" y="390"/>
                  </a:lnTo>
                  <a:lnTo>
                    <a:pt x="596" y="391"/>
                  </a:lnTo>
                  <a:lnTo>
                    <a:pt x="596" y="392"/>
                  </a:lnTo>
                  <a:lnTo>
                    <a:pt x="597" y="393"/>
                  </a:lnTo>
                  <a:lnTo>
                    <a:pt x="597" y="394"/>
                  </a:lnTo>
                  <a:lnTo>
                    <a:pt x="598" y="394"/>
                  </a:lnTo>
                  <a:lnTo>
                    <a:pt x="598" y="395"/>
                  </a:lnTo>
                  <a:lnTo>
                    <a:pt x="598" y="396"/>
                  </a:lnTo>
                  <a:lnTo>
                    <a:pt x="599" y="396"/>
                  </a:lnTo>
                  <a:lnTo>
                    <a:pt x="599" y="397"/>
                  </a:lnTo>
                  <a:lnTo>
                    <a:pt x="600" y="397"/>
                  </a:lnTo>
                  <a:lnTo>
                    <a:pt x="600" y="396"/>
                  </a:lnTo>
                  <a:lnTo>
                    <a:pt x="601" y="396"/>
                  </a:lnTo>
                  <a:lnTo>
                    <a:pt x="606" y="392"/>
                  </a:lnTo>
                  <a:lnTo>
                    <a:pt x="606" y="391"/>
                  </a:lnTo>
                  <a:lnTo>
                    <a:pt x="607" y="391"/>
                  </a:lnTo>
                  <a:lnTo>
                    <a:pt x="608" y="390"/>
                  </a:lnTo>
                  <a:lnTo>
                    <a:pt x="609" y="390"/>
                  </a:lnTo>
                  <a:lnTo>
                    <a:pt x="610" y="390"/>
                  </a:lnTo>
                  <a:lnTo>
                    <a:pt x="610" y="389"/>
                  </a:lnTo>
                  <a:lnTo>
                    <a:pt x="611" y="389"/>
                  </a:lnTo>
                  <a:lnTo>
                    <a:pt x="612" y="389"/>
                  </a:lnTo>
                  <a:lnTo>
                    <a:pt x="613" y="389"/>
                  </a:lnTo>
                  <a:lnTo>
                    <a:pt x="614" y="389"/>
                  </a:lnTo>
                  <a:lnTo>
                    <a:pt x="615" y="389"/>
                  </a:lnTo>
                  <a:lnTo>
                    <a:pt x="615" y="388"/>
                  </a:lnTo>
                  <a:lnTo>
                    <a:pt x="616" y="388"/>
                  </a:lnTo>
                  <a:lnTo>
                    <a:pt x="617" y="388"/>
                  </a:lnTo>
                  <a:lnTo>
                    <a:pt x="618" y="388"/>
                  </a:lnTo>
                  <a:lnTo>
                    <a:pt x="619" y="388"/>
                  </a:lnTo>
                  <a:lnTo>
                    <a:pt x="620" y="388"/>
                  </a:lnTo>
                  <a:lnTo>
                    <a:pt x="621" y="388"/>
                  </a:lnTo>
                  <a:lnTo>
                    <a:pt x="622" y="388"/>
                  </a:lnTo>
                  <a:lnTo>
                    <a:pt x="623" y="388"/>
                  </a:lnTo>
                  <a:lnTo>
                    <a:pt x="624" y="388"/>
                  </a:lnTo>
                  <a:lnTo>
                    <a:pt x="625" y="388"/>
                  </a:lnTo>
                  <a:lnTo>
                    <a:pt x="626" y="388"/>
                  </a:lnTo>
                  <a:lnTo>
                    <a:pt x="627" y="388"/>
                  </a:lnTo>
                  <a:lnTo>
                    <a:pt x="628" y="388"/>
                  </a:lnTo>
                  <a:lnTo>
                    <a:pt x="629" y="388"/>
                  </a:lnTo>
                  <a:lnTo>
                    <a:pt x="630" y="388"/>
                  </a:lnTo>
                  <a:lnTo>
                    <a:pt x="631" y="388"/>
                  </a:lnTo>
                  <a:lnTo>
                    <a:pt x="632" y="388"/>
                  </a:lnTo>
                  <a:lnTo>
                    <a:pt x="633" y="388"/>
                  </a:lnTo>
                  <a:lnTo>
                    <a:pt x="634" y="388"/>
                  </a:lnTo>
                  <a:lnTo>
                    <a:pt x="634" y="387"/>
                  </a:lnTo>
                  <a:lnTo>
                    <a:pt x="635" y="387"/>
                  </a:lnTo>
                  <a:lnTo>
                    <a:pt x="636" y="387"/>
                  </a:lnTo>
                  <a:lnTo>
                    <a:pt x="637" y="387"/>
                  </a:lnTo>
                  <a:lnTo>
                    <a:pt x="638" y="387"/>
                  </a:lnTo>
                  <a:lnTo>
                    <a:pt x="639" y="387"/>
                  </a:lnTo>
                  <a:lnTo>
                    <a:pt x="640" y="387"/>
                  </a:lnTo>
                  <a:lnTo>
                    <a:pt x="640" y="386"/>
                  </a:lnTo>
                  <a:lnTo>
                    <a:pt x="641" y="386"/>
                  </a:lnTo>
                  <a:lnTo>
                    <a:pt x="642" y="386"/>
                  </a:lnTo>
                  <a:lnTo>
                    <a:pt x="643" y="386"/>
                  </a:lnTo>
                  <a:lnTo>
                    <a:pt x="644" y="385"/>
                  </a:lnTo>
                  <a:lnTo>
                    <a:pt x="645" y="385"/>
                  </a:lnTo>
                  <a:lnTo>
                    <a:pt x="646" y="384"/>
                  </a:lnTo>
                  <a:lnTo>
                    <a:pt x="647" y="384"/>
                  </a:lnTo>
                  <a:lnTo>
                    <a:pt x="649" y="384"/>
                  </a:lnTo>
                  <a:lnTo>
                    <a:pt x="650" y="383"/>
                  </a:lnTo>
                  <a:lnTo>
                    <a:pt x="651" y="383"/>
                  </a:lnTo>
                  <a:lnTo>
                    <a:pt x="652" y="382"/>
                  </a:lnTo>
                  <a:lnTo>
                    <a:pt x="653" y="382"/>
                  </a:lnTo>
                  <a:lnTo>
                    <a:pt x="654" y="381"/>
                  </a:lnTo>
                  <a:lnTo>
                    <a:pt x="655" y="381"/>
                  </a:lnTo>
                  <a:lnTo>
                    <a:pt x="655" y="380"/>
                  </a:lnTo>
                  <a:lnTo>
                    <a:pt x="656" y="380"/>
                  </a:lnTo>
                  <a:lnTo>
                    <a:pt x="660" y="376"/>
                  </a:lnTo>
                  <a:lnTo>
                    <a:pt x="661" y="376"/>
                  </a:lnTo>
                  <a:lnTo>
                    <a:pt x="661" y="375"/>
                  </a:lnTo>
                  <a:lnTo>
                    <a:pt x="662" y="375"/>
                  </a:lnTo>
                  <a:lnTo>
                    <a:pt x="663" y="375"/>
                  </a:lnTo>
                  <a:lnTo>
                    <a:pt x="671" y="373"/>
                  </a:lnTo>
                  <a:lnTo>
                    <a:pt x="672" y="373"/>
                  </a:lnTo>
                  <a:lnTo>
                    <a:pt x="673" y="373"/>
                  </a:lnTo>
                  <a:lnTo>
                    <a:pt x="673" y="372"/>
                  </a:lnTo>
                  <a:lnTo>
                    <a:pt x="673" y="368"/>
                  </a:lnTo>
                  <a:lnTo>
                    <a:pt x="673" y="367"/>
                  </a:lnTo>
                  <a:lnTo>
                    <a:pt x="673" y="366"/>
                  </a:lnTo>
                  <a:lnTo>
                    <a:pt x="673" y="365"/>
                  </a:lnTo>
                  <a:lnTo>
                    <a:pt x="673" y="364"/>
                  </a:lnTo>
                  <a:lnTo>
                    <a:pt x="673" y="363"/>
                  </a:lnTo>
                  <a:lnTo>
                    <a:pt x="674" y="362"/>
                  </a:lnTo>
                  <a:lnTo>
                    <a:pt x="674" y="360"/>
                  </a:lnTo>
                  <a:lnTo>
                    <a:pt x="674" y="359"/>
                  </a:lnTo>
                  <a:lnTo>
                    <a:pt x="675" y="358"/>
                  </a:lnTo>
                  <a:lnTo>
                    <a:pt x="676" y="357"/>
                  </a:lnTo>
                  <a:lnTo>
                    <a:pt x="676" y="356"/>
                  </a:lnTo>
                  <a:lnTo>
                    <a:pt x="677" y="355"/>
                  </a:lnTo>
                  <a:lnTo>
                    <a:pt x="678" y="353"/>
                  </a:lnTo>
                  <a:lnTo>
                    <a:pt x="679" y="353"/>
                  </a:lnTo>
                  <a:lnTo>
                    <a:pt x="680" y="352"/>
                  </a:lnTo>
                  <a:lnTo>
                    <a:pt x="681" y="351"/>
                  </a:lnTo>
                  <a:lnTo>
                    <a:pt x="682" y="350"/>
                  </a:lnTo>
                  <a:lnTo>
                    <a:pt x="682" y="349"/>
                  </a:lnTo>
                  <a:lnTo>
                    <a:pt x="683" y="349"/>
                  </a:lnTo>
                  <a:lnTo>
                    <a:pt x="684" y="348"/>
                  </a:lnTo>
                  <a:lnTo>
                    <a:pt x="685" y="347"/>
                  </a:lnTo>
                  <a:lnTo>
                    <a:pt x="689" y="342"/>
                  </a:lnTo>
                  <a:lnTo>
                    <a:pt x="689" y="341"/>
                  </a:lnTo>
                  <a:lnTo>
                    <a:pt x="690" y="341"/>
                  </a:lnTo>
                  <a:lnTo>
                    <a:pt x="690" y="340"/>
                  </a:lnTo>
                  <a:lnTo>
                    <a:pt x="694" y="335"/>
                  </a:lnTo>
                  <a:lnTo>
                    <a:pt x="694" y="334"/>
                  </a:lnTo>
                  <a:lnTo>
                    <a:pt x="695" y="334"/>
                  </a:lnTo>
                  <a:lnTo>
                    <a:pt x="695" y="333"/>
                  </a:lnTo>
                  <a:lnTo>
                    <a:pt x="696" y="333"/>
                  </a:lnTo>
                  <a:lnTo>
                    <a:pt x="697" y="333"/>
                  </a:lnTo>
                  <a:lnTo>
                    <a:pt x="698" y="332"/>
                  </a:lnTo>
                  <a:lnTo>
                    <a:pt x="699" y="332"/>
                  </a:lnTo>
                  <a:lnTo>
                    <a:pt x="700" y="331"/>
                  </a:lnTo>
                  <a:lnTo>
                    <a:pt x="701" y="331"/>
                  </a:lnTo>
                  <a:lnTo>
                    <a:pt x="702" y="331"/>
                  </a:lnTo>
                  <a:lnTo>
                    <a:pt x="703" y="331"/>
                  </a:lnTo>
                  <a:lnTo>
                    <a:pt x="704" y="331"/>
                  </a:lnTo>
                  <a:lnTo>
                    <a:pt x="705" y="331"/>
                  </a:lnTo>
                  <a:lnTo>
                    <a:pt x="706" y="330"/>
                  </a:lnTo>
                  <a:lnTo>
                    <a:pt x="707" y="330"/>
                  </a:lnTo>
                  <a:lnTo>
                    <a:pt x="708" y="330"/>
                  </a:lnTo>
                  <a:lnTo>
                    <a:pt x="710" y="330"/>
                  </a:lnTo>
                  <a:lnTo>
                    <a:pt x="710" y="329"/>
                  </a:lnTo>
                  <a:lnTo>
                    <a:pt x="711" y="329"/>
                  </a:lnTo>
                  <a:lnTo>
                    <a:pt x="712" y="329"/>
                  </a:lnTo>
                  <a:lnTo>
                    <a:pt x="712" y="328"/>
                  </a:lnTo>
                  <a:lnTo>
                    <a:pt x="713" y="328"/>
                  </a:lnTo>
                  <a:lnTo>
                    <a:pt x="713" y="327"/>
                  </a:lnTo>
                  <a:lnTo>
                    <a:pt x="714" y="327"/>
                  </a:lnTo>
                  <a:lnTo>
                    <a:pt x="714" y="326"/>
                  </a:lnTo>
                  <a:lnTo>
                    <a:pt x="715" y="326"/>
                  </a:lnTo>
                  <a:lnTo>
                    <a:pt x="715" y="325"/>
                  </a:lnTo>
                  <a:lnTo>
                    <a:pt x="716" y="325"/>
                  </a:lnTo>
                  <a:lnTo>
                    <a:pt x="716" y="324"/>
                  </a:lnTo>
                  <a:lnTo>
                    <a:pt x="717" y="324"/>
                  </a:lnTo>
                  <a:lnTo>
                    <a:pt x="718" y="323"/>
                  </a:lnTo>
                  <a:lnTo>
                    <a:pt x="718" y="322"/>
                  </a:lnTo>
                  <a:lnTo>
                    <a:pt x="719" y="322"/>
                  </a:lnTo>
                  <a:lnTo>
                    <a:pt x="720" y="321"/>
                  </a:lnTo>
                  <a:lnTo>
                    <a:pt x="721" y="319"/>
                  </a:lnTo>
                  <a:lnTo>
                    <a:pt x="722" y="318"/>
                  </a:lnTo>
                  <a:lnTo>
                    <a:pt x="723" y="317"/>
                  </a:lnTo>
                  <a:lnTo>
                    <a:pt x="724" y="316"/>
                  </a:lnTo>
                  <a:lnTo>
                    <a:pt x="725" y="315"/>
                  </a:lnTo>
                  <a:lnTo>
                    <a:pt x="726" y="313"/>
                  </a:lnTo>
                  <a:lnTo>
                    <a:pt x="727" y="312"/>
                  </a:lnTo>
                  <a:lnTo>
                    <a:pt x="729" y="310"/>
                  </a:lnTo>
                  <a:lnTo>
                    <a:pt x="730" y="308"/>
                  </a:lnTo>
                  <a:lnTo>
                    <a:pt x="731" y="308"/>
                  </a:lnTo>
                  <a:lnTo>
                    <a:pt x="731" y="307"/>
                  </a:lnTo>
                  <a:lnTo>
                    <a:pt x="732" y="307"/>
                  </a:lnTo>
                  <a:lnTo>
                    <a:pt x="732" y="306"/>
                  </a:lnTo>
                  <a:lnTo>
                    <a:pt x="733" y="305"/>
                  </a:lnTo>
                  <a:lnTo>
                    <a:pt x="734" y="304"/>
                  </a:lnTo>
                  <a:lnTo>
                    <a:pt x="735" y="304"/>
                  </a:lnTo>
                  <a:lnTo>
                    <a:pt x="736" y="303"/>
                  </a:lnTo>
                  <a:lnTo>
                    <a:pt x="737" y="302"/>
                  </a:lnTo>
                  <a:lnTo>
                    <a:pt x="738" y="301"/>
                  </a:lnTo>
                  <a:lnTo>
                    <a:pt x="739" y="300"/>
                  </a:lnTo>
                  <a:lnTo>
                    <a:pt x="740" y="299"/>
                  </a:lnTo>
                  <a:lnTo>
                    <a:pt x="741" y="298"/>
                  </a:lnTo>
                  <a:lnTo>
                    <a:pt x="742" y="297"/>
                  </a:lnTo>
                  <a:lnTo>
                    <a:pt x="743" y="297"/>
                  </a:lnTo>
                  <a:lnTo>
                    <a:pt x="744" y="296"/>
                  </a:lnTo>
                  <a:lnTo>
                    <a:pt x="745" y="295"/>
                  </a:lnTo>
                  <a:lnTo>
                    <a:pt x="746" y="294"/>
                  </a:lnTo>
                  <a:lnTo>
                    <a:pt x="747" y="293"/>
                  </a:lnTo>
                  <a:lnTo>
                    <a:pt x="749" y="292"/>
                  </a:lnTo>
                  <a:lnTo>
                    <a:pt x="750" y="292"/>
                  </a:lnTo>
                  <a:lnTo>
                    <a:pt x="751" y="291"/>
                  </a:lnTo>
                  <a:lnTo>
                    <a:pt x="752" y="290"/>
                  </a:lnTo>
                  <a:lnTo>
                    <a:pt x="754" y="289"/>
                  </a:lnTo>
                  <a:lnTo>
                    <a:pt x="756" y="288"/>
                  </a:lnTo>
                  <a:lnTo>
                    <a:pt x="758" y="287"/>
                  </a:lnTo>
                  <a:lnTo>
                    <a:pt x="760" y="286"/>
                  </a:lnTo>
                  <a:lnTo>
                    <a:pt x="762" y="285"/>
                  </a:lnTo>
                  <a:lnTo>
                    <a:pt x="764" y="284"/>
                  </a:lnTo>
                  <a:lnTo>
                    <a:pt x="766" y="283"/>
                  </a:lnTo>
                  <a:lnTo>
                    <a:pt x="769" y="282"/>
                  </a:lnTo>
                  <a:lnTo>
                    <a:pt x="771" y="281"/>
                  </a:lnTo>
                  <a:lnTo>
                    <a:pt x="773" y="280"/>
                  </a:lnTo>
                  <a:lnTo>
                    <a:pt x="775" y="278"/>
                  </a:lnTo>
                  <a:lnTo>
                    <a:pt x="776" y="277"/>
                  </a:lnTo>
                  <a:lnTo>
                    <a:pt x="778" y="276"/>
                  </a:lnTo>
                  <a:lnTo>
                    <a:pt x="779" y="275"/>
                  </a:lnTo>
                  <a:lnTo>
                    <a:pt x="780" y="274"/>
                  </a:lnTo>
                  <a:lnTo>
                    <a:pt x="781" y="273"/>
                  </a:lnTo>
                  <a:lnTo>
                    <a:pt x="782" y="272"/>
                  </a:lnTo>
                  <a:lnTo>
                    <a:pt x="783" y="271"/>
                  </a:lnTo>
                  <a:lnTo>
                    <a:pt x="784" y="270"/>
                  </a:lnTo>
                  <a:lnTo>
                    <a:pt x="785" y="270"/>
                  </a:lnTo>
                  <a:lnTo>
                    <a:pt x="786" y="270"/>
                  </a:lnTo>
                  <a:lnTo>
                    <a:pt x="788" y="269"/>
                  </a:lnTo>
                  <a:lnTo>
                    <a:pt x="789" y="269"/>
                  </a:lnTo>
                  <a:lnTo>
                    <a:pt x="790" y="270"/>
                  </a:lnTo>
                  <a:lnTo>
                    <a:pt x="792" y="270"/>
                  </a:lnTo>
                  <a:lnTo>
                    <a:pt x="793" y="270"/>
                  </a:lnTo>
                  <a:lnTo>
                    <a:pt x="794" y="271"/>
                  </a:lnTo>
                  <a:lnTo>
                    <a:pt x="795" y="271"/>
                  </a:lnTo>
                  <a:lnTo>
                    <a:pt x="797" y="272"/>
                  </a:lnTo>
                  <a:lnTo>
                    <a:pt x="798" y="273"/>
                  </a:lnTo>
                  <a:lnTo>
                    <a:pt x="798" y="274"/>
                  </a:lnTo>
                  <a:lnTo>
                    <a:pt x="799" y="274"/>
                  </a:lnTo>
                  <a:lnTo>
                    <a:pt x="800" y="275"/>
                  </a:lnTo>
                  <a:lnTo>
                    <a:pt x="800" y="276"/>
                  </a:lnTo>
                  <a:lnTo>
                    <a:pt x="801" y="277"/>
                  </a:lnTo>
                  <a:lnTo>
                    <a:pt x="801" y="278"/>
                  </a:lnTo>
                  <a:lnTo>
                    <a:pt x="801" y="279"/>
                  </a:lnTo>
                  <a:lnTo>
                    <a:pt x="801" y="280"/>
                  </a:lnTo>
                  <a:lnTo>
                    <a:pt x="801" y="281"/>
                  </a:lnTo>
                  <a:lnTo>
                    <a:pt x="801" y="282"/>
                  </a:lnTo>
                  <a:lnTo>
                    <a:pt x="801" y="283"/>
                  </a:lnTo>
                  <a:lnTo>
                    <a:pt x="800" y="284"/>
                  </a:lnTo>
                  <a:lnTo>
                    <a:pt x="800" y="285"/>
                  </a:lnTo>
                  <a:lnTo>
                    <a:pt x="799" y="286"/>
                  </a:lnTo>
                  <a:lnTo>
                    <a:pt x="799" y="287"/>
                  </a:lnTo>
                  <a:lnTo>
                    <a:pt x="798" y="288"/>
                  </a:lnTo>
                  <a:lnTo>
                    <a:pt x="798" y="289"/>
                  </a:lnTo>
                  <a:lnTo>
                    <a:pt x="797" y="290"/>
                  </a:lnTo>
                  <a:lnTo>
                    <a:pt x="796" y="291"/>
                  </a:lnTo>
                  <a:lnTo>
                    <a:pt x="795" y="292"/>
                  </a:lnTo>
                  <a:lnTo>
                    <a:pt x="795" y="293"/>
                  </a:lnTo>
                  <a:lnTo>
                    <a:pt x="794" y="294"/>
                  </a:lnTo>
                  <a:lnTo>
                    <a:pt x="793" y="294"/>
                  </a:lnTo>
                  <a:lnTo>
                    <a:pt x="792" y="295"/>
                  </a:lnTo>
                  <a:lnTo>
                    <a:pt x="790" y="297"/>
                  </a:lnTo>
                  <a:lnTo>
                    <a:pt x="789" y="298"/>
                  </a:lnTo>
                  <a:lnTo>
                    <a:pt x="788" y="299"/>
                  </a:lnTo>
                  <a:lnTo>
                    <a:pt x="788" y="300"/>
                  </a:lnTo>
                  <a:lnTo>
                    <a:pt x="787" y="300"/>
                  </a:lnTo>
                  <a:lnTo>
                    <a:pt x="787" y="301"/>
                  </a:lnTo>
                  <a:lnTo>
                    <a:pt x="786" y="302"/>
                  </a:lnTo>
                  <a:lnTo>
                    <a:pt x="786" y="303"/>
                  </a:lnTo>
                  <a:lnTo>
                    <a:pt x="786" y="304"/>
                  </a:lnTo>
                  <a:lnTo>
                    <a:pt x="786" y="305"/>
                  </a:lnTo>
                  <a:lnTo>
                    <a:pt x="786" y="306"/>
                  </a:lnTo>
                  <a:lnTo>
                    <a:pt x="786" y="307"/>
                  </a:lnTo>
                  <a:lnTo>
                    <a:pt x="786" y="308"/>
                  </a:lnTo>
                  <a:lnTo>
                    <a:pt x="786" y="309"/>
                  </a:lnTo>
                  <a:lnTo>
                    <a:pt x="786" y="310"/>
                  </a:lnTo>
                  <a:lnTo>
                    <a:pt x="786" y="311"/>
                  </a:lnTo>
                  <a:lnTo>
                    <a:pt x="786" y="312"/>
                  </a:lnTo>
                  <a:lnTo>
                    <a:pt x="786" y="313"/>
                  </a:lnTo>
                  <a:lnTo>
                    <a:pt x="786" y="314"/>
                  </a:lnTo>
                  <a:lnTo>
                    <a:pt x="786" y="315"/>
                  </a:lnTo>
                  <a:lnTo>
                    <a:pt x="785" y="316"/>
                  </a:lnTo>
                  <a:lnTo>
                    <a:pt x="785" y="317"/>
                  </a:lnTo>
                  <a:lnTo>
                    <a:pt x="785" y="318"/>
                  </a:lnTo>
                  <a:lnTo>
                    <a:pt x="785" y="319"/>
                  </a:lnTo>
                  <a:lnTo>
                    <a:pt x="785" y="320"/>
                  </a:lnTo>
                  <a:lnTo>
                    <a:pt x="785" y="321"/>
                  </a:lnTo>
                  <a:lnTo>
                    <a:pt x="785" y="322"/>
                  </a:lnTo>
                  <a:lnTo>
                    <a:pt x="785" y="323"/>
                  </a:lnTo>
                  <a:lnTo>
                    <a:pt x="786" y="324"/>
                  </a:lnTo>
                  <a:lnTo>
                    <a:pt x="786" y="325"/>
                  </a:lnTo>
                  <a:lnTo>
                    <a:pt x="787" y="326"/>
                  </a:lnTo>
                  <a:lnTo>
                    <a:pt x="788" y="326"/>
                  </a:lnTo>
                  <a:lnTo>
                    <a:pt x="788" y="327"/>
                  </a:lnTo>
                  <a:lnTo>
                    <a:pt x="789" y="327"/>
                  </a:lnTo>
                  <a:lnTo>
                    <a:pt x="790" y="328"/>
                  </a:lnTo>
                  <a:lnTo>
                    <a:pt x="791" y="329"/>
                  </a:lnTo>
                  <a:lnTo>
                    <a:pt x="792" y="330"/>
                  </a:lnTo>
                  <a:lnTo>
                    <a:pt x="793" y="331"/>
                  </a:lnTo>
                  <a:lnTo>
                    <a:pt x="794" y="332"/>
                  </a:lnTo>
                  <a:lnTo>
                    <a:pt x="795" y="333"/>
                  </a:lnTo>
                  <a:lnTo>
                    <a:pt x="796" y="334"/>
                  </a:lnTo>
                  <a:lnTo>
                    <a:pt x="797" y="336"/>
                  </a:lnTo>
                  <a:lnTo>
                    <a:pt x="798" y="337"/>
                  </a:lnTo>
                  <a:lnTo>
                    <a:pt x="799" y="339"/>
                  </a:lnTo>
                  <a:lnTo>
                    <a:pt x="799" y="340"/>
                  </a:lnTo>
                  <a:lnTo>
                    <a:pt x="800" y="342"/>
                  </a:lnTo>
                  <a:lnTo>
                    <a:pt x="800" y="344"/>
                  </a:lnTo>
                  <a:lnTo>
                    <a:pt x="800" y="346"/>
                  </a:lnTo>
                  <a:lnTo>
                    <a:pt x="801" y="348"/>
                  </a:lnTo>
                  <a:lnTo>
                    <a:pt x="800" y="350"/>
                  </a:lnTo>
                  <a:lnTo>
                    <a:pt x="800" y="352"/>
                  </a:lnTo>
                  <a:lnTo>
                    <a:pt x="800" y="354"/>
                  </a:lnTo>
                  <a:lnTo>
                    <a:pt x="800" y="355"/>
                  </a:lnTo>
                  <a:lnTo>
                    <a:pt x="799" y="357"/>
                  </a:lnTo>
                  <a:lnTo>
                    <a:pt x="799" y="359"/>
                  </a:lnTo>
                  <a:lnTo>
                    <a:pt x="798" y="361"/>
                  </a:lnTo>
                  <a:lnTo>
                    <a:pt x="798" y="363"/>
                  </a:lnTo>
                  <a:lnTo>
                    <a:pt x="797" y="364"/>
                  </a:lnTo>
                  <a:lnTo>
                    <a:pt x="796" y="365"/>
                  </a:lnTo>
                  <a:lnTo>
                    <a:pt x="795" y="367"/>
                  </a:lnTo>
                  <a:lnTo>
                    <a:pt x="794" y="368"/>
                  </a:lnTo>
                  <a:lnTo>
                    <a:pt x="793" y="369"/>
                  </a:lnTo>
                  <a:lnTo>
                    <a:pt x="793" y="370"/>
                  </a:lnTo>
                  <a:lnTo>
                    <a:pt x="792" y="370"/>
                  </a:lnTo>
                  <a:lnTo>
                    <a:pt x="791" y="371"/>
                  </a:lnTo>
                  <a:lnTo>
                    <a:pt x="790" y="372"/>
                  </a:lnTo>
                  <a:lnTo>
                    <a:pt x="789" y="373"/>
                  </a:lnTo>
                  <a:lnTo>
                    <a:pt x="788" y="373"/>
                  </a:lnTo>
                  <a:lnTo>
                    <a:pt x="788" y="374"/>
                  </a:lnTo>
                  <a:lnTo>
                    <a:pt x="787" y="375"/>
                  </a:lnTo>
                  <a:lnTo>
                    <a:pt x="786" y="375"/>
                  </a:lnTo>
                  <a:lnTo>
                    <a:pt x="786" y="376"/>
                  </a:lnTo>
                  <a:lnTo>
                    <a:pt x="785" y="376"/>
                  </a:lnTo>
                  <a:lnTo>
                    <a:pt x="785" y="377"/>
                  </a:lnTo>
                  <a:lnTo>
                    <a:pt x="784" y="378"/>
                  </a:lnTo>
                  <a:lnTo>
                    <a:pt x="783" y="379"/>
                  </a:lnTo>
                  <a:lnTo>
                    <a:pt x="783" y="380"/>
                  </a:lnTo>
                  <a:lnTo>
                    <a:pt x="782" y="380"/>
                  </a:lnTo>
                  <a:lnTo>
                    <a:pt x="782" y="381"/>
                  </a:lnTo>
                  <a:lnTo>
                    <a:pt x="782" y="382"/>
                  </a:lnTo>
                  <a:lnTo>
                    <a:pt x="781" y="382"/>
                  </a:lnTo>
                  <a:lnTo>
                    <a:pt x="781" y="383"/>
                  </a:lnTo>
                  <a:lnTo>
                    <a:pt x="781" y="384"/>
                  </a:lnTo>
                  <a:lnTo>
                    <a:pt x="782" y="384"/>
                  </a:lnTo>
                  <a:lnTo>
                    <a:pt x="782" y="385"/>
                  </a:lnTo>
                  <a:lnTo>
                    <a:pt x="782" y="386"/>
                  </a:lnTo>
                  <a:lnTo>
                    <a:pt x="783" y="386"/>
                  </a:lnTo>
                  <a:lnTo>
                    <a:pt x="783" y="387"/>
                  </a:lnTo>
                  <a:lnTo>
                    <a:pt x="784" y="387"/>
                  </a:lnTo>
                  <a:lnTo>
                    <a:pt x="784" y="388"/>
                  </a:lnTo>
                  <a:lnTo>
                    <a:pt x="785" y="389"/>
                  </a:lnTo>
                  <a:lnTo>
                    <a:pt x="785" y="390"/>
                  </a:lnTo>
                  <a:lnTo>
                    <a:pt x="786" y="391"/>
                  </a:lnTo>
                  <a:lnTo>
                    <a:pt x="786" y="392"/>
                  </a:lnTo>
                  <a:lnTo>
                    <a:pt x="787" y="393"/>
                  </a:lnTo>
                  <a:lnTo>
                    <a:pt x="787" y="394"/>
                  </a:lnTo>
                  <a:lnTo>
                    <a:pt x="787" y="395"/>
                  </a:lnTo>
                  <a:lnTo>
                    <a:pt x="787" y="396"/>
                  </a:lnTo>
                  <a:lnTo>
                    <a:pt x="787" y="397"/>
                  </a:lnTo>
                  <a:lnTo>
                    <a:pt x="787" y="398"/>
                  </a:lnTo>
                  <a:lnTo>
                    <a:pt x="786" y="399"/>
                  </a:lnTo>
                  <a:lnTo>
                    <a:pt x="786" y="400"/>
                  </a:lnTo>
                  <a:lnTo>
                    <a:pt x="786" y="401"/>
                  </a:lnTo>
                  <a:lnTo>
                    <a:pt x="786" y="402"/>
                  </a:lnTo>
                  <a:lnTo>
                    <a:pt x="785" y="403"/>
                  </a:lnTo>
                  <a:lnTo>
                    <a:pt x="785" y="404"/>
                  </a:lnTo>
                  <a:lnTo>
                    <a:pt x="785" y="405"/>
                  </a:lnTo>
                  <a:lnTo>
                    <a:pt x="785" y="406"/>
                  </a:lnTo>
                  <a:lnTo>
                    <a:pt x="784" y="407"/>
                  </a:lnTo>
                  <a:lnTo>
                    <a:pt x="784" y="408"/>
                  </a:lnTo>
                  <a:lnTo>
                    <a:pt x="784" y="409"/>
                  </a:lnTo>
                  <a:lnTo>
                    <a:pt x="784" y="410"/>
                  </a:lnTo>
                  <a:lnTo>
                    <a:pt x="784" y="411"/>
                  </a:lnTo>
                  <a:lnTo>
                    <a:pt x="784" y="412"/>
                  </a:lnTo>
                  <a:lnTo>
                    <a:pt x="784" y="414"/>
                  </a:lnTo>
                  <a:lnTo>
                    <a:pt x="785" y="415"/>
                  </a:lnTo>
                  <a:lnTo>
                    <a:pt x="785" y="416"/>
                  </a:lnTo>
                  <a:lnTo>
                    <a:pt x="785" y="417"/>
                  </a:lnTo>
                  <a:lnTo>
                    <a:pt x="785" y="418"/>
                  </a:lnTo>
                  <a:lnTo>
                    <a:pt x="786" y="420"/>
                  </a:lnTo>
                  <a:lnTo>
                    <a:pt x="786" y="421"/>
                  </a:lnTo>
                  <a:lnTo>
                    <a:pt x="786" y="422"/>
                  </a:lnTo>
                  <a:lnTo>
                    <a:pt x="786" y="424"/>
                  </a:lnTo>
                  <a:lnTo>
                    <a:pt x="786" y="425"/>
                  </a:lnTo>
                  <a:lnTo>
                    <a:pt x="786" y="426"/>
                  </a:lnTo>
                  <a:lnTo>
                    <a:pt x="787" y="428"/>
                  </a:lnTo>
                  <a:lnTo>
                    <a:pt x="787" y="429"/>
                  </a:lnTo>
                  <a:lnTo>
                    <a:pt x="787" y="431"/>
                  </a:lnTo>
                  <a:lnTo>
                    <a:pt x="787" y="432"/>
                  </a:lnTo>
                  <a:lnTo>
                    <a:pt x="787" y="433"/>
                  </a:lnTo>
                  <a:lnTo>
                    <a:pt x="787" y="435"/>
                  </a:lnTo>
                  <a:lnTo>
                    <a:pt x="787" y="436"/>
                  </a:lnTo>
                  <a:lnTo>
                    <a:pt x="786" y="437"/>
                  </a:lnTo>
                  <a:lnTo>
                    <a:pt x="786" y="439"/>
                  </a:lnTo>
                  <a:lnTo>
                    <a:pt x="786" y="440"/>
                  </a:lnTo>
                  <a:lnTo>
                    <a:pt x="786" y="442"/>
                  </a:lnTo>
                  <a:lnTo>
                    <a:pt x="786" y="443"/>
                  </a:lnTo>
                  <a:lnTo>
                    <a:pt x="786" y="445"/>
                  </a:lnTo>
                  <a:lnTo>
                    <a:pt x="786" y="446"/>
                  </a:lnTo>
                  <a:lnTo>
                    <a:pt x="786" y="448"/>
                  </a:lnTo>
                  <a:lnTo>
                    <a:pt x="786" y="450"/>
                  </a:lnTo>
                  <a:lnTo>
                    <a:pt x="786" y="451"/>
                  </a:lnTo>
                  <a:lnTo>
                    <a:pt x="786" y="453"/>
                  </a:lnTo>
                  <a:lnTo>
                    <a:pt x="787" y="454"/>
                  </a:lnTo>
                  <a:lnTo>
                    <a:pt x="787" y="455"/>
                  </a:lnTo>
                  <a:lnTo>
                    <a:pt x="788" y="457"/>
                  </a:lnTo>
                  <a:lnTo>
                    <a:pt x="788" y="458"/>
                  </a:lnTo>
                  <a:lnTo>
                    <a:pt x="788" y="459"/>
                  </a:lnTo>
                  <a:lnTo>
                    <a:pt x="789" y="461"/>
                  </a:lnTo>
                  <a:lnTo>
                    <a:pt x="789" y="462"/>
                  </a:lnTo>
                  <a:lnTo>
                    <a:pt x="790" y="463"/>
                  </a:lnTo>
                  <a:lnTo>
                    <a:pt x="790" y="464"/>
                  </a:lnTo>
                  <a:lnTo>
                    <a:pt x="790" y="465"/>
                  </a:lnTo>
                  <a:lnTo>
                    <a:pt x="790" y="466"/>
                  </a:lnTo>
                  <a:lnTo>
                    <a:pt x="790" y="467"/>
                  </a:lnTo>
                  <a:lnTo>
                    <a:pt x="790" y="469"/>
                  </a:lnTo>
                  <a:lnTo>
                    <a:pt x="790" y="470"/>
                  </a:lnTo>
                  <a:lnTo>
                    <a:pt x="790" y="471"/>
                  </a:lnTo>
                  <a:lnTo>
                    <a:pt x="790" y="473"/>
                  </a:lnTo>
                  <a:lnTo>
                    <a:pt x="790" y="474"/>
                  </a:lnTo>
                  <a:lnTo>
                    <a:pt x="789" y="475"/>
                  </a:lnTo>
                  <a:lnTo>
                    <a:pt x="789" y="476"/>
                  </a:lnTo>
                  <a:lnTo>
                    <a:pt x="788" y="477"/>
                  </a:lnTo>
                  <a:lnTo>
                    <a:pt x="788" y="478"/>
                  </a:lnTo>
                  <a:lnTo>
                    <a:pt x="788" y="479"/>
                  </a:lnTo>
                  <a:lnTo>
                    <a:pt x="787" y="479"/>
                  </a:lnTo>
                  <a:lnTo>
                    <a:pt x="787" y="480"/>
                  </a:lnTo>
                  <a:lnTo>
                    <a:pt x="787" y="481"/>
                  </a:lnTo>
                  <a:lnTo>
                    <a:pt x="787" y="482"/>
                  </a:lnTo>
                  <a:lnTo>
                    <a:pt x="787" y="483"/>
                  </a:lnTo>
                  <a:lnTo>
                    <a:pt x="787" y="484"/>
                  </a:lnTo>
                  <a:lnTo>
                    <a:pt x="787" y="485"/>
                  </a:lnTo>
                  <a:lnTo>
                    <a:pt x="788" y="486"/>
                  </a:lnTo>
                  <a:lnTo>
                    <a:pt x="788" y="487"/>
                  </a:lnTo>
                  <a:lnTo>
                    <a:pt x="788" y="488"/>
                  </a:lnTo>
                  <a:lnTo>
                    <a:pt x="788" y="489"/>
                  </a:lnTo>
                  <a:lnTo>
                    <a:pt x="788" y="490"/>
                  </a:lnTo>
                  <a:lnTo>
                    <a:pt x="788" y="491"/>
                  </a:lnTo>
                  <a:lnTo>
                    <a:pt x="788" y="492"/>
                  </a:lnTo>
                  <a:lnTo>
                    <a:pt x="788" y="494"/>
                  </a:lnTo>
                  <a:lnTo>
                    <a:pt x="787" y="494"/>
                  </a:lnTo>
                  <a:lnTo>
                    <a:pt x="787" y="496"/>
                  </a:lnTo>
                  <a:lnTo>
                    <a:pt x="786" y="498"/>
                  </a:lnTo>
                  <a:lnTo>
                    <a:pt x="786" y="499"/>
                  </a:lnTo>
                  <a:lnTo>
                    <a:pt x="786" y="500"/>
                  </a:lnTo>
                  <a:lnTo>
                    <a:pt x="785" y="501"/>
                  </a:lnTo>
                  <a:lnTo>
                    <a:pt x="784" y="502"/>
                  </a:lnTo>
                  <a:lnTo>
                    <a:pt x="784" y="503"/>
                  </a:lnTo>
                  <a:lnTo>
                    <a:pt x="783" y="504"/>
                  </a:lnTo>
                  <a:lnTo>
                    <a:pt x="783" y="505"/>
                  </a:lnTo>
                  <a:lnTo>
                    <a:pt x="783" y="506"/>
                  </a:lnTo>
                  <a:lnTo>
                    <a:pt x="782" y="506"/>
                  </a:lnTo>
                  <a:lnTo>
                    <a:pt x="782" y="507"/>
                  </a:lnTo>
                  <a:lnTo>
                    <a:pt x="781" y="508"/>
                  </a:lnTo>
                  <a:lnTo>
                    <a:pt x="781" y="509"/>
                  </a:lnTo>
                  <a:lnTo>
                    <a:pt x="781" y="511"/>
                  </a:lnTo>
                  <a:lnTo>
                    <a:pt x="781" y="512"/>
                  </a:lnTo>
                  <a:lnTo>
                    <a:pt x="781" y="513"/>
                  </a:lnTo>
                  <a:lnTo>
                    <a:pt x="781" y="514"/>
                  </a:lnTo>
                  <a:lnTo>
                    <a:pt x="781" y="516"/>
                  </a:lnTo>
                  <a:lnTo>
                    <a:pt x="781" y="517"/>
                  </a:lnTo>
                  <a:lnTo>
                    <a:pt x="781" y="518"/>
                  </a:lnTo>
                  <a:lnTo>
                    <a:pt x="781" y="519"/>
                  </a:lnTo>
                  <a:lnTo>
                    <a:pt x="781" y="520"/>
                  </a:lnTo>
                  <a:lnTo>
                    <a:pt x="781" y="521"/>
                  </a:lnTo>
                  <a:lnTo>
                    <a:pt x="781" y="522"/>
                  </a:lnTo>
                  <a:lnTo>
                    <a:pt x="781" y="523"/>
                  </a:lnTo>
                  <a:lnTo>
                    <a:pt x="781" y="524"/>
                  </a:lnTo>
                  <a:lnTo>
                    <a:pt x="781" y="525"/>
                  </a:lnTo>
                  <a:lnTo>
                    <a:pt x="781" y="526"/>
                  </a:lnTo>
                  <a:lnTo>
                    <a:pt x="781" y="527"/>
                  </a:lnTo>
                  <a:lnTo>
                    <a:pt x="780" y="528"/>
                  </a:lnTo>
                  <a:lnTo>
                    <a:pt x="780" y="529"/>
                  </a:lnTo>
                  <a:lnTo>
                    <a:pt x="780" y="530"/>
                  </a:lnTo>
                  <a:lnTo>
                    <a:pt x="780" y="531"/>
                  </a:lnTo>
                  <a:lnTo>
                    <a:pt x="779" y="532"/>
                  </a:lnTo>
                  <a:lnTo>
                    <a:pt x="779" y="533"/>
                  </a:lnTo>
                  <a:lnTo>
                    <a:pt x="779" y="534"/>
                  </a:lnTo>
                  <a:lnTo>
                    <a:pt x="778" y="536"/>
                  </a:lnTo>
                  <a:lnTo>
                    <a:pt x="777" y="537"/>
                  </a:lnTo>
                  <a:lnTo>
                    <a:pt x="776" y="538"/>
                  </a:lnTo>
                  <a:lnTo>
                    <a:pt x="776" y="539"/>
                  </a:lnTo>
                  <a:lnTo>
                    <a:pt x="775" y="539"/>
                  </a:lnTo>
                  <a:lnTo>
                    <a:pt x="775" y="540"/>
                  </a:lnTo>
                  <a:lnTo>
                    <a:pt x="774" y="540"/>
                  </a:lnTo>
                  <a:lnTo>
                    <a:pt x="774" y="541"/>
                  </a:lnTo>
                  <a:lnTo>
                    <a:pt x="774" y="542"/>
                  </a:lnTo>
                  <a:lnTo>
                    <a:pt x="773" y="542"/>
                  </a:lnTo>
                  <a:lnTo>
                    <a:pt x="773" y="543"/>
                  </a:lnTo>
                  <a:lnTo>
                    <a:pt x="773" y="544"/>
                  </a:lnTo>
                  <a:lnTo>
                    <a:pt x="773" y="545"/>
                  </a:lnTo>
                  <a:lnTo>
                    <a:pt x="773" y="546"/>
                  </a:lnTo>
                  <a:lnTo>
                    <a:pt x="773" y="547"/>
                  </a:lnTo>
                  <a:lnTo>
                    <a:pt x="773" y="548"/>
                  </a:lnTo>
                  <a:lnTo>
                    <a:pt x="773" y="549"/>
                  </a:lnTo>
                  <a:lnTo>
                    <a:pt x="773" y="550"/>
                  </a:lnTo>
                  <a:lnTo>
                    <a:pt x="773" y="551"/>
                  </a:lnTo>
                  <a:lnTo>
                    <a:pt x="773" y="552"/>
                  </a:lnTo>
                  <a:lnTo>
                    <a:pt x="773" y="553"/>
                  </a:lnTo>
                  <a:lnTo>
                    <a:pt x="773" y="554"/>
                  </a:lnTo>
                  <a:lnTo>
                    <a:pt x="773" y="555"/>
                  </a:lnTo>
                  <a:lnTo>
                    <a:pt x="773" y="556"/>
                  </a:lnTo>
                  <a:lnTo>
                    <a:pt x="774" y="557"/>
                  </a:lnTo>
                  <a:lnTo>
                    <a:pt x="774" y="558"/>
                  </a:lnTo>
                  <a:lnTo>
                    <a:pt x="774" y="559"/>
                  </a:lnTo>
                  <a:lnTo>
                    <a:pt x="775" y="560"/>
                  </a:lnTo>
                  <a:lnTo>
                    <a:pt x="775" y="561"/>
                  </a:lnTo>
                  <a:lnTo>
                    <a:pt x="775" y="562"/>
                  </a:lnTo>
                  <a:lnTo>
                    <a:pt x="776" y="562"/>
                  </a:lnTo>
                  <a:lnTo>
                    <a:pt x="776" y="563"/>
                  </a:lnTo>
                  <a:lnTo>
                    <a:pt x="776" y="564"/>
                  </a:lnTo>
                  <a:lnTo>
                    <a:pt x="776" y="565"/>
                  </a:lnTo>
                  <a:lnTo>
                    <a:pt x="776" y="566"/>
                  </a:lnTo>
                  <a:lnTo>
                    <a:pt x="776" y="567"/>
                  </a:lnTo>
                  <a:lnTo>
                    <a:pt x="777" y="567"/>
                  </a:lnTo>
                  <a:lnTo>
                    <a:pt x="777" y="568"/>
                  </a:lnTo>
                  <a:lnTo>
                    <a:pt x="777" y="569"/>
                  </a:lnTo>
                  <a:lnTo>
                    <a:pt x="777" y="570"/>
                  </a:lnTo>
                  <a:lnTo>
                    <a:pt x="777" y="571"/>
                  </a:lnTo>
                  <a:lnTo>
                    <a:pt x="777" y="572"/>
                  </a:lnTo>
                  <a:lnTo>
                    <a:pt x="777" y="573"/>
                  </a:lnTo>
                  <a:lnTo>
                    <a:pt x="777" y="574"/>
                  </a:lnTo>
                  <a:lnTo>
                    <a:pt x="777" y="575"/>
                  </a:lnTo>
                  <a:lnTo>
                    <a:pt x="777" y="576"/>
                  </a:lnTo>
                  <a:lnTo>
                    <a:pt x="777" y="577"/>
                  </a:lnTo>
                  <a:lnTo>
                    <a:pt x="776" y="578"/>
                  </a:lnTo>
                  <a:lnTo>
                    <a:pt x="776" y="579"/>
                  </a:lnTo>
                  <a:lnTo>
                    <a:pt x="775" y="580"/>
                  </a:lnTo>
                  <a:lnTo>
                    <a:pt x="775" y="581"/>
                  </a:lnTo>
                  <a:lnTo>
                    <a:pt x="774" y="581"/>
                  </a:lnTo>
                  <a:lnTo>
                    <a:pt x="774" y="582"/>
                  </a:lnTo>
                  <a:lnTo>
                    <a:pt x="773" y="583"/>
                  </a:lnTo>
                  <a:lnTo>
                    <a:pt x="772" y="584"/>
                  </a:lnTo>
                  <a:lnTo>
                    <a:pt x="771" y="585"/>
                  </a:lnTo>
                  <a:lnTo>
                    <a:pt x="770" y="585"/>
                  </a:lnTo>
                  <a:lnTo>
                    <a:pt x="769" y="586"/>
                  </a:lnTo>
                  <a:lnTo>
                    <a:pt x="768" y="586"/>
                  </a:lnTo>
                  <a:lnTo>
                    <a:pt x="767" y="587"/>
                  </a:lnTo>
                  <a:lnTo>
                    <a:pt x="766" y="587"/>
                  </a:lnTo>
                  <a:lnTo>
                    <a:pt x="764" y="588"/>
                  </a:lnTo>
                  <a:lnTo>
                    <a:pt x="763" y="588"/>
                  </a:lnTo>
                  <a:lnTo>
                    <a:pt x="761" y="588"/>
                  </a:lnTo>
                  <a:lnTo>
                    <a:pt x="759" y="589"/>
                  </a:lnTo>
                  <a:lnTo>
                    <a:pt x="757" y="589"/>
                  </a:lnTo>
                  <a:lnTo>
                    <a:pt x="756" y="589"/>
                  </a:lnTo>
                  <a:lnTo>
                    <a:pt x="754" y="589"/>
                  </a:lnTo>
                  <a:lnTo>
                    <a:pt x="752" y="589"/>
                  </a:lnTo>
                  <a:lnTo>
                    <a:pt x="750" y="589"/>
                  </a:lnTo>
                  <a:lnTo>
                    <a:pt x="748" y="589"/>
                  </a:lnTo>
                  <a:lnTo>
                    <a:pt x="746" y="589"/>
                  </a:lnTo>
                  <a:lnTo>
                    <a:pt x="744" y="589"/>
                  </a:lnTo>
                  <a:lnTo>
                    <a:pt x="741" y="589"/>
                  </a:lnTo>
                  <a:lnTo>
                    <a:pt x="739" y="589"/>
                  </a:lnTo>
                  <a:lnTo>
                    <a:pt x="737" y="589"/>
                  </a:lnTo>
                  <a:lnTo>
                    <a:pt x="735" y="589"/>
                  </a:lnTo>
                  <a:lnTo>
                    <a:pt x="733" y="588"/>
                  </a:lnTo>
                  <a:lnTo>
                    <a:pt x="731" y="588"/>
                  </a:lnTo>
                  <a:lnTo>
                    <a:pt x="729" y="588"/>
                  </a:lnTo>
                  <a:lnTo>
                    <a:pt x="727" y="588"/>
                  </a:lnTo>
                  <a:lnTo>
                    <a:pt x="725" y="588"/>
                  </a:lnTo>
                  <a:lnTo>
                    <a:pt x="723" y="588"/>
                  </a:lnTo>
                  <a:lnTo>
                    <a:pt x="722" y="588"/>
                  </a:lnTo>
                  <a:lnTo>
                    <a:pt x="721" y="588"/>
                  </a:lnTo>
                  <a:lnTo>
                    <a:pt x="720" y="587"/>
                  </a:lnTo>
                  <a:lnTo>
                    <a:pt x="718" y="587"/>
                  </a:lnTo>
                  <a:lnTo>
                    <a:pt x="717" y="587"/>
                  </a:lnTo>
                  <a:lnTo>
                    <a:pt x="716" y="587"/>
                  </a:lnTo>
                  <a:lnTo>
                    <a:pt x="715" y="586"/>
                  </a:lnTo>
                  <a:lnTo>
                    <a:pt x="714" y="586"/>
                  </a:lnTo>
                  <a:lnTo>
                    <a:pt x="713" y="586"/>
                  </a:lnTo>
                  <a:lnTo>
                    <a:pt x="711" y="586"/>
                  </a:lnTo>
                  <a:lnTo>
                    <a:pt x="710" y="585"/>
                  </a:lnTo>
                  <a:lnTo>
                    <a:pt x="708" y="585"/>
                  </a:lnTo>
                  <a:lnTo>
                    <a:pt x="707" y="585"/>
                  </a:lnTo>
                  <a:lnTo>
                    <a:pt x="704" y="584"/>
                  </a:lnTo>
                  <a:lnTo>
                    <a:pt x="701" y="584"/>
                  </a:lnTo>
                  <a:lnTo>
                    <a:pt x="700" y="586"/>
                  </a:lnTo>
                  <a:lnTo>
                    <a:pt x="699" y="587"/>
                  </a:lnTo>
                  <a:lnTo>
                    <a:pt x="699" y="588"/>
                  </a:lnTo>
                  <a:lnTo>
                    <a:pt x="698" y="589"/>
                  </a:lnTo>
                  <a:lnTo>
                    <a:pt x="698" y="590"/>
                  </a:lnTo>
                  <a:lnTo>
                    <a:pt x="698" y="591"/>
                  </a:lnTo>
                  <a:lnTo>
                    <a:pt x="697" y="592"/>
                  </a:lnTo>
                  <a:lnTo>
                    <a:pt x="697" y="593"/>
                  </a:lnTo>
                  <a:lnTo>
                    <a:pt x="697" y="594"/>
                  </a:lnTo>
                  <a:lnTo>
                    <a:pt x="697" y="595"/>
                  </a:lnTo>
                  <a:lnTo>
                    <a:pt x="696" y="595"/>
                  </a:lnTo>
                  <a:lnTo>
                    <a:pt x="696" y="596"/>
                  </a:lnTo>
                  <a:lnTo>
                    <a:pt x="696" y="597"/>
                  </a:lnTo>
                  <a:lnTo>
                    <a:pt x="696" y="598"/>
                  </a:lnTo>
                  <a:lnTo>
                    <a:pt x="696" y="599"/>
                  </a:lnTo>
                  <a:lnTo>
                    <a:pt x="695" y="600"/>
                  </a:lnTo>
                  <a:lnTo>
                    <a:pt x="695" y="601"/>
                  </a:lnTo>
                  <a:lnTo>
                    <a:pt x="694" y="602"/>
                  </a:lnTo>
                  <a:lnTo>
                    <a:pt x="694" y="603"/>
                  </a:lnTo>
                  <a:lnTo>
                    <a:pt x="693" y="604"/>
                  </a:lnTo>
                  <a:lnTo>
                    <a:pt x="693" y="605"/>
                  </a:lnTo>
                  <a:lnTo>
                    <a:pt x="692" y="606"/>
                  </a:lnTo>
                  <a:lnTo>
                    <a:pt x="692" y="607"/>
                  </a:lnTo>
                  <a:lnTo>
                    <a:pt x="691" y="608"/>
                  </a:lnTo>
                  <a:lnTo>
                    <a:pt x="691" y="609"/>
                  </a:lnTo>
                  <a:lnTo>
                    <a:pt x="691" y="610"/>
                  </a:lnTo>
                  <a:lnTo>
                    <a:pt x="690" y="611"/>
                  </a:lnTo>
                  <a:lnTo>
                    <a:pt x="690" y="612"/>
                  </a:lnTo>
                  <a:lnTo>
                    <a:pt x="690" y="613"/>
                  </a:lnTo>
                  <a:lnTo>
                    <a:pt x="689" y="613"/>
                  </a:lnTo>
                  <a:lnTo>
                    <a:pt x="689" y="614"/>
                  </a:lnTo>
                  <a:lnTo>
                    <a:pt x="688" y="616"/>
                  </a:lnTo>
                  <a:lnTo>
                    <a:pt x="687" y="617"/>
                  </a:lnTo>
                  <a:lnTo>
                    <a:pt x="686" y="617"/>
                  </a:lnTo>
                  <a:lnTo>
                    <a:pt x="686" y="618"/>
                  </a:lnTo>
                  <a:lnTo>
                    <a:pt x="685" y="618"/>
                  </a:lnTo>
                  <a:lnTo>
                    <a:pt x="685" y="619"/>
                  </a:lnTo>
                  <a:lnTo>
                    <a:pt x="684" y="619"/>
                  </a:lnTo>
                  <a:lnTo>
                    <a:pt x="683" y="620"/>
                  </a:lnTo>
                  <a:lnTo>
                    <a:pt x="682" y="620"/>
                  </a:lnTo>
                  <a:lnTo>
                    <a:pt x="681" y="621"/>
                  </a:lnTo>
                  <a:lnTo>
                    <a:pt x="680" y="621"/>
                  </a:lnTo>
                  <a:lnTo>
                    <a:pt x="680" y="622"/>
                  </a:lnTo>
                  <a:lnTo>
                    <a:pt x="679" y="622"/>
                  </a:lnTo>
                  <a:lnTo>
                    <a:pt x="678" y="623"/>
                  </a:lnTo>
                  <a:lnTo>
                    <a:pt x="677" y="623"/>
                  </a:lnTo>
                  <a:lnTo>
                    <a:pt x="676" y="623"/>
                  </a:lnTo>
                  <a:lnTo>
                    <a:pt x="675" y="624"/>
                  </a:lnTo>
                  <a:lnTo>
                    <a:pt x="674" y="624"/>
                  </a:lnTo>
                  <a:lnTo>
                    <a:pt x="673" y="625"/>
                  </a:lnTo>
                  <a:lnTo>
                    <a:pt x="672" y="625"/>
                  </a:lnTo>
                  <a:lnTo>
                    <a:pt x="671" y="626"/>
                  </a:lnTo>
                  <a:lnTo>
                    <a:pt x="670" y="626"/>
                  </a:lnTo>
                  <a:lnTo>
                    <a:pt x="670" y="627"/>
                  </a:lnTo>
                  <a:lnTo>
                    <a:pt x="669" y="627"/>
                  </a:lnTo>
                  <a:lnTo>
                    <a:pt x="668" y="628"/>
                  </a:lnTo>
                  <a:lnTo>
                    <a:pt x="667" y="628"/>
                  </a:lnTo>
                  <a:lnTo>
                    <a:pt x="668" y="629"/>
                  </a:lnTo>
                  <a:lnTo>
                    <a:pt x="669" y="630"/>
                  </a:lnTo>
                  <a:lnTo>
                    <a:pt x="669" y="631"/>
                  </a:lnTo>
                  <a:lnTo>
                    <a:pt x="670" y="631"/>
                  </a:lnTo>
                  <a:lnTo>
                    <a:pt x="670" y="632"/>
                  </a:lnTo>
                  <a:lnTo>
                    <a:pt x="671" y="633"/>
                  </a:lnTo>
                  <a:lnTo>
                    <a:pt x="671" y="634"/>
                  </a:lnTo>
                  <a:lnTo>
                    <a:pt x="672" y="635"/>
                  </a:lnTo>
                  <a:lnTo>
                    <a:pt x="673" y="636"/>
                  </a:lnTo>
                  <a:lnTo>
                    <a:pt x="674" y="637"/>
                  </a:lnTo>
                  <a:lnTo>
                    <a:pt x="674" y="638"/>
                  </a:lnTo>
                  <a:lnTo>
                    <a:pt x="675" y="639"/>
                  </a:lnTo>
                  <a:lnTo>
                    <a:pt x="675" y="640"/>
                  </a:lnTo>
                  <a:lnTo>
                    <a:pt x="676" y="642"/>
                  </a:lnTo>
                  <a:lnTo>
                    <a:pt x="678" y="644"/>
                  </a:lnTo>
                  <a:lnTo>
                    <a:pt x="678" y="645"/>
                  </a:lnTo>
                  <a:lnTo>
                    <a:pt x="679" y="646"/>
                  </a:lnTo>
                  <a:lnTo>
                    <a:pt x="680" y="647"/>
                  </a:lnTo>
                  <a:lnTo>
                    <a:pt x="681" y="647"/>
                  </a:lnTo>
                  <a:lnTo>
                    <a:pt x="681" y="649"/>
                  </a:lnTo>
                  <a:lnTo>
                    <a:pt x="682" y="650"/>
                  </a:lnTo>
                  <a:lnTo>
                    <a:pt x="683" y="650"/>
                  </a:lnTo>
                  <a:lnTo>
                    <a:pt x="683" y="651"/>
                  </a:lnTo>
                  <a:lnTo>
                    <a:pt x="684" y="652"/>
                  </a:lnTo>
                  <a:lnTo>
                    <a:pt x="684" y="653"/>
                  </a:lnTo>
                  <a:lnTo>
                    <a:pt x="685" y="654"/>
                  </a:lnTo>
                  <a:lnTo>
                    <a:pt x="686" y="656"/>
                  </a:lnTo>
                  <a:lnTo>
                    <a:pt x="686" y="657"/>
                  </a:lnTo>
                  <a:lnTo>
                    <a:pt x="687" y="658"/>
                  </a:lnTo>
                  <a:lnTo>
                    <a:pt x="688" y="659"/>
                  </a:lnTo>
                  <a:lnTo>
                    <a:pt x="689" y="662"/>
                  </a:lnTo>
                  <a:lnTo>
                    <a:pt x="690" y="663"/>
                  </a:lnTo>
                  <a:lnTo>
                    <a:pt x="691" y="665"/>
                  </a:lnTo>
                  <a:lnTo>
                    <a:pt x="692" y="666"/>
                  </a:lnTo>
                  <a:lnTo>
                    <a:pt x="693" y="668"/>
                  </a:lnTo>
                  <a:lnTo>
                    <a:pt x="694" y="669"/>
                  </a:lnTo>
                  <a:lnTo>
                    <a:pt x="694" y="671"/>
                  </a:lnTo>
                  <a:lnTo>
                    <a:pt x="695" y="672"/>
                  </a:lnTo>
                  <a:lnTo>
                    <a:pt x="696" y="674"/>
                  </a:lnTo>
                  <a:lnTo>
                    <a:pt x="696" y="675"/>
                  </a:lnTo>
                  <a:lnTo>
                    <a:pt x="697" y="677"/>
                  </a:lnTo>
                  <a:lnTo>
                    <a:pt x="698" y="678"/>
                  </a:lnTo>
                  <a:lnTo>
                    <a:pt x="698" y="680"/>
                  </a:lnTo>
                  <a:lnTo>
                    <a:pt x="698" y="681"/>
                  </a:lnTo>
                  <a:lnTo>
                    <a:pt x="698" y="683"/>
                  </a:lnTo>
                  <a:lnTo>
                    <a:pt x="698" y="684"/>
                  </a:lnTo>
                  <a:lnTo>
                    <a:pt x="698" y="686"/>
                  </a:lnTo>
                  <a:lnTo>
                    <a:pt x="698" y="687"/>
                  </a:lnTo>
                  <a:lnTo>
                    <a:pt x="698" y="689"/>
                  </a:lnTo>
                  <a:lnTo>
                    <a:pt x="698" y="690"/>
                  </a:lnTo>
                  <a:lnTo>
                    <a:pt x="698" y="692"/>
                  </a:lnTo>
                  <a:lnTo>
                    <a:pt x="698" y="694"/>
                  </a:lnTo>
                  <a:lnTo>
                    <a:pt x="698" y="696"/>
                  </a:lnTo>
                  <a:lnTo>
                    <a:pt x="698" y="698"/>
                  </a:lnTo>
                  <a:lnTo>
                    <a:pt x="698" y="700"/>
                  </a:lnTo>
                  <a:lnTo>
                    <a:pt x="699" y="702"/>
                  </a:lnTo>
                  <a:lnTo>
                    <a:pt x="699" y="704"/>
                  </a:lnTo>
                  <a:lnTo>
                    <a:pt x="700" y="706"/>
                  </a:lnTo>
                  <a:lnTo>
                    <a:pt x="700" y="708"/>
                  </a:lnTo>
                  <a:lnTo>
                    <a:pt x="700" y="710"/>
                  </a:lnTo>
                  <a:lnTo>
                    <a:pt x="701" y="712"/>
                  </a:lnTo>
                  <a:lnTo>
                    <a:pt x="701" y="714"/>
                  </a:lnTo>
                  <a:lnTo>
                    <a:pt x="702" y="715"/>
                  </a:lnTo>
                  <a:lnTo>
                    <a:pt x="702" y="717"/>
                  </a:lnTo>
                  <a:lnTo>
                    <a:pt x="703" y="718"/>
                  </a:lnTo>
                  <a:lnTo>
                    <a:pt x="703" y="719"/>
                  </a:lnTo>
                  <a:lnTo>
                    <a:pt x="704" y="720"/>
                  </a:lnTo>
                  <a:lnTo>
                    <a:pt x="705" y="721"/>
                  </a:lnTo>
                  <a:lnTo>
                    <a:pt x="705" y="722"/>
                  </a:lnTo>
                  <a:lnTo>
                    <a:pt x="706" y="723"/>
                  </a:lnTo>
                  <a:lnTo>
                    <a:pt x="707" y="724"/>
                  </a:lnTo>
                  <a:lnTo>
                    <a:pt x="708" y="725"/>
                  </a:lnTo>
                  <a:lnTo>
                    <a:pt x="709" y="726"/>
                  </a:lnTo>
                  <a:lnTo>
                    <a:pt x="710" y="727"/>
                  </a:lnTo>
                  <a:lnTo>
                    <a:pt x="710" y="729"/>
                  </a:lnTo>
                  <a:lnTo>
                    <a:pt x="711" y="731"/>
                  </a:lnTo>
                  <a:lnTo>
                    <a:pt x="712" y="734"/>
                  </a:lnTo>
                  <a:close/>
                </a:path>
              </a:pathLst>
            </a:custGeom>
            <a:grpFill/>
            <a:ln w="28575">
              <a:noFill/>
              <a:prstDash val="sysDot"/>
              <a:round/>
              <a:headEnd/>
              <a:tailEnd/>
            </a:ln>
          </p:spPr>
          <p:txBody>
            <a:bodyPr/>
            <a:lstStyle/>
            <a:p>
              <a:pPr>
                <a:defRPr/>
              </a:pPr>
              <a:endParaRPr lang="zh-CN" altLang="en-US" kern="0" dirty="0">
                <a:solidFill>
                  <a:prstClr val="black"/>
                </a:solidFill>
                <a:ea typeface="微软雅黑" pitchFamily="34" charset="-122"/>
              </a:endParaRPr>
            </a:p>
          </p:txBody>
        </p:sp>
        <p:sp>
          <p:nvSpPr>
            <p:cNvPr id="27" name="Freeform 27"/>
            <p:cNvSpPr>
              <a:spLocks/>
            </p:cNvSpPr>
            <p:nvPr/>
          </p:nvSpPr>
          <p:spPr bwMode="auto">
            <a:xfrm>
              <a:off x="6264999" y="1757474"/>
              <a:ext cx="1084263" cy="774700"/>
            </a:xfrm>
            <a:custGeom>
              <a:avLst/>
              <a:gdLst>
                <a:gd name="T0" fmla="*/ 2147483647 w 592"/>
                <a:gd name="T1" fmla="*/ 2147483647 h 406"/>
                <a:gd name="T2" fmla="*/ 2147483647 w 592"/>
                <a:gd name="T3" fmla="*/ 2147483647 h 406"/>
                <a:gd name="T4" fmla="*/ 2147483647 w 592"/>
                <a:gd name="T5" fmla="*/ 2147483647 h 406"/>
                <a:gd name="T6" fmla="*/ 2147483647 w 592"/>
                <a:gd name="T7" fmla="*/ 2147483647 h 406"/>
                <a:gd name="T8" fmla="*/ 2147483647 w 592"/>
                <a:gd name="T9" fmla="*/ 2147483647 h 406"/>
                <a:gd name="T10" fmla="*/ 2147483647 w 592"/>
                <a:gd name="T11" fmla="*/ 2147483647 h 406"/>
                <a:gd name="T12" fmla="*/ 2147483647 w 592"/>
                <a:gd name="T13" fmla="*/ 2147483647 h 406"/>
                <a:gd name="T14" fmla="*/ 2147483647 w 592"/>
                <a:gd name="T15" fmla="*/ 2147483647 h 406"/>
                <a:gd name="T16" fmla="*/ 2147483647 w 592"/>
                <a:gd name="T17" fmla="*/ 2147483647 h 406"/>
                <a:gd name="T18" fmla="*/ 2147483647 w 592"/>
                <a:gd name="T19" fmla="*/ 2147483647 h 406"/>
                <a:gd name="T20" fmla="*/ 2147483647 w 592"/>
                <a:gd name="T21" fmla="*/ 2147483647 h 406"/>
                <a:gd name="T22" fmla="*/ 2147483647 w 592"/>
                <a:gd name="T23" fmla="*/ 2147483647 h 406"/>
                <a:gd name="T24" fmla="*/ 2147483647 w 592"/>
                <a:gd name="T25" fmla="*/ 2147483647 h 406"/>
                <a:gd name="T26" fmla="*/ 2147483647 w 592"/>
                <a:gd name="T27" fmla="*/ 2147483647 h 406"/>
                <a:gd name="T28" fmla="*/ 2147483647 w 592"/>
                <a:gd name="T29" fmla="*/ 2147483647 h 406"/>
                <a:gd name="T30" fmla="*/ 2147483647 w 592"/>
                <a:gd name="T31" fmla="*/ 2147483647 h 406"/>
                <a:gd name="T32" fmla="*/ 2147483647 w 592"/>
                <a:gd name="T33" fmla="*/ 2147483647 h 406"/>
                <a:gd name="T34" fmla="*/ 2147483647 w 592"/>
                <a:gd name="T35" fmla="*/ 2147483647 h 406"/>
                <a:gd name="T36" fmla="*/ 2147483647 w 592"/>
                <a:gd name="T37" fmla="*/ 2147483647 h 406"/>
                <a:gd name="T38" fmla="*/ 2147483647 w 592"/>
                <a:gd name="T39" fmla="*/ 2147483647 h 406"/>
                <a:gd name="T40" fmla="*/ 2147483647 w 592"/>
                <a:gd name="T41" fmla="*/ 2147483647 h 406"/>
                <a:gd name="T42" fmla="*/ 2147483647 w 592"/>
                <a:gd name="T43" fmla="*/ 2147483647 h 406"/>
                <a:gd name="T44" fmla="*/ 2147483647 w 592"/>
                <a:gd name="T45" fmla="*/ 2147483647 h 406"/>
                <a:gd name="T46" fmla="*/ 2147483647 w 592"/>
                <a:gd name="T47" fmla="*/ 2147483647 h 406"/>
                <a:gd name="T48" fmla="*/ 2147483647 w 592"/>
                <a:gd name="T49" fmla="*/ 2147483647 h 406"/>
                <a:gd name="T50" fmla="*/ 2147483647 w 592"/>
                <a:gd name="T51" fmla="*/ 2147483647 h 406"/>
                <a:gd name="T52" fmla="*/ 2147483647 w 592"/>
                <a:gd name="T53" fmla="*/ 2147483647 h 406"/>
                <a:gd name="T54" fmla="*/ 2147483647 w 592"/>
                <a:gd name="T55" fmla="*/ 2147483647 h 406"/>
                <a:gd name="T56" fmla="*/ 2147483647 w 592"/>
                <a:gd name="T57" fmla="*/ 2147483647 h 406"/>
                <a:gd name="T58" fmla="*/ 2147483647 w 592"/>
                <a:gd name="T59" fmla="*/ 2147483647 h 406"/>
                <a:gd name="T60" fmla="*/ 2147483647 w 592"/>
                <a:gd name="T61" fmla="*/ 2147483647 h 406"/>
                <a:gd name="T62" fmla="*/ 2147483647 w 592"/>
                <a:gd name="T63" fmla="*/ 2147483647 h 406"/>
                <a:gd name="T64" fmla="*/ 2147483647 w 592"/>
                <a:gd name="T65" fmla="*/ 2147483647 h 406"/>
                <a:gd name="T66" fmla="*/ 2147483647 w 592"/>
                <a:gd name="T67" fmla="*/ 2147483647 h 406"/>
                <a:gd name="T68" fmla="*/ 2147483647 w 592"/>
                <a:gd name="T69" fmla="*/ 2147483647 h 406"/>
                <a:gd name="T70" fmla="*/ 2147483647 w 592"/>
                <a:gd name="T71" fmla="*/ 2147483647 h 406"/>
                <a:gd name="T72" fmla="*/ 2147483647 w 592"/>
                <a:gd name="T73" fmla="*/ 2147483647 h 406"/>
                <a:gd name="T74" fmla="*/ 2147483647 w 592"/>
                <a:gd name="T75" fmla="*/ 2147483647 h 406"/>
                <a:gd name="T76" fmla="*/ 2147483647 w 592"/>
                <a:gd name="T77" fmla="*/ 2147483647 h 406"/>
                <a:gd name="T78" fmla="*/ 2147483647 w 592"/>
                <a:gd name="T79" fmla="*/ 2147483647 h 406"/>
                <a:gd name="T80" fmla="*/ 2147483647 w 592"/>
                <a:gd name="T81" fmla="*/ 2147483647 h 406"/>
                <a:gd name="T82" fmla="*/ 2147483647 w 592"/>
                <a:gd name="T83" fmla="*/ 2147483647 h 406"/>
                <a:gd name="T84" fmla="*/ 2147483647 w 592"/>
                <a:gd name="T85" fmla="*/ 2147483647 h 406"/>
                <a:gd name="T86" fmla="*/ 2147483647 w 592"/>
                <a:gd name="T87" fmla="*/ 2147483647 h 406"/>
                <a:gd name="T88" fmla="*/ 2147483647 w 592"/>
                <a:gd name="T89" fmla="*/ 2147483647 h 406"/>
                <a:gd name="T90" fmla="*/ 2147483647 w 592"/>
                <a:gd name="T91" fmla="*/ 2147483647 h 406"/>
                <a:gd name="T92" fmla="*/ 2147483647 w 592"/>
                <a:gd name="T93" fmla="*/ 2147483647 h 406"/>
                <a:gd name="T94" fmla="*/ 2147483647 w 592"/>
                <a:gd name="T95" fmla="*/ 2147483647 h 406"/>
                <a:gd name="T96" fmla="*/ 2147483647 w 592"/>
                <a:gd name="T97" fmla="*/ 2147483647 h 406"/>
                <a:gd name="T98" fmla="*/ 2147483647 w 592"/>
                <a:gd name="T99" fmla="*/ 2147483647 h 406"/>
                <a:gd name="T100" fmla="*/ 2147483647 w 592"/>
                <a:gd name="T101" fmla="*/ 2147483647 h 406"/>
                <a:gd name="T102" fmla="*/ 2147483647 w 592"/>
                <a:gd name="T103" fmla="*/ 2147483647 h 406"/>
                <a:gd name="T104" fmla="*/ 2147483647 w 592"/>
                <a:gd name="T105" fmla="*/ 2147483647 h 406"/>
                <a:gd name="T106" fmla="*/ 2147483647 w 592"/>
                <a:gd name="T107" fmla="*/ 2147483647 h 406"/>
                <a:gd name="T108" fmla="*/ 2147483647 w 592"/>
                <a:gd name="T109" fmla="*/ 2147483647 h 406"/>
                <a:gd name="T110" fmla="*/ 2147483647 w 592"/>
                <a:gd name="T111" fmla="*/ 2147483647 h 406"/>
                <a:gd name="T112" fmla="*/ 2147483647 w 592"/>
                <a:gd name="T113" fmla="*/ 2147483647 h 406"/>
                <a:gd name="T114" fmla="*/ 2147483647 w 592"/>
                <a:gd name="T115" fmla="*/ 2147483647 h 406"/>
                <a:gd name="T116" fmla="*/ 2147483647 w 592"/>
                <a:gd name="T117" fmla="*/ 2147483647 h 406"/>
                <a:gd name="T118" fmla="*/ 2147483647 w 592"/>
                <a:gd name="T119" fmla="*/ 2147483647 h 406"/>
                <a:gd name="T120" fmla="*/ 2147483647 w 592"/>
                <a:gd name="T121" fmla="*/ 2147483647 h 40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592"/>
                <a:gd name="T184" fmla="*/ 0 h 406"/>
                <a:gd name="T185" fmla="*/ 592 w 592"/>
                <a:gd name="T186" fmla="*/ 406 h 40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592" h="406">
                  <a:moveTo>
                    <a:pt x="590" y="123"/>
                  </a:moveTo>
                  <a:lnTo>
                    <a:pt x="590" y="124"/>
                  </a:lnTo>
                  <a:lnTo>
                    <a:pt x="591" y="126"/>
                  </a:lnTo>
                  <a:lnTo>
                    <a:pt x="591" y="129"/>
                  </a:lnTo>
                  <a:lnTo>
                    <a:pt x="591" y="131"/>
                  </a:lnTo>
                  <a:lnTo>
                    <a:pt x="592" y="134"/>
                  </a:lnTo>
                  <a:lnTo>
                    <a:pt x="592" y="136"/>
                  </a:lnTo>
                  <a:lnTo>
                    <a:pt x="592" y="139"/>
                  </a:lnTo>
                  <a:lnTo>
                    <a:pt x="592" y="141"/>
                  </a:lnTo>
                  <a:lnTo>
                    <a:pt x="592" y="143"/>
                  </a:lnTo>
                  <a:lnTo>
                    <a:pt x="592" y="144"/>
                  </a:lnTo>
                  <a:lnTo>
                    <a:pt x="592" y="146"/>
                  </a:lnTo>
                  <a:lnTo>
                    <a:pt x="591" y="147"/>
                  </a:lnTo>
                  <a:lnTo>
                    <a:pt x="591" y="149"/>
                  </a:lnTo>
                  <a:lnTo>
                    <a:pt x="591" y="150"/>
                  </a:lnTo>
                  <a:lnTo>
                    <a:pt x="591" y="151"/>
                  </a:lnTo>
                  <a:lnTo>
                    <a:pt x="591" y="152"/>
                  </a:lnTo>
                  <a:lnTo>
                    <a:pt x="591" y="154"/>
                  </a:lnTo>
                  <a:lnTo>
                    <a:pt x="590" y="155"/>
                  </a:lnTo>
                  <a:lnTo>
                    <a:pt x="590" y="156"/>
                  </a:lnTo>
                  <a:lnTo>
                    <a:pt x="590" y="157"/>
                  </a:lnTo>
                  <a:lnTo>
                    <a:pt x="590" y="158"/>
                  </a:lnTo>
                  <a:lnTo>
                    <a:pt x="590" y="159"/>
                  </a:lnTo>
                  <a:lnTo>
                    <a:pt x="589" y="160"/>
                  </a:lnTo>
                  <a:lnTo>
                    <a:pt x="589" y="161"/>
                  </a:lnTo>
                  <a:lnTo>
                    <a:pt x="589" y="162"/>
                  </a:lnTo>
                  <a:lnTo>
                    <a:pt x="589" y="163"/>
                  </a:lnTo>
                  <a:lnTo>
                    <a:pt x="589" y="164"/>
                  </a:lnTo>
                  <a:lnTo>
                    <a:pt x="588" y="164"/>
                  </a:lnTo>
                  <a:lnTo>
                    <a:pt x="588" y="165"/>
                  </a:lnTo>
                  <a:lnTo>
                    <a:pt x="588" y="166"/>
                  </a:lnTo>
                  <a:lnTo>
                    <a:pt x="588" y="167"/>
                  </a:lnTo>
                  <a:lnTo>
                    <a:pt x="587" y="168"/>
                  </a:lnTo>
                  <a:lnTo>
                    <a:pt x="587" y="169"/>
                  </a:lnTo>
                  <a:lnTo>
                    <a:pt x="586" y="170"/>
                  </a:lnTo>
                  <a:lnTo>
                    <a:pt x="586" y="171"/>
                  </a:lnTo>
                  <a:lnTo>
                    <a:pt x="585" y="172"/>
                  </a:lnTo>
                  <a:lnTo>
                    <a:pt x="585" y="173"/>
                  </a:lnTo>
                  <a:lnTo>
                    <a:pt x="584" y="173"/>
                  </a:lnTo>
                  <a:lnTo>
                    <a:pt x="583" y="174"/>
                  </a:lnTo>
                  <a:lnTo>
                    <a:pt x="583" y="175"/>
                  </a:lnTo>
                  <a:lnTo>
                    <a:pt x="582" y="175"/>
                  </a:lnTo>
                  <a:lnTo>
                    <a:pt x="581" y="175"/>
                  </a:lnTo>
                  <a:lnTo>
                    <a:pt x="580" y="175"/>
                  </a:lnTo>
                  <a:lnTo>
                    <a:pt x="579" y="176"/>
                  </a:lnTo>
                  <a:lnTo>
                    <a:pt x="578" y="176"/>
                  </a:lnTo>
                  <a:lnTo>
                    <a:pt x="577" y="176"/>
                  </a:lnTo>
                  <a:lnTo>
                    <a:pt x="576" y="177"/>
                  </a:lnTo>
                  <a:lnTo>
                    <a:pt x="575" y="177"/>
                  </a:lnTo>
                  <a:lnTo>
                    <a:pt x="574" y="177"/>
                  </a:lnTo>
                  <a:lnTo>
                    <a:pt x="573" y="177"/>
                  </a:lnTo>
                  <a:lnTo>
                    <a:pt x="572" y="178"/>
                  </a:lnTo>
                  <a:lnTo>
                    <a:pt x="571" y="178"/>
                  </a:lnTo>
                  <a:lnTo>
                    <a:pt x="570" y="178"/>
                  </a:lnTo>
                  <a:lnTo>
                    <a:pt x="569" y="179"/>
                  </a:lnTo>
                  <a:lnTo>
                    <a:pt x="568" y="179"/>
                  </a:lnTo>
                  <a:lnTo>
                    <a:pt x="567" y="180"/>
                  </a:lnTo>
                  <a:lnTo>
                    <a:pt x="566" y="181"/>
                  </a:lnTo>
                  <a:lnTo>
                    <a:pt x="565" y="182"/>
                  </a:lnTo>
                  <a:lnTo>
                    <a:pt x="564" y="183"/>
                  </a:lnTo>
                  <a:lnTo>
                    <a:pt x="563" y="184"/>
                  </a:lnTo>
                  <a:lnTo>
                    <a:pt x="562" y="184"/>
                  </a:lnTo>
                  <a:lnTo>
                    <a:pt x="562" y="185"/>
                  </a:lnTo>
                  <a:lnTo>
                    <a:pt x="561" y="185"/>
                  </a:lnTo>
                  <a:lnTo>
                    <a:pt x="561" y="186"/>
                  </a:lnTo>
                  <a:lnTo>
                    <a:pt x="560" y="186"/>
                  </a:lnTo>
                  <a:lnTo>
                    <a:pt x="560" y="187"/>
                  </a:lnTo>
                  <a:lnTo>
                    <a:pt x="560" y="188"/>
                  </a:lnTo>
                  <a:lnTo>
                    <a:pt x="560" y="189"/>
                  </a:lnTo>
                  <a:lnTo>
                    <a:pt x="561" y="189"/>
                  </a:lnTo>
                  <a:lnTo>
                    <a:pt x="561" y="190"/>
                  </a:lnTo>
                  <a:lnTo>
                    <a:pt x="563" y="192"/>
                  </a:lnTo>
                  <a:lnTo>
                    <a:pt x="564" y="193"/>
                  </a:lnTo>
                  <a:lnTo>
                    <a:pt x="564" y="194"/>
                  </a:lnTo>
                  <a:lnTo>
                    <a:pt x="565" y="194"/>
                  </a:lnTo>
                  <a:lnTo>
                    <a:pt x="566" y="196"/>
                  </a:lnTo>
                  <a:lnTo>
                    <a:pt x="567" y="197"/>
                  </a:lnTo>
                  <a:lnTo>
                    <a:pt x="568" y="198"/>
                  </a:lnTo>
                  <a:lnTo>
                    <a:pt x="569" y="199"/>
                  </a:lnTo>
                  <a:lnTo>
                    <a:pt x="570" y="200"/>
                  </a:lnTo>
                  <a:lnTo>
                    <a:pt x="571" y="201"/>
                  </a:lnTo>
                  <a:lnTo>
                    <a:pt x="571" y="202"/>
                  </a:lnTo>
                  <a:lnTo>
                    <a:pt x="573" y="204"/>
                  </a:lnTo>
                  <a:lnTo>
                    <a:pt x="574" y="206"/>
                  </a:lnTo>
                  <a:lnTo>
                    <a:pt x="575" y="207"/>
                  </a:lnTo>
                  <a:lnTo>
                    <a:pt x="576" y="208"/>
                  </a:lnTo>
                  <a:lnTo>
                    <a:pt x="577" y="209"/>
                  </a:lnTo>
                  <a:lnTo>
                    <a:pt x="578" y="210"/>
                  </a:lnTo>
                  <a:lnTo>
                    <a:pt x="579" y="211"/>
                  </a:lnTo>
                  <a:lnTo>
                    <a:pt x="579" y="212"/>
                  </a:lnTo>
                  <a:lnTo>
                    <a:pt x="580" y="213"/>
                  </a:lnTo>
                  <a:lnTo>
                    <a:pt x="581" y="214"/>
                  </a:lnTo>
                  <a:lnTo>
                    <a:pt x="581" y="215"/>
                  </a:lnTo>
                  <a:lnTo>
                    <a:pt x="581" y="216"/>
                  </a:lnTo>
                  <a:lnTo>
                    <a:pt x="581" y="217"/>
                  </a:lnTo>
                  <a:lnTo>
                    <a:pt x="581" y="218"/>
                  </a:lnTo>
                  <a:lnTo>
                    <a:pt x="581" y="219"/>
                  </a:lnTo>
                  <a:lnTo>
                    <a:pt x="581" y="220"/>
                  </a:lnTo>
                  <a:lnTo>
                    <a:pt x="580" y="221"/>
                  </a:lnTo>
                  <a:lnTo>
                    <a:pt x="579" y="222"/>
                  </a:lnTo>
                  <a:lnTo>
                    <a:pt x="579" y="223"/>
                  </a:lnTo>
                  <a:lnTo>
                    <a:pt x="578" y="224"/>
                  </a:lnTo>
                  <a:lnTo>
                    <a:pt x="577" y="225"/>
                  </a:lnTo>
                  <a:lnTo>
                    <a:pt x="576" y="226"/>
                  </a:lnTo>
                  <a:lnTo>
                    <a:pt x="575" y="226"/>
                  </a:lnTo>
                  <a:lnTo>
                    <a:pt x="574" y="226"/>
                  </a:lnTo>
                  <a:lnTo>
                    <a:pt x="572" y="225"/>
                  </a:lnTo>
                  <a:lnTo>
                    <a:pt x="571" y="225"/>
                  </a:lnTo>
                  <a:lnTo>
                    <a:pt x="569" y="223"/>
                  </a:lnTo>
                  <a:lnTo>
                    <a:pt x="567" y="222"/>
                  </a:lnTo>
                  <a:lnTo>
                    <a:pt x="565" y="221"/>
                  </a:lnTo>
                  <a:lnTo>
                    <a:pt x="564" y="219"/>
                  </a:lnTo>
                  <a:lnTo>
                    <a:pt x="562" y="218"/>
                  </a:lnTo>
                  <a:lnTo>
                    <a:pt x="560" y="216"/>
                  </a:lnTo>
                  <a:lnTo>
                    <a:pt x="558" y="215"/>
                  </a:lnTo>
                  <a:lnTo>
                    <a:pt x="557" y="213"/>
                  </a:lnTo>
                  <a:lnTo>
                    <a:pt x="556" y="212"/>
                  </a:lnTo>
                  <a:lnTo>
                    <a:pt x="555" y="211"/>
                  </a:lnTo>
                  <a:lnTo>
                    <a:pt x="554" y="211"/>
                  </a:lnTo>
                  <a:lnTo>
                    <a:pt x="554" y="210"/>
                  </a:lnTo>
                  <a:lnTo>
                    <a:pt x="553" y="210"/>
                  </a:lnTo>
                  <a:lnTo>
                    <a:pt x="552" y="210"/>
                  </a:lnTo>
                  <a:lnTo>
                    <a:pt x="552" y="209"/>
                  </a:lnTo>
                  <a:lnTo>
                    <a:pt x="551" y="209"/>
                  </a:lnTo>
                  <a:lnTo>
                    <a:pt x="550" y="209"/>
                  </a:lnTo>
                  <a:lnTo>
                    <a:pt x="549" y="209"/>
                  </a:lnTo>
                  <a:lnTo>
                    <a:pt x="549" y="208"/>
                  </a:lnTo>
                  <a:lnTo>
                    <a:pt x="548" y="208"/>
                  </a:lnTo>
                  <a:lnTo>
                    <a:pt x="547" y="208"/>
                  </a:lnTo>
                  <a:lnTo>
                    <a:pt x="547" y="207"/>
                  </a:lnTo>
                  <a:lnTo>
                    <a:pt x="546" y="207"/>
                  </a:lnTo>
                  <a:lnTo>
                    <a:pt x="546" y="206"/>
                  </a:lnTo>
                  <a:lnTo>
                    <a:pt x="545" y="206"/>
                  </a:lnTo>
                  <a:lnTo>
                    <a:pt x="544" y="205"/>
                  </a:lnTo>
                  <a:lnTo>
                    <a:pt x="543" y="204"/>
                  </a:lnTo>
                  <a:lnTo>
                    <a:pt x="542" y="204"/>
                  </a:lnTo>
                  <a:lnTo>
                    <a:pt x="542" y="203"/>
                  </a:lnTo>
                  <a:lnTo>
                    <a:pt x="541" y="203"/>
                  </a:lnTo>
                  <a:lnTo>
                    <a:pt x="540" y="202"/>
                  </a:lnTo>
                  <a:lnTo>
                    <a:pt x="539" y="201"/>
                  </a:lnTo>
                  <a:lnTo>
                    <a:pt x="538" y="201"/>
                  </a:lnTo>
                  <a:lnTo>
                    <a:pt x="538" y="200"/>
                  </a:lnTo>
                  <a:lnTo>
                    <a:pt x="537" y="199"/>
                  </a:lnTo>
                  <a:lnTo>
                    <a:pt x="535" y="197"/>
                  </a:lnTo>
                  <a:lnTo>
                    <a:pt x="534" y="196"/>
                  </a:lnTo>
                  <a:lnTo>
                    <a:pt x="533" y="196"/>
                  </a:lnTo>
                  <a:lnTo>
                    <a:pt x="533" y="195"/>
                  </a:lnTo>
                  <a:lnTo>
                    <a:pt x="532" y="195"/>
                  </a:lnTo>
                  <a:lnTo>
                    <a:pt x="532" y="194"/>
                  </a:lnTo>
                  <a:lnTo>
                    <a:pt x="531" y="194"/>
                  </a:lnTo>
                  <a:lnTo>
                    <a:pt x="531" y="193"/>
                  </a:lnTo>
                  <a:lnTo>
                    <a:pt x="530" y="193"/>
                  </a:lnTo>
                  <a:lnTo>
                    <a:pt x="530" y="192"/>
                  </a:lnTo>
                  <a:lnTo>
                    <a:pt x="530" y="191"/>
                  </a:lnTo>
                  <a:lnTo>
                    <a:pt x="529" y="191"/>
                  </a:lnTo>
                  <a:lnTo>
                    <a:pt x="529" y="190"/>
                  </a:lnTo>
                  <a:lnTo>
                    <a:pt x="528" y="190"/>
                  </a:lnTo>
                  <a:lnTo>
                    <a:pt x="528" y="189"/>
                  </a:lnTo>
                  <a:lnTo>
                    <a:pt x="527" y="189"/>
                  </a:lnTo>
                  <a:lnTo>
                    <a:pt x="526" y="188"/>
                  </a:lnTo>
                  <a:lnTo>
                    <a:pt x="525" y="188"/>
                  </a:lnTo>
                  <a:lnTo>
                    <a:pt x="525" y="187"/>
                  </a:lnTo>
                  <a:lnTo>
                    <a:pt x="524" y="187"/>
                  </a:lnTo>
                  <a:lnTo>
                    <a:pt x="524" y="186"/>
                  </a:lnTo>
                  <a:lnTo>
                    <a:pt x="523" y="185"/>
                  </a:lnTo>
                  <a:lnTo>
                    <a:pt x="522" y="185"/>
                  </a:lnTo>
                  <a:lnTo>
                    <a:pt x="522" y="184"/>
                  </a:lnTo>
                  <a:lnTo>
                    <a:pt x="521" y="184"/>
                  </a:lnTo>
                  <a:lnTo>
                    <a:pt x="520" y="184"/>
                  </a:lnTo>
                  <a:lnTo>
                    <a:pt x="520" y="183"/>
                  </a:lnTo>
                  <a:lnTo>
                    <a:pt x="519" y="183"/>
                  </a:lnTo>
                  <a:lnTo>
                    <a:pt x="517" y="183"/>
                  </a:lnTo>
                  <a:lnTo>
                    <a:pt x="517" y="184"/>
                  </a:lnTo>
                  <a:lnTo>
                    <a:pt x="517" y="185"/>
                  </a:lnTo>
                  <a:lnTo>
                    <a:pt x="517" y="186"/>
                  </a:lnTo>
                  <a:lnTo>
                    <a:pt x="517" y="188"/>
                  </a:lnTo>
                  <a:lnTo>
                    <a:pt x="518" y="193"/>
                  </a:lnTo>
                  <a:lnTo>
                    <a:pt x="518" y="197"/>
                  </a:lnTo>
                  <a:lnTo>
                    <a:pt x="518" y="201"/>
                  </a:lnTo>
                  <a:lnTo>
                    <a:pt x="519" y="205"/>
                  </a:lnTo>
                  <a:lnTo>
                    <a:pt x="519" y="209"/>
                  </a:lnTo>
                  <a:lnTo>
                    <a:pt x="519" y="213"/>
                  </a:lnTo>
                  <a:lnTo>
                    <a:pt x="520" y="216"/>
                  </a:lnTo>
                  <a:lnTo>
                    <a:pt x="520" y="220"/>
                  </a:lnTo>
                  <a:lnTo>
                    <a:pt x="520" y="222"/>
                  </a:lnTo>
                  <a:lnTo>
                    <a:pt x="519" y="225"/>
                  </a:lnTo>
                  <a:lnTo>
                    <a:pt x="519" y="226"/>
                  </a:lnTo>
                  <a:lnTo>
                    <a:pt x="519" y="228"/>
                  </a:lnTo>
                  <a:lnTo>
                    <a:pt x="518" y="229"/>
                  </a:lnTo>
                  <a:lnTo>
                    <a:pt x="518" y="230"/>
                  </a:lnTo>
                  <a:lnTo>
                    <a:pt x="517" y="230"/>
                  </a:lnTo>
                  <a:lnTo>
                    <a:pt x="517" y="231"/>
                  </a:lnTo>
                  <a:lnTo>
                    <a:pt x="516" y="231"/>
                  </a:lnTo>
                  <a:lnTo>
                    <a:pt x="515" y="231"/>
                  </a:lnTo>
                  <a:lnTo>
                    <a:pt x="514" y="231"/>
                  </a:lnTo>
                  <a:lnTo>
                    <a:pt x="514" y="232"/>
                  </a:lnTo>
                  <a:lnTo>
                    <a:pt x="513" y="232"/>
                  </a:lnTo>
                  <a:lnTo>
                    <a:pt x="512" y="233"/>
                  </a:lnTo>
                  <a:lnTo>
                    <a:pt x="512" y="234"/>
                  </a:lnTo>
                  <a:lnTo>
                    <a:pt x="513" y="235"/>
                  </a:lnTo>
                  <a:lnTo>
                    <a:pt x="513" y="236"/>
                  </a:lnTo>
                  <a:lnTo>
                    <a:pt x="512" y="237"/>
                  </a:lnTo>
                  <a:lnTo>
                    <a:pt x="512" y="238"/>
                  </a:lnTo>
                  <a:lnTo>
                    <a:pt x="511" y="238"/>
                  </a:lnTo>
                  <a:lnTo>
                    <a:pt x="511" y="239"/>
                  </a:lnTo>
                  <a:lnTo>
                    <a:pt x="510" y="239"/>
                  </a:lnTo>
                  <a:lnTo>
                    <a:pt x="510" y="240"/>
                  </a:lnTo>
                  <a:lnTo>
                    <a:pt x="509" y="240"/>
                  </a:lnTo>
                  <a:lnTo>
                    <a:pt x="508" y="240"/>
                  </a:lnTo>
                  <a:lnTo>
                    <a:pt x="507" y="240"/>
                  </a:lnTo>
                  <a:lnTo>
                    <a:pt x="506" y="240"/>
                  </a:lnTo>
                  <a:lnTo>
                    <a:pt x="505" y="240"/>
                  </a:lnTo>
                  <a:lnTo>
                    <a:pt x="504" y="240"/>
                  </a:lnTo>
                  <a:lnTo>
                    <a:pt x="503" y="240"/>
                  </a:lnTo>
                  <a:lnTo>
                    <a:pt x="502" y="240"/>
                  </a:lnTo>
                  <a:lnTo>
                    <a:pt x="502" y="239"/>
                  </a:lnTo>
                  <a:lnTo>
                    <a:pt x="501" y="239"/>
                  </a:lnTo>
                  <a:lnTo>
                    <a:pt x="500" y="239"/>
                  </a:lnTo>
                  <a:lnTo>
                    <a:pt x="499" y="238"/>
                  </a:lnTo>
                  <a:lnTo>
                    <a:pt x="498" y="238"/>
                  </a:lnTo>
                  <a:lnTo>
                    <a:pt x="498" y="239"/>
                  </a:lnTo>
                  <a:lnTo>
                    <a:pt x="497" y="239"/>
                  </a:lnTo>
                  <a:lnTo>
                    <a:pt x="497" y="240"/>
                  </a:lnTo>
                  <a:lnTo>
                    <a:pt x="497" y="241"/>
                  </a:lnTo>
                  <a:lnTo>
                    <a:pt x="497" y="242"/>
                  </a:lnTo>
                  <a:lnTo>
                    <a:pt x="497" y="243"/>
                  </a:lnTo>
                  <a:lnTo>
                    <a:pt x="496" y="243"/>
                  </a:lnTo>
                  <a:lnTo>
                    <a:pt x="496" y="244"/>
                  </a:lnTo>
                  <a:lnTo>
                    <a:pt x="496" y="245"/>
                  </a:lnTo>
                  <a:lnTo>
                    <a:pt x="496" y="246"/>
                  </a:lnTo>
                  <a:lnTo>
                    <a:pt x="496" y="248"/>
                  </a:lnTo>
                  <a:lnTo>
                    <a:pt x="496" y="250"/>
                  </a:lnTo>
                  <a:lnTo>
                    <a:pt x="495" y="251"/>
                  </a:lnTo>
                  <a:lnTo>
                    <a:pt x="495" y="252"/>
                  </a:lnTo>
                  <a:lnTo>
                    <a:pt x="495" y="253"/>
                  </a:lnTo>
                  <a:lnTo>
                    <a:pt x="494" y="254"/>
                  </a:lnTo>
                  <a:lnTo>
                    <a:pt x="494" y="255"/>
                  </a:lnTo>
                  <a:lnTo>
                    <a:pt x="494" y="256"/>
                  </a:lnTo>
                  <a:lnTo>
                    <a:pt x="493" y="257"/>
                  </a:lnTo>
                  <a:lnTo>
                    <a:pt x="493" y="258"/>
                  </a:lnTo>
                  <a:lnTo>
                    <a:pt x="492" y="259"/>
                  </a:lnTo>
                  <a:lnTo>
                    <a:pt x="492" y="260"/>
                  </a:lnTo>
                  <a:lnTo>
                    <a:pt x="491" y="261"/>
                  </a:lnTo>
                  <a:lnTo>
                    <a:pt x="491" y="262"/>
                  </a:lnTo>
                  <a:lnTo>
                    <a:pt x="490" y="263"/>
                  </a:lnTo>
                  <a:lnTo>
                    <a:pt x="489" y="264"/>
                  </a:lnTo>
                  <a:lnTo>
                    <a:pt x="489" y="265"/>
                  </a:lnTo>
                  <a:lnTo>
                    <a:pt x="488" y="265"/>
                  </a:lnTo>
                  <a:lnTo>
                    <a:pt x="488" y="266"/>
                  </a:lnTo>
                  <a:lnTo>
                    <a:pt x="487" y="267"/>
                  </a:lnTo>
                  <a:lnTo>
                    <a:pt x="486" y="268"/>
                  </a:lnTo>
                  <a:lnTo>
                    <a:pt x="486" y="269"/>
                  </a:lnTo>
                  <a:lnTo>
                    <a:pt x="486" y="270"/>
                  </a:lnTo>
                  <a:lnTo>
                    <a:pt x="485" y="271"/>
                  </a:lnTo>
                  <a:lnTo>
                    <a:pt x="484" y="272"/>
                  </a:lnTo>
                  <a:lnTo>
                    <a:pt x="484" y="273"/>
                  </a:lnTo>
                  <a:lnTo>
                    <a:pt x="483" y="273"/>
                  </a:lnTo>
                  <a:lnTo>
                    <a:pt x="483" y="274"/>
                  </a:lnTo>
                  <a:lnTo>
                    <a:pt x="482" y="274"/>
                  </a:lnTo>
                  <a:lnTo>
                    <a:pt x="481" y="275"/>
                  </a:lnTo>
                  <a:lnTo>
                    <a:pt x="480" y="276"/>
                  </a:lnTo>
                  <a:lnTo>
                    <a:pt x="479" y="276"/>
                  </a:lnTo>
                  <a:lnTo>
                    <a:pt x="478" y="277"/>
                  </a:lnTo>
                  <a:lnTo>
                    <a:pt x="477" y="277"/>
                  </a:lnTo>
                  <a:lnTo>
                    <a:pt x="476" y="277"/>
                  </a:lnTo>
                  <a:lnTo>
                    <a:pt x="475" y="277"/>
                  </a:lnTo>
                  <a:lnTo>
                    <a:pt x="474" y="277"/>
                  </a:lnTo>
                  <a:lnTo>
                    <a:pt x="473" y="278"/>
                  </a:lnTo>
                  <a:lnTo>
                    <a:pt x="472" y="278"/>
                  </a:lnTo>
                  <a:lnTo>
                    <a:pt x="471" y="278"/>
                  </a:lnTo>
                  <a:lnTo>
                    <a:pt x="470" y="278"/>
                  </a:lnTo>
                  <a:lnTo>
                    <a:pt x="469" y="279"/>
                  </a:lnTo>
                  <a:lnTo>
                    <a:pt x="468" y="279"/>
                  </a:lnTo>
                  <a:lnTo>
                    <a:pt x="467" y="279"/>
                  </a:lnTo>
                  <a:lnTo>
                    <a:pt x="466" y="279"/>
                  </a:lnTo>
                  <a:lnTo>
                    <a:pt x="466" y="280"/>
                  </a:lnTo>
                  <a:lnTo>
                    <a:pt x="465" y="280"/>
                  </a:lnTo>
                  <a:lnTo>
                    <a:pt x="464" y="281"/>
                  </a:lnTo>
                  <a:lnTo>
                    <a:pt x="463" y="281"/>
                  </a:lnTo>
                  <a:lnTo>
                    <a:pt x="462" y="282"/>
                  </a:lnTo>
                  <a:lnTo>
                    <a:pt x="461" y="282"/>
                  </a:lnTo>
                  <a:lnTo>
                    <a:pt x="460" y="283"/>
                  </a:lnTo>
                  <a:lnTo>
                    <a:pt x="459" y="283"/>
                  </a:lnTo>
                  <a:lnTo>
                    <a:pt x="458" y="284"/>
                  </a:lnTo>
                  <a:lnTo>
                    <a:pt x="457" y="284"/>
                  </a:lnTo>
                  <a:lnTo>
                    <a:pt x="456" y="284"/>
                  </a:lnTo>
                  <a:lnTo>
                    <a:pt x="455" y="284"/>
                  </a:lnTo>
                  <a:lnTo>
                    <a:pt x="453" y="285"/>
                  </a:lnTo>
                  <a:lnTo>
                    <a:pt x="452" y="285"/>
                  </a:lnTo>
                  <a:lnTo>
                    <a:pt x="452" y="286"/>
                  </a:lnTo>
                  <a:lnTo>
                    <a:pt x="451" y="286"/>
                  </a:lnTo>
                  <a:lnTo>
                    <a:pt x="450" y="286"/>
                  </a:lnTo>
                  <a:lnTo>
                    <a:pt x="449" y="287"/>
                  </a:lnTo>
                  <a:lnTo>
                    <a:pt x="448" y="287"/>
                  </a:lnTo>
                  <a:lnTo>
                    <a:pt x="447" y="288"/>
                  </a:lnTo>
                  <a:lnTo>
                    <a:pt x="446" y="288"/>
                  </a:lnTo>
                  <a:lnTo>
                    <a:pt x="445" y="289"/>
                  </a:lnTo>
                  <a:lnTo>
                    <a:pt x="444" y="289"/>
                  </a:lnTo>
                  <a:lnTo>
                    <a:pt x="443" y="290"/>
                  </a:lnTo>
                  <a:lnTo>
                    <a:pt x="442" y="290"/>
                  </a:lnTo>
                  <a:lnTo>
                    <a:pt x="441" y="290"/>
                  </a:lnTo>
                  <a:lnTo>
                    <a:pt x="440" y="290"/>
                  </a:lnTo>
                  <a:lnTo>
                    <a:pt x="439" y="290"/>
                  </a:lnTo>
                  <a:lnTo>
                    <a:pt x="438" y="290"/>
                  </a:lnTo>
                  <a:lnTo>
                    <a:pt x="437" y="290"/>
                  </a:lnTo>
                  <a:lnTo>
                    <a:pt x="436" y="290"/>
                  </a:lnTo>
                  <a:lnTo>
                    <a:pt x="435" y="290"/>
                  </a:lnTo>
                  <a:lnTo>
                    <a:pt x="434" y="290"/>
                  </a:lnTo>
                  <a:lnTo>
                    <a:pt x="433" y="289"/>
                  </a:lnTo>
                  <a:lnTo>
                    <a:pt x="434" y="290"/>
                  </a:lnTo>
                  <a:lnTo>
                    <a:pt x="435" y="291"/>
                  </a:lnTo>
                  <a:lnTo>
                    <a:pt x="436" y="291"/>
                  </a:lnTo>
                  <a:lnTo>
                    <a:pt x="436" y="292"/>
                  </a:lnTo>
                  <a:lnTo>
                    <a:pt x="437" y="292"/>
                  </a:lnTo>
                  <a:lnTo>
                    <a:pt x="438" y="293"/>
                  </a:lnTo>
                  <a:lnTo>
                    <a:pt x="439" y="293"/>
                  </a:lnTo>
                  <a:lnTo>
                    <a:pt x="439" y="294"/>
                  </a:lnTo>
                  <a:lnTo>
                    <a:pt x="440" y="294"/>
                  </a:lnTo>
                  <a:lnTo>
                    <a:pt x="440" y="295"/>
                  </a:lnTo>
                  <a:lnTo>
                    <a:pt x="441" y="296"/>
                  </a:lnTo>
                  <a:lnTo>
                    <a:pt x="442" y="296"/>
                  </a:lnTo>
                  <a:lnTo>
                    <a:pt x="442" y="297"/>
                  </a:lnTo>
                  <a:lnTo>
                    <a:pt x="443" y="298"/>
                  </a:lnTo>
                  <a:lnTo>
                    <a:pt x="444" y="299"/>
                  </a:lnTo>
                  <a:lnTo>
                    <a:pt x="445" y="299"/>
                  </a:lnTo>
                  <a:lnTo>
                    <a:pt x="445" y="300"/>
                  </a:lnTo>
                  <a:lnTo>
                    <a:pt x="446" y="300"/>
                  </a:lnTo>
                  <a:lnTo>
                    <a:pt x="447" y="301"/>
                  </a:lnTo>
                  <a:lnTo>
                    <a:pt x="448" y="301"/>
                  </a:lnTo>
                  <a:lnTo>
                    <a:pt x="449" y="302"/>
                  </a:lnTo>
                  <a:lnTo>
                    <a:pt x="450" y="303"/>
                  </a:lnTo>
                  <a:lnTo>
                    <a:pt x="451" y="304"/>
                  </a:lnTo>
                  <a:lnTo>
                    <a:pt x="452" y="305"/>
                  </a:lnTo>
                  <a:lnTo>
                    <a:pt x="452" y="306"/>
                  </a:lnTo>
                  <a:lnTo>
                    <a:pt x="453" y="306"/>
                  </a:lnTo>
                  <a:lnTo>
                    <a:pt x="453" y="307"/>
                  </a:lnTo>
                  <a:lnTo>
                    <a:pt x="454" y="308"/>
                  </a:lnTo>
                  <a:lnTo>
                    <a:pt x="454" y="309"/>
                  </a:lnTo>
                  <a:lnTo>
                    <a:pt x="455" y="310"/>
                  </a:lnTo>
                  <a:lnTo>
                    <a:pt x="455" y="311"/>
                  </a:lnTo>
                  <a:lnTo>
                    <a:pt x="455" y="313"/>
                  </a:lnTo>
                  <a:lnTo>
                    <a:pt x="455" y="314"/>
                  </a:lnTo>
                  <a:lnTo>
                    <a:pt x="455" y="315"/>
                  </a:lnTo>
                  <a:lnTo>
                    <a:pt x="455" y="316"/>
                  </a:lnTo>
                  <a:lnTo>
                    <a:pt x="455" y="317"/>
                  </a:lnTo>
                  <a:lnTo>
                    <a:pt x="455" y="318"/>
                  </a:lnTo>
                  <a:lnTo>
                    <a:pt x="455" y="320"/>
                  </a:lnTo>
                  <a:lnTo>
                    <a:pt x="455" y="321"/>
                  </a:lnTo>
                  <a:lnTo>
                    <a:pt x="455" y="322"/>
                  </a:lnTo>
                  <a:lnTo>
                    <a:pt x="454" y="324"/>
                  </a:lnTo>
                  <a:lnTo>
                    <a:pt x="454" y="325"/>
                  </a:lnTo>
                  <a:lnTo>
                    <a:pt x="454" y="326"/>
                  </a:lnTo>
                  <a:lnTo>
                    <a:pt x="454" y="327"/>
                  </a:lnTo>
                  <a:lnTo>
                    <a:pt x="453" y="328"/>
                  </a:lnTo>
                  <a:lnTo>
                    <a:pt x="453" y="329"/>
                  </a:lnTo>
                  <a:lnTo>
                    <a:pt x="453" y="330"/>
                  </a:lnTo>
                  <a:lnTo>
                    <a:pt x="452" y="331"/>
                  </a:lnTo>
                  <a:lnTo>
                    <a:pt x="452" y="332"/>
                  </a:lnTo>
                  <a:lnTo>
                    <a:pt x="451" y="333"/>
                  </a:lnTo>
                  <a:lnTo>
                    <a:pt x="450" y="334"/>
                  </a:lnTo>
                  <a:lnTo>
                    <a:pt x="449" y="335"/>
                  </a:lnTo>
                  <a:lnTo>
                    <a:pt x="448" y="336"/>
                  </a:lnTo>
                  <a:lnTo>
                    <a:pt x="447" y="337"/>
                  </a:lnTo>
                  <a:lnTo>
                    <a:pt x="446" y="338"/>
                  </a:lnTo>
                  <a:lnTo>
                    <a:pt x="445" y="338"/>
                  </a:lnTo>
                  <a:lnTo>
                    <a:pt x="444" y="338"/>
                  </a:lnTo>
                  <a:lnTo>
                    <a:pt x="443" y="339"/>
                  </a:lnTo>
                  <a:lnTo>
                    <a:pt x="442" y="339"/>
                  </a:lnTo>
                  <a:lnTo>
                    <a:pt x="441" y="339"/>
                  </a:lnTo>
                  <a:lnTo>
                    <a:pt x="440" y="339"/>
                  </a:lnTo>
                  <a:lnTo>
                    <a:pt x="439" y="339"/>
                  </a:lnTo>
                  <a:lnTo>
                    <a:pt x="438" y="339"/>
                  </a:lnTo>
                  <a:lnTo>
                    <a:pt x="437" y="339"/>
                  </a:lnTo>
                  <a:lnTo>
                    <a:pt x="437" y="338"/>
                  </a:lnTo>
                  <a:lnTo>
                    <a:pt x="436" y="338"/>
                  </a:lnTo>
                  <a:lnTo>
                    <a:pt x="435" y="338"/>
                  </a:lnTo>
                  <a:lnTo>
                    <a:pt x="434" y="339"/>
                  </a:lnTo>
                  <a:lnTo>
                    <a:pt x="433" y="339"/>
                  </a:lnTo>
                  <a:lnTo>
                    <a:pt x="432" y="339"/>
                  </a:lnTo>
                  <a:lnTo>
                    <a:pt x="431" y="340"/>
                  </a:lnTo>
                  <a:lnTo>
                    <a:pt x="430" y="340"/>
                  </a:lnTo>
                  <a:lnTo>
                    <a:pt x="429" y="340"/>
                  </a:lnTo>
                  <a:lnTo>
                    <a:pt x="428" y="341"/>
                  </a:lnTo>
                  <a:lnTo>
                    <a:pt x="427" y="341"/>
                  </a:lnTo>
                  <a:lnTo>
                    <a:pt x="426" y="341"/>
                  </a:lnTo>
                  <a:lnTo>
                    <a:pt x="425" y="342"/>
                  </a:lnTo>
                  <a:lnTo>
                    <a:pt x="424" y="342"/>
                  </a:lnTo>
                  <a:lnTo>
                    <a:pt x="423" y="342"/>
                  </a:lnTo>
                  <a:lnTo>
                    <a:pt x="422" y="342"/>
                  </a:lnTo>
                  <a:lnTo>
                    <a:pt x="421" y="343"/>
                  </a:lnTo>
                  <a:lnTo>
                    <a:pt x="420" y="343"/>
                  </a:lnTo>
                  <a:lnTo>
                    <a:pt x="419" y="343"/>
                  </a:lnTo>
                  <a:lnTo>
                    <a:pt x="418" y="343"/>
                  </a:lnTo>
                  <a:lnTo>
                    <a:pt x="417" y="343"/>
                  </a:lnTo>
                  <a:lnTo>
                    <a:pt x="416" y="344"/>
                  </a:lnTo>
                  <a:lnTo>
                    <a:pt x="415" y="344"/>
                  </a:lnTo>
                  <a:lnTo>
                    <a:pt x="414" y="344"/>
                  </a:lnTo>
                  <a:lnTo>
                    <a:pt x="413" y="343"/>
                  </a:lnTo>
                  <a:lnTo>
                    <a:pt x="412" y="343"/>
                  </a:lnTo>
                  <a:lnTo>
                    <a:pt x="411" y="343"/>
                  </a:lnTo>
                  <a:lnTo>
                    <a:pt x="410" y="343"/>
                  </a:lnTo>
                  <a:lnTo>
                    <a:pt x="409" y="343"/>
                  </a:lnTo>
                  <a:lnTo>
                    <a:pt x="408" y="342"/>
                  </a:lnTo>
                  <a:lnTo>
                    <a:pt x="407" y="342"/>
                  </a:lnTo>
                  <a:lnTo>
                    <a:pt x="406" y="342"/>
                  </a:lnTo>
                  <a:lnTo>
                    <a:pt x="405" y="342"/>
                  </a:lnTo>
                  <a:lnTo>
                    <a:pt x="404" y="342"/>
                  </a:lnTo>
                  <a:lnTo>
                    <a:pt x="403" y="342"/>
                  </a:lnTo>
                  <a:lnTo>
                    <a:pt x="402" y="343"/>
                  </a:lnTo>
                  <a:lnTo>
                    <a:pt x="401" y="343"/>
                  </a:lnTo>
                  <a:lnTo>
                    <a:pt x="400" y="343"/>
                  </a:lnTo>
                  <a:lnTo>
                    <a:pt x="399" y="343"/>
                  </a:lnTo>
                  <a:lnTo>
                    <a:pt x="398" y="343"/>
                  </a:lnTo>
                  <a:lnTo>
                    <a:pt x="397" y="343"/>
                  </a:lnTo>
                  <a:lnTo>
                    <a:pt x="396" y="343"/>
                  </a:lnTo>
                  <a:lnTo>
                    <a:pt x="395" y="343"/>
                  </a:lnTo>
                  <a:lnTo>
                    <a:pt x="394" y="343"/>
                  </a:lnTo>
                  <a:lnTo>
                    <a:pt x="393" y="343"/>
                  </a:lnTo>
                  <a:lnTo>
                    <a:pt x="392" y="343"/>
                  </a:lnTo>
                  <a:lnTo>
                    <a:pt x="391" y="343"/>
                  </a:lnTo>
                  <a:lnTo>
                    <a:pt x="390" y="343"/>
                  </a:lnTo>
                  <a:lnTo>
                    <a:pt x="389" y="342"/>
                  </a:lnTo>
                  <a:lnTo>
                    <a:pt x="388" y="342"/>
                  </a:lnTo>
                  <a:lnTo>
                    <a:pt x="386" y="342"/>
                  </a:lnTo>
                  <a:lnTo>
                    <a:pt x="385" y="342"/>
                  </a:lnTo>
                  <a:lnTo>
                    <a:pt x="384" y="341"/>
                  </a:lnTo>
                  <a:lnTo>
                    <a:pt x="383" y="341"/>
                  </a:lnTo>
                  <a:lnTo>
                    <a:pt x="381" y="340"/>
                  </a:lnTo>
                  <a:lnTo>
                    <a:pt x="381" y="339"/>
                  </a:lnTo>
                  <a:lnTo>
                    <a:pt x="379" y="339"/>
                  </a:lnTo>
                  <a:lnTo>
                    <a:pt x="379" y="338"/>
                  </a:lnTo>
                  <a:lnTo>
                    <a:pt x="378" y="337"/>
                  </a:lnTo>
                  <a:lnTo>
                    <a:pt x="377" y="337"/>
                  </a:lnTo>
                  <a:lnTo>
                    <a:pt x="376" y="336"/>
                  </a:lnTo>
                  <a:lnTo>
                    <a:pt x="376" y="335"/>
                  </a:lnTo>
                  <a:lnTo>
                    <a:pt x="375" y="335"/>
                  </a:lnTo>
                  <a:lnTo>
                    <a:pt x="374" y="334"/>
                  </a:lnTo>
                  <a:lnTo>
                    <a:pt x="374" y="333"/>
                  </a:lnTo>
                  <a:lnTo>
                    <a:pt x="372" y="331"/>
                  </a:lnTo>
                  <a:lnTo>
                    <a:pt x="371" y="330"/>
                  </a:lnTo>
                  <a:lnTo>
                    <a:pt x="369" y="329"/>
                  </a:lnTo>
                  <a:lnTo>
                    <a:pt x="368" y="329"/>
                  </a:lnTo>
                  <a:lnTo>
                    <a:pt x="367" y="329"/>
                  </a:lnTo>
                  <a:lnTo>
                    <a:pt x="366" y="329"/>
                  </a:lnTo>
                  <a:lnTo>
                    <a:pt x="366" y="330"/>
                  </a:lnTo>
                  <a:lnTo>
                    <a:pt x="365" y="330"/>
                  </a:lnTo>
                  <a:lnTo>
                    <a:pt x="364" y="330"/>
                  </a:lnTo>
                  <a:lnTo>
                    <a:pt x="363" y="331"/>
                  </a:lnTo>
                  <a:lnTo>
                    <a:pt x="362" y="332"/>
                  </a:lnTo>
                  <a:lnTo>
                    <a:pt x="362" y="333"/>
                  </a:lnTo>
                  <a:lnTo>
                    <a:pt x="361" y="333"/>
                  </a:lnTo>
                  <a:lnTo>
                    <a:pt x="361" y="334"/>
                  </a:lnTo>
                  <a:lnTo>
                    <a:pt x="361" y="335"/>
                  </a:lnTo>
                  <a:lnTo>
                    <a:pt x="360" y="335"/>
                  </a:lnTo>
                  <a:lnTo>
                    <a:pt x="360" y="336"/>
                  </a:lnTo>
                  <a:lnTo>
                    <a:pt x="360" y="337"/>
                  </a:lnTo>
                  <a:lnTo>
                    <a:pt x="360" y="338"/>
                  </a:lnTo>
                  <a:lnTo>
                    <a:pt x="359" y="338"/>
                  </a:lnTo>
                  <a:lnTo>
                    <a:pt x="359" y="339"/>
                  </a:lnTo>
                  <a:lnTo>
                    <a:pt x="359" y="340"/>
                  </a:lnTo>
                  <a:lnTo>
                    <a:pt x="359" y="341"/>
                  </a:lnTo>
                  <a:lnTo>
                    <a:pt x="359" y="342"/>
                  </a:lnTo>
                  <a:lnTo>
                    <a:pt x="358" y="343"/>
                  </a:lnTo>
                  <a:lnTo>
                    <a:pt x="358" y="345"/>
                  </a:lnTo>
                  <a:lnTo>
                    <a:pt x="358" y="346"/>
                  </a:lnTo>
                  <a:lnTo>
                    <a:pt x="358" y="347"/>
                  </a:lnTo>
                  <a:lnTo>
                    <a:pt x="358" y="348"/>
                  </a:lnTo>
                  <a:lnTo>
                    <a:pt x="358" y="350"/>
                  </a:lnTo>
                  <a:lnTo>
                    <a:pt x="358" y="351"/>
                  </a:lnTo>
                  <a:lnTo>
                    <a:pt x="358" y="352"/>
                  </a:lnTo>
                  <a:lnTo>
                    <a:pt x="358" y="354"/>
                  </a:lnTo>
                  <a:lnTo>
                    <a:pt x="358" y="355"/>
                  </a:lnTo>
                  <a:lnTo>
                    <a:pt x="358" y="357"/>
                  </a:lnTo>
                  <a:lnTo>
                    <a:pt x="358" y="358"/>
                  </a:lnTo>
                  <a:lnTo>
                    <a:pt x="358" y="359"/>
                  </a:lnTo>
                  <a:lnTo>
                    <a:pt x="357" y="361"/>
                  </a:lnTo>
                  <a:lnTo>
                    <a:pt x="357" y="362"/>
                  </a:lnTo>
                  <a:lnTo>
                    <a:pt x="357" y="363"/>
                  </a:lnTo>
                  <a:lnTo>
                    <a:pt x="357" y="364"/>
                  </a:lnTo>
                  <a:lnTo>
                    <a:pt x="356" y="365"/>
                  </a:lnTo>
                  <a:lnTo>
                    <a:pt x="355" y="366"/>
                  </a:lnTo>
                  <a:lnTo>
                    <a:pt x="354" y="366"/>
                  </a:lnTo>
                  <a:lnTo>
                    <a:pt x="353" y="366"/>
                  </a:lnTo>
                  <a:lnTo>
                    <a:pt x="352" y="367"/>
                  </a:lnTo>
                  <a:lnTo>
                    <a:pt x="351" y="368"/>
                  </a:lnTo>
                  <a:lnTo>
                    <a:pt x="351" y="369"/>
                  </a:lnTo>
                  <a:lnTo>
                    <a:pt x="350" y="370"/>
                  </a:lnTo>
                  <a:lnTo>
                    <a:pt x="350" y="371"/>
                  </a:lnTo>
                  <a:lnTo>
                    <a:pt x="349" y="374"/>
                  </a:lnTo>
                  <a:lnTo>
                    <a:pt x="348" y="374"/>
                  </a:lnTo>
                  <a:lnTo>
                    <a:pt x="348" y="375"/>
                  </a:lnTo>
                  <a:lnTo>
                    <a:pt x="348" y="376"/>
                  </a:lnTo>
                  <a:lnTo>
                    <a:pt x="347" y="377"/>
                  </a:lnTo>
                  <a:lnTo>
                    <a:pt x="347" y="378"/>
                  </a:lnTo>
                  <a:lnTo>
                    <a:pt x="346" y="379"/>
                  </a:lnTo>
                  <a:lnTo>
                    <a:pt x="346" y="380"/>
                  </a:lnTo>
                  <a:lnTo>
                    <a:pt x="345" y="381"/>
                  </a:lnTo>
                  <a:lnTo>
                    <a:pt x="345" y="382"/>
                  </a:lnTo>
                  <a:lnTo>
                    <a:pt x="344" y="383"/>
                  </a:lnTo>
                  <a:lnTo>
                    <a:pt x="344" y="384"/>
                  </a:lnTo>
                  <a:lnTo>
                    <a:pt x="343" y="385"/>
                  </a:lnTo>
                  <a:lnTo>
                    <a:pt x="342" y="386"/>
                  </a:lnTo>
                  <a:lnTo>
                    <a:pt x="342" y="387"/>
                  </a:lnTo>
                  <a:lnTo>
                    <a:pt x="341" y="388"/>
                  </a:lnTo>
                  <a:lnTo>
                    <a:pt x="340" y="389"/>
                  </a:lnTo>
                  <a:lnTo>
                    <a:pt x="340" y="390"/>
                  </a:lnTo>
                  <a:lnTo>
                    <a:pt x="339" y="391"/>
                  </a:lnTo>
                  <a:lnTo>
                    <a:pt x="339" y="392"/>
                  </a:lnTo>
                  <a:lnTo>
                    <a:pt x="338" y="393"/>
                  </a:lnTo>
                  <a:lnTo>
                    <a:pt x="338" y="394"/>
                  </a:lnTo>
                  <a:lnTo>
                    <a:pt x="338" y="395"/>
                  </a:lnTo>
                  <a:lnTo>
                    <a:pt x="338" y="396"/>
                  </a:lnTo>
                  <a:lnTo>
                    <a:pt x="337" y="396"/>
                  </a:lnTo>
                  <a:lnTo>
                    <a:pt x="337" y="397"/>
                  </a:lnTo>
                  <a:lnTo>
                    <a:pt x="337" y="398"/>
                  </a:lnTo>
                  <a:lnTo>
                    <a:pt x="336" y="399"/>
                  </a:lnTo>
                  <a:lnTo>
                    <a:pt x="336" y="400"/>
                  </a:lnTo>
                  <a:lnTo>
                    <a:pt x="336" y="401"/>
                  </a:lnTo>
                  <a:lnTo>
                    <a:pt x="336" y="402"/>
                  </a:lnTo>
                  <a:lnTo>
                    <a:pt x="336" y="403"/>
                  </a:lnTo>
                  <a:lnTo>
                    <a:pt x="335" y="403"/>
                  </a:lnTo>
                  <a:lnTo>
                    <a:pt x="335" y="404"/>
                  </a:lnTo>
                  <a:lnTo>
                    <a:pt x="335" y="405"/>
                  </a:lnTo>
                  <a:lnTo>
                    <a:pt x="335" y="406"/>
                  </a:lnTo>
                  <a:lnTo>
                    <a:pt x="334" y="406"/>
                  </a:lnTo>
                  <a:lnTo>
                    <a:pt x="319" y="388"/>
                  </a:lnTo>
                  <a:lnTo>
                    <a:pt x="311" y="385"/>
                  </a:lnTo>
                  <a:lnTo>
                    <a:pt x="305" y="379"/>
                  </a:lnTo>
                  <a:lnTo>
                    <a:pt x="303" y="375"/>
                  </a:lnTo>
                  <a:lnTo>
                    <a:pt x="291" y="362"/>
                  </a:lnTo>
                  <a:lnTo>
                    <a:pt x="290" y="360"/>
                  </a:lnTo>
                  <a:lnTo>
                    <a:pt x="285" y="356"/>
                  </a:lnTo>
                  <a:lnTo>
                    <a:pt x="283" y="352"/>
                  </a:lnTo>
                  <a:lnTo>
                    <a:pt x="276" y="348"/>
                  </a:lnTo>
                  <a:lnTo>
                    <a:pt x="275" y="346"/>
                  </a:lnTo>
                  <a:lnTo>
                    <a:pt x="274" y="345"/>
                  </a:lnTo>
                  <a:lnTo>
                    <a:pt x="274" y="343"/>
                  </a:lnTo>
                  <a:lnTo>
                    <a:pt x="270" y="341"/>
                  </a:lnTo>
                  <a:lnTo>
                    <a:pt x="267" y="341"/>
                  </a:lnTo>
                  <a:lnTo>
                    <a:pt x="265" y="338"/>
                  </a:lnTo>
                  <a:lnTo>
                    <a:pt x="264" y="337"/>
                  </a:lnTo>
                  <a:lnTo>
                    <a:pt x="264" y="335"/>
                  </a:lnTo>
                  <a:lnTo>
                    <a:pt x="262" y="334"/>
                  </a:lnTo>
                  <a:lnTo>
                    <a:pt x="262" y="327"/>
                  </a:lnTo>
                  <a:lnTo>
                    <a:pt x="264" y="324"/>
                  </a:lnTo>
                  <a:lnTo>
                    <a:pt x="262" y="316"/>
                  </a:lnTo>
                  <a:lnTo>
                    <a:pt x="264" y="313"/>
                  </a:lnTo>
                  <a:lnTo>
                    <a:pt x="263" y="311"/>
                  </a:lnTo>
                  <a:lnTo>
                    <a:pt x="265" y="306"/>
                  </a:lnTo>
                  <a:lnTo>
                    <a:pt x="265" y="303"/>
                  </a:lnTo>
                  <a:lnTo>
                    <a:pt x="258" y="304"/>
                  </a:lnTo>
                  <a:lnTo>
                    <a:pt x="256" y="302"/>
                  </a:lnTo>
                  <a:lnTo>
                    <a:pt x="252" y="295"/>
                  </a:lnTo>
                  <a:lnTo>
                    <a:pt x="248" y="292"/>
                  </a:lnTo>
                  <a:lnTo>
                    <a:pt x="240" y="281"/>
                  </a:lnTo>
                  <a:lnTo>
                    <a:pt x="240" y="279"/>
                  </a:lnTo>
                  <a:lnTo>
                    <a:pt x="233" y="270"/>
                  </a:lnTo>
                  <a:lnTo>
                    <a:pt x="230" y="264"/>
                  </a:lnTo>
                  <a:lnTo>
                    <a:pt x="228" y="262"/>
                  </a:lnTo>
                  <a:lnTo>
                    <a:pt x="225" y="262"/>
                  </a:lnTo>
                  <a:lnTo>
                    <a:pt x="219" y="255"/>
                  </a:lnTo>
                  <a:lnTo>
                    <a:pt x="217" y="236"/>
                  </a:lnTo>
                  <a:lnTo>
                    <a:pt x="209" y="241"/>
                  </a:lnTo>
                  <a:lnTo>
                    <a:pt x="208" y="250"/>
                  </a:lnTo>
                  <a:lnTo>
                    <a:pt x="206" y="256"/>
                  </a:lnTo>
                  <a:lnTo>
                    <a:pt x="203" y="259"/>
                  </a:lnTo>
                  <a:lnTo>
                    <a:pt x="197" y="261"/>
                  </a:lnTo>
                  <a:lnTo>
                    <a:pt x="193" y="259"/>
                  </a:lnTo>
                  <a:lnTo>
                    <a:pt x="193" y="257"/>
                  </a:lnTo>
                  <a:lnTo>
                    <a:pt x="189" y="253"/>
                  </a:lnTo>
                  <a:lnTo>
                    <a:pt x="189" y="248"/>
                  </a:lnTo>
                  <a:lnTo>
                    <a:pt x="191" y="244"/>
                  </a:lnTo>
                  <a:lnTo>
                    <a:pt x="188" y="240"/>
                  </a:lnTo>
                  <a:lnTo>
                    <a:pt x="186" y="241"/>
                  </a:lnTo>
                  <a:lnTo>
                    <a:pt x="181" y="234"/>
                  </a:lnTo>
                  <a:lnTo>
                    <a:pt x="166" y="232"/>
                  </a:lnTo>
                  <a:lnTo>
                    <a:pt x="153" y="222"/>
                  </a:lnTo>
                  <a:lnTo>
                    <a:pt x="152" y="221"/>
                  </a:lnTo>
                  <a:lnTo>
                    <a:pt x="150" y="222"/>
                  </a:lnTo>
                  <a:lnTo>
                    <a:pt x="150" y="225"/>
                  </a:lnTo>
                  <a:lnTo>
                    <a:pt x="147" y="229"/>
                  </a:lnTo>
                  <a:lnTo>
                    <a:pt x="136" y="230"/>
                  </a:lnTo>
                  <a:lnTo>
                    <a:pt x="135" y="229"/>
                  </a:lnTo>
                  <a:lnTo>
                    <a:pt x="133" y="229"/>
                  </a:lnTo>
                  <a:lnTo>
                    <a:pt x="132" y="227"/>
                  </a:lnTo>
                  <a:lnTo>
                    <a:pt x="130" y="228"/>
                  </a:lnTo>
                  <a:lnTo>
                    <a:pt x="125" y="225"/>
                  </a:lnTo>
                  <a:lnTo>
                    <a:pt x="124" y="223"/>
                  </a:lnTo>
                  <a:lnTo>
                    <a:pt x="123" y="221"/>
                  </a:lnTo>
                  <a:lnTo>
                    <a:pt x="125" y="219"/>
                  </a:lnTo>
                  <a:lnTo>
                    <a:pt x="124" y="218"/>
                  </a:lnTo>
                  <a:lnTo>
                    <a:pt x="130" y="213"/>
                  </a:lnTo>
                  <a:lnTo>
                    <a:pt x="131" y="207"/>
                  </a:lnTo>
                  <a:lnTo>
                    <a:pt x="129" y="205"/>
                  </a:lnTo>
                  <a:lnTo>
                    <a:pt x="129" y="203"/>
                  </a:lnTo>
                  <a:lnTo>
                    <a:pt x="128" y="201"/>
                  </a:lnTo>
                  <a:lnTo>
                    <a:pt x="128" y="199"/>
                  </a:lnTo>
                  <a:lnTo>
                    <a:pt x="126" y="197"/>
                  </a:lnTo>
                  <a:lnTo>
                    <a:pt x="124" y="192"/>
                  </a:lnTo>
                  <a:lnTo>
                    <a:pt x="116" y="182"/>
                  </a:lnTo>
                  <a:lnTo>
                    <a:pt x="114" y="170"/>
                  </a:lnTo>
                  <a:lnTo>
                    <a:pt x="100" y="160"/>
                  </a:lnTo>
                  <a:lnTo>
                    <a:pt x="97" y="148"/>
                  </a:lnTo>
                  <a:lnTo>
                    <a:pt x="97" y="141"/>
                  </a:lnTo>
                  <a:lnTo>
                    <a:pt x="87" y="153"/>
                  </a:lnTo>
                  <a:lnTo>
                    <a:pt x="85" y="153"/>
                  </a:lnTo>
                  <a:lnTo>
                    <a:pt x="76" y="163"/>
                  </a:lnTo>
                  <a:lnTo>
                    <a:pt x="67" y="169"/>
                  </a:lnTo>
                  <a:lnTo>
                    <a:pt x="64" y="173"/>
                  </a:lnTo>
                  <a:lnTo>
                    <a:pt x="63" y="173"/>
                  </a:lnTo>
                  <a:lnTo>
                    <a:pt x="60" y="176"/>
                  </a:lnTo>
                  <a:lnTo>
                    <a:pt x="55" y="174"/>
                  </a:lnTo>
                  <a:lnTo>
                    <a:pt x="54" y="160"/>
                  </a:lnTo>
                  <a:lnTo>
                    <a:pt x="51" y="158"/>
                  </a:lnTo>
                  <a:lnTo>
                    <a:pt x="50" y="158"/>
                  </a:lnTo>
                  <a:lnTo>
                    <a:pt x="43" y="150"/>
                  </a:lnTo>
                  <a:lnTo>
                    <a:pt x="43" y="149"/>
                  </a:lnTo>
                  <a:lnTo>
                    <a:pt x="38" y="143"/>
                  </a:lnTo>
                  <a:lnTo>
                    <a:pt x="38" y="137"/>
                  </a:lnTo>
                  <a:lnTo>
                    <a:pt x="37" y="136"/>
                  </a:lnTo>
                  <a:lnTo>
                    <a:pt x="36" y="134"/>
                  </a:lnTo>
                  <a:lnTo>
                    <a:pt x="34" y="130"/>
                  </a:lnTo>
                  <a:lnTo>
                    <a:pt x="34" y="128"/>
                  </a:lnTo>
                  <a:lnTo>
                    <a:pt x="35" y="126"/>
                  </a:lnTo>
                  <a:lnTo>
                    <a:pt x="34" y="116"/>
                  </a:lnTo>
                  <a:lnTo>
                    <a:pt x="33" y="114"/>
                  </a:lnTo>
                  <a:lnTo>
                    <a:pt x="32" y="105"/>
                  </a:lnTo>
                  <a:lnTo>
                    <a:pt x="37" y="100"/>
                  </a:lnTo>
                  <a:lnTo>
                    <a:pt x="38" y="97"/>
                  </a:lnTo>
                  <a:lnTo>
                    <a:pt x="36" y="97"/>
                  </a:lnTo>
                  <a:lnTo>
                    <a:pt x="34" y="94"/>
                  </a:lnTo>
                  <a:lnTo>
                    <a:pt x="32" y="93"/>
                  </a:lnTo>
                  <a:lnTo>
                    <a:pt x="31" y="83"/>
                  </a:lnTo>
                  <a:lnTo>
                    <a:pt x="30" y="81"/>
                  </a:lnTo>
                  <a:lnTo>
                    <a:pt x="27" y="80"/>
                  </a:lnTo>
                  <a:lnTo>
                    <a:pt x="24" y="80"/>
                  </a:lnTo>
                  <a:lnTo>
                    <a:pt x="19" y="76"/>
                  </a:lnTo>
                  <a:lnTo>
                    <a:pt x="17" y="70"/>
                  </a:lnTo>
                  <a:lnTo>
                    <a:pt x="15" y="68"/>
                  </a:lnTo>
                  <a:lnTo>
                    <a:pt x="15" y="66"/>
                  </a:lnTo>
                  <a:lnTo>
                    <a:pt x="12" y="63"/>
                  </a:lnTo>
                  <a:lnTo>
                    <a:pt x="9" y="63"/>
                  </a:lnTo>
                  <a:lnTo>
                    <a:pt x="8" y="65"/>
                  </a:lnTo>
                  <a:lnTo>
                    <a:pt x="4" y="65"/>
                  </a:lnTo>
                  <a:lnTo>
                    <a:pt x="2" y="66"/>
                  </a:lnTo>
                  <a:lnTo>
                    <a:pt x="0" y="63"/>
                  </a:lnTo>
                  <a:lnTo>
                    <a:pt x="5" y="56"/>
                  </a:lnTo>
                  <a:lnTo>
                    <a:pt x="5" y="45"/>
                  </a:lnTo>
                  <a:lnTo>
                    <a:pt x="3" y="44"/>
                  </a:lnTo>
                  <a:lnTo>
                    <a:pt x="5" y="42"/>
                  </a:lnTo>
                  <a:lnTo>
                    <a:pt x="9" y="42"/>
                  </a:lnTo>
                  <a:lnTo>
                    <a:pt x="14" y="45"/>
                  </a:lnTo>
                  <a:lnTo>
                    <a:pt x="16" y="45"/>
                  </a:lnTo>
                  <a:lnTo>
                    <a:pt x="19" y="50"/>
                  </a:lnTo>
                  <a:lnTo>
                    <a:pt x="21" y="50"/>
                  </a:lnTo>
                  <a:lnTo>
                    <a:pt x="22" y="51"/>
                  </a:lnTo>
                  <a:lnTo>
                    <a:pt x="24" y="51"/>
                  </a:lnTo>
                  <a:lnTo>
                    <a:pt x="28" y="55"/>
                  </a:lnTo>
                  <a:lnTo>
                    <a:pt x="30" y="55"/>
                  </a:lnTo>
                  <a:lnTo>
                    <a:pt x="37" y="45"/>
                  </a:lnTo>
                  <a:lnTo>
                    <a:pt x="42" y="48"/>
                  </a:lnTo>
                  <a:lnTo>
                    <a:pt x="43" y="52"/>
                  </a:lnTo>
                  <a:lnTo>
                    <a:pt x="46" y="54"/>
                  </a:lnTo>
                  <a:lnTo>
                    <a:pt x="54" y="58"/>
                  </a:lnTo>
                  <a:lnTo>
                    <a:pt x="57" y="58"/>
                  </a:lnTo>
                  <a:lnTo>
                    <a:pt x="61" y="51"/>
                  </a:lnTo>
                  <a:lnTo>
                    <a:pt x="60" y="49"/>
                  </a:lnTo>
                  <a:lnTo>
                    <a:pt x="63" y="42"/>
                  </a:lnTo>
                  <a:lnTo>
                    <a:pt x="60" y="37"/>
                  </a:lnTo>
                  <a:lnTo>
                    <a:pt x="59" y="33"/>
                  </a:lnTo>
                  <a:lnTo>
                    <a:pt x="58" y="32"/>
                  </a:lnTo>
                  <a:lnTo>
                    <a:pt x="58" y="29"/>
                  </a:lnTo>
                  <a:lnTo>
                    <a:pt x="57" y="27"/>
                  </a:lnTo>
                  <a:lnTo>
                    <a:pt x="62" y="26"/>
                  </a:lnTo>
                  <a:lnTo>
                    <a:pt x="65" y="26"/>
                  </a:lnTo>
                  <a:lnTo>
                    <a:pt x="70" y="23"/>
                  </a:lnTo>
                  <a:lnTo>
                    <a:pt x="74" y="14"/>
                  </a:lnTo>
                  <a:lnTo>
                    <a:pt x="74" y="11"/>
                  </a:lnTo>
                  <a:lnTo>
                    <a:pt x="76" y="9"/>
                  </a:lnTo>
                  <a:lnTo>
                    <a:pt x="84" y="8"/>
                  </a:lnTo>
                  <a:lnTo>
                    <a:pt x="86" y="7"/>
                  </a:lnTo>
                  <a:lnTo>
                    <a:pt x="96" y="6"/>
                  </a:lnTo>
                  <a:lnTo>
                    <a:pt x="98" y="5"/>
                  </a:lnTo>
                  <a:lnTo>
                    <a:pt x="100" y="5"/>
                  </a:lnTo>
                  <a:lnTo>
                    <a:pt x="101" y="3"/>
                  </a:lnTo>
                  <a:lnTo>
                    <a:pt x="108" y="2"/>
                  </a:lnTo>
                  <a:lnTo>
                    <a:pt x="109" y="0"/>
                  </a:lnTo>
                  <a:lnTo>
                    <a:pt x="114" y="0"/>
                  </a:lnTo>
                  <a:lnTo>
                    <a:pt x="114" y="1"/>
                  </a:lnTo>
                  <a:lnTo>
                    <a:pt x="116" y="3"/>
                  </a:lnTo>
                  <a:lnTo>
                    <a:pt x="116" y="5"/>
                  </a:lnTo>
                  <a:lnTo>
                    <a:pt x="119" y="9"/>
                  </a:lnTo>
                  <a:lnTo>
                    <a:pt x="121" y="25"/>
                  </a:lnTo>
                  <a:lnTo>
                    <a:pt x="127" y="30"/>
                  </a:lnTo>
                  <a:lnTo>
                    <a:pt x="127" y="37"/>
                  </a:lnTo>
                  <a:lnTo>
                    <a:pt x="128" y="38"/>
                  </a:lnTo>
                  <a:lnTo>
                    <a:pt x="128" y="40"/>
                  </a:lnTo>
                  <a:lnTo>
                    <a:pt x="149" y="58"/>
                  </a:lnTo>
                  <a:lnTo>
                    <a:pt x="168" y="56"/>
                  </a:lnTo>
                  <a:lnTo>
                    <a:pt x="170" y="55"/>
                  </a:lnTo>
                  <a:lnTo>
                    <a:pt x="174" y="55"/>
                  </a:lnTo>
                  <a:lnTo>
                    <a:pt x="175" y="53"/>
                  </a:lnTo>
                  <a:lnTo>
                    <a:pt x="177" y="53"/>
                  </a:lnTo>
                  <a:lnTo>
                    <a:pt x="181" y="47"/>
                  </a:lnTo>
                  <a:lnTo>
                    <a:pt x="183" y="47"/>
                  </a:lnTo>
                  <a:lnTo>
                    <a:pt x="185" y="49"/>
                  </a:lnTo>
                  <a:lnTo>
                    <a:pt x="189" y="49"/>
                  </a:lnTo>
                  <a:lnTo>
                    <a:pt x="193" y="53"/>
                  </a:lnTo>
                  <a:lnTo>
                    <a:pt x="197" y="53"/>
                  </a:lnTo>
                  <a:lnTo>
                    <a:pt x="199" y="51"/>
                  </a:lnTo>
                  <a:lnTo>
                    <a:pt x="201" y="52"/>
                  </a:lnTo>
                  <a:lnTo>
                    <a:pt x="219" y="40"/>
                  </a:lnTo>
                  <a:lnTo>
                    <a:pt x="221" y="38"/>
                  </a:lnTo>
                  <a:lnTo>
                    <a:pt x="223" y="39"/>
                  </a:lnTo>
                  <a:lnTo>
                    <a:pt x="258" y="64"/>
                  </a:lnTo>
                  <a:lnTo>
                    <a:pt x="262" y="61"/>
                  </a:lnTo>
                  <a:lnTo>
                    <a:pt x="265" y="57"/>
                  </a:lnTo>
                  <a:lnTo>
                    <a:pt x="267" y="57"/>
                  </a:lnTo>
                  <a:lnTo>
                    <a:pt x="269" y="54"/>
                  </a:lnTo>
                  <a:lnTo>
                    <a:pt x="274" y="53"/>
                  </a:lnTo>
                  <a:lnTo>
                    <a:pt x="274" y="51"/>
                  </a:lnTo>
                  <a:lnTo>
                    <a:pt x="279" y="51"/>
                  </a:lnTo>
                  <a:lnTo>
                    <a:pt x="289" y="52"/>
                  </a:lnTo>
                  <a:lnTo>
                    <a:pt x="289" y="53"/>
                  </a:lnTo>
                  <a:lnTo>
                    <a:pt x="297" y="53"/>
                  </a:lnTo>
                  <a:lnTo>
                    <a:pt x="298" y="54"/>
                  </a:lnTo>
                  <a:lnTo>
                    <a:pt x="301" y="54"/>
                  </a:lnTo>
                  <a:lnTo>
                    <a:pt x="309" y="66"/>
                  </a:lnTo>
                  <a:lnTo>
                    <a:pt x="309" y="68"/>
                  </a:lnTo>
                  <a:lnTo>
                    <a:pt x="307" y="72"/>
                  </a:lnTo>
                  <a:lnTo>
                    <a:pt x="308" y="81"/>
                  </a:lnTo>
                  <a:lnTo>
                    <a:pt x="310" y="83"/>
                  </a:lnTo>
                  <a:lnTo>
                    <a:pt x="310" y="88"/>
                  </a:lnTo>
                  <a:lnTo>
                    <a:pt x="312" y="90"/>
                  </a:lnTo>
                  <a:lnTo>
                    <a:pt x="314" y="94"/>
                  </a:lnTo>
                  <a:lnTo>
                    <a:pt x="316" y="94"/>
                  </a:lnTo>
                  <a:lnTo>
                    <a:pt x="320" y="92"/>
                  </a:lnTo>
                  <a:lnTo>
                    <a:pt x="321" y="93"/>
                  </a:lnTo>
                  <a:lnTo>
                    <a:pt x="324" y="91"/>
                  </a:lnTo>
                  <a:lnTo>
                    <a:pt x="328" y="91"/>
                  </a:lnTo>
                  <a:lnTo>
                    <a:pt x="329" y="90"/>
                  </a:lnTo>
                  <a:lnTo>
                    <a:pt x="335" y="89"/>
                  </a:lnTo>
                  <a:lnTo>
                    <a:pt x="336" y="87"/>
                  </a:lnTo>
                  <a:lnTo>
                    <a:pt x="339" y="87"/>
                  </a:lnTo>
                  <a:lnTo>
                    <a:pt x="342" y="90"/>
                  </a:lnTo>
                  <a:lnTo>
                    <a:pt x="342" y="92"/>
                  </a:lnTo>
                  <a:lnTo>
                    <a:pt x="341" y="93"/>
                  </a:lnTo>
                  <a:lnTo>
                    <a:pt x="341" y="100"/>
                  </a:lnTo>
                  <a:lnTo>
                    <a:pt x="342" y="101"/>
                  </a:lnTo>
                  <a:lnTo>
                    <a:pt x="343" y="103"/>
                  </a:lnTo>
                  <a:lnTo>
                    <a:pt x="352" y="111"/>
                  </a:lnTo>
                  <a:lnTo>
                    <a:pt x="353" y="117"/>
                  </a:lnTo>
                  <a:lnTo>
                    <a:pt x="355" y="119"/>
                  </a:lnTo>
                  <a:lnTo>
                    <a:pt x="356" y="119"/>
                  </a:lnTo>
                  <a:lnTo>
                    <a:pt x="360" y="123"/>
                  </a:lnTo>
                  <a:lnTo>
                    <a:pt x="363" y="124"/>
                  </a:lnTo>
                  <a:lnTo>
                    <a:pt x="367" y="124"/>
                  </a:lnTo>
                  <a:lnTo>
                    <a:pt x="379" y="123"/>
                  </a:lnTo>
                  <a:lnTo>
                    <a:pt x="384" y="115"/>
                  </a:lnTo>
                  <a:lnTo>
                    <a:pt x="383" y="111"/>
                  </a:lnTo>
                  <a:lnTo>
                    <a:pt x="381" y="110"/>
                  </a:lnTo>
                  <a:lnTo>
                    <a:pt x="382" y="107"/>
                  </a:lnTo>
                  <a:lnTo>
                    <a:pt x="380" y="104"/>
                  </a:lnTo>
                  <a:lnTo>
                    <a:pt x="380" y="100"/>
                  </a:lnTo>
                  <a:lnTo>
                    <a:pt x="388" y="81"/>
                  </a:lnTo>
                  <a:lnTo>
                    <a:pt x="397" y="89"/>
                  </a:lnTo>
                  <a:lnTo>
                    <a:pt x="397" y="95"/>
                  </a:lnTo>
                  <a:lnTo>
                    <a:pt x="400" y="98"/>
                  </a:lnTo>
                  <a:lnTo>
                    <a:pt x="399" y="102"/>
                  </a:lnTo>
                  <a:lnTo>
                    <a:pt x="401" y="105"/>
                  </a:lnTo>
                  <a:lnTo>
                    <a:pt x="412" y="119"/>
                  </a:lnTo>
                  <a:lnTo>
                    <a:pt x="418" y="128"/>
                  </a:lnTo>
                  <a:lnTo>
                    <a:pt x="420" y="131"/>
                  </a:lnTo>
                  <a:lnTo>
                    <a:pt x="420" y="132"/>
                  </a:lnTo>
                  <a:lnTo>
                    <a:pt x="428" y="140"/>
                  </a:lnTo>
                  <a:lnTo>
                    <a:pt x="427" y="140"/>
                  </a:lnTo>
                  <a:lnTo>
                    <a:pt x="436" y="151"/>
                  </a:lnTo>
                  <a:lnTo>
                    <a:pt x="444" y="151"/>
                  </a:lnTo>
                  <a:lnTo>
                    <a:pt x="445" y="149"/>
                  </a:lnTo>
                  <a:lnTo>
                    <a:pt x="453" y="150"/>
                  </a:lnTo>
                  <a:lnTo>
                    <a:pt x="457" y="143"/>
                  </a:lnTo>
                  <a:lnTo>
                    <a:pt x="456" y="135"/>
                  </a:lnTo>
                  <a:lnTo>
                    <a:pt x="452" y="131"/>
                  </a:lnTo>
                  <a:lnTo>
                    <a:pt x="452" y="129"/>
                  </a:lnTo>
                  <a:lnTo>
                    <a:pt x="454" y="126"/>
                  </a:lnTo>
                  <a:lnTo>
                    <a:pt x="477" y="114"/>
                  </a:lnTo>
                  <a:lnTo>
                    <a:pt x="480" y="111"/>
                  </a:lnTo>
                  <a:lnTo>
                    <a:pt x="481" y="105"/>
                  </a:lnTo>
                  <a:lnTo>
                    <a:pt x="484" y="102"/>
                  </a:lnTo>
                  <a:lnTo>
                    <a:pt x="487" y="101"/>
                  </a:lnTo>
                  <a:lnTo>
                    <a:pt x="492" y="98"/>
                  </a:lnTo>
                  <a:lnTo>
                    <a:pt x="493" y="100"/>
                  </a:lnTo>
                  <a:lnTo>
                    <a:pt x="493" y="107"/>
                  </a:lnTo>
                  <a:lnTo>
                    <a:pt x="497" y="111"/>
                  </a:lnTo>
                  <a:lnTo>
                    <a:pt x="499" y="111"/>
                  </a:lnTo>
                  <a:lnTo>
                    <a:pt x="501" y="109"/>
                  </a:lnTo>
                  <a:lnTo>
                    <a:pt x="503" y="105"/>
                  </a:lnTo>
                  <a:lnTo>
                    <a:pt x="505" y="102"/>
                  </a:lnTo>
                  <a:lnTo>
                    <a:pt x="505" y="101"/>
                  </a:lnTo>
                  <a:lnTo>
                    <a:pt x="506" y="100"/>
                  </a:lnTo>
                  <a:lnTo>
                    <a:pt x="506" y="98"/>
                  </a:lnTo>
                  <a:lnTo>
                    <a:pt x="509" y="95"/>
                  </a:lnTo>
                  <a:lnTo>
                    <a:pt x="512" y="97"/>
                  </a:lnTo>
                  <a:lnTo>
                    <a:pt x="517" y="106"/>
                  </a:lnTo>
                  <a:lnTo>
                    <a:pt x="520" y="108"/>
                  </a:lnTo>
                  <a:lnTo>
                    <a:pt x="521" y="113"/>
                  </a:lnTo>
                  <a:lnTo>
                    <a:pt x="522" y="114"/>
                  </a:lnTo>
                  <a:lnTo>
                    <a:pt x="522" y="116"/>
                  </a:lnTo>
                  <a:lnTo>
                    <a:pt x="525" y="119"/>
                  </a:lnTo>
                  <a:lnTo>
                    <a:pt x="544" y="124"/>
                  </a:lnTo>
                  <a:lnTo>
                    <a:pt x="549" y="129"/>
                  </a:lnTo>
                  <a:lnTo>
                    <a:pt x="555" y="129"/>
                  </a:lnTo>
                  <a:lnTo>
                    <a:pt x="559" y="124"/>
                  </a:lnTo>
                  <a:lnTo>
                    <a:pt x="590" y="123"/>
                  </a:lnTo>
                  <a:close/>
                </a:path>
              </a:pathLst>
            </a:custGeom>
            <a:grpFill/>
            <a:ln w="28575">
              <a:noFill/>
              <a:prstDash val="sysDot"/>
              <a:round/>
              <a:headEnd/>
              <a:tailEnd/>
            </a:ln>
          </p:spPr>
          <p:txBody>
            <a:bodyPr/>
            <a:lstStyle/>
            <a:p>
              <a:pPr>
                <a:defRPr/>
              </a:pPr>
              <a:endParaRPr lang="zh-CN" altLang="en-US" kern="0" dirty="0">
                <a:solidFill>
                  <a:prstClr val="black"/>
                </a:solidFill>
                <a:ea typeface="微软雅黑" pitchFamily="34" charset="-122"/>
              </a:endParaRPr>
            </a:p>
          </p:txBody>
        </p:sp>
        <p:sp>
          <p:nvSpPr>
            <p:cNvPr id="28" name="Freeform 28"/>
            <p:cNvSpPr>
              <a:spLocks/>
            </p:cNvSpPr>
            <p:nvPr/>
          </p:nvSpPr>
          <p:spPr bwMode="auto">
            <a:xfrm>
              <a:off x="6050687" y="2179749"/>
              <a:ext cx="825500" cy="793750"/>
            </a:xfrm>
            <a:custGeom>
              <a:avLst/>
              <a:gdLst>
                <a:gd name="T0" fmla="*/ 2147483647 w 451"/>
                <a:gd name="T1" fmla="*/ 2147483647 h 416"/>
                <a:gd name="T2" fmla="*/ 2147483647 w 451"/>
                <a:gd name="T3" fmla="*/ 2147483647 h 416"/>
                <a:gd name="T4" fmla="*/ 2147483647 w 451"/>
                <a:gd name="T5" fmla="*/ 2147483647 h 416"/>
                <a:gd name="T6" fmla="*/ 2147483647 w 451"/>
                <a:gd name="T7" fmla="*/ 2147483647 h 416"/>
                <a:gd name="T8" fmla="*/ 2147483647 w 451"/>
                <a:gd name="T9" fmla="*/ 2147483647 h 416"/>
                <a:gd name="T10" fmla="*/ 2147483647 w 451"/>
                <a:gd name="T11" fmla="*/ 2147483647 h 416"/>
                <a:gd name="T12" fmla="*/ 2147483647 w 451"/>
                <a:gd name="T13" fmla="*/ 2147483647 h 416"/>
                <a:gd name="T14" fmla="*/ 2147483647 w 451"/>
                <a:gd name="T15" fmla="*/ 2147483647 h 416"/>
                <a:gd name="T16" fmla="*/ 2147483647 w 451"/>
                <a:gd name="T17" fmla="*/ 2147483647 h 416"/>
                <a:gd name="T18" fmla="*/ 2147483647 w 451"/>
                <a:gd name="T19" fmla="*/ 2147483647 h 416"/>
                <a:gd name="T20" fmla="*/ 2147483647 w 451"/>
                <a:gd name="T21" fmla="*/ 2147483647 h 416"/>
                <a:gd name="T22" fmla="*/ 2147483647 w 451"/>
                <a:gd name="T23" fmla="*/ 2147483647 h 416"/>
                <a:gd name="T24" fmla="*/ 2147483647 w 451"/>
                <a:gd name="T25" fmla="*/ 2147483647 h 416"/>
                <a:gd name="T26" fmla="*/ 2147483647 w 451"/>
                <a:gd name="T27" fmla="*/ 2147483647 h 416"/>
                <a:gd name="T28" fmla="*/ 2147483647 w 451"/>
                <a:gd name="T29" fmla="*/ 2147483647 h 416"/>
                <a:gd name="T30" fmla="*/ 2147483647 w 451"/>
                <a:gd name="T31" fmla="*/ 2147483647 h 416"/>
                <a:gd name="T32" fmla="*/ 2147483647 w 451"/>
                <a:gd name="T33" fmla="*/ 2147483647 h 416"/>
                <a:gd name="T34" fmla="*/ 2147483647 w 451"/>
                <a:gd name="T35" fmla="*/ 2147483647 h 416"/>
                <a:gd name="T36" fmla="*/ 2147483647 w 451"/>
                <a:gd name="T37" fmla="*/ 2147483647 h 416"/>
                <a:gd name="T38" fmla="*/ 2147483647 w 451"/>
                <a:gd name="T39" fmla="*/ 2147483647 h 416"/>
                <a:gd name="T40" fmla="*/ 2147483647 w 451"/>
                <a:gd name="T41" fmla="*/ 2147483647 h 416"/>
                <a:gd name="T42" fmla="*/ 2147483647 w 451"/>
                <a:gd name="T43" fmla="*/ 2147483647 h 416"/>
                <a:gd name="T44" fmla="*/ 2147483647 w 451"/>
                <a:gd name="T45" fmla="*/ 2147483647 h 416"/>
                <a:gd name="T46" fmla="*/ 2147483647 w 451"/>
                <a:gd name="T47" fmla="*/ 2147483647 h 416"/>
                <a:gd name="T48" fmla="*/ 2147483647 w 451"/>
                <a:gd name="T49" fmla="*/ 2147483647 h 416"/>
                <a:gd name="T50" fmla="*/ 2147483647 w 451"/>
                <a:gd name="T51" fmla="*/ 2147483647 h 416"/>
                <a:gd name="T52" fmla="*/ 2147483647 w 451"/>
                <a:gd name="T53" fmla="*/ 2147483647 h 416"/>
                <a:gd name="T54" fmla="*/ 2147483647 w 451"/>
                <a:gd name="T55" fmla="*/ 2147483647 h 416"/>
                <a:gd name="T56" fmla="*/ 2147483647 w 451"/>
                <a:gd name="T57" fmla="*/ 2147483647 h 416"/>
                <a:gd name="T58" fmla="*/ 2147483647 w 451"/>
                <a:gd name="T59" fmla="*/ 2147483647 h 416"/>
                <a:gd name="T60" fmla="*/ 2147483647 w 451"/>
                <a:gd name="T61" fmla="*/ 2147483647 h 416"/>
                <a:gd name="T62" fmla="*/ 2147483647 w 451"/>
                <a:gd name="T63" fmla="*/ 2147483647 h 416"/>
                <a:gd name="T64" fmla="*/ 2147483647 w 451"/>
                <a:gd name="T65" fmla="*/ 2147483647 h 416"/>
                <a:gd name="T66" fmla="*/ 2147483647 w 451"/>
                <a:gd name="T67" fmla="*/ 2147483647 h 416"/>
                <a:gd name="T68" fmla="*/ 2147483647 w 451"/>
                <a:gd name="T69" fmla="*/ 2147483647 h 416"/>
                <a:gd name="T70" fmla="*/ 2147483647 w 451"/>
                <a:gd name="T71" fmla="*/ 2147483647 h 416"/>
                <a:gd name="T72" fmla="*/ 2147483647 w 451"/>
                <a:gd name="T73" fmla="*/ 2147483647 h 416"/>
                <a:gd name="T74" fmla="*/ 2147483647 w 451"/>
                <a:gd name="T75" fmla="*/ 2147483647 h 416"/>
                <a:gd name="T76" fmla="*/ 2147483647 w 451"/>
                <a:gd name="T77" fmla="*/ 2147483647 h 416"/>
                <a:gd name="T78" fmla="*/ 2147483647 w 451"/>
                <a:gd name="T79" fmla="*/ 2147483647 h 416"/>
                <a:gd name="T80" fmla="*/ 2147483647 w 451"/>
                <a:gd name="T81" fmla="*/ 2147483647 h 416"/>
                <a:gd name="T82" fmla="*/ 2147483647 w 451"/>
                <a:gd name="T83" fmla="*/ 2147483647 h 416"/>
                <a:gd name="T84" fmla="*/ 2147483647 w 451"/>
                <a:gd name="T85" fmla="*/ 2147483647 h 416"/>
                <a:gd name="T86" fmla="*/ 2147483647 w 451"/>
                <a:gd name="T87" fmla="*/ 2147483647 h 416"/>
                <a:gd name="T88" fmla="*/ 2147483647 w 451"/>
                <a:gd name="T89" fmla="*/ 2147483647 h 416"/>
                <a:gd name="T90" fmla="*/ 2147483647 w 451"/>
                <a:gd name="T91" fmla="*/ 2147483647 h 416"/>
                <a:gd name="T92" fmla="*/ 2147483647 w 451"/>
                <a:gd name="T93" fmla="*/ 2147483647 h 416"/>
                <a:gd name="T94" fmla="*/ 2147483647 w 451"/>
                <a:gd name="T95" fmla="*/ 2147483647 h 416"/>
                <a:gd name="T96" fmla="*/ 2147483647 w 451"/>
                <a:gd name="T97" fmla="*/ 2147483647 h 416"/>
                <a:gd name="T98" fmla="*/ 2147483647 w 451"/>
                <a:gd name="T99" fmla="*/ 2147483647 h 416"/>
                <a:gd name="T100" fmla="*/ 2147483647 w 451"/>
                <a:gd name="T101" fmla="*/ 2147483647 h 416"/>
                <a:gd name="T102" fmla="*/ 2147483647 w 451"/>
                <a:gd name="T103" fmla="*/ 2147483647 h 416"/>
                <a:gd name="T104" fmla="*/ 2147483647 w 451"/>
                <a:gd name="T105" fmla="*/ 2147483647 h 416"/>
                <a:gd name="T106" fmla="*/ 2147483647 w 451"/>
                <a:gd name="T107" fmla="*/ 2147483647 h 416"/>
                <a:gd name="T108" fmla="*/ 2147483647 w 451"/>
                <a:gd name="T109" fmla="*/ 2147483647 h 416"/>
                <a:gd name="T110" fmla="*/ 2147483647 w 451"/>
                <a:gd name="T111" fmla="*/ 2147483647 h 416"/>
                <a:gd name="T112" fmla="*/ 2147483647 w 451"/>
                <a:gd name="T113" fmla="*/ 2147483647 h 416"/>
                <a:gd name="T114" fmla="*/ 2147483647 w 451"/>
                <a:gd name="T115" fmla="*/ 2147483647 h 416"/>
                <a:gd name="T116" fmla="*/ 2147483647 w 451"/>
                <a:gd name="T117" fmla="*/ 2147483647 h 416"/>
                <a:gd name="T118" fmla="*/ 2147483647 w 451"/>
                <a:gd name="T119" fmla="*/ 2147483647 h 416"/>
                <a:gd name="T120" fmla="*/ 2147483647 w 451"/>
                <a:gd name="T121" fmla="*/ 2147483647 h 416"/>
                <a:gd name="T122" fmla="*/ 2147483647 w 451"/>
                <a:gd name="T123" fmla="*/ 2147483647 h 41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451"/>
                <a:gd name="T187" fmla="*/ 0 h 416"/>
                <a:gd name="T188" fmla="*/ 451 w 451"/>
                <a:gd name="T189" fmla="*/ 416 h 41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451" h="416">
                  <a:moveTo>
                    <a:pt x="51" y="365"/>
                  </a:moveTo>
                  <a:lnTo>
                    <a:pt x="41" y="366"/>
                  </a:lnTo>
                  <a:lnTo>
                    <a:pt x="40" y="365"/>
                  </a:lnTo>
                  <a:lnTo>
                    <a:pt x="36" y="363"/>
                  </a:lnTo>
                  <a:lnTo>
                    <a:pt x="32" y="360"/>
                  </a:lnTo>
                  <a:lnTo>
                    <a:pt x="30" y="360"/>
                  </a:lnTo>
                  <a:lnTo>
                    <a:pt x="26" y="356"/>
                  </a:lnTo>
                  <a:lnTo>
                    <a:pt x="23" y="354"/>
                  </a:lnTo>
                  <a:lnTo>
                    <a:pt x="23" y="352"/>
                  </a:lnTo>
                  <a:lnTo>
                    <a:pt x="19" y="348"/>
                  </a:lnTo>
                  <a:lnTo>
                    <a:pt x="19" y="345"/>
                  </a:lnTo>
                  <a:lnTo>
                    <a:pt x="21" y="343"/>
                  </a:lnTo>
                  <a:lnTo>
                    <a:pt x="20" y="339"/>
                  </a:lnTo>
                  <a:lnTo>
                    <a:pt x="21" y="338"/>
                  </a:lnTo>
                  <a:lnTo>
                    <a:pt x="21" y="328"/>
                  </a:lnTo>
                  <a:lnTo>
                    <a:pt x="23" y="326"/>
                  </a:lnTo>
                  <a:lnTo>
                    <a:pt x="22" y="317"/>
                  </a:lnTo>
                  <a:lnTo>
                    <a:pt x="23" y="315"/>
                  </a:lnTo>
                  <a:lnTo>
                    <a:pt x="23" y="310"/>
                  </a:lnTo>
                  <a:lnTo>
                    <a:pt x="19" y="308"/>
                  </a:lnTo>
                  <a:lnTo>
                    <a:pt x="18" y="307"/>
                  </a:lnTo>
                  <a:lnTo>
                    <a:pt x="15" y="307"/>
                  </a:lnTo>
                  <a:lnTo>
                    <a:pt x="14" y="309"/>
                  </a:lnTo>
                  <a:lnTo>
                    <a:pt x="12" y="309"/>
                  </a:lnTo>
                  <a:lnTo>
                    <a:pt x="8" y="305"/>
                  </a:lnTo>
                  <a:lnTo>
                    <a:pt x="3" y="305"/>
                  </a:lnTo>
                  <a:lnTo>
                    <a:pt x="0" y="300"/>
                  </a:lnTo>
                  <a:lnTo>
                    <a:pt x="1" y="295"/>
                  </a:lnTo>
                  <a:lnTo>
                    <a:pt x="3" y="294"/>
                  </a:lnTo>
                  <a:lnTo>
                    <a:pt x="2" y="288"/>
                  </a:lnTo>
                  <a:lnTo>
                    <a:pt x="4" y="285"/>
                  </a:lnTo>
                  <a:lnTo>
                    <a:pt x="10" y="283"/>
                  </a:lnTo>
                  <a:lnTo>
                    <a:pt x="15" y="280"/>
                  </a:lnTo>
                  <a:lnTo>
                    <a:pt x="20" y="280"/>
                  </a:lnTo>
                  <a:lnTo>
                    <a:pt x="24" y="275"/>
                  </a:lnTo>
                  <a:lnTo>
                    <a:pt x="27" y="274"/>
                  </a:lnTo>
                  <a:lnTo>
                    <a:pt x="29" y="272"/>
                  </a:lnTo>
                  <a:lnTo>
                    <a:pt x="30" y="268"/>
                  </a:lnTo>
                  <a:lnTo>
                    <a:pt x="27" y="265"/>
                  </a:lnTo>
                  <a:lnTo>
                    <a:pt x="22" y="264"/>
                  </a:lnTo>
                  <a:lnTo>
                    <a:pt x="21" y="263"/>
                  </a:lnTo>
                  <a:lnTo>
                    <a:pt x="19" y="263"/>
                  </a:lnTo>
                  <a:lnTo>
                    <a:pt x="16" y="259"/>
                  </a:lnTo>
                  <a:lnTo>
                    <a:pt x="14" y="260"/>
                  </a:lnTo>
                  <a:lnTo>
                    <a:pt x="12" y="258"/>
                  </a:lnTo>
                  <a:lnTo>
                    <a:pt x="12" y="253"/>
                  </a:lnTo>
                  <a:lnTo>
                    <a:pt x="14" y="251"/>
                  </a:lnTo>
                  <a:lnTo>
                    <a:pt x="14" y="248"/>
                  </a:lnTo>
                  <a:lnTo>
                    <a:pt x="18" y="242"/>
                  </a:lnTo>
                  <a:lnTo>
                    <a:pt x="17" y="241"/>
                  </a:lnTo>
                  <a:lnTo>
                    <a:pt x="17" y="237"/>
                  </a:lnTo>
                  <a:lnTo>
                    <a:pt x="18" y="235"/>
                  </a:lnTo>
                  <a:lnTo>
                    <a:pt x="19" y="236"/>
                  </a:lnTo>
                  <a:lnTo>
                    <a:pt x="22" y="234"/>
                  </a:lnTo>
                  <a:lnTo>
                    <a:pt x="25" y="226"/>
                  </a:lnTo>
                  <a:lnTo>
                    <a:pt x="30" y="219"/>
                  </a:lnTo>
                  <a:lnTo>
                    <a:pt x="30" y="217"/>
                  </a:lnTo>
                  <a:lnTo>
                    <a:pt x="35" y="211"/>
                  </a:lnTo>
                  <a:lnTo>
                    <a:pt x="38" y="204"/>
                  </a:lnTo>
                  <a:lnTo>
                    <a:pt x="36" y="194"/>
                  </a:lnTo>
                  <a:lnTo>
                    <a:pt x="34" y="193"/>
                  </a:lnTo>
                  <a:lnTo>
                    <a:pt x="34" y="191"/>
                  </a:lnTo>
                  <a:lnTo>
                    <a:pt x="32" y="190"/>
                  </a:lnTo>
                  <a:lnTo>
                    <a:pt x="29" y="183"/>
                  </a:lnTo>
                  <a:lnTo>
                    <a:pt x="27" y="155"/>
                  </a:lnTo>
                  <a:lnTo>
                    <a:pt x="20" y="145"/>
                  </a:lnTo>
                  <a:lnTo>
                    <a:pt x="19" y="142"/>
                  </a:lnTo>
                  <a:lnTo>
                    <a:pt x="21" y="141"/>
                  </a:lnTo>
                  <a:lnTo>
                    <a:pt x="21" y="138"/>
                  </a:lnTo>
                  <a:lnTo>
                    <a:pt x="22" y="136"/>
                  </a:lnTo>
                  <a:lnTo>
                    <a:pt x="24" y="136"/>
                  </a:lnTo>
                  <a:lnTo>
                    <a:pt x="26" y="133"/>
                  </a:lnTo>
                  <a:lnTo>
                    <a:pt x="30" y="131"/>
                  </a:lnTo>
                  <a:lnTo>
                    <a:pt x="32" y="129"/>
                  </a:lnTo>
                  <a:lnTo>
                    <a:pt x="36" y="128"/>
                  </a:lnTo>
                  <a:lnTo>
                    <a:pt x="43" y="135"/>
                  </a:lnTo>
                  <a:lnTo>
                    <a:pt x="48" y="137"/>
                  </a:lnTo>
                  <a:lnTo>
                    <a:pt x="54" y="137"/>
                  </a:lnTo>
                  <a:lnTo>
                    <a:pt x="57" y="138"/>
                  </a:lnTo>
                  <a:lnTo>
                    <a:pt x="59" y="147"/>
                  </a:lnTo>
                  <a:lnTo>
                    <a:pt x="62" y="152"/>
                  </a:lnTo>
                  <a:lnTo>
                    <a:pt x="65" y="154"/>
                  </a:lnTo>
                  <a:lnTo>
                    <a:pt x="68" y="161"/>
                  </a:lnTo>
                  <a:lnTo>
                    <a:pt x="75" y="167"/>
                  </a:lnTo>
                  <a:lnTo>
                    <a:pt x="75" y="171"/>
                  </a:lnTo>
                  <a:lnTo>
                    <a:pt x="77" y="175"/>
                  </a:lnTo>
                  <a:lnTo>
                    <a:pt x="80" y="171"/>
                  </a:lnTo>
                  <a:lnTo>
                    <a:pt x="80" y="168"/>
                  </a:lnTo>
                  <a:lnTo>
                    <a:pt x="83" y="161"/>
                  </a:lnTo>
                  <a:lnTo>
                    <a:pt x="82" y="159"/>
                  </a:lnTo>
                  <a:lnTo>
                    <a:pt x="84" y="157"/>
                  </a:lnTo>
                  <a:lnTo>
                    <a:pt x="85" y="153"/>
                  </a:lnTo>
                  <a:lnTo>
                    <a:pt x="95" y="147"/>
                  </a:lnTo>
                  <a:lnTo>
                    <a:pt x="94" y="143"/>
                  </a:lnTo>
                  <a:lnTo>
                    <a:pt x="96" y="142"/>
                  </a:lnTo>
                  <a:lnTo>
                    <a:pt x="95" y="139"/>
                  </a:lnTo>
                  <a:lnTo>
                    <a:pt x="99" y="134"/>
                  </a:lnTo>
                  <a:lnTo>
                    <a:pt x="101" y="134"/>
                  </a:lnTo>
                  <a:lnTo>
                    <a:pt x="104" y="131"/>
                  </a:lnTo>
                  <a:lnTo>
                    <a:pt x="111" y="128"/>
                  </a:lnTo>
                  <a:lnTo>
                    <a:pt x="112" y="127"/>
                  </a:lnTo>
                  <a:lnTo>
                    <a:pt x="117" y="124"/>
                  </a:lnTo>
                  <a:lnTo>
                    <a:pt x="122" y="124"/>
                  </a:lnTo>
                  <a:lnTo>
                    <a:pt x="134" y="112"/>
                  </a:lnTo>
                  <a:lnTo>
                    <a:pt x="135" y="112"/>
                  </a:lnTo>
                  <a:lnTo>
                    <a:pt x="137" y="110"/>
                  </a:lnTo>
                  <a:lnTo>
                    <a:pt x="137" y="109"/>
                  </a:lnTo>
                  <a:lnTo>
                    <a:pt x="144" y="101"/>
                  </a:lnTo>
                  <a:lnTo>
                    <a:pt x="145" y="101"/>
                  </a:lnTo>
                  <a:lnTo>
                    <a:pt x="151" y="97"/>
                  </a:lnTo>
                  <a:lnTo>
                    <a:pt x="155" y="96"/>
                  </a:lnTo>
                  <a:lnTo>
                    <a:pt x="161" y="99"/>
                  </a:lnTo>
                  <a:lnTo>
                    <a:pt x="170" y="89"/>
                  </a:lnTo>
                  <a:lnTo>
                    <a:pt x="170" y="79"/>
                  </a:lnTo>
                  <a:lnTo>
                    <a:pt x="172" y="76"/>
                  </a:lnTo>
                  <a:lnTo>
                    <a:pt x="178" y="76"/>
                  </a:lnTo>
                  <a:lnTo>
                    <a:pt x="183" y="74"/>
                  </a:lnTo>
                  <a:lnTo>
                    <a:pt x="196" y="74"/>
                  </a:lnTo>
                  <a:lnTo>
                    <a:pt x="200" y="72"/>
                  </a:lnTo>
                  <a:lnTo>
                    <a:pt x="199" y="69"/>
                  </a:lnTo>
                  <a:lnTo>
                    <a:pt x="197" y="69"/>
                  </a:lnTo>
                  <a:lnTo>
                    <a:pt x="193" y="66"/>
                  </a:lnTo>
                  <a:lnTo>
                    <a:pt x="193" y="65"/>
                  </a:lnTo>
                  <a:lnTo>
                    <a:pt x="196" y="62"/>
                  </a:lnTo>
                  <a:lnTo>
                    <a:pt x="206" y="61"/>
                  </a:lnTo>
                  <a:lnTo>
                    <a:pt x="210" y="63"/>
                  </a:lnTo>
                  <a:lnTo>
                    <a:pt x="216" y="63"/>
                  </a:lnTo>
                  <a:lnTo>
                    <a:pt x="221" y="65"/>
                  </a:lnTo>
                  <a:lnTo>
                    <a:pt x="228" y="63"/>
                  </a:lnTo>
                  <a:lnTo>
                    <a:pt x="229" y="61"/>
                  </a:lnTo>
                  <a:lnTo>
                    <a:pt x="231" y="61"/>
                  </a:lnTo>
                  <a:lnTo>
                    <a:pt x="241" y="55"/>
                  </a:lnTo>
                  <a:lnTo>
                    <a:pt x="240" y="47"/>
                  </a:lnTo>
                  <a:lnTo>
                    <a:pt x="245" y="40"/>
                  </a:lnTo>
                  <a:lnTo>
                    <a:pt x="246" y="40"/>
                  </a:lnTo>
                  <a:lnTo>
                    <a:pt x="252" y="35"/>
                  </a:lnTo>
                  <a:lnTo>
                    <a:pt x="258" y="35"/>
                  </a:lnTo>
                  <a:lnTo>
                    <a:pt x="259" y="36"/>
                  </a:lnTo>
                  <a:lnTo>
                    <a:pt x="265" y="36"/>
                  </a:lnTo>
                  <a:lnTo>
                    <a:pt x="264" y="23"/>
                  </a:lnTo>
                  <a:lnTo>
                    <a:pt x="265" y="22"/>
                  </a:lnTo>
                  <a:lnTo>
                    <a:pt x="264" y="8"/>
                  </a:lnTo>
                  <a:lnTo>
                    <a:pt x="267" y="4"/>
                  </a:lnTo>
                  <a:lnTo>
                    <a:pt x="267" y="1"/>
                  </a:lnTo>
                  <a:lnTo>
                    <a:pt x="269" y="0"/>
                  </a:lnTo>
                  <a:lnTo>
                    <a:pt x="270" y="1"/>
                  </a:lnTo>
                  <a:lnTo>
                    <a:pt x="283" y="11"/>
                  </a:lnTo>
                  <a:lnTo>
                    <a:pt x="298" y="13"/>
                  </a:lnTo>
                  <a:lnTo>
                    <a:pt x="303" y="20"/>
                  </a:lnTo>
                  <a:lnTo>
                    <a:pt x="305" y="19"/>
                  </a:lnTo>
                  <a:lnTo>
                    <a:pt x="308" y="23"/>
                  </a:lnTo>
                  <a:lnTo>
                    <a:pt x="306" y="27"/>
                  </a:lnTo>
                  <a:lnTo>
                    <a:pt x="306" y="32"/>
                  </a:lnTo>
                  <a:lnTo>
                    <a:pt x="310" y="36"/>
                  </a:lnTo>
                  <a:lnTo>
                    <a:pt x="310" y="38"/>
                  </a:lnTo>
                  <a:lnTo>
                    <a:pt x="314" y="40"/>
                  </a:lnTo>
                  <a:lnTo>
                    <a:pt x="320" y="38"/>
                  </a:lnTo>
                  <a:lnTo>
                    <a:pt x="323" y="35"/>
                  </a:lnTo>
                  <a:lnTo>
                    <a:pt x="325" y="29"/>
                  </a:lnTo>
                  <a:lnTo>
                    <a:pt x="326" y="20"/>
                  </a:lnTo>
                  <a:lnTo>
                    <a:pt x="334" y="15"/>
                  </a:lnTo>
                  <a:lnTo>
                    <a:pt x="336" y="34"/>
                  </a:lnTo>
                  <a:lnTo>
                    <a:pt x="342" y="41"/>
                  </a:lnTo>
                  <a:lnTo>
                    <a:pt x="345" y="41"/>
                  </a:lnTo>
                  <a:lnTo>
                    <a:pt x="347" y="43"/>
                  </a:lnTo>
                  <a:lnTo>
                    <a:pt x="350" y="49"/>
                  </a:lnTo>
                  <a:lnTo>
                    <a:pt x="357" y="58"/>
                  </a:lnTo>
                  <a:lnTo>
                    <a:pt x="357" y="60"/>
                  </a:lnTo>
                  <a:lnTo>
                    <a:pt x="365" y="71"/>
                  </a:lnTo>
                  <a:lnTo>
                    <a:pt x="369" y="74"/>
                  </a:lnTo>
                  <a:lnTo>
                    <a:pt x="373" y="81"/>
                  </a:lnTo>
                  <a:lnTo>
                    <a:pt x="375" y="83"/>
                  </a:lnTo>
                  <a:lnTo>
                    <a:pt x="382" y="82"/>
                  </a:lnTo>
                  <a:lnTo>
                    <a:pt x="382" y="85"/>
                  </a:lnTo>
                  <a:lnTo>
                    <a:pt x="380" y="90"/>
                  </a:lnTo>
                  <a:lnTo>
                    <a:pt x="381" y="92"/>
                  </a:lnTo>
                  <a:lnTo>
                    <a:pt x="379" y="95"/>
                  </a:lnTo>
                  <a:lnTo>
                    <a:pt x="381" y="103"/>
                  </a:lnTo>
                  <a:lnTo>
                    <a:pt x="379" y="106"/>
                  </a:lnTo>
                  <a:lnTo>
                    <a:pt x="379" y="113"/>
                  </a:lnTo>
                  <a:lnTo>
                    <a:pt x="381" y="114"/>
                  </a:lnTo>
                  <a:lnTo>
                    <a:pt x="381" y="116"/>
                  </a:lnTo>
                  <a:lnTo>
                    <a:pt x="382" y="117"/>
                  </a:lnTo>
                  <a:lnTo>
                    <a:pt x="384" y="120"/>
                  </a:lnTo>
                  <a:lnTo>
                    <a:pt x="387" y="120"/>
                  </a:lnTo>
                  <a:lnTo>
                    <a:pt x="391" y="122"/>
                  </a:lnTo>
                  <a:lnTo>
                    <a:pt x="391" y="124"/>
                  </a:lnTo>
                  <a:lnTo>
                    <a:pt x="392" y="125"/>
                  </a:lnTo>
                  <a:lnTo>
                    <a:pt x="393" y="127"/>
                  </a:lnTo>
                  <a:lnTo>
                    <a:pt x="400" y="131"/>
                  </a:lnTo>
                  <a:lnTo>
                    <a:pt x="402" y="135"/>
                  </a:lnTo>
                  <a:lnTo>
                    <a:pt x="407" y="139"/>
                  </a:lnTo>
                  <a:lnTo>
                    <a:pt x="408" y="141"/>
                  </a:lnTo>
                  <a:lnTo>
                    <a:pt x="420" y="154"/>
                  </a:lnTo>
                  <a:lnTo>
                    <a:pt x="422" y="158"/>
                  </a:lnTo>
                  <a:lnTo>
                    <a:pt x="428" y="164"/>
                  </a:lnTo>
                  <a:lnTo>
                    <a:pt x="436" y="167"/>
                  </a:lnTo>
                  <a:lnTo>
                    <a:pt x="451" y="185"/>
                  </a:lnTo>
                  <a:lnTo>
                    <a:pt x="451" y="186"/>
                  </a:lnTo>
                  <a:lnTo>
                    <a:pt x="450" y="186"/>
                  </a:lnTo>
                  <a:lnTo>
                    <a:pt x="450" y="187"/>
                  </a:lnTo>
                  <a:lnTo>
                    <a:pt x="449" y="188"/>
                  </a:lnTo>
                  <a:lnTo>
                    <a:pt x="448" y="188"/>
                  </a:lnTo>
                  <a:lnTo>
                    <a:pt x="447" y="188"/>
                  </a:lnTo>
                  <a:lnTo>
                    <a:pt x="447" y="189"/>
                  </a:lnTo>
                  <a:lnTo>
                    <a:pt x="446" y="189"/>
                  </a:lnTo>
                  <a:lnTo>
                    <a:pt x="445" y="189"/>
                  </a:lnTo>
                  <a:lnTo>
                    <a:pt x="444" y="189"/>
                  </a:lnTo>
                  <a:lnTo>
                    <a:pt x="443" y="189"/>
                  </a:lnTo>
                  <a:lnTo>
                    <a:pt x="443" y="190"/>
                  </a:lnTo>
                  <a:lnTo>
                    <a:pt x="442" y="190"/>
                  </a:lnTo>
                  <a:lnTo>
                    <a:pt x="441" y="190"/>
                  </a:lnTo>
                  <a:lnTo>
                    <a:pt x="440" y="191"/>
                  </a:lnTo>
                  <a:lnTo>
                    <a:pt x="439" y="191"/>
                  </a:lnTo>
                  <a:lnTo>
                    <a:pt x="438" y="192"/>
                  </a:lnTo>
                  <a:lnTo>
                    <a:pt x="437" y="192"/>
                  </a:lnTo>
                  <a:lnTo>
                    <a:pt x="436" y="193"/>
                  </a:lnTo>
                  <a:lnTo>
                    <a:pt x="435" y="193"/>
                  </a:lnTo>
                  <a:lnTo>
                    <a:pt x="435" y="194"/>
                  </a:lnTo>
                  <a:lnTo>
                    <a:pt x="435" y="195"/>
                  </a:lnTo>
                  <a:lnTo>
                    <a:pt x="435" y="196"/>
                  </a:lnTo>
                  <a:lnTo>
                    <a:pt x="434" y="197"/>
                  </a:lnTo>
                  <a:lnTo>
                    <a:pt x="434" y="198"/>
                  </a:lnTo>
                  <a:lnTo>
                    <a:pt x="434" y="199"/>
                  </a:lnTo>
                  <a:lnTo>
                    <a:pt x="433" y="199"/>
                  </a:lnTo>
                  <a:lnTo>
                    <a:pt x="433" y="200"/>
                  </a:lnTo>
                  <a:lnTo>
                    <a:pt x="432" y="201"/>
                  </a:lnTo>
                  <a:lnTo>
                    <a:pt x="432" y="202"/>
                  </a:lnTo>
                  <a:lnTo>
                    <a:pt x="431" y="203"/>
                  </a:lnTo>
                  <a:lnTo>
                    <a:pt x="431" y="204"/>
                  </a:lnTo>
                  <a:lnTo>
                    <a:pt x="430" y="204"/>
                  </a:lnTo>
                  <a:lnTo>
                    <a:pt x="430" y="205"/>
                  </a:lnTo>
                  <a:lnTo>
                    <a:pt x="429" y="205"/>
                  </a:lnTo>
                  <a:lnTo>
                    <a:pt x="428" y="206"/>
                  </a:lnTo>
                  <a:lnTo>
                    <a:pt x="427" y="207"/>
                  </a:lnTo>
                  <a:lnTo>
                    <a:pt x="426" y="208"/>
                  </a:lnTo>
                  <a:lnTo>
                    <a:pt x="425" y="209"/>
                  </a:lnTo>
                  <a:lnTo>
                    <a:pt x="424" y="209"/>
                  </a:lnTo>
                  <a:lnTo>
                    <a:pt x="424" y="210"/>
                  </a:lnTo>
                  <a:lnTo>
                    <a:pt x="424" y="211"/>
                  </a:lnTo>
                  <a:lnTo>
                    <a:pt x="423" y="211"/>
                  </a:lnTo>
                  <a:lnTo>
                    <a:pt x="423" y="212"/>
                  </a:lnTo>
                  <a:lnTo>
                    <a:pt x="422" y="213"/>
                  </a:lnTo>
                  <a:lnTo>
                    <a:pt x="422" y="214"/>
                  </a:lnTo>
                  <a:lnTo>
                    <a:pt x="421" y="214"/>
                  </a:lnTo>
                  <a:lnTo>
                    <a:pt x="421" y="215"/>
                  </a:lnTo>
                  <a:lnTo>
                    <a:pt x="420" y="215"/>
                  </a:lnTo>
                  <a:lnTo>
                    <a:pt x="420" y="216"/>
                  </a:lnTo>
                  <a:lnTo>
                    <a:pt x="419" y="216"/>
                  </a:lnTo>
                  <a:lnTo>
                    <a:pt x="418" y="217"/>
                  </a:lnTo>
                  <a:lnTo>
                    <a:pt x="417" y="217"/>
                  </a:lnTo>
                  <a:lnTo>
                    <a:pt x="417" y="218"/>
                  </a:lnTo>
                  <a:lnTo>
                    <a:pt x="416" y="218"/>
                  </a:lnTo>
                  <a:lnTo>
                    <a:pt x="415" y="219"/>
                  </a:lnTo>
                  <a:lnTo>
                    <a:pt x="414" y="219"/>
                  </a:lnTo>
                  <a:lnTo>
                    <a:pt x="413" y="219"/>
                  </a:lnTo>
                  <a:lnTo>
                    <a:pt x="413" y="220"/>
                  </a:lnTo>
                  <a:lnTo>
                    <a:pt x="412" y="220"/>
                  </a:lnTo>
                  <a:lnTo>
                    <a:pt x="411" y="220"/>
                  </a:lnTo>
                  <a:lnTo>
                    <a:pt x="410" y="220"/>
                  </a:lnTo>
                  <a:lnTo>
                    <a:pt x="409" y="220"/>
                  </a:lnTo>
                  <a:lnTo>
                    <a:pt x="408" y="221"/>
                  </a:lnTo>
                  <a:lnTo>
                    <a:pt x="407" y="221"/>
                  </a:lnTo>
                  <a:lnTo>
                    <a:pt x="406" y="222"/>
                  </a:lnTo>
                  <a:lnTo>
                    <a:pt x="406" y="223"/>
                  </a:lnTo>
                  <a:lnTo>
                    <a:pt x="405" y="223"/>
                  </a:lnTo>
                  <a:lnTo>
                    <a:pt x="404" y="224"/>
                  </a:lnTo>
                  <a:lnTo>
                    <a:pt x="403" y="224"/>
                  </a:lnTo>
                  <a:lnTo>
                    <a:pt x="403" y="225"/>
                  </a:lnTo>
                  <a:lnTo>
                    <a:pt x="402" y="225"/>
                  </a:lnTo>
                  <a:lnTo>
                    <a:pt x="402" y="226"/>
                  </a:lnTo>
                  <a:lnTo>
                    <a:pt x="401" y="226"/>
                  </a:lnTo>
                  <a:lnTo>
                    <a:pt x="401" y="227"/>
                  </a:lnTo>
                  <a:lnTo>
                    <a:pt x="401" y="228"/>
                  </a:lnTo>
                  <a:lnTo>
                    <a:pt x="400" y="229"/>
                  </a:lnTo>
                  <a:lnTo>
                    <a:pt x="400" y="230"/>
                  </a:lnTo>
                  <a:lnTo>
                    <a:pt x="399" y="231"/>
                  </a:lnTo>
                  <a:lnTo>
                    <a:pt x="399" y="232"/>
                  </a:lnTo>
                  <a:lnTo>
                    <a:pt x="398" y="232"/>
                  </a:lnTo>
                  <a:lnTo>
                    <a:pt x="398" y="233"/>
                  </a:lnTo>
                  <a:lnTo>
                    <a:pt x="397" y="234"/>
                  </a:lnTo>
                  <a:lnTo>
                    <a:pt x="396" y="235"/>
                  </a:lnTo>
                  <a:lnTo>
                    <a:pt x="395" y="236"/>
                  </a:lnTo>
                  <a:lnTo>
                    <a:pt x="394" y="236"/>
                  </a:lnTo>
                  <a:lnTo>
                    <a:pt x="394" y="237"/>
                  </a:lnTo>
                  <a:lnTo>
                    <a:pt x="393" y="237"/>
                  </a:lnTo>
                  <a:lnTo>
                    <a:pt x="392" y="237"/>
                  </a:lnTo>
                  <a:lnTo>
                    <a:pt x="391" y="238"/>
                  </a:lnTo>
                  <a:lnTo>
                    <a:pt x="390" y="238"/>
                  </a:lnTo>
                  <a:lnTo>
                    <a:pt x="390" y="239"/>
                  </a:lnTo>
                  <a:lnTo>
                    <a:pt x="389" y="239"/>
                  </a:lnTo>
                  <a:lnTo>
                    <a:pt x="389" y="240"/>
                  </a:lnTo>
                  <a:lnTo>
                    <a:pt x="388" y="240"/>
                  </a:lnTo>
                  <a:lnTo>
                    <a:pt x="388" y="241"/>
                  </a:lnTo>
                  <a:lnTo>
                    <a:pt x="387" y="241"/>
                  </a:lnTo>
                  <a:lnTo>
                    <a:pt x="386" y="242"/>
                  </a:lnTo>
                  <a:lnTo>
                    <a:pt x="386" y="243"/>
                  </a:lnTo>
                  <a:lnTo>
                    <a:pt x="385" y="244"/>
                  </a:lnTo>
                  <a:lnTo>
                    <a:pt x="385" y="245"/>
                  </a:lnTo>
                  <a:lnTo>
                    <a:pt x="384" y="246"/>
                  </a:lnTo>
                  <a:lnTo>
                    <a:pt x="383" y="247"/>
                  </a:lnTo>
                  <a:lnTo>
                    <a:pt x="383" y="248"/>
                  </a:lnTo>
                  <a:lnTo>
                    <a:pt x="382" y="249"/>
                  </a:lnTo>
                  <a:lnTo>
                    <a:pt x="382" y="250"/>
                  </a:lnTo>
                  <a:lnTo>
                    <a:pt x="381" y="251"/>
                  </a:lnTo>
                  <a:lnTo>
                    <a:pt x="380" y="252"/>
                  </a:lnTo>
                  <a:lnTo>
                    <a:pt x="379" y="253"/>
                  </a:lnTo>
                  <a:lnTo>
                    <a:pt x="379" y="254"/>
                  </a:lnTo>
                  <a:lnTo>
                    <a:pt x="378" y="255"/>
                  </a:lnTo>
                  <a:lnTo>
                    <a:pt x="377" y="255"/>
                  </a:lnTo>
                  <a:lnTo>
                    <a:pt x="376" y="256"/>
                  </a:lnTo>
                  <a:lnTo>
                    <a:pt x="376" y="257"/>
                  </a:lnTo>
                  <a:lnTo>
                    <a:pt x="375" y="258"/>
                  </a:lnTo>
                  <a:lnTo>
                    <a:pt x="374" y="258"/>
                  </a:lnTo>
                  <a:lnTo>
                    <a:pt x="374" y="259"/>
                  </a:lnTo>
                  <a:lnTo>
                    <a:pt x="373" y="260"/>
                  </a:lnTo>
                  <a:lnTo>
                    <a:pt x="372" y="260"/>
                  </a:lnTo>
                  <a:lnTo>
                    <a:pt x="372" y="261"/>
                  </a:lnTo>
                  <a:lnTo>
                    <a:pt x="372" y="262"/>
                  </a:lnTo>
                  <a:lnTo>
                    <a:pt x="371" y="262"/>
                  </a:lnTo>
                  <a:lnTo>
                    <a:pt x="371" y="263"/>
                  </a:lnTo>
                  <a:lnTo>
                    <a:pt x="370" y="264"/>
                  </a:lnTo>
                  <a:lnTo>
                    <a:pt x="370" y="265"/>
                  </a:lnTo>
                  <a:lnTo>
                    <a:pt x="370" y="266"/>
                  </a:lnTo>
                  <a:lnTo>
                    <a:pt x="370" y="267"/>
                  </a:lnTo>
                  <a:lnTo>
                    <a:pt x="370" y="268"/>
                  </a:lnTo>
                  <a:lnTo>
                    <a:pt x="370" y="269"/>
                  </a:lnTo>
                  <a:lnTo>
                    <a:pt x="370" y="270"/>
                  </a:lnTo>
                  <a:lnTo>
                    <a:pt x="370" y="271"/>
                  </a:lnTo>
                  <a:lnTo>
                    <a:pt x="370" y="272"/>
                  </a:lnTo>
                  <a:lnTo>
                    <a:pt x="371" y="273"/>
                  </a:lnTo>
                  <a:lnTo>
                    <a:pt x="372" y="275"/>
                  </a:lnTo>
                  <a:lnTo>
                    <a:pt x="373" y="283"/>
                  </a:lnTo>
                  <a:lnTo>
                    <a:pt x="373" y="292"/>
                  </a:lnTo>
                  <a:lnTo>
                    <a:pt x="372" y="291"/>
                  </a:lnTo>
                  <a:lnTo>
                    <a:pt x="371" y="290"/>
                  </a:lnTo>
                  <a:lnTo>
                    <a:pt x="370" y="290"/>
                  </a:lnTo>
                  <a:lnTo>
                    <a:pt x="369" y="289"/>
                  </a:lnTo>
                  <a:lnTo>
                    <a:pt x="368" y="289"/>
                  </a:lnTo>
                  <a:lnTo>
                    <a:pt x="368" y="288"/>
                  </a:lnTo>
                  <a:lnTo>
                    <a:pt x="367" y="288"/>
                  </a:lnTo>
                  <a:lnTo>
                    <a:pt x="367" y="287"/>
                  </a:lnTo>
                  <a:lnTo>
                    <a:pt x="366" y="286"/>
                  </a:lnTo>
                  <a:lnTo>
                    <a:pt x="366" y="285"/>
                  </a:lnTo>
                  <a:lnTo>
                    <a:pt x="366" y="284"/>
                  </a:lnTo>
                  <a:lnTo>
                    <a:pt x="365" y="284"/>
                  </a:lnTo>
                  <a:lnTo>
                    <a:pt x="365" y="283"/>
                  </a:lnTo>
                  <a:lnTo>
                    <a:pt x="365" y="282"/>
                  </a:lnTo>
                  <a:lnTo>
                    <a:pt x="365" y="281"/>
                  </a:lnTo>
                  <a:lnTo>
                    <a:pt x="365" y="280"/>
                  </a:lnTo>
                  <a:lnTo>
                    <a:pt x="365" y="279"/>
                  </a:lnTo>
                  <a:lnTo>
                    <a:pt x="365" y="277"/>
                  </a:lnTo>
                  <a:lnTo>
                    <a:pt x="365" y="276"/>
                  </a:lnTo>
                  <a:lnTo>
                    <a:pt x="365" y="275"/>
                  </a:lnTo>
                  <a:lnTo>
                    <a:pt x="365" y="274"/>
                  </a:lnTo>
                  <a:lnTo>
                    <a:pt x="365" y="273"/>
                  </a:lnTo>
                  <a:lnTo>
                    <a:pt x="365" y="272"/>
                  </a:lnTo>
                  <a:lnTo>
                    <a:pt x="365" y="271"/>
                  </a:lnTo>
                  <a:lnTo>
                    <a:pt x="364" y="271"/>
                  </a:lnTo>
                  <a:lnTo>
                    <a:pt x="364" y="270"/>
                  </a:lnTo>
                  <a:lnTo>
                    <a:pt x="363" y="270"/>
                  </a:lnTo>
                  <a:lnTo>
                    <a:pt x="362" y="270"/>
                  </a:lnTo>
                  <a:lnTo>
                    <a:pt x="362" y="271"/>
                  </a:lnTo>
                  <a:lnTo>
                    <a:pt x="361" y="271"/>
                  </a:lnTo>
                  <a:lnTo>
                    <a:pt x="360" y="271"/>
                  </a:lnTo>
                  <a:lnTo>
                    <a:pt x="360" y="272"/>
                  </a:lnTo>
                  <a:lnTo>
                    <a:pt x="359" y="272"/>
                  </a:lnTo>
                  <a:lnTo>
                    <a:pt x="359" y="273"/>
                  </a:lnTo>
                  <a:lnTo>
                    <a:pt x="358" y="273"/>
                  </a:lnTo>
                  <a:lnTo>
                    <a:pt x="358" y="274"/>
                  </a:lnTo>
                  <a:lnTo>
                    <a:pt x="358" y="275"/>
                  </a:lnTo>
                  <a:lnTo>
                    <a:pt x="357" y="275"/>
                  </a:lnTo>
                  <a:lnTo>
                    <a:pt x="357" y="276"/>
                  </a:lnTo>
                  <a:lnTo>
                    <a:pt x="357" y="277"/>
                  </a:lnTo>
                  <a:lnTo>
                    <a:pt x="357" y="278"/>
                  </a:lnTo>
                  <a:lnTo>
                    <a:pt x="357" y="279"/>
                  </a:lnTo>
                  <a:lnTo>
                    <a:pt x="357" y="280"/>
                  </a:lnTo>
                  <a:lnTo>
                    <a:pt x="358" y="282"/>
                  </a:lnTo>
                  <a:lnTo>
                    <a:pt x="358" y="283"/>
                  </a:lnTo>
                  <a:lnTo>
                    <a:pt x="358" y="284"/>
                  </a:lnTo>
                  <a:lnTo>
                    <a:pt x="358" y="285"/>
                  </a:lnTo>
                  <a:lnTo>
                    <a:pt x="357" y="286"/>
                  </a:lnTo>
                  <a:lnTo>
                    <a:pt x="357" y="287"/>
                  </a:lnTo>
                  <a:lnTo>
                    <a:pt x="357" y="288"/>
                  </a:lnTo>
                  <a:lnTo>
                    <a:pt x="356" y="289"/>
                  </a:lnTo>
                  <a:lnTo>
                    <a:pt x="355" y="289"/>
                  </a:lnTo>
                  <a:lnTo>
                    <a:pt x="355" y="290"/>
                  </a:lnTo>
                  <a:lnTo>
                    <a:pt x="354" y="290"/>
                  </a:lnTo>
                  <a:lnTo>
                    <a:pt x="354" y="291"/>
                  </a:lnTo>
                  <a:lnTo>
                    <a:pt x="353" y="291"/>
                  </a:lnTo>
                  <a:lnTo>
                    <a:pt x="352" y="291"/>
                  </a:lnTo>
                  <a:lnTo>
                    <a:pt x="352" y="292"/>
                  </a:lnTo>
                  <a:lnTo>
                    <a:pt x="351" y="292"/>
                  </a:lnTo>
                  <a:lnTo>
                    <a:pt x="350" y="293"/>
                  </a:lnTo>
                  <a:lnTo>
                    <a:pt x="349" y="293"/>
                  </a:lnTo>
                  <a:lnTo>
                    <a:pt x="348" y="293"/>
                  </a:lnTo>
                  <a:lnTo>
                    <a:pt x="347" y="293"/>
                  </a:lnTo>
                  <a:lnTo>
                    <a:pt x="347" y="294"/>
                  </a:lnTo>
                  <a:lnTo>
                    <a:pt x="346" y="294"/>
                  </a:lnTo>
                  <a:lnTo>
                    <a:pt x="345" y="294"/>
                  </a:lnTo>
                  <a:lnTo>
                    <a:pt x="344" y="294"/>
                  </a:lnTo>
                  <a:lnTo>
                    <a:pt x="343" y="294"/>
                  </a:lnTo>
                  <a:lnTo>
                    <a:pt x="342" y="294"/>
                  </a:lnTo>
                  <a:lnTo>
                    <a:pt x="340" y="294"/>
                  </a:lnTo>
                  <a:lnTo>
                    <a:pt x="339" y="294"/>
                  </a:lnTo>
                  <a:lnTo>
                    <a:pt x="338" y="293"/>
                  </a:lnTo>
                  <a:lnTo>
                    <a:pt x="337" y="293"/>
                  </a:lnTo>
                  <a:lnTo>
                    <a:pt x="335" y="293"/>
                  </a:lnTo>
                  <a:lnTo>
                    <a:pt x="333" y="292"/>
                  </a:lnTo>
                  <a:lnTo>
                    <a:pt x="332" y="292"/>
                  </a:lnTo>
                  <a:lnTo>
                    <a:pt x="331" y="292"/>
                  </a:lnTo>
                  <a:lnTo>
                    <a:pt x="329" y="292"/>
                  </a:lnTo>
                  <a:lnTo>
                    <a:pt x="328" y="292"/>
                  </a:lnTo>
                  <a:lnTo>
                    <a:pt x="327" y="292"/>
                  </a:lnTo>
                  <a:lnTo>
                    <a:pt x="326" y="292"/>
                  </a:lnTo>
                  <a:lnTo>
                    <a:pt x="325" y="292"/>
                  </a:lnTo>
                  <a:lnTo>
                    <a:pt x="324" y="292"/>
                  </a:lnTo>
                  <a:lnTo>
                    <a:pt x="323" y="293"/>
                  </a:lnTo>
                  <a:lnTo>
                    <a:pt x="322" y="293"/>
                  </a:lnTo>
                  <a:lnTo>
                    <a:pt x="321" y="294"/>
                  </a:lnTo>
                  <a:lnTo>
                    <a:pt x="320" y="294"/>
                  </a:lnTo>
                  <a:lnTo>
                    <a:pt x="320" y="295"/>
                  </a:lnTo>
                  <a:lnTo>
                    <a:pt x="319" y="295"/>
                  </a:lnTo>
                  <a:lnTo>
                    <a:pt x="318" y="296"/>
                  </a:lnTo>
                  <a:lnTo>
                    <a:pt x="317" y="297"/>
                  </a:lnTo>
                  <a:lnTo>
                    <a:pt x="317" y="298"/>
                  </a:lnTo>
                  <a:lnTo>
                    <a:pt x="316" y="298"/>
                  </a:lnTo>
                  <a:lnTo>
                    <a:pt x="316" y="299"/>
                  </a:lnTo>
                  <a:lnTo>
                    <a:pt x="315" y="300"/>
                  </a:lnTo>
                  <a:lnTo>
                    <a:pt x="314" y="301"/>
                  </a:lnTo>
                  <a:lnTo>
                    <a:pt x="313" y="303"/>
                  </a:lnTo>
                  <a:lnTo>
                    <a:pt x="312" y="304"/>
                  </a:lnTo>
                  <a:lnTo>
                    <a:pt x="311" y="305"/>
                  </a:lnTo>
                  <a:lnTo>
                    <a:pt x="311" y="306"/>
                  </a:lnTo>
                  <a:lnTo>
                    <a:pt x="310" y="307"/>
                  </a:lnTo>
                  <a:lnTo>
                    <a:pt x="309" y="308"/>
                  </a:lnTo>
                  <a:lnTo>
                    <a:pt x="309" y="309"/>
                  </a:lnTo>
                  <a:lnTo>
                    <a:pt x="308" y="309"/>
                  </a:lnTo>
                  <a:lnTo>
                    <a:pt x="307" y="309"/>
                  </a:lnTo>
                  <a:lnTo>
                    <a:pt x="306" y="309"/>
                  </a:lnTo>
                  <a:lnTo>
                    <a:pt x="306" y="308"/>
                  </a:lnTo>
                  <a:lnTo>
                    <a:pt x="306" y="307"/>
                  </a:lnTo>
                  <a:lnTo>
                    <a:pt x="306" y="306"/>
                  </a:lnTo>
                  <a:lnTo>
                    <a:pt x="305" y="305"/>
                  </a:lnTo>
                  <a:lnTo>
                    <a:pt x="305" y="304"/>
                  </a:lnTo>
                  <a:lnTo>
                    <a:pt x="304" y="304"/>
                  </a:lnTo>
                  <a:lnTo>
                    <a:pt x="304" y="303"/>
                  </a:lnTo>
                  <a:lnTo>
                    <a:pt x="303" y="303"/>
                  </a:lnTo>
                  <a:lnTo>
                    <a:pt x="302" y="303"/>
                  </a:lnTo>
                  <a:lnTo>
                    <a:pt x="301" y="303"/>
                  </a:lnTo>
                  <a:lnTo>
                    <a:pt x="300" y="303"/>
                  </a:lnTo>
                  <a:lnTo>
                    <a:pt x="299" y="304"/>
                  </a:lnTo>
                  <a:lnTo>
                    <a:pt x="298" y="304"/>
                  </a:lnTo>
                  <a:lnTo>
                    <a:pt x="297" y="305"/>
                  </a:lnTo>
                  <a:lnTo>
                    <a:pt x="297" y="306"/>
                  </a:lnTo>
                  <a:lnTo>
                    <a:pt x="296" y="306"/>
                  </a:lnTo>
                  <a:lnTo>
                    <a:pt x="296" y="307"/>
                  </a:lnTo>
                  <a:lnTo>
                    <a:pt x="296" y="308"/>
                  </a:lnTo>
                  <a:lnTo>
                    <a:pt x="295" y="308"/>
                  </a:lnTo>
                  <a:lnTo>
                    <a:pt x="295" y="309"/>
                  </a:lnTo>
                  <a:lnTo>
                    <a:pt x="296" y="309"/>
                  </a:lnTo>
                  <a:lnTo>
                    <a:pt x="296" y="310"/>
                  </a:lnTo>
                  <a:lnTo>
                    <a:pt x="296" y="311"/>
                  </a:lnTo>
                  <a:lnTo>
                    <a:pt x="297" y="311"/>
                  </a:lnTo>
                  <a:lnTo>
                    <a:pt x="297" y="312"/>
                  </a:lnTo>
                  <a:lnTo>
                    <a:pt x="297" y="313"/>
                  </a:lnTo>
                  <a:lnTo>
                    <a:pt x="298" y="313"/>
                  </a:lnTo>
                  <a:lnTo>
                    <a:pt x="298" y="314"/>
                  </a:lnTo>
                  <a:lnTo>
                    <a:pt x="298" y="315"/>
                  </a:lnTo>
                  <a:lnTo>
                    <a:pt x="299" y="315"/>
                  </a:lnTo>
                  <a:lnTo>
                    <a:pt x="299" y="316"/>
                  </a:lnTo>
                  <a:lnTo>
                    <a:pt x="298" y="316"/>
                  </a:lnTo>
                  <a:lnTo>
                    <a:pt x="298" y="317"/>
                  </a:lnTo>
                  <a:lnTo>
                    <a:pt x="297" y="318"/>
                  </a:lnTo>
                  <a:lnTo>
                    <a:pt x="296" y="318"/>
                  </a:lnTo>
                  <a:lnTo>
                    <a:pt x="295" y="318"/>
                  </a:lnTo>
                  <a:lnTo>
                    <a:pt x="294" y="319"/>
                  </a:lnTo>
                  <a:lnTo>
                    <a:pt x="293" y="319"/>
                  </a:lnTo>
                  <a:lnTo>
                    <a:pt x="292" y="319"/>
                  </a:lnTo>
                  <a:lnTo>
                    <a:pt x="291" y="319"/>
                  </a:lnTo>
                  <a:lnTo>
                    <a:pt x="290" y="319"/>
                  </a:lnTo>
                  <a:lnTo>
                    <a:pt x="289" y="320"/>
                  </a:lnTo>
                  <a:lnTo>
                    <a:pt x="287" y="320"/>
                  </a:lnTo>
                  <a:lnTo>
                    <a:pt x="285" y="320"/>
                  </a:lnTo>
                  <a:lnTo>
                    <a:pt x="284" y="321"/>
                  </a:lnTo>
                  <a:lnTo>
                    <a:pt x="282" y="321"/>
                  </a:lnTo>
                  <a:lnTo>
                    <a:pt x="280" y="321"/>
                  </a:lnTo>
                  <a:lnTo>
                    <a:pt x="279" y="321"/>
                  </a:lnTo>
                  <a:lnTo>
                    <a:pt x="278" y="322"/>
                  </a:lnTo>
                  <a:lnTo>
                    <a:pt x="277" y="322"/>
                  </a:lnTo>
                  <a:lnTo>
                    <a:pt x="276" y="322"/>
                  </a:lnTo>
                  <a:lnTo>
                    <a:pt x="275" y="323"/>
                  </a:lnTo>
                  <a:lnTo>
                    <a:pt x="274" y="323"/>
                  </a:lnTo>
                  <a:lnTo>
                    <a:pt x="273" y="323"/>
                  </a:lnTo>
                  <a:lnTo>
                    <a:pt x="273" y="324"/>
                  </a:lnTo>
                  <a:lnTo>
                    <a:pt x="272" y="324"/>
                  </a:lnTo>
                  <a:lnTo>
                    <a:pt x="271" y="325"/>
                  </a:lnTo>
                  <a:lnTo>
                    <a:pt x="270" y="326"/>
                  </a:lnTo>
                  <a:lnTo>
                    <a:pt x="269" y="327"/>
                  </a:lnTo>
                  <a:lnTo>
                    <a:pt x="268" y="328"/>
                  </a:lnTo>
                  <a:lnTo>
                    <a:pt x="268" y="329"/>
                  </a:lnTo>
                  <a:lnTo>
                    <a:pt x="267" y="330"/>
                  </a:lnTo>
                  <a:lnTo>
                    <a:pt x="266" y="331"/>
                  </a:lnTo>
                  <a:lnTo>
                    <a:pt x="266" y="332"/>
                  </a:lnTo>
                  <a:lnTo>
                    <a:pt x="264" y="335"/>
                  </a:lnTo>
                  <a:lnTo>
                    <a:pt x="264" y="336"/>
                  </a:lnTo>
                  <a:lnTo>
                    <a:pt x="263" y="337"/>
                  </a:lnTo>
                  <a:lnTo>
                    <a:pt x="263" y="338"/>
                  </a:lnTo>
                  <a:lnTo>
                    <a:pt x="262" y="338"/>
                  </a:lnTo>
                  <a:lnTo>
                    <a:pt x="262" y="339"/>
                  </a:lnTo>
                  <a:lnTo>
                    <a:pt x="261" y="339"/>
                  </a:lnTo>
                  <a:lnTo>
                    <a:pt x="261" y="340"/>
                  </a:lnTo>
                  <a:lnTo>
                    <a:pt x="260" y="340"/>
                  </a:lnTo>
                  <a:lnTo>
                    <a:pt x="260" y="341"/>
                  </a:lnTo>
                  <a:lnTo>
                    <a:pt x="259" y="341"/>
                  </a:lnTo>
                  <a:lnTo>
                    <a:pt x="258" y="341"/>
                  </a:lnTo>
                  <a:lnTo>
                    <a:pt x="257" y="342"/>
                  </a:lnTo>
                  <a:lnTo>
                    <a:pt x="256" y="342"/>
                  </a:lnTo>
                  <a:lnTo>
                    <a:pt x="255" y="342"/>
                  </a:lnTo>
                  <a:lnTo>
                    <a:pt x="253" y="342"/>
                  </a:lnTo>
                  <a:lnTo>
                    <a:pt x="251" y="341"/>
                  </a:lnTo>
                  <a:lnTo>
                    <a:pt x="250" y="341"/>
                  </a:lnTo>
                  <a:lnTo>
                    <a:pt x="249" y="341"/>
                  </a:lnTo>
                  <a:lnTo>
                    <a:pt x="248" y="341"/>
                  </a:lnTo>
                  <a:lnTo>
                    <a:pt x="247" y="341"/>
                  </a:lnTo>
                  <a:lnTo>
                    <a:pt x="247" y="342"/>
                  </a:lnTo>
                  <a:lnTo>
                    <a:pt x="246" y="342"/>
                  </a:lnTo>
                  <a:lnTo>
                    <a:pt x="245" y="342"/>
                  </a:lnTo>
                  <a:lnTo>
                    <a:pt x="245" y="343"/>
                  </a:lnTo>
                  <a:lnTo>
                    <a:pt x="244" y="343"/>
                  </a:lnTo>
                  <a:lnTo>
                    <a:pt x="243" y="344"/>
                  </a:lnTo>
                  <a:lnTo>
                    <a:pt x="243" y="345"/>
                  </a:lnTo>
                  <a:lnTo>
                    <a:pt x="242" y="345"/>
                  </a:lnTo>
                  <a:lnTo>
                    <a:pt x="242" y="346"/>
                  </a:lnTo>
                  <a:lnTo>
                    <a:pt x="242" y="347"/>
                  </a:lnTo>
                  <a:lnTo>
                    <a:pt x="241" y="347"/>
                  </a:lnTo>
                  <a:lnTo>
                    <a:pt x="241" y="348"/>
                  </a:lnTo>
                  <a:lnTo>
                    <a:pt x="241" y="349"/>
                  </a:lnTo>
                  <a:lnTo>
                    <a:pt x="241" y="350"/>
                  </a:lnTo>
                  <a:lnTo>
                    <a:pt x="240" y="351"/>
                  </a:lnTo>
                  <a:lnTo>
                    <a:pt x="240" y="352"/>
                  </a:lnTo>
                  <a:lnTo>
                    <a:pt x="240" y="354"/>
                  </a:lnTo>
                  <a:lnTo>
                    <a:pt x="239" y="355"/>
                  </a:lnTo>
                  <a:lnTo>
                    <a:pt x="239" y="357"/>
                  </a:lnTo>
                  <a:lnTo>
                    <a:pt x="239" y="360"/>
                  </a:lnTo>
                  <a:lnTo>
                    <a:pt x="238" y="363"/>
                  </a:lnTo>
                  <a:lnTo>
                    <a:pt x="238" y="364"/>
                  </a:lnTo>
                  <a:lnTo>
                    <a:pt x="238" y="366"/>
                  </a:lnTo>
                  <a:lnTo>
                    <a:pt x="237" y="367"/>
                  </a:lnTo>
                  <a:lnTo>
                    <a:pt x="237" y="368"/>
                  </a:lnTo>
                  <a:lnTo>
                    <a:pt x="236" y="370"/>
                  </a:lnTo>
                  <a:lnTo>
                    <a:pt x="236" y="371"/>
                  </a:lnTo>
                  <a:lnTo>
                    <a:pt x="236" y="372"/>
                  </a:lnTo>
                  <a:lnTo>
                    <a:pt x="235" y="373"/>
                  </a:lnTo>
                  <a:lnTo>
                    <a:pt x="235" y="374"/>
                  </a:lnTo>
                  <a:lnTo>
                    <a:pt x="234" y="374"/>
                  </a:lnTo>
                  <a:lnTo>
                    <a:pt x="234" y="375"/>
                  </a:lnTo>
                  <a:lnTo>
                    <a:pt x="234" y="376"/>
                  </a:lnTo>
                  <a:lnTo>
                    <a:pt x="233" y="376"/>
                  </a:lnTo>
                  <a:lnTo>
                    <a:pt x="233" y="377"/>
                  </a:lnTo>
                  <a:lnTo>
                    <a:pt x="232" y="377"/>
                  </a:lnTo>
                  <a:lnTo>
                    <a:pt x="232" y="378"/>
                  </a:lnTo>
                  <a:lnTo>
                    <a:pt x="231" y="378"/>
                  </a:lnTo>
                  <a:lnTo>
                    <a:pt x="231" y="379"/>
                  </a:lnTo>
                  <a:lnTo>
                    <a:pt x="230" y="379"/>
                  </a:lnTo>
                  <a:lnTo>
                    <a:pt x="230" y="380"/>
                  </a:lnTo>
                  <a:lnTo>
                    <a:pt x="229" y="380"/>
                  </a:lnTo>
                  <a:lnTo>
                    <a:pt x="228" y="381"/>
                  </a:lnTo>
                  <a:lnTo>
                    <a:pt x="227" y="381"/>
                  </a:lnTo>
                  <a:lnTo>
                    <a:pt x="227" y="382"/>
                  </a:lnTo>
                  <a:lnTo>
                    <a:pt x="226" y="382"/>
                  </a:lnTo>
                  <a:lnTo>
                    <a:pt x="225" y="382"/>
                  </a:lnTo>
                  <a:lnTo>
                    <a:pt x="224" y="383"/>
                  </a:lnTo>
                  <a:lnTo>
                    <a:pt x="223" y="383"/>
                  </a:lnTo>
                  <a:lnTo>
                    <a:pt x="222" y="383"/>
                  </a:lnTo>
                  <a:lnTo>
                    <a:pt x="221" y="383"/>
                  </a:lnTo>
                  <a:lnTo>
                    <a:pt x="221" y="384"/>
                  </a:lnTo>
                  <a:lnTo>
                    <a:pt x="220" y="384"/>
                  </a:lnTo>
                  <a:lnTo>
                    <a:pt x="219" y="384"/>
                  </a:lnTo>
                  <a:lnTo>
                    <a:pt x="218" y="384"/>
                  </a:lnTo>
                  <a:lnTo>
                    <a:pt x="217" y="384"/>
                  </a:lnTo>
                  <a:lnTo>
                    <a:pt x="216" y="385"/>
                  </a:lnTo>
                  <a:lnTo>
                    <a:pt x="215" y="385"/>
                  </a:lnTo>
                  <a:lnTo>
                    <a:pt x="214" y="385"/>
                  </a:lnTo>
                  <a:lnTo>
                    <a:pt x="214" y="386"/>
                  </a:lnTo>
                  <a:lnTo>
                    <a:pt x="213" y="387"/>
                  </a:lnTo>
                  <a:lnTo>
                    <a:pt x="213" y="388"/>
                  </a:lnTo>
                  <a:lnTo>
                    <a:pt x="213" y="389"/>
                  </a:lnTo>
                  <a:lnTo>
                    <a:pt x="214" y="390"/>
                  </a:lnTo>
                  <a:lnTo>
                    <a:pt x="214" y="391"/>
                  </a:lnTo>
                  <a:lnTo>
                    <a:pt x="214" y="392"/>
                  </a:lnTo>
                  <a:lnTo>
                    <a:pt x="215" y="393"/>
                  </a:lnTo>
                  <a:lnTo>
                    <a:pt x="215" y="394"/>
                  </a:lnTo>
                  <a:lnTo>
                    <a:pt x="215" y="395"/>
                  </a:lnTo>
                  <a:lnTo>
                    <a:pt x="215" y="396"/>
                  </a:lnTo>
                  <a:lnTo>
                    <a:pt x="214" y="396"/>
                  </a:lnTo>
                  <a:lnTo>
                    <a:pt x="214" y="397"/>
                  </a:lnTo>
                  <a:lnTo>
                    <a:pt x="213" y="397"/>
                  </a:lnTo>
                  <a:lnTo>
                    <a:pt x="213" y="398"/>
                  </a:lnTo>
                  <a:lnTo>
                    <a:pt x="212" y="398"/>
                  </a:lnTo>
                  <a:lnTo>
                    <a:pt x="211" y="399"/>
                  </a:lnTo>
                  <a:lnTo>
                    <a:pt x="210" y="399"/>
                  </a:lnTo>
                  <a:lnTo>
                    <a:pt x="209" y="400"/>
                  </a:lnTo>
                  <a:lnTo>
                    <a:pt x="208" y="400"/>
                  </a:lnTo>
                  <a:lnTo>
                    <a:pt x="206" y="401"/>
                  </a:lnTo>
                  <a:lnTo>
                    <a:pt x="205" y="401"/>
                  </a:lnTo>
                  <a:lnTo>
                    <a:pt x="204" y="401"/>
                  </a:lnTo>
                  <a:lnTo>
                    <a:pt x="202" y="402"/>
                  </a:lnTo>
                  <a:lnTo>
                    <a:pt x="201" y="402"/>
                  </a:lnTo>
                  <a:lnTo>
                    <a:pt x="200" y="402"/>
                  </a:lnTo>
                  <a:lnTo>
                    <a:pt x="199" y="403"/>
                  </a:lnTo>
                  <a:lnTo>
                    <a:pt x="198" y="403"/>
                  </a:lnTo>
                  <a:lnTo>
                    <a:pt x="197" y="404"/>
                  </a:lnTo>
                  <a:lnTo>
                    <a:pt x="196" y="404"/>
                  </a:lnTo>
                  <a:lnTo>
                    <a:pt x="195" y="405"/>
                  </a:lnTo>
                  <a:lnTo>
                    <a:pt x="194" y="405"/>
                  </a:lnTo>
                  <a:lnTo>
                    <a:pt x="194" y="406"/>
                  </a:lnTo>
                  <a:lnTo>
                    <a:pt x="193" y="406"/>
                  </a:lnTo>
                  <a:lnTo>
                    <a:pt x="193" y="407"/>
                  </a:lnTo>
                  <a:lnTo>
                    <a:pt x="192" y="407"/>
                  </a:lnTo>
                  <a:lnTo>
                    <a:pt x="192" y="408"/>
                  </a:lnTo>
                  <a:lnTo>
                    <a:pt x="191" y="408"/>
                  </a:lnTo>
                  <a:lnTo>
                    <a:pt x="191" y="409"/>
                  </a:lnTo>
                  <a:lnTo>
                    <a:pt x="190" y="410"/>
                  </a:lnTo>
                  <a:lnTo>
                    <a:pt x="189" y="411"/>
                  </a:lnTo>
                  <a:lnTo>
                    <a:pt x="188" y="412"/>
                  </a:lnTo>
                  <a:lnTo>
                    <a:pt x="188" y="413"/>
                  </a:lnTo>
                  <a:lnTo>
                    <a:pt x="187" y="413"/>
                  </a:lnTo>
                  <a:lnTo>
                    <a:pt x="187" y="414"/>
                  </a:lnTo>
                  <a:lnTo>
                    <a:pt x="186" y="414"/>
                  </a:lnTo>
                  <a:lnTo>
                    <a:pt x="186" y="415"/>
                  </a:lnTo>
                  <a:lnTo>
                    <a:pt x="185" y="415"/>
                  </a:lnTo>
                  <a:lnTo>
                    <a:pt x="185" y="416"/>
                  </a:lnTo>
                  <a:lnTo>
                    <a:pt x="184" y="416"/>
                  </a:lnTo>
                  <a:lnTo>
                    <a:pt x="183" y="416"/>
                  </a:lnTo>
                  <a:lnTo>
                    <a:pt x="182" y="416"/>
                  </a:lnTo>
                  <a:lnTo>
                    <a:pt x="182" y="415"/>
                  </a:lnTo>
                  <a:lnTo>
                    <a:pt x="181" y="415"/>
                  </a:lnTo>
                  <a:lnTo>
                    <a:pt x="180" y="414"/>
                  </a:lnTo>
                  <a:lnTo>
                    <a:pt x="180" y="413"/>
                  </a:lnTo>
                  <a:lnTo>
                    <a:pt x="179" y="412"/>
                  </a:lnTo>
                  <a:lnTo>
                    <a:pt x="179" y="411"/>
                  </a:lnTo>
                  <a:lnTo>
                    <a:pt x="178" y="410"/>
                  </a:lnTo>
                  <a:lnTo>
                    <a:pt x="178" y="409"/>
                  </a:lnTo>
                  <a:lnTo>
                    <a:pt x="177" y="407"/>
                  </a:lnTo>
                  <a:lnTo>
                    <a:pt x="176" y="406"/>
                  </a:lnTo>
                  <a:lnTo>
                    <a:pt x="176" y="405"/>
                  </a:lnTo>
                  <a:lnTo>
                    <a:pt x="176" y="404"/>
                  </a:lnTo>
                  <a:lnTo>
                    <a:pt x="175" y="403"/>
                  </a:lnTo>
                  <a:lnTo>
                    <a:pt x="175" y="402"/>
                  </a:lnTo>
                  <a:lnTo>
                    <a:pt x="175" y="401"/>
                  </a:lnTo>
                  <a:lnTo>
                    <a:pt x="175" y="400"/>
                  </a:lnTo>
                  <a:lnTo>
                    <a:pt x="175" y="399"/>
                  </a:lnTo>
                  <a:lnTo>
                    <a:pt x="175" y="398"/>
                  </a:lnTo>
                  <a:lnTo>
                    <a:pt x="175" y="397"/>
                  </a:lnTo>
                  <a:lnTo>
                    <a:pt x="176" y="397"/>
                  </a:lnTo>
                  <a:lnTo>
                    <a:pt x="176" y="396"/>
                  </a:lnTo>
                  <a:lnTo>
                    <a:pt x="177" y="396"/>
                  </a:lnTo>
                  <a:lnTo>
                    <a:pt x="178" y="396"/>
                  </a:lnTo>
                  <a:lnTo>
                    <a:pt x="178" y="395"/>
                  </a:lnTo>
                  <a:lnTo>
                    <a:pt x="179" y="395"/>
                  </a:lnTo>
                  <a:lnTo>
                    <a:pt x="180" y="395"/>
                  </a:lnTo>
                  <a:lnTo>
                    <a:pt x="181" y="394"/>
                  </a:lnTo>
                  <a:lnTo>
                    <a:pt x="182" y="394"/>
                  </a:lnTo>
                  <a:lnTo>
                    <a:pt x="183" y="394"/>
                  </a:lnTo>
                  <a:lnTo>
                    <a:pt x="184" y="393"/>
                  </a:lnTo>
                  <a:lnTo>
                    <a:pt x="185" y="393"/>
                  </a:lnTo>
                  <a:lnTo>
                    <a:pt x="185" y="392"/>
                  </a:lnTo>
                  <a:lnTo>
                    <a:pt x="186" y="392"/>
                  </a:lnTo>
                  <a:lnTo>
                    <a:pt x="186" y="391"/>
                  </a:lnTo>
                  <a:lnTo>
                    <a:pt x="187" y="390"/>
                  </a:lnTo>
                  <a:lnTo>
                    <a:pt x="187" y="389"/>
                  </a:lnTo>
                  <a:lnTo>
                    <a:pt x="187" y="388"/>
                  </a:lnTo>
                  <a:lnTo>
                    <a:pt x="187" y="387"/>
                  </a:lnTo>
                  <a:lnTo>
                    <a:pt x="187" y="386"/>
                  </a:lnTo>
                  <a:lnTo>
                    <a:pt x="187" y="385"/>
                  </a:lnTo>
                  <a:lnTo>
                    <a:pt x="187" y="384"/>
                  </a:lnTo>
                  <a:lnTo>
                    <a:pt x="187" y="383"/>
                  </a:lnTo>
                  <a:lnTo>
                    <a:pt x="188" y="383"/>
                  </a:lnTo>
                  <a:lnTo>
                    <a:pt x="188" y="382"/>
                  </a:lnTo>
                  <a:lnTo>
                    <a:pt x="189" y="382"/>
                  </a:lnTo>
                  <a:lnTo>
                    <a:pt x="189" y="381"/>
                  </a:lnTo>
                  <a:lnTo>
                    <a:pt x="190" y="381"/>
                  </a:lnTo>
                  <a:lnTo>
                    <a:pt x="191" y="381"/>
                  </a:lnTo>
                  <a:lnTo>
                    <a:pt x="192" y="381"/>
                  </a:lnTo>
                  <a:lnTo>
                    <a:pt x="193" y="381"/>
                  </a:lnTo>
                  <a:lnTo>
                    <a:pt x="194" y="381"/>
                  </a:lnTo>
                  <a:lnTo>
                    <a:pt x="196" y="381"/>
                  </a:lnTo>
                  <a:lnTo>
                    <a:pt x="197" y="381"/>
                  </a:lnTo>
                  <a:lnTo>
                    <a:pt x="198" y="381"/>
                  </a:lnTo>
                  <a:lnTo>
                    <a:pt x="199" y="381"/>
                  </a:lnTo>
                  <a:lnTo>
                    <a:pt x="200" y="381"/>
                  </a:lnTo>
                  <a:lnTo>
                    <a:pt x="201" y="381"/>
                  </a:lnTo>
                  <a:lnTo>
                    <a:pt x="201" y="380"/>
                  </a:lnTo>
                  <a:lnTo>
                    <a:pt x="202" y="380"/>
                  </a:lnTo>
                  <a:lnTo>
                    <a:pt x="203" y="380"/>
                  </a:lnTo>
                  <a:lnTo>
                    <a:pt x="203" y="379"/>
                  </a:lnTo>
                  <a:lnTo>
                    <a:pt x="204" y="379"/>
                  </a:lnTo>
                  <a:lnTo>
                    <a:pt x="205" y="378"/>
                  </a:lnTo>
                  <a:lnTo>
                    <a:pt x="205" y="377"/>
                  </a:lnTo>
                  <a:lnTo>
                    <a:pt x="206" y="377"/>
                  </a:lnTo>
                  <a:lnTo>
                    <a:pt x="206" y="376"/>
                  </a:lnTo>
                  <a:lnTo>
                    <a:pt x="206" y="375"/>
                  </a:lnTo>
                  <a:lnTo>
                    <a:pt x="206" y="374"/>
                  </a:lnTo>
                  <a:lnTo>
                    <a:pt x="206" y="373"/>
                  </a:lnTo>
                  <a:lnTo>
                    <a:pt x="206" y="372"/>
                  </a:lnTo>
                  <a:lnTo>
                    <a:pt x="205" y="372"/>
                  </a:lnTo>
                  <a:lnTo>
                    <a:pt x="205" y="371"/>
                  </a:lnTo>
                  <a:lnTo>
                    <a:pt x="205" y="370"/>
                  </a:lnTo>
                  <a:lnTo>
                    <a:pt x="204" y="369"/>
                  </a:lnTo>
                  <a:lnTo>
                    <a:pt x="203" y="368"/>
                  </a:lnTo>
                  <a:lnTo>
                    <a:pt x="203" y="367"/>
                  </a:lnTo>
                  <a:lnTo>
                    <a:pt x="202" y="367"/>
                  </a:lnTo>
                  <a:lnTo>
                    <a:pt x="202" y="366"/>
                  </a:lnTo>
                  <a:lnTo>
                    <a:pt x="202" y="365"/>
                  </a:lnTo>
                  <a:lnTo>
                    <a:pt x="201" y="365"/>
                  </a:lnTo>
                  <a:lnTo>
                    <a:pt x="201" y="364"/>
                  </a:lnTo>
                  <a:lnTo>
                    <a:pt x="202" y="364"/>
                  </a:lnTo>
                  <a:lnTo>
                    <a:pt x="202" y="363"/>
                  </a:lnTo>
                  <a:lnTo>
                    <a:pt x="203" y="362"/>
                  </a:lnTo>
                  <a:lnTo>
                    <a:pt x="204" y="362"/>
                  </a:lnTo>
                  <a:lnTo>
                    <a:pt x="204" y="361"/>
                  </a:lnTo>
                  <a:lnTo>
                    <a:pt x="206" y="360"/>
                  </a:lnTo>
                  <a:lnTo>
                    <a:pt x="207" y="360"/>
                  </a:lnTo>
                  <a:lnTo>
                    <a:pt x="207" y="359"/>
                  </a:lnTo>
                  <a:lnTo>
                    <a:pt x="208" y="359"/>
                  </a:lnTo>
                  <a:lnTo>
                    <a:pt x="208" y="358"/>
                  </a:lnTo>
                  <a:lnTo>
                    <a:pt x="209" y="358"/>
                  </a:lnTo>
                  <a:lnTo>
                    <a:pt x="209" y="357"/>
                  </a:lnTo>
                  <a:lnTo>
                    <a:pt x="209" y="356"/>
                  </a:lnTo>
                  <a:lnTo>
                    <a:pt x="210" y="356"/>
                  </a:lnTo>
                  <a:lnTo>
                    <a:pt x="210" y="355"/>
                  </a:lnTo>
                  <a:lnTo>
                    <a:pt x="211" y="355"/>
                  </a:lnTo>
                  <a:lnTo>
                    <a:pt x="211" y="354"/>
                  </a:lnTo>
                  <a:lnTo>
                    <a:pt x="212" y="354"/>
                  </a:lnTo>
                  <a:lnTo>
                    <a:pt x="212" y="353"/>
                  </a:lnTo>
                  <a:lnTo>
                    <a:pt x="213" y="353"/>
                  </a:lnTo>
                  <a:lnTo>
                    <a:pt x="214" y="352"/>
                  </a:lnTo>
                  <a:lnTo>
                    <a:pt x="215" y="352"/>
                  </a:lnTo>
                  <a:lnTo>
                    <a:pt x="216" y="351"/>
                  </a:lnTo>
                  <a:lnTo>
                    <a:pt x="217" y="351"/>
                  </a:lnTo>
                  <a:lnTo>
                    <a:pt x="218" y="350"/>
                  </a:lnTo>
                  <a:lnTo>
                    <a:pt x="217" y="350"/>
                  </a:lnTo>
                  <a:lnTo>
                    <a:pt x="216" y="350"/>
                  </a:lnTo>
                  <a:lnTo>
                    <a:pt x="215" y="350"/>
                  </a:lnTo>
                  <a:lnTo>
                    <a:pt x="214" y="350"/>
                  </a:lnTo>
                  <a:lnTo>
                    <a:pt x="214" y="351"/>
                  </a:lnTo>
                  <a:lnTo>
                    <a:pt x="213" y="351"/>
                  </a:lnTo>
                  <a:lnTo>
                    <a:pt x="212" y="351"/>
                  </a:lnTo>
                  <a:lnTo>
                    <a:pt x="211" y="351"/>
                  </a:lnTo>
                  <a:lnTo>
                    <a:pt x="211" y="352"/>
                  </a:lnTo>
                  <a:lnTo>
                    <a:pt x="210" y="352"/>
                  </a:lnTo>
                  <a:lnTo>
                    <a:pt x="209" y="352"/>
                  </a:lnTo>
                  <a:lnTo>
                    <a:pt x="209" y="353"/>
                  </a:lnTo>
                  <a:lnTo>
                    <a:pt x="208" y="353"/>
                  </a:lnTo>
                  <a:lnTo>
                    <a:pt x="208" y="354"/>
                  </a:lnTo>
                  <a:lnTo>
                    <a:pt x="207" y="354"/>
                  </a:lnTo>
                  <a:lnTo>
                    <a:pt x="207" y="355"/>
                  </a:lnTo>
                  <a:lnTo>
                    <a:pt x="206" y="355"/>
                  </a:lnTo>
                  <a:lnTo>
                    <a:pt x="206" y="356"/>
                  </a:lnTo>
                  <a:lnTo>
                    <a:pt x="205" y="356"/>
                  </a:lnTo>
                  <a:lnTo>
                    <a:pt x="204" y="357"/>
                  </a:lnTo>
                  <a:lnTo>
                    <a:pt x="203" y="358"/>
                  </a:lnTo>
                  <a:lnTo>
                    <a:pt x="202" y="358"/>
                  </a:lnTo>
                  <a:lnTo>
                    <a:pt x="201" y="358"/>
                  </a:lnTo>
                  <a:lnTo>
                    <a:pt x="200" y="359"/>
                  </a:lnTo>
                  <a:lnTo>
                    <a:pt x="199" y="359"/>
                  </a:lnTo>
                  <a:lnTo>
                    <a:pt x="198" y="359"/>
                  </a:lnTo>
                  <a:lnTo>
                    <a:pt x="197" y="359"/>
                  </a:lnTo>
                  <a:lnTo>
                    <a:pt x="197" y="358"/>
                  </a:lnTo>
                  <a:lnTo>
                    <a:pt x="196" y="358"/>
                  </a:lnTo>
                  <a:lnTo>
                    <a:pt x="195" y="358"/>
                  </a:lnTo>
                  <a:lnTo>
                    <a:pt x="195" y="357"/>
                  </a:lnTo>
                  <a:lnTo>
                    <a:pt x="194" y="357"/>
                  </a:lnTo>
                  <a:lnTo>
                    <a:pt x="194" y="356"/>
                  </a:lnTo>
                  <a:lnTo>
                    <a:pt x="194" y="355"/>
                  </a:lnTo>
                  <a:lnTo>
                    <a:pt x="194" y="354"/>
                  </a:lnTo>
                  <a:lnTo>
                    <a:pt x="194" y="353"/>
                  </a:lnTo>
                  <a:lnTo>
                    <a:pt x="193" y="352"/>
                  </a:lnTo>
                  <a:lnTo>
                    <a:pt x="193" y="351"/>
                  </a:lnTo>
                  <a:lnTo>
                    <a:pt x="192" y="351"/>
                  </a:lnTo>
                  <a:lnTo>
                    <a:pt x="191" y="351"/>
                  </a:lnTo>
                  <a:lnTo>
                    <a:pt x="190" y="351"/>
                  </a:lnTo>
                  <a:lnTo>
                    <a:pt x="190" y="352"/>
                  </a:lnTo>
                  <a:lnTo>
                    <a:pt x="189" y="352"/>
                  </a:lnTo>
                  <a:lnTo>
                    <a:pt x="189" y="353"/>
                  </a:lnTo>
                  <a:lnTo>
                    <a:pt x="189" y="354"/>
                  </a:lnTo>
                  <a:lnTo>
                    <a:pt x="189" y="355"/>
                  </a:lnTo>
                  <a:lnTo>
                    <a:pt x="189" y="356"/>
                  </a:lnTo>
                  <a:lnTo>
                    <a:pt x="189" y="357"/>
                  </a:lnTo>
                  <a:lnTo>
                    <a:pt x="188" y="357"/>
                  </a:lnTo>
                  <a:lnTo>
                    <a:pt x="188" y="358"/>
                  </a:lnTo>
                  <a:lnTo>
                    <a:pt x="188" y="359"/>
                  </a:lnTo>
                  <a:lnTo>
                    <a:pt x="187" y="360"/>
                  </a:lnTo>
                  <a:lnTo>
                    <a:pt x="186" y="360"/>
                  </a:lnTo>
                  <a:lnTo>
                    <a:pt x="185" y="360"/>
                  </a:lnTo>
                  <a:lnTo>
                    <a:pt x="185" y="361"/>
                  </a:lnTo>
                  <a:lnTo>
                    <a:pt x="184" y="361"/>
                  </a:lnTo>
                  <a:lnTo>
                    <a:pt x="183" y="361"/>
                  </a:lnTo>
                  <a:lnTo>
                    <a:pt x="182" y="361"/>
                  </a:lnTo>
                  <a:lnTo>
                    <a:pt x="181" y="361"/>
                  </a:lnTo>
                  <a:lnTo>
                    <a:pt x="181" y="360"/>
                  </a:lnTo>
                  <a:lnTo>
                    <a:pt x="180" y="360"/>
                  </a:lnTo>
                  <a:lnTo>
                    <a:pt x="180" y="359"/>
                  </a:lnTo>
                  <a:lnTo>
                    <a:pt x="180" y="358"/>
                  </a:lnTo>
                  <a:lnTo>
                    <a:pt x="180" y="357"/>
                  </a:lnTo>
                  <a:lnTo>
                    <a:pt x="180" y="356"/>
                  </a:lnTo>
                  <a:lnTo>
                    <a:pt x="180" y="355"/>
                  </a:lnTo>
                  <a:lnTo>
                    <a:pt x="180" y="354"/>
                  </a:lnTo>
                  <a:lnTo>
                    <a:pt x="181" y="354"/>
                  </a:lnTo>
                  <a:lnTo>
                    <a:pt x="181" y="353"/>
                  </a:lnTo>
                  <a:lnTo>
                    <a:pt x="181" y="352"/>
                  </a:lnTo>
                  <a:lnTo>
                    <a:pt x="180" y="352"/>
                  </a:lnTo>
                  <a:lnTo>
                    <a:pt x="180" y="351"/>
                  </a:lnTo>
                  <a:lnTo>
                    <a:pt x="180" y="350"/>
                  </a:lnTo>
                  <a:lnTo>
                    <a:pt x="179" y="350"/>
                  </a:lnTo>
                  <a:lnTo>
                    <a:pt x="178" y="349"/>
                  </a:lnTo>
                  <a:lnTo>
                    <a:pt x="177" y="348"/>
                  </a:lnTo>
                  <a:lnTo>
                    <a:pt x="176" y="348"/>
                  </a:lnTo>
                  <a:lnTo>
                    <a:pt x="176" y="347"/>
                  </a:lnTo>
                  <a:lnTo>
                    <a:pt x="175" y="347"/>
                  </a:lnTo>
                  <a:lnTo>
                    <a:pt x="175" y="346"/>
                  </a:lnTo>
                  <a:lnTo>
                    <a:pt x="175" y="345"/>
                  </a:lnTo>
                  <a:lnTo>
                    <a:pt x="175" y="344"/>
                  </a:lnTo>
                  <a:lnTo>
                    <a:pt x="176" y="344"/>
                  </a:lnTo>
                  <a:lnTo>
                    <a:pt x="176" y="343"/>
                  </a:lnTo>
                  <a:lnTo>
                    <a:pt x="177" y="342"/>
                  </a:lnTo>
                  <a:lnTo>
                    <a:pt x="178" y="341"/>
                  </a:lnTo>
                  <a:lnTo>
                    <a:pt x="179" y="341"/>
                  </a:lnTo>
                  <a:lnTo>
                    <a:pt x="179" y="340"/>
                  </a:lnTo>
                  <a:lnTo>
                    <a:pt x="180" y="340"/>
                  </a:lnTo>
                  <a:lnTo>
                    <a:pt x="181" y="340"/>
                  </a:lnTo>
                  <a:lnTo>
                    <a:pt x="182" y="340"/>
                  </a:lnTo>
                  <a:lnTo>
                    <a:pt x="184" y="340"/>
                  </a:lnTo>
                  <a:lnTo>
                    <a:pt x="185" y="340"/>
                  </a:lnTo>
                  <a:lnTo>
                    <a:pt x="186" y="340"/>
                  </a:lnTo>
                  <a:lnTo>
                    <a:pt x="186" y="339"/>
                  </a:lnTo>
                  <a:lnTo>
                    <a:pt x="187" y="339"/>
                  </a:lnTo>
                  <a:lnTo>
                    <a:pt x="187" y="338"/>
                  </a:lnTo>
                  <a:lnTo>
                    <a:pt x="188" y="338"/>
                  </a:lnTo>
                  <a:lnTo>
                    <a:pt x="188" y="337"/>
                  </a:lnTo>
                  <a:lnTo>
                    <a:pt x="189" y="337"/>
                  </a:lnTo>
                  <a:lnTo>
                    <a:pt x="189" y="336"/>
                  </a:lnTo>
                  <a:lnTo>
                    <a:pt x="189" y="335"/>
                  </a:lnTo>
                  <a:lnTo>
                    <a:pt x="190" y="334"/>
                  </a:lnTo>
                  <a:lnTo>
                    <a:pt x="190" y="333"/>
                  </a:lnTo>
                  <a:lnTo>
                    <a:pt x="190" y="332"/>
                  </a:lnTo>
                  <a:lnTo>
                    <a:pt x="190" y="331"/>
                  </a:lnTo>
                  <a:lnTo>
                    <a:pt x="189" y="331"/>
                  </a:lnTo>
                  <a:lnTo>
                    <a:pt x="189" y="330"/>
                  </a:lnTo>
                  <a:lnTo>
                    <a:pt x="189" y="329"/>
                  </a:lnTo>
                  <a:lnTo>
                    <a:pt x="189" y="328"/>
                  </a:lnTo>
                  <a:lnTo>
                    <a:pt x="188" y="327"/>
                  </a:lnTo>
                  <a:lnTo>
                    <a:pt x="188" y="326"/>
                  </a:lnTo>
                  <a:lnTo>
                    <a:pt x="187" y="325"/>
                  </a:lnTo>
                  <a:lnTo>
                    <a:pt x="187" y="324"/>
                  </a:lnTo>
                  <a:lnTo>
                    <a:pt x="187" y="323"/>
                  </a:lnTo>
                  <a:lnTo>
                    <a:pt x="187" y="322"/>
                  </a:lnTo>
                  <a:lnTo>
                    <a:pt x="187" y="321"/>
                  </a:lnTo>
                  <a:lnTo>
                    <a:pt x="187" y="320"/>
                  </a:lnTo>
                  <a:lnTo>
                    <a:pt x="187" y="319"/>
                  </a:lnTo>
                  <a:lnTo>
                    <a:pt x="188" y="318"/>
                  </a:lnTo>
                  <a:lnTo>
                    <a:pt x="189" y="318"/>
                  </a:lnTo>
                  <a:lnTo>
                    <a:pt x="189" y="317"/>
                  </a:lnTo>
                  <a:lnTo>
                    <a:pt x="190" y="317"/>
                  </a:lnTo>
                  <a:lnTo>
                    <a:pt x="190" y="316"/>
                  </a:lnTo>
                  <a:lnTo>
                    <a:pt x="191" y="316"/>
                  </a:lnTo>
                  <a:lnTo>
                    <a:pt x="192" y="315"/>
                  </a:lnTo>
                  <a:lnTo>
                    <a:pt x="194" y="314"/>
                  </a:lnTo>
                  <a:lnTo>
                    <a:pt x="195" y="314"/>
                  </a:lnTo>
                  <a:lnTo>
                    <a:pt x="196" y="313"/>
                  </a:lnTo>
                  <a:lnTo>
                    <a:pt x="197" y="313"/>
                  </a:lnTo>
                  <a:lnTo>
                    <a:pt x="198" y="312"/>
                  </a:lnTo>
                  <a:lnTo>
                    <a:pt x="199" y="312"/>
                  </a:lnTo>
                  <a:lnTo>
                    <a:pt x="201" y="311"/>
                  </a:lnTo>
                  <a:lnTo>
                    <a:pt x="202" y="311"/>
                  </a:lnTo>
                  <a:lnTo>
                    <a:pt x="202" y="310"/>
                  </a:lnTo>
                  <a:lnTo>
                    <a:pt x="203" y="310"/>
                  </a:lnTo>
                  <a:lnTo>
                    <a:pt x="203" y="309"/>
                  </a:lnTo>
                  <a:lnTo>
                    <a:pt x="204" y="309"/>
                  </a:lnTo>
                  <a:lnTo>
                    <a:pt x="204" y="308"/>
                  </a:lnTo>
                  <a:lnTo>
                    <a:pt x="205" y="308"/>
                  </a:lnTo>
                  <a:lnTo>
                    <a:pt x="205" y="307"/>
                  </a:lnTo>
                  <a:lnTo>
                    <a:pt x="206" y="307"/>
                  </a:lnTo>
                  <a:lnTo>
                    <a:pt x="206" y="306"/>
                  </a:lnTo>
                  <a:lnTo>
                    <a:pt x="207" y="306"/>
                  </a:lnTo>
                  <a:lnTo>
                    <a:pt x="207" y="305"/>
                  </a:lnTo>
                  <a:lnTo>
                    <a:pt x="208" y="304"/>
                  </a:lnTo>
                  <a:lnTo>
                    <a:pt x="208" y="303"/>
                  </a:lnTo>
                  <a:lnTo>
                    <a:pt x="209" y="302"/>
                  </a:lnTo>
                  <a:lnTo>
                    <a:pt x="209" y="301"/>
                  </a:lnTo>
                  <a:lnTo>
                    <a:pt x="209" y="300"/>
                  </a:lnTo>
                  <a:lnTo>
                    <a:pt x="210" y="299"/>
                  </a:lnTo>
                  <a:lnTo>
                    <a:pt x="210" y="298"/>
                  </a:lnTo>
                  <a:lnTo>
                    <a:pt x="210" y="297"/>
                  </a:lnTo>
                  <a:lnTo>
                    <a:pt x="210" y="296"/>
                  </a:lnTo>
                  <a:lnTo>
                    <a:pt x="210" y="294"/>
                  </a:lnTo>
                  <a:lnTo>
                    <a:pt x="211" y="293"/>
                  </a:lnTo>
                  <a:lnTo>
                    <a:pt x="211" y="292"/>
                  </a:lnTo>
                  <a:lnTo>
                    <a:pt x="211" y="291"/>
                  </a:lnTo>
                  <a:lnTo>
                    <a:pt x="212" y="290"/>
                  </a:lnTo>
                  <a:lnTo>
                    <a:pt x="213" y="289"/>
                  </a:lnTo>
                  <a:lnTo>
                    <a:pt x="214" y="288"/>
                  </a:lnTo>
                  <a:lnTo>
                    <a:pt x="215" y="287"/>
                  </a:lnTo>
                  <a:lnTo>
                    <a:pt x="216" y="286"/>
                  </a:lnTo>
                  <a:lnTo>
                    <a:pt x="216" y="285"/>
                  </a:lnTo>
                  <a:lnTo>
                    <a:pt x="217" y="285"/>
                  </a:lnTo>
                  <a:lnTo>
                    <a:pt x="217" y="284"/>
                  </a:lnTo>
                  <a:lnTo>
                    <a:pt x="218" y="283"/>
                  </a:lnTo>
                  <a:lnTo>
                    <a:pt x="218" y="282"/>
                  </a:lnTo>
                  <a:lnTo>
                    <a:pt x="217" y="282"/>
                  </a:lnTo>
                  <a:lnTo>
                    <a:pt x="217" y="281"/>
                  </a:lnTo>
                  <a:lnTo>
                    <a:pt x="217" y="280"/>
                  </a:lnTo>
                  <a:lnTo>
                    <a:pt x="216" y="279"/>
                  </a:lnTo>
                  <a:lnTo>
                    <a:pt x="216" y="278"/>
                  </a:lnTo>
                  <a:lnTo>
                    <a:pt x="216" y="277"/>
                  </a:lnTo>
                  <a:lnTo>
                    <a:pt x="215" y="276"/>
                  </a:lnTo>
                  <a:lnTo>
                    <a:pt x="215" y="275"/>
                  </a:lnTo>
                  <a:lnTo>
                    <a:pt x="216" y="275"/>
                  </a:lnTo>
                  <a:lnTo>
                    <a:pt x="216" y="274"/>
                  </a:lnTo>
                  <a:lnTo>
                    <a:pt x="216" y="273"/>
                  </a:lnTo>
                  <a:lnTo>
                    <a:pt x="216" y="272"/>
                  </a:lnTo>
                  <a:lnTo>
                    <a:pt x="217" y="272"/>
                  </a:lnTo>
                  <a:lnTo>
                    <a:pt x="217" y="271"/>
                  </a:lnTo>
                  <a:lnTo>
                    <a:pt x="218" y="270"/>
                  </a:lnTo>
                  <a:lnTo>
                    <a:pt x="219" y="269"/>
                  </a:lnTo>
                  <a:lnTo>
                    <a:pt x="220" y="268"/>
                  </a:lnTo>
                  <a:lnTo>
                    <a:pt x="221" y="267"/>
                  </a:lnTo>
                  <a:lnTo>
                    <a:pt x="221" y="266"/>
                  </a:lnTo>
                  <a:lnTo>
                    <a:pt x="223" y="265"/>
                  </a:lnTo>
                  <a:lnTo>
                    <a:pt x="223" y="264"/>
                  </a:lnTo>
                  <a:lnTo>
                    <a:pt x="224" y="264"/>
                  </a:lnTo>
                  <a:lnTo>
                    <a:pt x="224" y="263"/>
                  </a:lnTo>
                  <a:lnTo>
                    <a:pt x="225" y="263"/>
                  </a:lnTo>
                  <a:lnTo>
                    <a:pt x="225" y="262"/>
                  </a:lnTo>
                  <a:lnTo>
                    <a:pt x="225" y="261"/>
                  </a:lnTo>
                  <a:lnTo>
                    <a:pt x="226" y="260"/>
                  </a:lnTo>
                  <a:lnTo>
                    <a:pt x="225" y="260"/>
                  </a:lnTo>
                  <a:lnTo>
                    <a:pt x="225" y="259"/>
                  </a:lnTo>
                  <a:lnTo>
                    <a:pt x="225" y="258"/>
                  </a:lnTo>
                  <a:lnTo>
                    <a:pt x="224" y="258"/>
                  </a:lnTo>
                  <a:lnTo>
                    <a:pt x="223" y="257"/>
                  </a:lnTo>
                  <a:lnTo>
                    <a:pt x="222" y="256"/>
                  </a:lnTo>
                  <a:lnTo>
                    <a:pt x="221" y="255"/>
                  </a:lnTo>
                  <a:lnTo>
                    <a:pt x="220" y="255"/>
                  </a:lnTo>
                  <a:lnTo>
                    <a:pt x="219" y="254"/>
                  </a:lnTo>
                  <a:lnTo>
                    <a:pt x="219" y="253"/>
                  </a:lnTo>
                  <a:lnTo>
                    <a:pt x="218" y="253"/>
                  </a:lnTo>
                  <a:lnTo>
                    <a:pt x="218" y="252"/>
                  </a:lnTo>
                  <a:lnTo>
                    <a:pt x="218" y="251"/>
                  </a:lnTo>
                  <a:lnTo>
                    <a:pt x="217" y="249"/>
                  </a:lnTo>
                  <a:lnTo>
                    <a:pt x="216" y="248"/>
                  </a:lnTo>
                  <a:lnTo>
                    <a:pt x="216" y="247"/>
                  </a:lnTo>
                  <a:lnTo>
                    <a:pt x="215" y="247"/>
                  </a:lnTo>
                  <a:lnTo>
                    <a:pt x="215" y="246"/>
                  </a:lnTo>
                  <a:lnTo>
                    <a:pt x="214" y="246"/>
                  </a:lnTo>
                  <a:lnTo>
                    <a:pt x="214" y="245"/>
                  </a:lnTo>
                  <a:lnTo>
                    <a:pt x="213" y="245"/>
                  </a:lnTo>
                  <a:lnTo>
                    <a:pt x="212" y="244"/>
                  </a:lnTo>
                  <a:lnTo>
                    <a:pt x="211" y="244"/>
                  </a:lnTo>
                  <a:lnTo>
                    <a:pt x="210" y="243"/>
                  </a:lnTo>
                  <a:lnTo>
                    <a:pt x="209" y="243"/>
                  </a:lnTo>
                  <a:lnTo>
                    <a:pt x="208" y="242"/>
                  </a:lnTo>
                  <a:lnTo>
                    <a:pt x="207" y="242"/>
                  </a:lnTo>
                  <a:lnTo>
                    <a:pt x="206" y="241"/>
                  </a:lnTo>
                  <a:lnTo>
                    <a:pt x="205" y="241"/>
                  </a:lnTo>
                  <a:lnTo>
                    <a:pt x="204" y="240"/>
                  </a:lnTo>
                  <a:lnTo>
                    <a:pt x="203" y="239"/>
                  </a:lnTo>
                  <a:lnTo>
                    <a:pt x="202" y="238"/>
                  </a:lnTo>
                  <a:lnTo>
                    <a:pt x="202" y="237"/>
                  </a:lnTo>
                  <a:lnTo>
                    <a:pt x="202" y="236"/>
                  </a:lnTo>
                  <a:lnTo>
                    <a:pt x="202" y="235"/>
                  </a:lnTo>
                  <a:lnTo>
                    <a:pt x="202" y="234"/>
                  </a:lnTo>
                  <a:lnTo>
                    <a:pt x="201" y="233"/>
                  </a:lnTo>
                  <a:lnTo>
                    <a:pt x="201" y="232"/>
                  </a:lnTo>
                  <a:lnTo>
                    <a:pt x="201" y="230"/>
                  </a:lnTo>
                  <a:lnTo>
                    <a:pt x="201" y="229"/>
                  </a:lnTo>
                  <a:lnTo>
                    <a:pt x="201" y="228"/>
                  </a:lnTo>
                  <a:lnTo>
                    <a:pt x="201" y="227"/>
                  </a:lnTo>
                  <a:lnTo>
                    <a:pt x="200" y="226"/>
                  </a:lnTo>
                  <a:lnTo>
                    <a:pt x="200" y="225"/>
                  </a:lnTo>
                  <a:lnTo>
                    <a:pt x="199" y="224"/>
                  </a:lnTo>
                  <a:lnTo>
                    <a:pt x="198" y="223"/>
                  </a:lnTo>
                  <a:lnTo>
                    <a:pt x="197" y="223"/>
                  </a:lnTo>
                  <a:lnTo>
                    <a:pt x="196" y="222"/>
                  </a:lnTo>
                  <a:lnTo>
                    <a:pt x="195" y="222"/>
                  </a:lnTo>
                  <a:lnTo>
                    <a:pt x="194" y="222"/>
                  </a:lnTo>
                  <a:lnTo>
                    <a:pt x="193" y="222"/>
                  </a:lnTo>
                  <a:lnTo>
                    <a:pt x="192" y="222"/>
                  </a:lnTo>
                  <a:lnTo>
                    <a:pt x="191" y="223"/>
                  </a:lnTo>
                  <a:lnTo>
                    <a:pt x="190" y="223"/>
                  </a:lnTo>
                  <a:lnTo>
                    <a:pt x="189" y="224"/>
                  </a:lnTo>
                  <a:lnTo>
                    <a:pt x="189" y="225"/>
                  </a:lnTo>
                  <a:lnTo>
                    <a:pt x="188" y="225"/>
                  </a:lnTo>
                  <a:lnTo>
                    <a:pt x="188" y="226"/>
                  </a:lnTo>
                  <a:lnTo>
                    <a:pt x="188" y="227"/>
                  </a:lnTo>
                  <a:lnTo>
                    <a:pt x="188" y="228"/>
                  </a:lnTo>
                  <a:lnTo>
                    <a:pt x="188" y="229"/>
                  </a:lnTo>
                  <a:lnTo>
                    <a:pt x="188" y="230"/>
                  </a:lnTo>
                  <a:lnTo>
                    <a:pt x="188" y="231"/>
                  </a:lnTo>
                  <a:lnTo>
                    <a:pt x="188" y="232"/>
                  </a:lnTo>
                  <a:lnTo>
                    <a:pt x="188" y="233"/>
                  </a:lnTo>
                  <a:lnTo>
                    <a:pt x="188" y="234"/>
                  </a:lnTo>
                  <a:lnTo>
                    <a:pt x="187" y="234"/>
                  </a:lnTo>
                  <a:lnTo>
                    <a:pt x="187" y="235"/>
                  </a:lnTo>
                  <a:lnTo>
                    <a:pt x="186" y="236"/>
                  </a:lnTo>
                  <a:lnTo>
                    <a:pt x="185" y="237"/>
                  </a:lnTo>
                  <a:lnTo>
                    <a:pt x="184" y="237"/>
                  </a:lnTo>
                  <a:lnTo>
                    <a:pt x="183" y="237"/>
                  </a:lnTo>
                  <a:lnTo>
                    <a:pt x="183" y="238"/>
                  </a:lnTo>
                  <a:lnTo>
                    <a:pt x="182" y="238"/>
                  </a:lnTo>
                  <a:lnTo>
                    <a:pt x="181" y="237"/>
                  </a:lnTo>
                  <a:lnTo>
                    <a:pt x="180" y="237"/>
                  </a:lnTo>
                  <a:lnTo>
                    <a:pt x="179" y="236"/>
                  </a:lnTo>
                  <a:lnTo>
                    <a:pt x="178" y="236"/>
                  </a:lnTo>
                  <a:lnTo>
                    <a:pt x="177" y="235"/>
                  </a:lnTo>
                  <a:lnTo>
                    <a:pt x="176" y="234"/>
                  </a:lnTo>
                  <a:lnTo>
                    <a:pt x="175" y="234"/>
                  </a:lnTo>
                  <a:lnTo>
                    <a:pt x="174" y="234"/>
                  </a:lnTo>
                  <a:lnTo>
                    <a:pt x="173" y="235"/>
                  </a:lnTo>
                  <a:lnTo>
                    <a:pt x="172" y="236"/>
                  </a:lnTo>
                  <a:lnTo>
                    <a:pt x="171" y="237"/>
                  </a:lnTo>
                  <a:lnTo>
                    <a:pt x="170" y="238"/>
                  </a:lnTo>
                  <a:lnTo>
                    <a:pt x="169" y="238"/>
                  </a:lnTo>
                  <a:lnTo>
                    <a:pt x="168" y="238"/>
                  </a:lnTo>
                  <a:lnTo>
                    <a:pt x="167" y="238"/>
                  </a:lnTo>
                  <a:lnTo>
                    <a:pt x="166" y="238"/>
                  </a:lnTo>
                  <a:lnTo>
                    <a:pt x="165" y="238"/>
                  </a:lnTo>
                  <a:lnTo>
                    <a:pt x="164" y="238"/>
                  </a:lnTo>
                  <a:lnTo>
                    <a:pt x="163" y="238"/>
                  </a:lnTo>
                  <a:lnTo>
                    <a:pt x="162" y="238"/>
                  </a:lnTo>
                  <a:lnTo>
                    <a:pt x="161" y="237"/>
                  </a:lnTo>
                  <a:lnTo>
                    <a:pt x="159" y="237"/>
                  </a:lnTo>
                  <a:lnTo>
                    <a:pt x="158" y="236"/>
                  </a:lnTo>
                  <a:lnTo>
                    <a:pt x="157" y="236"/>
                  </a:lnTo>
                  <a:lnTo>
                    <a:pt x="156" y="236"/>
                  </a:lnTo>
                  <a:lnTo>
                    <a:pt x="155" y="236"/>
                  </a:lnTo>
                  <a:lnTo>
                    <a:pt x="155" y="237"/>
                  </a:lnTo>
                  <a:lnTo>
                    <a:pt x="154" y="237"/>
                  </a:lnTo>
                  <a:lnTo>
                    <a:pt x="153" y="238"/>
                  </a:lnTo>
                  <a:lnTo>
                    <a:pt x="153" y="239"/>
                  </a:lnTo>
                  <a:lnTo>
                    <a:pt x="152" y="239"/>
                  </a:lnTo>
                  <a:lnTo>
                    <a:pt x="152" y="240"/>
                  </a:lnTo>
                  <a:lnTo>
                    <a:pt x="152" y="241"/>
                  </a:lnTo>
                  <a:lnTo>
                    <a:pt x="151" y="241"/>
                  </a:lnTo>
                  <a:lnTo>
                    <a:pt x="151" y="242"/>
                  </a:lnTo>
                  <a:lnTo>
                    <a:pt x="151" y="243"/>
                  </a:lnTo>
                  <a:lnTo>
                    <a:pt x="150" y="245"/>
                  </a:lnTo>
                  <a:lnTo>
                    <a:pt x="150" y="246"/>
                  </a:lnTo>
                  <a:lnTo>
                    <a:pt x="149" y="246"/>
                  </a:lnTo>
                  <a:lnTo>
                    <a:pt x="149" y="247"/>
                  </a:lnTo>
                  <a:lnTo>
                    <a:pt x="148" y="248"/>
                  </a:lnTo>
                  <a:lnTo>
                    <a:pt x="147" y="248"/>
                  </a:lnTo>
                  <a:lnTo>
                    <a:pt x="146" y="248"/>
                  </a:lnTo>
                  <a:lnTo>
                    <a:pt x="145" y="248"/>
                  </a:lnTo>
                  <a:lnTo>
                    <a:pt x="144" y="248"/>
                  </a:lnTo>
                  <a:lnTo>
                    <a:pt x="143" y="248"/>
                  </a:lnTo>
                  <a:lnTo>
                    <a:pt x="142" y="249"/>
                  </a:lnTo>
                  <a:lnTo>
                    <a:pt x="141" y="250"/>
                  </a:lnTo>
                  <a:lnTo>
                    <a:pt x="141" y="251"/>
                  </a:lnTo>
                  <a:lnTo>
                    <a:pt x="141" y="252"/>
                  </a:lnTo>
                  <a:lnTo>
                    <a:pt x="140" y="253"/>
                  </a:lnTo>
                  <a:lnTo>
                    <a:pt x="141" y="253"/>
                  </a:lnTo>
                  <a:lnTo>
                    <a:pt x="141" y="254"/>
                  </a:lnTo>
                  <a:lnTo>
                    <a:pt x="141" y="255"/>
                  </a:lnTo>
                  <a:lnTo>
                    <a:pt x="142" y="255"/>
                  </a:lnTo>
                  <a:lnTo>
                    <a:pt x="143" y="256"/>
                  </a:lnTo>
                  <a:lnTo>
                    <a:pt x="144" y="256"/>
                  </a:lnTo>
                  <a:lnTo>
                    <a:pt x="145" y="256"/>
                  </a:lnTo>
                  <a:lnTo>
                    <a:pt x="146" y="257"/>
                  </a:lnTo>
                  <a:lnTo>
                    <a:pt x="147" y="257"/>
                  </a:lnTo>
                  <a:lnTo>
                    <a:pt x="147" y="258"/>
                  </a:lnTo>
                  <a:lnTo>
                    <a:pt x="146" y="258"/>
                  </a:lnTo>
                  <a:lnTo>
                    <a:pt x="146" y="259"/>
                  </a:lnTo>
                  <a:lnTo>
                    <a:pt x="145" y="259"/>
                  </a:lnTo>
                  <a:lnTo>
                    <a:pt x="144" y="259"/>
                  </a:lnTo>
                  <a:lnTo>
                    <a:pt x="143" y="260"/>
                  </a:lnTo>
                  <a:lnTo>
                    <a:pt x="142" y="260"/>
                  </a:lnTo>
                  <a:lnTo>
                    <a:pt x="141" y="260"/>
                  </a:lnTo>
                  <a:lnTo>
                    <a:pt x="139" y="261"/>
                  </a:lnTo>
                  <a:lnTo>
                    <a:pt x="139" y="262"/>
                  </a:lnTo>
                  <a:lnTo>
                    <a:pt x="138" y="262"/>
                  </a:lnTo>
                  <a:lnTo>
                    <a:pt x="137" y="262"/>
                  </a:lnTo>
                  <a:lnTo>
                    <a:pt x="136" y="263"/>
                  </a:lnTo>
                  <a:lnTo>
                    <a:pt x="135" y="264"/>
                  </a:lnTo>
                  <a:lnTo>
                    <a:pt x="134" y="265"/>
                  </a:lnTo>
                  <a:lnTo>
                    <a:pt x="133" y="266"/>
                  </a:lnTo>
                  <a:lnTo>
                    <a:pt x="133" y="267"/>
                  </a:lnTo>
                  <a:lnTo>
                    <a:pt x="132" y="267"/>
                  </a:lnTo>
                  <a:lnTo>
                    <a:pt x="132" y="268"/>
                  </a:lnTo>
                  <a:lnTo>
                    <a:pt x="132" y="269"/>
                  </a:lnTo>
                  <a:lnTo>
                    <a:pt x="131" y="270"/>
                  </a:lnTo>
                  <a:lnTo>
                    <a:pt x="131" y="271"/>
                  </a:lnTo>
                  <a:lnTo>
                    <a:pt x="130" y="271"/>
                  </a:lnTo>
                  <a:lnTo>
                    <a:pt x="130" y="272"/>
                  </a:lnTo>
                  <a:lnTo>
                    <a:pt x="129" y="273"/>
                  </a:lnTo>
                  <a:lnTo>
                    <a:pt x="129" y="274"/>
                  </a:lnTo>
                  <a:lnTo>
                    <a:pt x="128" y="275"/>
                  </a:lnTo>
                  <a:lnTo>
                    <a:pt x="126" y="278"/>
                  </a:lnTo>
                  <a:lnTo>
                    <a:pt x="126" y="279"/>
                  </a:lnTo>
                  <a:lnTo>
                    <a:pt x="125" y="280"/>
                  </a:lnTo>
                  <a:lnTo>
                    <a:pt x="124" y="281"/>
                  </a:lnTo>
                  <a:lnTo>
                    <a:pt x="124" y="282"/>
                  </a:lnTo>
                  <a:lnTo>
                    <a:pt x="124" y="283"/>
                  </a:lnTo>
                  <a:lnTo>
                    <a:pt x="123" y="283"/>
                  </a:lnTo>
                  <a:lnTo>
                    <a:pt x="123" y="284"/>
                  </a:lnTo>
                  <a:lnTo>
                    <a:pt x="123" y="285"/>
                  </a:lnTo>
                  <a:lnTo>
                    <a:pt x="123" y="286"/>
                  </a:lnTo>
                  <a:lnTo>
                    <a:pt x="123" y="287"/>
                  </a:lnTo>
                  <a:lnTo>
                    <a:pt x="124" y="289"/>
                  </a:lnTo>
                  <a:lnTo>
                    <a:pt x="124" y="290"/>
                  </a:lnTo>
                  <a:lnTo>
                    <a:pt x="124" y="291"/>
                  </a:lnTo>
                  <a:lnTo>
                    <a:pt x="124" y="292"/>
                  </a:lnTo>
                  <a:lnTo>
                    <a:pt x="124" y="293"/>
                  </a:lnTo>
                  <a:lnTo>
                    <a:pt x="124" y="294"/>
                  </a:lnTo>
                  <a:lnTo>
                    <a:pt x="123" y="295"/>
                  </a:lnTo>
                  <a:lnTo>
                    <a:pt x="123" y="296"/>
                  </a:lnTo>
                  <a:lnTo>
                    <a:pt x="123" y="297"/>
                  </a:lnTo>
                  <a:lnTo>
                    <a:pt x="122" y="298"/>
                  </a:lnTo>
                  <a:lnTo>
                    <a:pt x="121" y="299"/>
                  </a:lnTo>
                  <a:lnTo>
                    <a:pt x="121" y="300"/>
                  </a:lnTo>
                  <a:lnTo>
                    <a:pt x="120" y="301"/>
                  </a:lnTo>
                  <a:lnTo>
                    <a:pt x="119" y="301"/>
                  </a:lnTo>
                  <a:lnTo>
                    <a:pt x="119" y="302"/>
                  </a:lnTo>
                  <a:lnTo>
                    <a:pt x="118" y="302"/>
                  </a:lnTo>
                  <a:lnTo>
                    <a:pt x="118" y="303"/>
                  </a:lnTo>
                  <a:lnTo>
                    <a:pt x="117" y="303"/>
                  </a:lnTo>
                  <a:lnTo>
                    <a:pt x="116" y="304"/>
                  </a:lnTo>
                  <a:lnTo>
                    <a:pt x="115" y="304"/>
                  </a:lnTo>
                  <a:lnTo>
                    <a:pt x="114" y="304"/>
                  </a:lnTo>
                  <a:lnTo>
                    <a:pt x="113" y="304"/>
                  </a:lnTo>
                  <a:lnTo>
                    <a:pt x="112" y="304"/>
                  </a:lnTo>
                  <a:lnTo>
                    <a:pt x="111" y="304"/>
                  </a:lnTo>
                  <a:lnTo>
                    <a:pt x="109" y="304"/>
                  </a:lnTo>
                  <a:lnTo>
                    <a:pt x="108" y="304"/>
                  </a:lnTo>
                  <a:lnTo>
                    <a:pt x="107" y="304"/>
                  </a:lnTo>
                  <a:lnTo>
                    <a:pt x="106" y="304"/>
                  </a:lnTo>
                  <a:lnTo>
                    <a:pt x="105" y="304"/>
                  </a:lnTo>
                  <a:lnTo>
                    <a:pt x="104" y="304"/>
                  </a:lnTo>
                  <a:lnTo>
                    <a:pt x="103" y="304"/>
                  </a:lnTo>
                  <a:lnTo>
                    <a:pt x="102" y="304"/>
                  </a:lnTo>
                  <a:lnTo>
                    <a:pt x="102" y="305"/>
                  </a:lnTo>
                  <a:lnTo>
                    <a:pt x="101" y="305"/>
                  </a:lnTo>
                  <a:lnTo>
                    <a:pt x="101" y="306"/>
                  </a:lnTo>
                  <a:lnTo>
                    <a:pt x="100" y="306"/>
                  </a:lnTo>
                  <a:lnTo>
                    <a:pt x="100" y="307"/>
                  </a:lnTo>
                  <a:lnTo>
                    <a:pt x="100" y="308"/>
                  </a:lnTo>
                  <a:lnTo>
                    <a:pt x="99" y="308"/>
                  </a:lnTo>
                  <a:lnTo>
                    <a:pt x="99" y="309"/>
                  </a:lnTo>
                  <a:lnTo>
                    <a:pt x="98" y="311"/>
                  </a:lnTo>
                  <a:lnTo>
                    <a:pt x="97" y="312"/>
                  </a:lnTo>
                  <a:lnTo>
                    <a:pt x="97" y="313"/>
                  </a:lnTo>
                  <a:lnTo>
                    <a:pt x="96" y="313"/>
                  </a:lnTo>
                  <a:lnTo>
                    <a:pt x="96" y="314"/>
                  </a:lnTo>
                  <a:lnTo>
                    <a:pt x="95" y="314"/>
                  </a:lnTo>
                  <a:lnTo>
                    <a:pt x="95" y="315"/>
                  </a:lnTo>
                  <a:lnTo>
                    <a:pt x="94" y="315"/>
                  </a:lnTo>
                  <a:lnTo>
                    <a:pt x="94" y="316"/>
                  </a:lnTo>
                  <a:lnTo>
                    <a:pt x="93" y="316"/>
                  </a:lnTo>
                  <a:lnTo>
                    <a:pt x="92" y="316"/>
                  </a:lnTo>
                  <a:lnTo>
                    <a:pt x="91" y="316"/>
                  </a:lnTo>
                  <a:lnTo>
                    <a:pt x="90" y="316"/>
                  </a:lnTo>
                  <a:lnTo>
                    <a:pt x="89" y="316"/>
                  </a:lnTo>
                  <a:lnTo>
                    <a:pt x="87" y="316"/>
                  </a:lnTo>
                  <a:lnTo>
                    <a:pt x="87" y="317"/>
                  </a:lnTo>
                  <a:lnTo>
                    <a:pt x="86" y="317"/>
                  </a:lnTo>
                  <a:lnTo>
                    <a:pt x="85" y="317"/>
                  </a:lnTo>
                  <a:lnTo>
                    <a:pt x="84" y="317"/>
                  </a:lnTo>
                  <a:lnTo>
                    <a:pt x="83" y="317"/>
                  </a:lnTo>
                  <a:lnTo>
                    <a:pt x="82" y="318"/>
                  </a:lnTo>
                  <a:lnTo>
                    <a:pt x="81" y="319"/>
                  </a:lnTo>
                  <a:lnTo>
                    <a:pt x="81" y="320"/>
                  </a:lnTo>
                  <a:lnTo>
                    <a:pt x="81" y="321"/>
                  </a:lnTo>
                  <a:lnTo>
                    <a:pt x="80" y="322"/>
                  </a:lnTo>
                  <a:lnTo>
                    <a:pt x="80" y="323"/>
                  </a:lnTo>
                  <a:lnTo>
                    <a:pt x="80" y="324"/>
                  </a:lnTo>
                  <a:lnTo>
                    <a:pt x="80" y="325"/>
                  </a:lnTo>
                  <a:lnTo>
                    <a:pt x="79" y="326"/>
                  </a:lnTo>
                  <a:lnTo>
                    <a:pt x="79" y="327"/>
                  </a:lnTo>
                  <a:lnTo>
                    <a:pt x="78" y="327"/>
                  </a:lnTo>
                  <a:lnTo>
                    <a:pt x="78" y="328"/>
                  </a:lnTo>
                  <a:lnTo>
                    <a:pt x="77" y="328"/>
                  </a:lnTo>
                  <a:lnTo>
                    <a:pt x="76" y="328"/>
                  </a:lnTo>
                  <a:lnTo>
                    <a:pt x="75" y="328"/>
                  </a:lnTo>
                  <a:lnTo>
                    <a:pt x="74" y="328"/>
                  </a:lnTo>
                  <a:lnTo>
                    <a:pt x="73" y="328"/>
                  </a:lnTo>
                  <a:lnTo>
                    <a:pt x="71" y="328"/>
                  </a:lnTo>
                  <a:lnTo>
                    <a:pt x="70" y="328"/>
                  </a:lnTo>
                  <a:lnTo>
                    <a:pt x="69" y="328"/>
                  </a:lnTo>
                  <a:lnTo>
                    <a:pt x="68" y="328"/>
                  </a:lnTo>
                  <a:lnTo>
                    <a:pt x="67" y="328"/>
                  </a:lnTo>
                  <a:lnTo>
                    <a:pt x="66" y="328"/>
                  </a:lnTo>
                  <a:lnTo>
                    <a:pt x="65" y="329"/>
                  </a:lnTo>
                  <a:lnTo>
                    <a:pt x="64" y="329"/>
                  </a:lnTo>
                  <a:lnTo>
                    <a:pt x="63" y="329"/>
                  </a:lnTo>
                  <a:lnTo>
                    <a:pt x="63" y="330"/>
                  </a:lnTo>
                  <a:lnTo>
                    <a:pt x="63" y="331"/>
                  </a:lnTo>
                  <a:lnTo>
                    <a:pt x="62" y="332"/>
                  </a:lnTo>
                  <a:lnTo>
                    <a:pt x="62" y="333"/>
                  </a:lnTo>
                  <a:lnTo>
                    <a:pt x="62" y="334"/>
                  </a:lnTo>
                  <a:lnTo>
                    <a:pt x="62" y="335"/>
                  </a:lnTo>
                  <a:lnTo>
                    <a:pt x="62" y="336"/>
                  </a:lnTo>
                  <a:lnTo>
                    <a:pt x="62" y="337"/>
                  </a:lnTo>
                  <a:lnTo>
                    <a:pt x="62" y="338"/>
                  </a:lnTo>
                  <a:lnTo>
                    <a:pt x="61" y="339"/>
                  </a:lnTo>
                  <a:lnTo>
                    <a:pt x="60" y="340"/>
                  </a:lnTo>
                  <a:lnTo>
                    <a:pt x="59" y="340"/>
                  </a:lnTo>
                  <a:lnTo>
                    <a:pt x="58" y="340"/>
                  </a:lnTo>
                  <a:lnTo>
                    <a:pt x="57" y="340"/>
                  </a:lnTo>
                  <a:lnTo>
                    <a:pt x="56" y="340"/>
                  </a:lnTo>
                  <a:lnTo>
                    <a:pt x="55" y="341"/>
                  </a:lnTo>
                  <a:lnTo>
                    <a:pt x="54" y="341"/>
                  </a:lnTo>
                  <a:lnTo>
                    <a:pt x="54" y="342"/>
                  </a:lnTo>
                  <a:lnTo>
                    <a:pt x="54" y="343"/>
                  </a:lnTo>
                  <a:lnTo>
                    <a:pt x="54" y="344"/>
                  </a:lnTo>
                  <a:lnTo>
                    <a:pt x="53" y="344"/>
                  </a:lnTo>
                  <a:lnTo>
                    <a:pt x="54" y="345"/>
                  </a:lnTo>
                  <a:lnTo>
                    <a:pt x="54" y="346"/>
                  </a:lnTo>
                  <a:lnTo>
                    <a:pt x="54" y="347"/>
                  </a:lnTo>
                  <a:lnTo>
                    <a:pt x="54" y="349"/>
                  </a:lnTo>
                  <a:lnTo>
                    <a:pt x="54" y="350"/>
                  </a:lnTo>
                  <a:lnTo>
                    <a:pt x="54" y="351"/>
                  </a:lnTo>
                  <a:lnTo>
                    <a:pt x="53" y="352"/>
                  </a:lnTo>
                  <a:lnTo>
                    <a:pt x="53" y="353"/>
                  </a:lnTo>
                  <a:lnTo>
                    <a:pt x="53" y="354"/>
                  </a:lnTo>
                  <a:lnTo>
                    <a:pt x="52" y="355"/>
                  </a:lnTo>
                  <a:lnTo>
                    <a:pt x="52" y="356"/>
                  </a:lnTo>
                  <a:lnTo>
                    <a:pt x="51" y="357"/>
                  </a:lnTo>
                  <a:lnTo>
                    <a:pt x="51" y="358"/>
                  </a:lnTo>
                  <a:lnTo>
                    <a:pt x="51" y="359"/>
                  </a:lnTo>
                  <a:lnTo>
                    <a:pt x="50" y="359"/>
                  </a:lnTo>
                  <a:lnTo>
                    <a:pt x="50" y="360"/>
                  </a:lnTo>
                  <a:lnTo>
                    <a:pt x="50" y="361"/>
                  </a:lnTo>
                  <a:lnTo>
                    <a:pt x="50" y="362"/>
                  </a:lnTo>
                  <a:lnTo>
                    <a:pt x="50" y="363"/>
                  </a:lnTo>
                  <a:lnTo>
                    <a:pt x="51" y="364"/>
                  </a:lnTo>
                  <a:lnTo>
                    <a:pt x="51" y="365"/>
                  </a:lnTo>
                  <a:close/>
                </a:path>
              </a:pathLst>
            </a:custGeom>
            <a:grpFill/>
            <a:ln w="28575">
              <a:noFill/>
              <a:prstDash val="sysDot"/>
              <a:round/>
              <a:headEnd/>
              <a:tailEnd/>
            </a:ln>
          </p:spPr>
          <p:txBody>
            <a:bodyPr/>
            <a:lstStyle/>
            <a:p>
              <a:pPr>
                <a:defRPr/>
              </a:pPr>
              <a:endParaRPr lang="zh-CN" altLang="en-US" kern="0" dirty="0">
                <a:solidFill>
                  <a:prstClr val="black"/>
                </a:solidFill>
                <a:ea typeface="微软雅黑" pitchFamily="34" charset="-122"/>
              </a:endParaRPr>
            </a:p>
          </p:txBody>
        </p:sp>
        <p:sp>
          <p:nvSpPr>
            <p:cNvPr id="29" name="Freeform 29"/>
            <p:cNvSpPr>
              <a:spLocks/>
            </p:cNvSpPr>
            <p:nvPr/>
          </p:nvSpPr>
          <p:spPr bwMode="auto">
            <a:xfrm>
              <a:off x="5869712" y="2779824"/>
              <a:ext cx="149225" cy="257175"/>
            </a:xfrm>
            <a:custGeom>
              <a:avLst/>
              <a:gdLst>
                <a:gd name="T0" fmla="*/ 2147483647 w 81"/>
                <a:gd name="T1" fmla="*/ 2147483647 h 135"/>
                <a:gd name="T2" fmla="*/ 2147483647 w 81"/>
                <a:gd name="T3" fmla="*/ 2147483647 h 135"/>
                <a:gd name="T4" fmla="*/ 2147483647 w 81"/>
                <a:gd name="T5" fmla="*/ 2147483647 h 135"/>
                <a:gd name="T6" fmla="*/ 2147483647 w 81"/>
                <a:gd name="T7" fmla="*/ 2147483647 h 135"/>
                <a:gd name="T8" fmla="*/ 2147483647 w 81"/>
                <a:gd name="T9" fmla="*/ 2147483647 h 135"/>
                <a:gd name="T10" fmla="*/ 2147483647 w 81"/>
                <a:gd name="T11" fmla="*/ 2147483647 h 135"/>
                <a:gd name="T12" fmla="*/ 2147483647 w 81"/>
                <a:gd name="T13" fmla="*/ 2147483647 h 135"/>
                <a:gd name="T14" fmla="*/ 2147483647 w 81"/>
                <a:gd name="T15" fmla="*/ 2147483647 h 135"/>
                <a:gd name="T16" fmla="*/ 2147483647 w 81"/>
                <a:gd name="T17" fmla="*/ 2147483647 h 135"/>
                <a:gd name="T18" fmla="*/ 2147483647 w 81"/>
                <a:gd name="T19" fmla="*/ 2147483647 h 135"/>
                <a:gd name="T20" fmla="*/ 2147483647 w 81"/>
                <a:gd name="T21" fmla="*/ 2147483647 h 135"/>
                <a:gd name="T22" fmla="*/ 2147483647 w 81"/>
                <a:gd name="T23" fmla="*/ 2147483647 h 135"/>
                <a:gd name="T24" fmla="*/ 2147483647 w 81"/>
                <a:gd name="T25" fmla="*/ 2147483647 h 135"/>
                <a:gd name="T26" fmla="*/ 2147483647 w 81"/>
                <a:gd name="T27" fmla="*/ 2147483647 h 135"/>
                <a:gd name="T28" fmla="*/ 2147483647 w 81"/>
                <a:gd name="T29" fmla="*/ 2147483647 h 135"/>
                <a:gd name="T30" fmla="*/ 2147483647 w 81"/>
                <a:gd name="T31" fmla="*/ 2147483647 h 135"/>
                <a:gd name="T32" fmla="*/ 2147483647 w 81"/>
                <a:gd name="T33" fmla="*/ 2147483647 h 135"/>
                <a:gd name="T34" fmla="*/ 2147483647 w 81"/>
                <a:gd name="T35" fmla="*/ 2147483647 h 135"/>
                <a:gd name="T36" fmla="*/ 2147483647 w 81"/>
                <a:gd name="T37" fmla="*/ 2147483647 h 135"/>
                <a:gd name="T38" fmla="*/ 2147483647 w 81"/>
                <a:gd name="T39" fmla="*/ 2147483647 h 135"/>
                <a:gd name="T40" fmla="*/ 2147483647 w 81"/>
                <a:gd name="T41" fmla="*/ 2147483647 h 135"/>
                <a:gd name="T42" fmla="*/ 2147483647 w 81"/>
                <a:gd name="T43" fmla="*/ 2147483647 h 135"/>
                <a:gd name="T44" fmla="*/ 2147483647 w 81"/>
                <a:gd name="T45" fmla="*/ 2147483647 h 135"/>
                <a:gd name="T46" fmla="*/ 2147483647 w 81"/>
                <a:gd name="T47" fmla="*/ 2147483647 h 135"/>
                <a:gd name="T48" fmla="*/ 2147483647 w 81"/>
                <a:gd name="T49" fmla="*/ 2147483647 h 135"/>
                <a:gd name="T50" fmla="*/ 2147483647 w 81"/>
                <a:gd name="T51" fmla="*/ 2147483647 h 135"/>
                <a:gd name="T52" fmla="*/ 2147483647 w 81"/>
                <a:gd name="T53" fmla="*/ 2147483647 h 135"/>
                <a:gd name="T54" fmla="*/ 2147483647 w 81"/>
                <a:gd name="T55" fmla="*/ 2147483647 h 135"/>
                <a:gd name="T56" fmla="*/ 2147483647 w 81"/>
                <a:gd name="T57" fmla="*/ 2147483647 h 135"/>
                <a:gd name="T58" fmla="*/ 2147483647 w 81"/>
                <a:gd name="T59" fmla="*/ 2147483647 h 135"/>
                <a:gd name="T60" fmla="*/ 2147483647 w 81"/>
                <a:gd name="T61" fmla="*/ 2147483647 h 135"/>
                <a:gd name="T62" fmla="*/ 2147483647 w 81"/>
                <a:gd name="T63" fmla="*/ 2147483647 h 135"/>
                <a:gd name="T64" fmla="*/ 2147483647 w 81"/>
                <a:gd name="T65" fmla="*/ 2147483647 h 135"/>
                <a:gd name="T66" fmla="*/ 2147483647 w 81"/>
                <a:gd name="T67" fmla="*/ 2147483647 h 135"/>
                <a:gd name="T68" fmla="*/ 2147483647 w 81"/>
                <a:gd name="T69" fmla="*/ 2147483647 h 135"/>
                <a:gd name="T70" fmla="*/ 2147483647 w 81"/>
                <a:gd name="T71" fmla="*/ 2147483647 h 135"/>
                <a:gd name="T72" fmla="*/ 2147483647 w 81"/>
                <a:gd name="T73" fmla="*/ 2147483647 h 135"/>
                <a:gd name="T74" fmla="*/ 2147483647 w 81"/>
                <a:gd name="T75" fmla="*/ 2147483647 h 135"/>
                <a:gd name="T76" fmla="*/ 2147483647 w 81"/>
                <a:gd name="T77" fmla="*/ 2147483647 h 135"/>
                <a:gd name="T78" fmla="*/ 2147483647 w 81"/>
                <a:gd name="T79" fmla="*/ 2147483647 h 135"/>
                <a:gd name="T80" fmla="*/ 2147483647 w 81"/>
                <a:gd name="T81" fmla="*/ 2147483647 h 135"/>
                <a:gd name="T82" fmla="*/ 2147483647 w 81"/>
                <a:gd name="T83" fmla="*/ 2147483647 h 135"/>
                <a:gd name="T84" fmla="*/ 0 w 81"/>
                <a:gd name="T85" fmla="*/ 2147483647 h 135"/>
                <a:gd name="T86" fmla="*/ 2147483647 w 81"/>
                <a:gd name="T87" fmla="*/ 2147483647 h 135"/>
                <a:gd name="T88" fmla="*/ 2147483647 w 81"/>
                <a:gd name="T89" fmla="*/ 2147483647 h 135"/>
                <a:gd name="T90" fmla="*/ 2147483647 w 81"/>
                <a:gd name="T91" fmla="*/ 2147483647 h 135"/>
                <a:gd name="T92" fmla="*/ 2147483647 w 81"/>
                <a:gd name="T93" fmla="*/ 2147483647 h 135"/>
                <a:gd name="T94" fmla="*/ 2147483647 w 81"/>
                <a:gd name="T95" fmla="*/ 2147483647 h 135"/>
                <a:gd name="T96" fmla="*/ 2147483647 w 81"/>
                <a:gd name="T97" fmla="*/ 2147483647 h 135"/>
                <a:gd name="T98" fmla="*/ 2147483647 w 81"/>
                <a:gd name="T99" fmla="*/ 2147483647 h 135"/>
                <a:gd name="T100" fmla="*/ 2147483647 w 81"/>
                <a:gd name="T101" fmla="*/ 2147483647 h 135"/>
                <a:gd name="T102" fmla="*/ 2147483647 w 81"/>
                <a:gd name="T103" fmla="*/ 2147483647 h 135"/>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81"/>
                <a:gd name="T157" fmla="*/ 0 h 135"/>
                <a:gd name="T158" fmla="*/ 81 w 81"/>
                <a:gd name="T159" fmla="*/ 135 h 135"/>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81" h="135">
                  <a:moveTo>
                    <a:pt x="55" y="130"/>
                  </a:moveTo>
                  <a:lnTo>
                    <a:pt x="55" y="129"/>
                  </a:lnTo>
                  <a:lnTo>
                    <a:pt x="55" y="128"/>
                  </a:lnTo>
                  <a:lnTo>
                    <a:pt x="56" y="127"/>
                  </a:lnTo>
                  <a:lnTo>
                    <a:pt x="56" y="126"/>
                  </a:lnTo>
                  <a:lnTo>
                    <a:pt x="56" y="125"/>
                  </a:lnTo>
                  <a:lnTo>
                    <a:pt x="57" y="124"/>
                  </a:lnTo>
                  <a:lnTo>
                    <a:pt x="57" y="123"/>
                  </a:lnTo>
                  <a:lnTo>
                    <a:pt x="57" y="122"/>
                  </a:lnTo>
                  <a:lnTo>
                    <a:pt x="58" y="122"/>
                  </a:lnTo>
                  <a:lnTo>
                    <a:pt x="58" y="121"/>
                  </a:lnTo>
                  <a:lnTo>
                    <a:pt x="59" y="121"/>
                  </a:lnTo>
                  <a:lnTo>
                    <a:pt x="59" y="120"/>
                  </a:lnTo>
                  <a:lnTo>
                    <a:pt x="60" y="120"/>
                  </a:lnTo>
                  <a:lnTo>
                    <a:pt x="60" y="119"/>
                  </a:lnTo>
                  <a:lnTo>
                    <a:pt x="61" y="118"/>
                  </a:lnTo>
                  <a:lnTo>
                    <a:pt x="62" y="118"/>
                  </a:lnTo>
                  <a:lnTo>
                    <a:pt x="62" y="117"/>
                  </a:lnTo>
                  <a:lnTo>
                    <a:pt x="64" y="116"/>
                  </a:lnTo>
                  <a:lnTo>
                    <a:pt x="65" y="115"/>
                  </a:lnTo>
                  <a:lnTo>
                    <a:pt x="66" y="114"/>
                  </a:lnTo>
                  <a:lnTo>
                    <a:pt x="67" y="113"/>
                  </a:lnTo>
                  <a:lnTo>
                    <a:pt x="67" y="112"/>
                  </a:lnTo>
                  <a:lnTo>
                    <a:pt x="68" y="112"/>
                  </a:lnTo>
                  <a:lnTo>
                    <a:pt x="68" y="111"/>
                  </a:lnTo>
                  <a:lnTo>
                    <a:pt x="68" y="110"/>
                  </a:lnTo>
                  <a:lnTo>
                    <a:pt x="68" y="109"/>
                  </a:lnTo>
                  <a:lnTo>
                    <a:pt x="67" y="108"/>
                  </a:lnTo>
                  <a:lnTo>
                    <a:pt x="67" y="107"/>
                  </a:lnTo>
                  <a:lnTo>
                    <a:pt x="66" y="106"/>
                  </a:lnTo>
                  <a:lnTo>
                    <a:pt x="66" y="105"/>
                  </a:lnTo>
                  <a:lnTo>
                    <a:pt x="65" y="104"/>
                  </a:lnTo>
                  <a:lnTo>
                    <a:pt x="65" y="103"/>
                  </a:lnTo>
                  <a:lnTo>
                    <a:pt x="65" y="102"/>
                  </a:lnTo>
                  <a:lnTo>
                    <a:pt x="65" y="101"/>
                  </a:lnTo>
                  <a:lnTo>
                    <a:pt x="65" y="100"/>
                  </a:lnTo>
                  <a:lnTo>
                    <a:pt x="65" y="99"/>
                  </a:lnTo>
                  <a:lnTo>
                    <a:pt x="66" y="98"/>
                  </a:lnTo>
                  <a:lnTo>
                    <a:pt x="66" y="97"/>
                  </a:lnTo>
                  <a:lnTo>
                    <a:pt x="67" y="96"/>
                  </a:lnTo>
                  <a:lnTo>
                    <a:pt x="67" y="95"/>
                  </a:lnTo>
                  <a:lnTo>
                    <a:pt x="68" y="94"/>
                  </a:lnTo>
                  <a:lnTo>
                    <a:pt x="70" y="93"/>
                  </a:lnTo>
                  <a:lnTo>
                    <a:pt x="72" y="91"/>
                  </a:lnTo>
                  <a:lnTo>
                    <a:pt x="73" y="90"/>
                  </a:lnTo>
                  <a:lnTo>
                    <a:pt x="74" y="89"/>
                  </a:lnTo>
                  <a:lnTo>
                    <a:pt x="75" y="89"/>
                  </a:lnTo>
                  <a:lnTo>
                    <a:pt x="75" y="88"/>
                  </a:lnTo>
                  <a:lnTo>
                    <a:pt x="76" y="88"/>
                  </a:lnTo>
                  <a:lnTo>
                    <a:pt x="77" y="87"/>
                  </a:lnTo>
                  <a:lnTo>
                    <a:pt x="78" y="87"/>
                  </a:lnTo>
                  <a:lnTo>
                    <a:pt x="79" y="86"/>
                  </a:lnTo>
                  <a:lnTo>
                    <a:pt x="80" y="86"/>
                  </a:lnTo>
                  <a:lnTo>
                    <a:pt x="81" y="86"/>
                  </a:lnTo>
                  <a:lnTo>
                    <a:pt x="75" y="73"/>
                  </a:lnTo>
                  <a:lnTo>
                    <a:pt x="70" y="72"/>
                  </a:lnTo>
                  <a:lnTo>
                    <a:pt x="63" y="68"/>
                  </a:lnTo>
                  <a:lnTo>
                    <a:pt x="63" y="66"/>
                  </a:lnTo>
                  <a:lnTo>
                    <a:pt x="66" y="64"/>
                  </a:lnTo>
                  <a:lnTo>
                    <a:pt x="65" y="55"/>
                  </a:lnTo>
                  <a:lnTo>
                    <a:pt x="67" y="54"/>
                  </a:lnTo>
                  <a:lnTo>
                    <a:pt x="67" y="53"/>
                  </a:lnTo>
                  <a:lnTo>
                    <a:pt x="65" y="52"/>
                  </a:lnTo>
                  <a:lnTo>
                    <a:pt x="59" y="52"/>
                  </a:lnTo>
                  <a:lnTo>
                    <a:pt x="57" y="56"/>
                  </a:lnTo>
                  <a:lnTo>
                    <a:pt x="55" y="56"/>
                  </a:lnTo>
                  <a:lnTo>
                    <a:pt x="53" y="53"/>
                  </a:lnTo>
                  <a:lnTo>
                    <a:pt x="51" y="53"/>
                  </a:lnTo>
                  <a:lnTo>
                    <a:pt x="49" y="51"/>
                  </a:lnTo>
                  <a:lnTo>
                    <a:pt x="49" y="46"/>
                  </a:lnTo>
                  <a:lnTo>
                    <a:pt x="45" y="43"/>
                  </a:lnTo>
                  <a:lnTo>
                    <a:pt x="44" y="42"/>
                  </a:lnTo>
                  <a:lnTo>
                    <a:pt x="41" y="39"/>
                  </a:lnTo>
                  <a:lnTo>
                    <a:pt x="41" y="34"/>
                  </a:lnTo>
                  <a:lnTo>
                    <a:pt x="38" y="31"/>
                  </a:lnTo>
                  <a:lnTo>
                    <a:pt x="38" y="24"/>
                  </a:lnTo>
                  <a:lnTo>
                    <a:pt x="40" y="20"/>
                  </a:lnTo>
                  <a:lnTo>
                    <a:pt x="51" y="19"/>
                  </a:lnTo>
                  <a:lnTo>
                    <a:pt x="53" y="18"/>
                  </a:lnTo>
                  <a:lnTo>
                    <a:pt x="52" y="14"/>
                  </a:lnTo>
                  <a:lnTo>
                    <a:pt x="45" y="15"/>
                  </a:lnTo>
                  <a:lnTo>
                    <a:pt x="44" y="11"/>
                  </a:lnTo>
                  <a:lnTo>
                    <a:pt x="38" y="7"/>
                  </a:lnTo>
                  <a:lnTo>
                    <a:pt x="38" y="5"/>
                  </a:lnTo>
                  <a:lnTo>
                    <a:pt x="40" y="3"/>
                  </a:lnTo>
                  <a:lnTo>
                    <a:pt x="37" y="0"/>
                  </a:lnTo>
                  <a:lnTo>
                    <a:pt x="35" y="1"/>
                  </a:lnTo>
                  <a:lnTo>
                    <a:pt x="30" y="4"/>
                  </a:lnTo>
                  <a:lnTo>
                    <a:pt x="30" y="6"/>
                  </a:lnTo>
                  <a:lnTo>
                    <a:pt x="21" y="14"/>
                  </a:lnTo>
                  <a:lnTo>
                    <a:pt x="21" y="15"/>
                  </a:lnTo>
                  <a:lnTo>
                    <a:pt x="15" y="19"/>
                  </a:lnTo>
                  <a:lnTo>
                    <a:pt x="16" y="20"/>
                  </a:lnTo>
                  <a:lnTo>
                    <a:pt x="16" y="26"/>
                  </a:lnTo>
                  <a:lnTo>
                    <a:pt x="15" y="28"/>
                  </a:lnTo>
                  <a:lnTo>
                    <a:pt x="15" y="32"/>
                  </a:lnTo>
                  <a:lnTo>
                    <a:pt x="19" y="35"/>
                  </a:lnTo>
                  <a:lnTo>
                    <a:pt x="19" y="50"/>
                  </a:lnTo>
                  <a:lnTo>
                    <a:pt x="18" y="52"/>
                  </a:lnTo>
                  <a:lnTo>
                    <a:pt x="9" y="52"/>
                  </a:lnTo>
                  <a:lnTo>
                    <a:pt x="7" y="50"/>
                  </a:lnTo>
                  <a:lnTo>
                    <a:pt x="4" y="53"/>
                  </a:lnTo>
                  <a:lnTo>
                    <a:pt x="0" y="59"/>
                  </a:lnTo>
                  <a:lnTo>
                    <a:pt x="0" y="62"/>
                  </a:lnTo>
                  <a:lnTo>
                    <a:pt x="2" y="63"/>
                  </a:lnTo>
                  <a:lnTo>
                    <a:pt x="1" y="66"/>
                  </a:lnTo>
                  <a:lnTo>
                    <a:pt x="4" y="70"/>
                  </a:lnTo>
                  <a:lnTo>
                    <a:pt x="4" y="76"/>
                  </a:lnTo>
                  <a:lnTo>
                    <a:pt x="6" y="77"/>
                  </a:lnTo>
                  <a:lnTo>
                    <a:pt x="8" y="79"/>
                  </a:lnTo>
                  <a:lnTo>
                    <a:pt x="9" y="91"/>
                  </a:lnTo>
                  <a:lnTo>
                    <a:pt x="12" y="93"/>
                  </a:lnTo>
                  <a:lnTo>
                    <a:pt x="13" y="93"/>
                  </a:lnTo>
                  <a:lnTo>
                    <a:pt x="13" y="96"/>
                  </a:lnTo>
                  <a:lnTo>
                    <a:pt x="10" y="102"/>
                  </a:lnTo>
                  <a:lnTo>
                    <a:pt x="5" y="104"/>
                  </a:lnTo>
                  <a:lnTo>
                    <a:pt x="1" y="109"/>
                  </a:lnTo>
                  <a:lnTo>
                    <a:pt x="1" y="115"/>
                  </a:lnTo>
                  <a:lnTo>
                    <a:pt x="2" y="118"/>
                  </a:lnTo>
                  <a:lnTo>
                    <a:pt x="3" y="118"/>
                  </a:lnTo>
                  <a:lnTo>
                    <a:pt x="4" y="126"/>
                  </a:lnTo>
                  <a:lnTo>
                    <a:pt x="11" y="126"/>
                  </a:lnTo>
                  <a:lnTo>
                    <a:pt x="14" y="128"/>
                  </a:lnTo>
                  <a:lnTo>
                    <a:pt x="23" y="128"/>
                  </a:lnTo>
                  <a:lnTo>
                    <a:pt x="26" y="130"/>
                  </a:lnTo>
                  <a:lnTo>
                    <a:pt x="26" y="132"/>
                  </a:lnTo>
                  <a:lnTo>
                    <a:pt x="27" y="134"/>
                  </a:lnTo>
                  <a:lnTo>
                    <a:pt x="36" y="132"/>
                  </a:lnTo>
                  <a:lnTo>
                    <a:pt x="39" y="135"/>
                  </a:lnTo>
                  <a:lnTo>
                    <a:pt x="46" y="130"/>
                  </a:lnTo>
                  <a:lnTo>
                    <a:pt x="55" y="130"/>
                  </a:lnTo>
                  <a:close/>
                </a:path>
              </a:pathLst>
            </a:custGeom>
            <a:grpFill/>
            <a:ln w="28575">
              <a:noFill/>
              <a:prstDash val="sysDot"/>
              <a:round/>
              <a:headEnd/>
              <a:tailEnd/>
            </a:ln>
          </p:spPr>
          <p:txBody>
            <a:bodyPr/>
            <a:lstStyle/>
            <a:p>
              <a:endParaRPr lang="zh-CN" altLang="en-US" kern="0" dirty="0">
                <a:solidFill>
                  <a:prstClr val="black"/>
                </a:solidFill>
                <a:ea typeface="微软雅黑" pitchFamily="34" charset="-122"/>
              </a:endParaRPr>
            </a:p>
          </p:txBody>
        </p:sp>
        <p:sp>
          <p:nvSpPr>
            <p:cNvPr id="30" name="Freeform 30"/>
            <p:cNvSpPr>
              <a:spLocks noEditPoints="1"/>
            </p:cNvSpPr>
            <p:nvPr/>
          </p:nvSpPr>
          <p:spPr bwMode="auto">
            <a:xfrm>
              <a:off x="5509349" y="2416286"/>
              <a:ext cx="644525" cy="936625"/>
            </a:xfrm>
            <a:custGeom>
              <a:avLst/>
              <a:gdLst>
                <a:gd name="T0" fmla="*/ 2147483647 w 352"/>
                <a:gd name="T1" fmla="*/ 2147483647 h 491"/>
                <a:gd name="T2" fmla="*/ 2147483647 w 352"/>
                <a:gd name="T3" fmla="*/ 2147483647 h 491"/>
                <a:gd name="T4" fmla="*/ 2147483647 w 352"/>
                <a:gd name="T5" fmla="*/ 2147483647 h 491"/>
                <a:gd name="T6" fmla="*/ 2147483647 w 352"/>
                <a:gd name="T7" fmla="*/ 2147483647 h 491"/>
                <a:gd name="T8" fmla="*/ 2147483647 w 352"/>
                <a:gd name="T9" fmla="*/ 0 h 491"/>
                <a:gd name="T10" fmla="*/ 2147483647 w 352"/>
                <a:gd name="T11" fmla="*/ 2147483647 h 491"/>
                <a:gd name="T12" fmla="*/ 2147483647 w 352"/>
                <a:gd name="T13" fmla="*/ 2147483647 h 491"/>
                <a:gd name="T14" fmla="*/ 2147483647 w 352"/>
                <a:gd name="T15" fmla="*/ 2147483647 h 491"/>
                <a:gd name="T16" fmla="*/ 2147483647 w 352"/>
                <a:gd name="T17" fmla="*/ 2147483647 h 491"/>
                <a:gd name="T18" fmla="*/ 2147483647 w 352"/>
                <a:gd name="T19" fmla="*/ 2147483647 h 491"/>
                <a:gd name="T20" fmla="*/ 2147483647 w 352"/>
                <a:gd name="T21" fmla="*/ 2147483647 h 491"/>
                <a:gd name="T22" fmla="*/ 2147483647 w 352"/>
                <a:gd name="T23" fmla="*/ 2147483647 h 491"/>
                <a:gd name="T24" fmla="*/ 2147483647 w 352"/>
                <a:gd name="T25" fmla="*/ 2147483647 h 491"/>
                <a:gd name="T26" fmla="*/ 2147483647 w 352"/>
                <a:gd name="T27" fmla="*/ 2147483647 h 491"/>
                <a:gd name="T28" fmla="*/ 2147483647 w 352"/>
                <a:gd name="T29" fmla="*/ 2147483647 h 491"/>
                <a:gd name="T30" fmla="*/ 2147483647 w 352"/>
                <a:gd name="T31" fmla="*/ 2147483647 h 491"/>
                <a:gd name="T32" fmla="*/ 2147483647 w 352"/>
                <a:gd name="T33" fmla="*/ 2147483647 h 491"/>
                <a:gd name="T34" fmla="*/ 2147483647 w 352"/>
                <a:gd name="T35" fmla="*/ 2147483647 h 491"/>
                <a:gd name="T36" fmla="*/ 2147483647 w 352"/>
                <a:gd name="T37" fmla="*/ 2147483647 h 491"/>
                <a:gd name="T38" fmla="*/ 2147483647 w 352"/>
                <a:gd name="T39" fmla="*/ 2147483647 h 491"/>
                <a:gd name="T40" fmla="*/ 2147483647 w 352"/>
                <a:gd name="T41" fmla="*/ 2147483647 h 491"/>
                <a:gd name="T42" fmla="*/ 2147483647 w 352"/>
                <a:gd name="T43" fmla="*/ 2147483647 h 491"/>
                <a:gd name="T44" fmla="*/ 2147483647 w 352"/>
                <a:gd name="T45" fmla="*/ 2147483647 h 491"/>
                <a:gd name="T46" fmla="*/ 2147483647 w 352"/>
                <a:gd name="T47" fmla="*/ 2147483647 h 491"/>
                <a:gd name="T48" fmla="*/ 2147483647 w 352"/>
                <a:gd name="T49" fmla="*/ 2147483647 h 491"/>
                <a:gd name="T50" fmla="*/ 2147483647 w 352"/>
                <a:gd name="T51" fmla="*/ 2147483647 h 491"/>
                <a:gd name="T52" fmla="*/ 2147483647 w 352"/>
                <a:gd name="T53" fmla="*/ 2147483647 h 491"/>
                <a:gd name="T54" fmla="*/ 2147483647 w 352"/>
                <a:gd name="T55" fmla="*/ 2147483647 h 491"/>
                <a:gd name="T56" fmla="*/ 2147483647 w 352"/>
                <a:gd name="T57" fmla="*/ 2147483647 h 491"/>
                <a:gd name="T58" fmla="*/ 2147483647 w 352"/>
                <a:gd name="T59" fmla="*/ 2147483647 h 491"/>
                <a:gd name="T60" fmla="*/ 2147483647 w 352"/>
                <a:gd name="T61" fmla="*/ 2147483647 h 491"/>
                <a:gd name="T62" fmla="*/ 2147483647 w 352"/>
                <a:gd name="T63" fmla="*/ 2147483647 h 491"/>
                <a:gd name="T64" fmla="*/ 2147483647 w 352"/>
                <a:gd name="T65" fmla="*/ 2147483647 h 491"/>
                <a:gd name="T66" fmla="*/ 2147483647 w 352"/>
                <a:gd name="T67" fmla="*/ 2147483647 h 491"/>
                <a:gd name="T68" fmla="*/ 2147483647 w 352"/>
                <a:gd name="T69" fmla="*/ 2147483647 h 491"/>
                <a:gd name="T70" fmla="*/ 2147483647 w 352"/>
                <a:gd name="T71" fmla="*/ 2147483647 h 491"/>
                <a:gd name="T72" fmla="*/ 2147483647 w 352"/>
                <a:gd name="T73" fmla="*/ 2147483647 h 491"/>
                <a:gd name="T74" fmla="*/ 2147483647 w 352"/>
                <a:gd name="T75" fmla="*/ 2147483647 h 491"/>
                <a:gd name="T76" fmla="*/ 2147483647 w 352"/>
                <a:gd name="T77" fmla="*/ 2147483647 h 491"/>
                <a:gd name="T78" fmla="*/ 2147483647 w 352"/>
                <a:gd name="T79" fmla="*/ 2147483647 h 491"/>
                <a:gd name="T80" fmla="*/ 2147483647 w 352"/>
                <a:gd name="T81" fmla="*/ 2147483647 h 491"/>
                <a:gd name="T82" fmla="*/ 2147483647 w 352"/>
                <a:gd name="T83" fmla="*/ 2147483647 h 491"/>
                <a:gd name="T84" fmla="*/ 2147483647 w 352"/>
                <a:gd name="T85" fmla="*/ 2147483647 h 491"/>
                <a:gd name="T86" fmla="*/ 2147483647 w 352"/>
                <a:gd name="T87" fmla="*/ 2147483647 h 491"/>
                <a:gd name="T88" fmla="*/ 2147483647 w 352"/>
                <a:gd name="T89" fmla="*/ 2147483647 h 491"/>
                <a:gd name="T90" fmla="*/ 2147483647 w 352"/>
                <a:gd name="T91" fmla="*/ 2147483647 h 491"/>
                <a:gd name="T92" fmla="*/ 2147483647 w 352"/>
                <a:gd name="T93" fmla="*/ 2147483647 h 491"/>
                <a:gd name="T94" fmla="*/ 2147483647 w 352"/>
                <a:gd name="T95" fmla="*/ 2147483647 h 491"/>
                <a:gd name="T96" fmla="*/ 2147483647 w 352"/>
                <a:gd name="T97" fmla="*/ 2147483647 h 491"/>
                <a:gd name="T98" fmla="*/ 2147483647 w 352"/>
                <a:gd name="T99" fmla="*/ 2147483647 h 491"/>
                <a:gd name="T100" fmla="*/ 2147483647 w 352"/>
                <a:gd name="T101" fmla="*/ 2147483647 h 491"/>
                <a:gd name="T102" fmla="*/ 2147483647 w 352"/>
                <a:gd name="T103" fmla="*/ 2147483647 h 491"/>
                <a:gd name="T104" fmla="*/ 2147483647 w 352"/>
                <a:gd name="T105" fmla="*/ 2147483647 h 491"/>
                <a:gd name="T106" fmla="*/ 2147483647 w 352"/>
                <a:gd name="T107" fmla="*/ 2147483647 h 491"/>
                <a:gd name="T108" fmla="*/ 2147483647 w 352"/>
                <a:gd name="T109" fmla="*/ 2147483647 h 491"/>
                <a:gd name="T110" fmla="*/ 2147483647 w 352"/>
                <a:gd name="T111" fmla="*/ 2147483647 h 491"/>
                <a:gd name="T112" fmla="*/ 2147483647 w 352"/>
                <a:gd name="T113" fmla="*/ 2147483647 h 491"/>
                <a:gd name="T114" fmla="*/ 2147483647 w 352"/>
                <a:gd name="T115" fmla="*/ 2147483647 h 491"/>
                <a:gd name="T116" fmla="*/ 2147483647 w 352"/>
                <a:gd name="T117" fmla="*/ 2147483647 h 491"/>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352"/>
                <a:gd name="T178" fmla="*/ 0 h 491"/>
                <a:gd name="T179" fmla="*/ 352 w 352"/>
                <a:gd name="T180" fmla="*/ 491 h 491"/>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352" h="491">
                  <a:moveTo>
                    <a:pt x="326" y="144"/>
                  </a:moveTo>
                  <a:lnTo>
                    <a:pt x="323" y="141"/>
                  </a:lnTo>
                  <a:lnTo>
                    <a:pt x="318" y="140"/>
                  </a:lnTo>
                  <a:lnTo>
                    <a:pt x="317" y="139"/>
                  </a:lnTo>
                  <a:lnTo>
                    <a:pt x="315" y="139"/>
                  </a:lnTo>
                  <a:lnTo>
                    <a:pt x="312" y="135"/>
                  </a:lnTo>
                  <a:lnTo>
                    <a:pt x="310" y="136"/>
                  </a:lnTo>
                  <a:lnTo>
                    <a:pt x="308" y="134"/>
                  </a:lnTo>
                  <a:lnTo>
                    <a:pt x="308" y="129"/>
                  </a:lnTo>
                  <a:lnTo>
                    <a:pt x="310" y="127"/>
                  </a:lnTo>
                  <a:lnTo>
                    <a:pt x="310" y="124"/>
                  </a:lnTo>
                  <a:lnTo>
                    <a:pt x="314" y="118"/>
                  </a:lnTo>
                  <a:lnTo>
                    <a:pt x="313" y="117"/>
                  </a:lnTo>
                  <a:lnTo>
                    <a:pt x="313" y="113"/>
                  </a:lnTo>
                  <a:lnTo>
                    <a:pt x="314" y="111"/>
                  </a:lnTo>
                  <a:lnTo>
                    <a:pt x="315" y="112"/>
                  </a:lnTo>
                  <a:lnTo>
                    <a:pt x="318" y="110"/>
                  </a:lnTo>
                  <a:lnTo>
                    <a:pt x="321" y="102"/>
                  </a:lnTo>
                  <a:lnTo>
                    <a:pt x="326" y="95"/>
                  </a:lnTo>
                  <a:lnTo>
                    <a:pt x="326" y="93"/>
                  </a:lnTo>
                  <a:lnTo>
                    <a:pt x="323" y="92"/>
                  </a:lnTo>
                  <a:lnTo>
                    <a:pt x="321" y="95"/>
                  </a:lnTo>
                  <a:lnTo>
                    <a:pt x="313" y="95"/>
                  </a:lnTo>
                  <a:lnTo>
                    <a:pt x="310" y="94"/>
                  </a:lnTo>
                  <a:lnTo>
                    <a:pt x="306" y="95"/>
                  </a:lnTo>
                  <a:lnTo>
                    <a:pt x="301" y="92"/>
                  </a:lnTo>
                  <a:lnTo>
                    <a:pt x="299" y="92"/>
                  </a:lnTo>
                  <a:lnTo>
                    <a:pt x="297" y="94"/>
                  </a:lnTo>
                  <a:lnTo>
                    <a:pt x="280" y="95"/>
                  </a:lnTo>
                  <a:lnTo>
                    <a:pt x="279" y="97"/>
                  </a:lnTo>
                  <a:lnTo>
                    <a:pt x="274" y="100"/>
                  </a:lnTo>
                  <a:lnTo>
                    <a:pt x="273" y="100"/>
                  </a:lnTo>
                  <a:lnTo>
                    <a:pt x="271" y="98"/>
                  </a:lnTo>
                  <a:lnTo>
                    <a:pt x="270" y="90"/>
                  </a:lnTo>
                  <a:lnTo>
                    <a:pt x="266" y="87"/>
                  </a:lnTo>
                  <a:lnTo>
                    <a:pt x="267" y="82"/>
                  </a:lnTo>
                  <a:lnTo>
                    <a:pt x="264" y="79"/>
                  </a:lnTo>
                  <a:lnTo>
                    <a:pt x="263" y="80"/>
                  </a:lnTo>
                  <a:lnTo>
                    <a:pt x="259" y="77"/>
                  </a:lnTo>
                  <a:lnTo>
                    <a:pt x="259" y="75"/>
                  </a:lnTo>
                  <a:lnTo>
                    <a:pt x="254" y="72"/>
                  </a:lnTo>
                  <a:lnTo>
                    <a:pt x="254" y="66"/>
                  </a:lnTo>
                  <a:lnTo>
                    <a:pt x="257" y="61"/>
                  </a:lnTo>
                  <a:lnTo>
                    <a:pt x="262" y="60"/>
                  </a:lnTo>
                  <a:lnTo>
                    <a:pt x="264" y="56"/>
                  </a:lnTo>
                  <a:lnTo>
                    <a:pt x="250" y="44"/>
                  </a:lnTo>
                  <a:lnTo>
                    <a:pt x="250" y="42"/>
                  </a:lnTo>
                  <a:lnTo>
                    <a:pt x="249" y="41"/>
                  </a:lnTo>
                  <a:lnTo>
                    <a:pt x="249" y="39"/>
                  </a:lnTo>
                  <a:lnTo>
                    <a:pt x="246" y="34"/>
                  </a:lnTo>
                  <a:lnTo>
                    <a:pt x="240" y="29"/>
                  </a:lnTo>
                  <a:lnTo>
                    <a:pt x="240" y="26"/>
                  </a:lnTo>
                  <a:lnTo>
                    <a:pt x="241" y="25"/>
                  </a:lnTo>
                  <a:lnTo>
                    <a:pt x="241" y="19"/>
                  </a:lnTo>
                  <a:lnTo>
                    <a:pt x="239" y="18"/>
                  </a:lnTo>
                  <a:lnTo>
                    <a:pt x="239" y="15"/>
                  </a:lnTo>
                  <a:lnTo>
                    <a:pt x="231" y="9"/>
                  </a:lnTo>
                  <a:lnTo>
                    <a:pt x="228" y="4"/>
                  </a:lnTo>
                  <a:lnTo>
                    <a:pt x="228" y="2"/>
                  </a:lnTo>
                  <a:lnTo>
                    <a:pt x="226" y="0"/>
                  </a:lnTo>
                  <a:lnTo>
                    <a:pt x="225" y="0"/>
                  </a:lnTo>
                  <a:lnTo>
                    <a:pt x="215" y="0"/>
                  </a:lnTo>
                  <a:lnTo>
                    <a:pt x="214" y="2"/>
                  </a:lnTo>
                  <a:lnTo>
                    <a:pt x="210" y="2"/>
                  </a:lnTo>
                  <a:lnTo>
                    <a:pt x="204" y="7"/>
                  </a:lnTo>
                  <a:lnTo>
                    <a:pt x="205" y="9"/>
                  </a:lnTo>
                  <a:lnTo>
                    <a:pt x="199" y="14"/>
                  </a:lnTo>
                  <a:lnTo>
                    <a:pt x="185" y="15"/>
                  </a:lnTo>
                  <a:lnTo>
                    <a:pt x="171" y="25"/>
                  </a:lnTo>
                  <a:lnTo>
                    <a:pt x="172" y="26"/>
                  </a:lnTo>
                  <a:lnTo>
                    <a:pt x="172" y="28"/>
                  </a:lnTo>
                  <a:lnTo>
                    <a:pt x="175" y="32"/>
                  </a:lnTo>
                  <a:lnTo>
                    <a:pt x="175" y="38"/>
                  </a:lnTo>
                  <a:lnTo>
                    <a:pt x="173" y="38"/>
                  </a:lnTo>
                  <a:lnTo>
                    <a:pt x="171" y="40"/>
                  </a:lnTo>
                  <a:lnTo>
                    <a:pt x="172" y="44"/>
                  </a:lnTo>
                  <a:lnTo>
                    <a:pt x="176" y="50"/>
                  </a:lnTo>
                  <a:lnTo>
                    <a:pt x="173" y="54"/>
                  </a:lnTo>
                  <a:lnTo>
                    <a:pt x="172" y="59"/>
                  </a:lnTo>
                  <a:lnTo>
                    <a:pt x="170" y="61"/>
                  </a:lnTo>
                  <a:lnTo>
                    <a:pt x="159" y="61"/>
                  </a:lnTo>
                  <a:lnTo>
                    <a:pt x="157" y="60"/>
                  </a:lnTo>
                  <a:lnTo>
                    <a:pt x="151" y="60"/>
                  </a:lnTo>
                  <a:lnTo>
                    <a:pt x="150" y="61"/>
                  </a:lnTo>
                  <a:lnTo>
                    <a:pt x="146" y="57"/>
                  </a:lnTo>
                  <a:lnTo>
                    <a:pt x="143" y="57"/>
                  </a:lnTo>
                  <a:lnTo>
                    <a:pt x="139" y="62"/>
                  </a:lnTo>
                  <a:lnTo>
                    <a:pt x="135" y="64"/>
                  </a:lnTo>
                  <a:lnTo>
                    <a:pt x="133" y="69"/>
                  </a:lnTo>
                  <a:lnTo>
                    <a:pt x="129" y="73"/>
                  </a:lnTo>
                  <a:lnTo>
                    <a:pt x="128" y="77"/>
                  </a:lnTo>
                  <a:lnTo>
                    <a:pt x="126" y="79"/>
                  </a:lnTo>
                  <a:lnTo>
                    <a:pt x="125" y="74"/>
                  </a:lnTo>
                  <a:lnTo>
                    <a:pt x="122" y="72"/>
                  </a:lnTo>
                  <a:lnTo>
                    <a:pt x="122" y="67"/>
                  </a:lnTo>
                  <a:lnTo>
                    <a:pt x="119" y="65"/>
                  </a:lnTo>
                  <a:lnTo>
                    <a:pt x="113" y="64"/>
                  </a:lnTo>
                  <a:lnTo>
                    <a:pt x="108" y="69"/>
                  </a:lnTo>
                  <a:lnTo>
                    <a:pt x="106" y="70"/>
                  </a:lnTo>
                  <a:lnTo>
                    <a:pt x="96" y="81"/>
                  </a:lnTo>
                  <a:lnTo>
                    <a:pt x="94" y="81"/>
                  </a:lnTo>
                  <a:lnTo>
                    <a:pt x="89" y="88"/>
                  </a:lnTo>
                  <a:lnTo>
                    <a:pt x="84" y="88"/>
                  </a:lnTo>
                  <a:lnTo>
                    <a:pt x="83" y="90"/>
                  </a:lnTo>
                  <a:lnTo>
                    <a:pt x="83" y="92"/>
                  </a:lnTo>
                  <a:lnTo>
                    <a:pt x="80" y="94"/>
                  </a:lnTo>
                  <a:lnTo>
                    <a:pt x="81" y="96"/>
                  </a:lnTo>
                  <a:lnTo>
                    <a:pt x="79" y="97"/>
                  </a:lnTo>
                  <a:lnTo>
                    <a:pt x="79" y="101"/>
                  </a:lnTo>
                  <a:lnTo>
                    <a:pt x="78" y="105"/>
                  </a:lnTo>
                  <a:lnTo>
                    <a:pt x="60" y="106"/>
                  </a:lnTo>
                  <a:lnTo>
                    <a:pt x="58" y="87"/>
                  </a:lnTo>
                  <a:lnTo>
                    <a:pt x="60" y="84"/>
                  </a:lnTo>
                  <a:lnTo>
                    <a:pt x="62" y="80"/>
                  </a:lnTo>
                  <a:lnTo>
                    <a:pt x="61" y="75"/>
                  </a:lnTo>
                  <a:lnTo>
                    <a:pt x="57" y="68"/>
                  </a:lnTo>
                  <a:lnTo>
                    <a:pt x="54" y="66"/>
                  </a:lnTo>
                  <a:lnTo>
                    <a:pt x="54" y="63"/>
                  </a:lnTo>
                  <a:lnTo>
                    <a:pt x="50" y="61"/>
                  </a:lnTo>
                  <a:lnTo>
                    <a:pt x="40" y="62"/>
                  </a:lnTo>
                  <a:lnTo>
                    <a:pt x="38" y="64"/>
                  </a:lnTo>
                  <a:lnTo>
                    <a:pt x="35" y="70"/>
                  </a:lnTo>
                  <a:lnTo>
                    <a:pt x="28" y="78"/>
                  </a:lnTo>
                  <a:lnTo>
                    <a:pt x="28" y="80"/>
                  </a:lnTo>
                  <a:lnTo>
                    <a:pt x="25" y="83"/>
                  </a:lnTo>
                  <a:lnTo>
                    <a:pt x="20" y="98"/>
                  </a:lnTo>
                  <a:lnTo>
                    <a:pt x="20" y="103"/>
                  </a:lnTo>
                  <a:lnTo>
                    <a:pt x="19" y="104"/>
                  </a:lnTo>
                  <a:lnTo>
                    <a:pt x="20" y="110"/>
                  </a:lnTo>
                  <a:lnTo>
                    <a:pt x="18" y="113"/>
                  </a:lnTo>
                  <a:lnTo>
                    <a:pt x="13" y="113"/>
                  </a:lnTo>
                  <a:lnTo>
                    <a:pt x="5" y="115"/>
                  </a:lnTo>
                  <a:lnTo>
                    <a:pt x="5" y="125"/>
                  </a:lnTo>
                  <a:lnTo>
                    <a:pt x="4" y="126"/>
                  </a:lnTo>
                  <a:lnTo>
                    <a:pt x="4" y="129"/>
                  </a:lnTo>
                  <a:lnTo>
                    <a:pt x="3" y="130"/>
                  </a:lnTo>
                  <a:lnTo>
                    <a:pt x="4" y="133"/>
                  </a:lnTo>
                  <a:lnTo>
                    <a:pt x="4" y="136"/>
                  </a:lnTo>
                  <a:lnTo>
                    <a:pt x="7" y="140"/>
                  </a:lnTo>
                  <a:lnTo>
                    <a:pt x="8" y="143"/>
                  </a:lnTo>
                  <a:lnTo>
                    <a:pt x="4" y="149"/>
                  </a:lnTo>
                  <a:lnTo>
                    <a:pt x="5" y="151"/>
                  </a:lnTo>
                  <a:lnTo>
                    <a:pt x="5" y="154"/>
                  </a:lnTo>
                  <a:lnTo>
                    <a:pt x="14" y="163"/>
                  </a:lnTo>
                  <a:lnTo>
                    <a:pt x="15" y="163"/>
                  </a:lnTo>
                  <a:lnTo>
                    <a:pt x="18" y="165"/>
                  </a:lnTo>
                  <a:lnTo>
                    <a:pt x="17" y="168"/>
                  </a:lnTo>
                  <a:lnTo>
                    <a:pt x="19" y="175"/>
                  </a:lnTo>
                  <a:lnTo>
                    <a:pt x="22" y="182"/>
                  </a:lnTo>
                  <a:lnTo>
                    <a:pt x="30" y="188"/>
                  </a:lnTo>
                  <a:lnTo>
                    <a:pt x="30" y="199"/>
                  </a:lnTo>
                  <a:lnTo>
                    <a:pt x="35" y="206"/>
                  </a:lnTo>
                  <a:lnTo>
                    <a:pt x="45" y="206"/>
                  </a:lnTo>
                  <a:lnTo>
                    <a:pt x="46" y="207"/>
                  </a:lnTo>
                  <a:lnTo>
                    <a:pt x="44" y="210"/>
                  </a:lnTo>
                  <a:lnTo>
                    <a:pt x="40" y="211"/>
                  </a:lnTo>
                  <a:lnTo>
                    <a:pt x="35" y="215"/>
                  </a:lnTo>
                  <a:lnTo>
                    <a:pt x="31" y="215"/>
                  </a:lnTo>
                  <a:lnTo>
                    <a:pt x="30" y="216"/>
                  </a:lnTo>
                  <a:lnTo>
                    <a:pt x="28" y="216"/>
                  </a:lnTo>
                  <a:lnTo>
                    <a:pt x="26" y="218"/>
                  </a:lnTo>
                  <a:lnTo>
                    <a:pt x="24" y="217"/>
                  </a:lnTo>
                  <a:lnTo>
                    <a:pt x="16" y="222"/>
                  </a:lnTo>
                  <a:lnTo>
                    <a:pt x="16" y="228"/>
                  </a:lnTo>
                  <a:lnTo>
                    <a:pt x="12" y="231"/>
                  </a:lnTo>
                  <a:lnTo>
                    <a:pt x="12" y="235"/>
                  </a:lnTo>
                  <a:lnTo>
                    <a:pt x="19" y="241"/>
                  </a:lnTo>
                  <a:lnTo>
                    <a:pt x="21" y="241"/>
                  </a:lnTo>
                  <a:lnTo>
                    <a:pt x="23" y="243"/>
                  </a:lnTo>
                  <a:lnTo>
                    <a:pt x="37" y="245"/>
                  </a:lnTo>
                  <a:lnTo>
                    <a:pt x="39" y="246"/>
                  </a:lnTo>
                  <a:lnTo>
                    <a:pt x="44" y="251"/>
                  </a:lnTo>
                  <a:lnTo>
                    <a:pt x="44" y="258"/>
                  </a:lnTo>
                  <a:lnTo>
                    <a:pt x="45" y="259"/>
                  </a:lnTo>
                  <a:lnTo>
                    <a:pt x="46" y="264"/>
                  </a:lnTo>
                  <a:lnTo>
                    <a:pt x="50" y="265"/>
                  </a:lnTo>
                  <a:lnTo>
                    <a:pt x="50" y="267"/>
                  </a:lnTo>
                  <a:lnTo>
                    <a:pt x="55" y="270"/>
                  </a:lnTo>
                  <a:lnTo>
                    <a:pt x="57" y="271"/>
                  </a:lnTo>
                  <a:lnTo>
                    <a:pt x="56" y="279"/>
                  </a:lnTo>
                  <a:lnTo>
                    <a:pt x="55" y="280"/>
                  </a:lnTo>
                  <a:lnTo>
                    <a:pt x="54" y="289"/>
                  </a:lnTo>
                  <a:lnTo>
                    <a:pt x="53" y="290"/>
                  </a:lnTo>
                  <a:lnTo>
                    <a:pt x="54" y="298"/>
                  </a:lnTo>
                  <a:lnTo>
                    <a:pt x="45" y="307"/>
                  </a:lnTo>
                  <a:lnTo>
                    <a:pt x="39" y="309"/>
                  </a:lnTo>
                  <a:lnTo>
                    <a:pt x="36" y="312"/>
                  </a:lnTo>
                  <a:lnTo>
                    <a:pt x="33" y="312"/>
                  </a:lnTo>
                  <a:lnTo>
                    <a:pt x="28" y="309"/>
                  </a:lnTo>
                  <a:lnTo>
                    <a:pt x="20" y="310"/>
                  </a:lnTo>
                  <a:lnTo>
                    <a:pt x="16" y="314"/>
                  </a:lnTo>
                  <a:lnTo>
                    <a:pt x="15" y="314"/>
                  </a:lnTo>
                  <a:lnTo>
                    <a:pt x="10" y="319"/>
                  </a:lnTo>
                  <a:lnTo>
                    <a:pt x="15" y="337"/>
                  </a:lnTo>
                  <a:lnTo>
                    <a:pt x="7" y="345"/>
                  </a:lnTo>
                  <a:lnTo>
                    <a:pt x="6" y="345"/>
                  </a:lnTo>
                  <a:lnTo>
                    <a:pt x="2" y="351"/>
                  </a:lnTo>
                  <a:lnTo>
                    <a:pt x="2" y="355"/>
                  </a:lnTo>
                  <a:lnTo>
                    <a:pt x="1" y="356"/>
                  </a:lnTo>
                  <a:lnTo>
                    <a:pt x="0" y="359"/>
                  </a:lnTo>
                  <a:lnTo>
                    <a:pt x="1" y="362"/>
                  </a:lnTo>
                  <a:lnTo>
                    <a:pt x="0" y="363"/>
                  </a:lnTo>
                  <a:lnTo>
                    <a:pt x="0" y="375"/>
                  </a:lnTo>
                  <a:lnTo>
                    <a:pt x="2" y="376"/>
                  </a:lnTo>
                  <a:lnTo>
                    <a:pt x="2" y="380"/>
                  </a:lnTo>
                  <a:lnTo>
                    <a:pt x="5" y="383"/>
                  </a:lnTo>
                  <a:lnTo>
                    <a:pt x="10" y="384"/>
                  </a:lnTo>
                  <a:lnTo>
                    <a:pt x="16" y="386"/>
                  </a:lnTo>
                  <a:lnTo>
                    <a:pt x="21" y="392"/>
                  </a:lnTo>
                  <a:lnTo>
                    <a:pt x="23" y="397"/>
                  </a:lnTo>
                  <a:lnTo>
                    <a:pt x="25" y="398"/>
                  </a:lnTo>
                  <a:lnTo>
                    <a:pt x="25" y="401"/>
                  </a:lnTo>
                  <a:lnTo>
                    <a:pt x="31" y="409"/>
                  </a:lnTo>
                  <a:lnTo>
                    <a:pt x="32" y="414"/>
                  </a:lnTo>
                  <a:lnTo>
                    <a:pt x="36" y="418"/>
                  </a:lnTo>
                  <a:lnTo>
                    <a:pt x="39" y="423"/>
                  </a:lnTo>
                  <a:lnTo>
                    <a:pt x="42" y="425"/>
                  </a:lnTo>
                  <a:lnTo>
                    <a:pt x="37" y="436"/>
                  </a:lnTo>
                  <a:lnTo>
                    <a:pt x="36" y="443"/>
                  </a:lnTo>
                  <a:lnTo>
                    <a:pt x="34" y="447"/>
                  </a:lnTo>
                  <a:lnTo>
                    <a:pt x="34" y="450"/>
                  </a:lnTo>
                  <a:lnTo>
                    <a:pt x="30" y="455"/>
                  </a:lnTo>
                  <a:lnTo>
                    <a:pt x="26" y="467"/>
                  </a:lnTo>
                  <a:lnTo>
                    <a:pt x="26" y="469"/>
                  </a:lnTo>
                  <a:lnTo>
                    <a:pt x="23" y="472"/>
                  </a:lnTo>
                  <a:lnTo>
                    <a:pt x="23" y="478"/>
                  </a:lnTo>
                  <a:lnTo>
                    <a:pt x="29" y="478"/>
                  </a:lnTo>
                  <a:lnTo>
                    <a:pt x="31" y="478"/>
                  </a:lnTo>
                  <a:lnTo>
                    <a:pt x="41" y="486"/>
                  </a:lnTo>
                  <a:lnTo>
                    <a:pt x="50" y="491"/>
                  </a:lnTo>
                  <a:lnTo>
                    <a:pt x="58" y="489"/>
                  </a:lnTo>
                  <a:lnTo>
                    <a:pt x="60" y="488"/>
                  </a:lnTo>
                  <a:lnTo>
                    <a:pt x="73" y="487"/>
                  </a:lnTo>
                  <a:lnTo>
                    <a:pt x="82" y="480"/>
                  </a:lnTo>
                  <a:lnTo>
                    <a:pt x="89" y="481"/>
                  </a:lnTo>
                  <a:lnTo>
                    <a:pt x="95" y="476"/>
                  </a:lnTo>
                  <a:lnTo>
                    <a:pt x="99" y="474"/>
                  </a:lnTo>
                  <a:lnTo>
                    <a:pt x="109" y="476"/>
                  </a:lnTo>
                  <a:lnTo>
                    <a:pt x="111" y="475"/>
                  </a:lnTo>
                  <a:lnTo>
                    <a:pt x="116" y="480"/>
                  </a:lnTo>
                  <a:lnTo>
                    <a:pt x="123" y="480"/>
                  </a:lnTo>
                  <a:lnTo>
                    <a:pt x="129" y="487"/>
                  </a:lnTo>
                  <a:lnTo>
                    <a:pt x="137" y="488"/>
                  </a:lnTo>
                  <a:lnTo>
                    <a:pt x="138" y="487"/>
                  </a:lnTo>
                  <a:lnTo>
                    <a:pt x="142" y="485"/>
                  </a:lnTo>
                  <a:lnTo>
                    <a:pt x="145" y="484"/>
                  </a:lnTo>
                  <a:lnTo>
                    <a:pt x="151" y="481"/>
                  </a:lnTo>
                  <a:lnTo>
                    <a:pt x="151" y="478"/>
                  </a:lnTo>
                  <a:lnTo>
                    <a:pt x="157" y="471"/>
                  </a:lnTo>
                  <a:lnTo>
                    <a:pt x="156" y="465"/>
                  </a:lnTo>
                  <a:lnTo>
                    <a:pt x="160" y="461"/>
                  </a:lnTo>
                  <a:lnTo>
                    <a:pt x="167" y="443"/>
                  </a:lnTo>
                  <a:lnTo>
                    <a:pt x="167" y="438"/>
                  </a:lnTo>
                  <a:lnTo>
                    <a:pt x="172" y="433"/>
                  </a:lnTo>
                  <a:lnTo>
                    <a:pt x="175" y="433"/>
                  </a:lnTo>
                  <a:lnTo>
                    <a:pt x="183" y="431"/>
                  </a:lnTo>
                  <a:lnTo>
                    <a:pt x="180" y="427"/>
                  </a:lnTo>
                  <a:lnTo>
                    <a:pt x="179" y="424"/>
                  </a:lnTo>
                  <a:lnTo>
                    <a:pt x="183" y="421"/>
                  </a:lnTo>
                  <a:lnTo>
                    <a:pt x="189" y="419"/>
                  </a:lnTo>
                  <a:lnTo>
                    <a:pt x="189" y="422"/>
                  </a:lnTo>
                  <a:lnTo>
                    <a:pt x="196" y="422"/>
                  </a:lnTo>
                  <a:lnTo>
                    <a:pt x="199" y="418"/>
                  </a:lnTo>
                  <a:lnTo>
                    <a:pt x="201" y="418"/>
                  </a:lnTo>
                  <a:lnTo>
                    <a:pt x="203" y="413"/>
                  </a:lnTo>
                  <a:lnTo>
                    <a:pt x="205" y="411"/>
                  </a:lnTo>
                  <a:lnTo>
                    <a:pt x="207" y="405"/>
                  </a:lnTo>
                  <a:lnTo>
                    <a:pt x="213" y="398"/>
                  </a:lnTo>
                  <a:lnTo>
                    <a:pt x="213" y="395"/>
                  </a:lnTo>
                  <a:lnTo>
                    <a:pt x="216" y="393"/>
                  </a:lnTo>
                  <a:lnTo>
                    <a:pt x="244" y="390"/>
                  </a:lnTo>
                  <a:lnTo>
                    <a:pt x="248" y="387"/>
                  </a:lnTo>
                  <a:lnTo>
                    <a:pt x="253" y="387"/>
                  </a:lnTo>
                  <a:lnTo>
                    <a:pt x="257" y="383"/>
                  </a:lnTo>
                  <a:lnTo>
                    <a:pt x="257" y="376"/>
                  </a:lnTo>
                  <a:lnTo>
                    <a:pt x="259" y="372"/>
                  </a:lnTo>
                  <a:lnTo>
                    <a:pt x="262" y="369"/>
                  </a:lnTo>
                  <a:lnTo>
                    <a:pt x="268" y="367"/>
                  </a:lnTo>
                  <a:lnTo>
                    <a:pt x="271" y="365"/>
                  </a:lnTo>
                  <a:lnTo>
                    <a:pt x="272" y="360"/>
                  </a:lnTo>
                  <a:lnTo>
                    <a:pt x="275" y="357"/>
                  </a:lnTo>
                  <a:lnTo>
                    <a:pt x="275" y="356"/>
                  </a:lnTo>
                  <a:lnTo>
                    <a:pt x="274" y="355"/>
                  </a:lnTo>
                  <a:lnTo>
                    <a:pt x="273" y="354"/>
                  </a:lnTo>
                  <a:lnTo>
                    <a:pt x="272" y="353"/>
                  </a:lnTo>
                  <a:lnTo>
                    <a:pt x="271" y="352"/>
                  </a:lnTo>
                  <a:lnTo>
                    <a:pt x="271" y="351"/>
                  </a:lnTo>
                  <a:lnTo>
                    <a:pt x="270" y="350"/>
                  </a:lnTo>
                  <a:lnTo>
                    <a:pt x="268" y="349"/>
                  </a:lnTo>
                  <a:lnTo>
                    <a:pt x="264" y="345"/>
                  </a:lnTo>
                  <a:lnTo>
                    <a:pt x="263" y="344"/>
                  </a:lnTo>
                  <a:lnTo>
                    <a:pt x="262" y="343"/>
                  </a:lnTo>
                  <a:lnTo>
                    <a:pt x="261" y="342"/>
                  </a:lnTo>
                  <a:lnTo>
                    <a:pt x="260" y="341"/>
                  </a:lnTo>
                  <a:lnTo>
                    <a:pt x="259" y="340"/>
                  </a:lnTo>
                  <a:lnTo>
                    <a:pt x="259" y="339"/>
                  </a:lnTo>
                  <a:lnTo>
                    <a:pt x="258" y="338"/>
                  </a:lnTo>
                  <a:lnTo>
                    <a:pt x="257" y="337"/>
                  </a:lnTo>
                  <a:lnTo>
                    <a:pt x="256" y="336"/>
                  </a:lnTo>
                  <a:lnTo>
                    <a:pt x="256" y="335"/>
                  </a:lnTo>
                  <a:lnTo>
                    <a:pt x="255" y="333"/>
                  </a:lnTo>
                  <a:lnTo>
                    <a:pt x="254" y="332"/>
                  </a:lnTo>
                  <a:lnTo>
                    <a:pt x="254" y="331"/>
                  </a:lnTo>
                  <a:lnTo>
                    <a:pt x="254" y="330"/>
                  </a:lnTo>
                  <a:lnTo>
                    <a:pt x="253" y="329"/>
                  </a:lnTo>
                  <a:lnTo>
                    <a:pt x="253" y="327"/>
                  </a:lnTo>
                  <a:lnTo>
                    <a:pt x="252" y="326"/>
                  </a:lnTo>
                  <a:lnTo>
                    <a:pt x="252" y="325"/>
                  </a:lnTo>
                  <a:lnTo>
                    <a:pt x="252" y="324"/>
                  </a:lnTo>
                  <a:lnTo>
                    <a:pt x="252" y="323"/>
                  </a:lnTo>
                  <a:lnTo>
                    <a:pt x="252" y="322"/>
                  </a:lnTo>
                  <a:lnTo>
                    <a:pt x="252" y="321"/>
                  </a:lnTo>
                  <a:lnTo>
                    <a:pt x="243" y="321"/>
                  </a:lnTo>
                  <a:lnTo>
                    <a:pt x="236" y="326"/>
                  </a:lnTo>
                  <a:lnTo>
                    <a:pt x="233" y="323"/>
                  </a:lnTo>
                  <a:lnTo>
                    <a:pt x="224" y="325"/>
                  </a:lnTo>
                  <a:lnTo>
                    <a:pt x="223" y="323"/>
                  </a:lnTo>
                  <a:lnTo>
                    <a:pt x="223" y="321"/>
                  </a:lnTo>
                  <a:lnTo>
                    <a:pt x="220" y="319"/>
                  </a:lnTo>
                  <a:lnTo>
                    <a:pt x="211" y="319"/>
                  </a:lnTo>
                  <a:lnTo>
                    <a:pt x="208" y="317"/>
                  </a:lnTo>
                  <a:lnTo>
                    <a:pt x="201" y="317"/>
                  </a:lnTo>
                  <a:lnTo>
                    <a:pt x="200" y="309"/>
                  </a:lnTo>
                  <a:lnTo>
                    <a:pt x="199" y="309"/>
                  </a:lnTo>
                  <a:lnTo>
                    <a:pt x="198" y="306"/>
                  </a:lnTo>
                  <a:lnTo>
                    <a:pt x="198" y="300"/>
                  </a:lnTo>
                  <a:lnTo>
                    <a:pt x="202" y="295"/>
                  </a:lnTo>
                  <a:lnTo>
                    <a:pt x="207" y="293"/>
                  </a:lnTo>
                  <a:lnTo>
                    <a:pt x="210" y="287"/>
                  </a:lnTo>
                  <a:lnTo>
                    <a:pt x="210" y="284"/>
                  </a:lnTo>
                  <a:lnTo>
                    <a:pt x="209" y="284"/>
                  </a:lnTo>
                  <a:lnTo>
                    <a:pt x="206" y="282"/>
                  </a:lnTo>
                  <a:lnTo>
                    <a:pt x="205" y="270"/>
                  </a:lnTo>
                  <a:lnTo>
                    <a:pt x="203" y="268"/>
                  </a:lnTo>
                  <a:lnTo>
                    <a:pt x="201" y="267"/>
                  </a:lnTo>
                  <a:lnTo>
                    <a:pt x="201" y="261"/>
                  </a:lnTo>
                  <a:lnTo>
                    <a:pt x="198" y="257"/>
                  </a:lnTo>
                  <a:lnTo>
                    <a:pt x="199" y="254"/>
                  </a:lnTo>
                  <a:lnTo>
                    <a:pt x="197" y="253"/>
                  </a:lnTo>
                  <a:lnTo>
                    <a:pt x="191" y="254"/>
                  </a:lnTo>
                  <a:lnTo>
                    <a:pt x="183" y="253"/>
                  </a:lnTo>
                  <a:lnTo>
                    <a:pt x="182" y="252"/>
                  </a:lnTo>
                  <a:lnTo>
                    <a:pt x="181" y="252"/>
                  </a:lnTo>
                  <a:lnTo>
                    <a:pt x="174" y="260"/>
                  </a:lnTo>
                  <a:lnTo>
                    <a:pt x="174" y="267"/>
                  </a:lnTo>
                  <a:lnTo>
                    <a:pt x="173" y="268"/>
                  </a:lnTo>
                  <a:lnTo>
                    <a:pt x="167" y="268"/>
                  </a:lnTo>
                  <a:lnTo>
                    <a:pt x="160" y="264"/>
                  </a:lnTo>
                  <a:lnTo>
                    <a:pt x="160" y="261"/>
                  </a:lnTo>
                  <a:lnTo>
                    <a:pt x="158" y="259"/>
                  </a:lnTo>
                  <a:lnTo>
                    <a:pt x="140" y="260"/>
                  </a:lnTo>
                  <a:lnTo>
                    <a:pt x="138" y="263"/>
                  </a:lnTo>
                  <a:lnTo>
                    <a:pt x="135" y="263"/>
                  </a:lnTo>
                  <a:lnTo>
                    <a:pt x="133" y="267"/>
                  </a:lnTo>
                  <a:lnTo>
                    <a:pt x="129" y="267"/>
                  </a:lnTo>
                  <a:lnTo>
                    <a:pt x="124" y="262"/>
                  </a:lnTo>
                  <a:lnTo>
                    <a:pt x="121" y="261"/>
                  </a:lnTo>
                  <a:lnTo>
                    <a:pt x="116" y="262"/>
                  </a:lnTo>
                  <a:lnTo>
                    <a:pt x="113" y="258"/>
                  </a:lnTo>
                  <a:lnTo>
                    <a:pt x="111" y="259"/>
                  </a:lnTo>
                  <a:lnTo>
                    <a:pt x="109" y="257"/>
                  </a:lnTo>
                  <a:lnTo>
                    <a:pt x="109" y="252"/>
                  </a:lnTo>
                  <a:lnTo>
                    <a:pt x="106" y="249"/>
                  </a:lnTo>
                  <a:lnTo>
                    <a:pt x="106" y="247"/>
                  </a:lnTo>
                  <a:lnTo>
                    <a:pt x="110" y="241"/>
                  </a:lnTo>
                  <a:lnTo>
                    <a:pt x="110" y="236"/>
                  </a:lnTo>
                  <a:lnTo>
                    <a:pt x="103" y="236"/>
                  </a:lnTo>
                  <a:lnTo>
                    <a:pt x="102" y="227"/>
                  </a:lnTo>
                  <a:lnTo>
                    <a:pt x="109" y="219"/>
                  </a:lnTo>
                  <a:lnTo>
                    <a:pt x="113" y="218"/>
                  </a:lnTo>
                  <a:lnTo>
                    <a:pt x="115" y="216"/>
                  </a:lnTo>
                  <a:lnTo>
                    <a:pt x="119" y="214"/>
                  </a:lnTo>
                  <a:lnTo>
                    <a:pt x="124" y="208"/>
                  </a:lnTo>
                  <a:lnTo>
                    <a:pt x="128" y="209"/>
                  </a:lnTo>
                  <a:lnTo>
                    <a:pt x="129" y="205"/>
                  </a:lnTo>
                  <a:lnTo>
                    <a:pt x="133" y="202"/>
                  </a:lnTo>
                  <a:lnTo>
                    <a:pt x="133" y="199"/>
                  </a:lnTo>
                  <a:lnTo>
                    <a:pt x="128" y="196"/>
                  </a:lnTo>
                  <a:lnTo>
                    <a:pt x="121" y="189"/>
                  </a:lnTo>
                  <a:lnTo>
                    <a:pt x="120" y="186"/>
                  </a:lnTo>
                  <a:lnTo>
                    <a:pt x="118" y="183"/>
                  </a:lnTo>
                  <a:lnTo>
                    <a:pt x="119" y="179"/>
                  </a:lnTo>
                  <a:lnTo>
                    <a:pt x="127" y="173"/>
                  </a:lnTo>
                  <a:lnTo>
                    <a:pt x="131" y="173"/>
                  </a:lnTo>
                  <a:lnTo>
                    <a:pt x="133" y="174"/>
                  </a:lnTo>
                  <a:lnTo>
                    <a:pt x="136" y="172"/>
                  </a:lnTo>
                  <a:lnTo>
                    <a:pt x="142" y="166"/>
                  </a:lnTo>
                  <a:lnTo>
                    <a:pt x="143" y="163"/>
                  </a:lnTo>
                  <a:lnTo>
                    <a:pt x="146" y="157"/>
                  </a:lnTo>
                  <a:lnTo>
                    <a:pt x="155" y="157"/>
                  </a:lnTo>
                  <a:lnTo>
                    <a:pt x="158" y="154"/>
                  </a:lnTo>
                  <a:lnTo>
                    <a:pt x="154" y="149"/>
                  </a:lnTo>
                  <a:lnTo>
                    <a:pt x="154" y="146"/>
                  </a:lnTo>
                  <a:lnTo>
                    <a:pt x="158" y="146"/>
                  </a:lnTo>
                  <a:lnTo>
                    <a:pt x="160" y="143"/>
                  </a:lnTo>
                  <a:lnTo>
                    <a:pt x="160" y="139"/>
                  </a:lnTo>
                  <a:lnTo>
                    <a:pt x="162" y="137"/>
                  </a:lnTo>
                  <a:lnTo>
                    <a:pt x="166" y="136"/>
                  </a:lnTo>
                  <a:lnTo>
                    <a:pt x="167" y="133"/>
                  </a:lnTo>
                  <a:lnTo>
                    <a:pt x="168" y="131"/>
                  </a:lnTo>
                  <a:lnTo>
                    <a:pt x="173" y="131"/>
                  </a:lnTo>
                  <a:lnTo>
                    <a:pt x="176" y="135"/>
                  </a:lnTo>
                  <a:lnTo>
                    <a:pt x="176" y="138"/>
                  </a:lnTo>
                  <a:lnTo>
                    <a:pt x="179" y="142"/>
                  </a:lnTo>
                  <a:lnTo>
                    <a:pt x="183" y="146"/>
                  </a:lnTo>
                  <a:lnTo>
                    <a:pt x="184" y="146"/>
                  </a:lnTo>
                  <a:lnTo>
                    <a:pt x="192" y="153"/>
                  </a:lnTo>
                  <a:lnTo>
                    <a:pt x="192" y="154"/>
                  </a:lnTo>
                  <a:lnTo>
                    <a:pt x="194" y="156"/>
                  </a:lnTo>
                  <a:lnTo>
                    <a:pt x="210" y="155"/>
                  </a:lnTo>
                  <a:lnTo>
                    <a:pt x="212" y="156"/>
                  </a:lnTo>
                  <a:lnTo>
                    <a:pt x="216" y="156"/>
                  </a:lnTo>
                  <a:lnTo>
                    <a:pt x="217" y="155"/>
                  </a:lnTo>
                  <a:lnTo>
                    <a:pt x="224" y="154"/>
                  </a:lnTo>
                  <a:lnTo>
                    <a:pt x="226" y="156"/>
                  </a:lnTo>
                  <a:lnTo>
                    <a:pt x="226" y="159"/>
                  </a:lnTo>
                  <a:lnTo>
                    <a:pt x="225" y="160"/>
                  </a:lnTo>
                  <a:lnTo>
                    <a:pt x="224" y="166"/>
                  </a:lnTo>
                  <a:lnTo>
                    <a:pt x="222" y="167"/>
                  </a:lnTo>
                  <a:lnTo>
                    <a:pt x="216" y="168"/>
                  </a:lnTo>
                  <a:lnTo>
                    <a:pt x="213" y="173"/>
                  </a:lnTo>
                  <a:lnTo>
                    <a:pt x="215" y="174"/>
                  </a:lnTo>
                  <a:lnTo>
                    <a:pt x="215" y="184"/>
                  </a:lnTo>
                  <a:lnTo>
                    <a:pt x="224" y="192"/>
                  </a:lnTo>
                  <a:lnTo>
                    <a:pt x="230" y="190"/>
                  </a:lnTo>
                  <a:lnTo>
                    <a:pt x="234" y="191"/>
                  </a:lnTo>
                  <a:lnTo>
                    <a:pt x="237" y="194"/>
                  </a:lnTo>
                  <a:lnTo>
                    <a:pt x="235" y="196"/>
                  </a:lnTo>
                  <a:lnTo>
                    <a:pt x="235" y="198"/>
                  </a:lnTo>
                  <a:lnTo>
                    <a:pt x="241" y="202"/>
                  </a:lnTo>
                  <a:lnTo>
                    <a:pt x="242" y="206"/>
                  </a:lnTo>
                  <a:lnTo>
                    <a:pt x="249" y="205"/>
                  </a:lnTo>
                  <a:lnTo>
                    <a:pt x="250" y="209"/>
                  </a:lnTo>
                  <a:lnTo>
                    <a:pt x="248" y="210"/>
                  </a:lnTo>
                  <a:lnTo>
                    <a:pt x="237" y="211"/>
                  </a:lnTo>
                  <a:lnTo>
                    <a:pt x="235" y="215"/>
                  </a:lnTo>
                  <a:lnTo>
                    <a:pt x="235" y="222"/>
                  </a:lnTo>
                  <a:lnTo>
                    <a:pt x="238" y="225"/>
                  </a:lnTo>
                  <a:lnTo>
                    <a:pt x="238" y="230"/>
                  </a:lnTo>
                  <a:lnTo>
                    <a:pt x="241" y="233"/>
                  </a:lnTo>
                  <a:lnTo>
                    <a:pt x="242" y="234"/>
                  </a:lnTo>
                  <a:lnTo>
                    <a:pt x="246" y="237"/>
                  </a:lnTo>
                  <a:lnTo>
                    <a:pt x="246" y="242"/>
                  </a:lnTo>
                  <a:lnTo>
                    <a:pt x="248" y="244"/>
                  </a:lnTo>
                  <a:lnTo>
                    <a:pt x="250" y="244"/>
                  </a:lnTo>
                  <a:lnTo>
                    <a:pt x="252" y="247"/>
                  </a:lnTo>
                  <a:lnTo>
                    <a:pt x="254" y="247"/>
                  </a:lnTo>
                  <a:lnTo>
                    <a:pt x="256" y="243"/>
                  </a:lnTo>
                  <a:lnTo>
                    <a:pt x="262" y="243"/>
                  </a:lnTo>
                  <a:lnTo>
                    <a:pt x="264" y="244"/>
                  </a:lnTo>
                  <a:lnTo>
                    <a:pt x="264" y="245"/>
                  </a:lnTo>
                  <a:lnTo>
                    <a:pt x="262" y="246"/>
                  </a:lnTo>
                  <a:lnTo>
                    <a:pt x="263" y="255"/>
                  </a:lnTo>
                  <a:lnTo>
                    <a:pt x="260" y="257"/>
                  </a:lnTo>
                  <a:lnTo>
                    <a:pt x="260" y="259"/>
                  </a:lnTo>
                  <a:lnTo>
                    <a:pt x="267" y="263"/>
                  </a:lnTo>
                  <a:lnTo>
                    <a:pt x="272" y="264"/>
                  </a:lnTo>
                  <a:lnTo>
                    <a:pt x="278" y="277"/>
                  </a:lnTo>
                  <a:lnTo>
                    <a:pt x="279" y="277"/>
                  </a:lnTo>
                  <a:lnTo>
                    <a:pt x="280" y="277"/>
                  </a:lnTo>
                  <a:lnTo>
                    <a:pt x="281" y="277"/>
                  </a:lnTo>
                  <a:lnTo>
                    <a:pt x="282" y="277"/>
                  </a:lnTo>
                  <a:lnTo>
                    <a:pt x="283" y="277"/>
                  </a:lnTo>
                  <a:lnTo>
                    <a:pt x="284" y="277"/>
                  </a:lnTo>
                  <a:lnTo>
                    <a:pt x="284" y="278"/>
                  </a:lnTo>
                  <a:lnTo>
                    <a:pt x="285" y="278"/>
                  </a:lnTo>
                  <a:lnTo>
                    <a:pt x="286" y="278"/>
                  </a:lnTo>
                  <a:lnTo>
                    <a:pt x="286" y="279"/>
                  </a:lnTo>
                  <a:lnTo>
                    <a:pt x="287" y="279"/>
                  </a:lnTo>
                  <a:lnTo>
                    <a:pt x="288" y="280"/>
                  </a:lnTo>
                  <a:lnTo>
                    <a:pt x="288" y="281"/>
                  </a:lnTo>
                  <a:lnTo>
                    <a:pt x="289" y="281"/>
                  </a:lnTo>
                  <a:lnTo>
                    <a:pt x="289" y="282"/>
                  </a:lnTo>
                  <a:lnTo>
                    <a:pt x="290" y="282"/>
                  </a:lnTo>
                  <a:lnTo>
                    <a:pt x="290" y="283"/>
                  </a:lnTo>
                  <a:lnTo>
                    <a:pt x="290" y="284"/>
                  </a:lnTo>
                  <a:lnTo>
                    <a:pt x="291" y="284"/>
                  </a:lnTo>
                  <a:lnTo>
                    <a:pt x="291" y="285"/>
                  </a:lnTo>
                  <a:lnTo>
                    <a:pt x="292" y="287"/>
                  </a:lnTo>
                  <a:lnTo>
                    <a:pt x="292" y="288"/>
                  </a:lnTo>
                  <a:lnTo>
                    <a:pt x="293" y="288"/>
                  </a:lnTo>
                  <a:lnTo>
                    <a:pt x="293" y="289"/>
                  </a:lnTo>
                  <a:lnTo>
                    <a:pt x="293" y="290"/>
                  </a:lnTo>
                  <a:lnTo>
                    <a:pt x="294" y="291"/>
                  </a:lnTo>
                  <a:lnTo>
                    <a:pt x="294" y="292"/>
                  </a:lnTo>
                  <a:lnTo>
                    <a:pt x="295" y="292"/>
                  </a:lnTo>
                  <a:lnTo>
                    <a:pt x="296" y="292"/>
                  </a:lnTo>
                  <a:lnTo>
                    <a:pt x="296" y="293"/>
                  </a:lnTo>
                  <a:lnTo>
                    <a:pt x="297" y="293"/>
                  </a:lnTo>
                  <a:lnTo>
                    <a:pt x="298" y="293"/>
                  </a:lnTo>
                  <a:lnTo>
                    <a:pt x="299" y="293"/>
                  </a:lnTo>
                  <a:lnTo>
                    <a:pt x="300" y="293"/>
                  </a:lnTo>
                  <a:lnTo>
                    <a:pt x="301" y="293"/>
                  </a:lnTo>
                  <a:lnTo>
                    <a:pt x="303" y="293"/>
                  </a:lnTo>
                  <a:lnTo>
                    <a:pt x="304" y="293"/>
                  </a:lnTo>
                  <a:lnTo>
                    <a:pt x="306" y="293"/>
                  </a:lnTo>
                  <a:lnTo>
                    <a:pt x="307" y="293"/>
                  </a:lnTo>
                  <a:lnTo>
                    <a:pt x="308" y="293"/>
                  </a:lnTo>
                  <a:lnTo>
                    <a:pt x="309" y="293"/>
                  </a:lnTo>
                  <a:lnTo>
                    <a:pt x="310" y="294"/>
                  </a:lnTo>
                  <a:lnTo>
                    <a:pt x="312" y="294"/>
                  </a:lnTo>
                  <a:lnTo>
                    <a:pt x="312" y="295"/>
                  </a:lnTo>
                  <a:lnTo>
                    <a:pt x="313" y="295"/>
                  </a:lnTo>
                  <a:lnTo>
                    <a:pt x="314" y="295"/>
                  </a:lnTo>
                  <a:lnTo>
                    <a:pt x="315" y="295"/>
                  </a:lnTo>
                  <a:lnTo>
                    <a:pt x="316" y="295"/>
                  </a:lnTo>
                  <a:lnTo>
                    <a:pt x="317" y="295"/>
                  </a:lnTo>
                  <a:lnTo>
                    <a:pt x="318" y="294"/>
                  </a:lnTo>
                  <a:lnTo>
                    <a:pt x="319" y="294"/>
                  </a:lnTo>
                  <a:lnTo>
                    <a:pt x="320" y="293"/>
                  </a:lnTo>
                  <a:lnTo>
                    <a:pt x="320" y="292"/>
                  </a:lnTo>
                  <a:lnTo>
                    <a:pt x="321" y="292"/>
                  </a:lnTo>
                  <a:lnTo>
                    <a:pt x="321" y="291"/>
                  </a:lnTo>
                  <a:lnTo>
                    <a:pt x="322" y="290"/>
                  </a:lnTo>
                  <a:lnTo>
                    <a:pt x="322" y="289"/>
                  </a:lnTo>
                  <a:lnTo>
                    <a:pt x="322" y="288"/>
                  </a:lnTo>
                  <a:lnTo>
                    <a:pt x="322" y="287"/>
                  </a:lnTo>
                  <a:lnTo>
                    <a:pt x="322" y="286"/>
                  </a:lnTo>
                  <a:lnTo>
                    <a:pt x="321" y="285"/>
                  </a:lnTo>
                  <a:lnTo>
                    <a:pt x="321" y="284"/>
                  </a:lnTo>
                  <a:lnTo>
                    <a:pt x="320" y="284"/>
                  </a:lnTo>
                  <a:lnTo>
                    <a:pt x="320" y="283"/>
                  </a:lnTo>
                  <a:lnTo>
                    <a:pt x="319" y="283"/>
                  </a:lnTo>
                  <a:lnTo>
                    <a:pt x="319" y="282"/>
                  </a:lnTo>
                  <a:lnTo>
                    <a:pt x="318" y="282"/>
                  </a:lnTo>
                  <a:lnTo>
                    <a:pt x="317" y="282"/>
                  </a:lnTo>
                  <a:lnTo>
                    <a:pt x="316" y="282"/>
                  </a:lnTo>
                  <a:lnTo>
                    <a:pt x="315" y="282"/>
                  </a:lnTo>
                  <a:lnTo>
                    <a:pt x="314" y="282"/>
                  </a:lnTo>
                  <a:lnTo>
                    <a:pt x="313" y="282"/>
                  </a:lnTo>
                  <a:lnTo>
                    <a:pt x="312" y="282"/>
                  </a:lnTo>
                  <a:lnTo>
                    <a:pt x="311" y="282"/>
                  </a:lnTo>
                  <a:lnTo>
                    <a:pt x="310" y="282"/>
                  </a:lnTo>
                  <a:lnTo>
                    <a:pt x="310" y="281"/>
                  </a:lnTo>
                  <a:lnTo>
                    <a:pt x="311" y="280"/>
                  </a:lnTo>
                  <a:lnTo>
                    <a:pt x="311" y="279"/>
                  </a:lnTo>
                  <a:lnTo>
                    <a:pt x="312" y="279"/>
                  </a:lnTo>
                  <a:lnTo>
                    <a:pt x="313" y="278"/>
                  </a:lnTo>
                  <a:lnTo>
                    <a:pt x="314" y="277"/>
                  </a:lnTo>
                  <a:lnTo>
                    <a:pt x="315" y="277"/>
                  </a:lnTo>
                  <a:lnTo>
                    <a:pt x="316" y="277"/>
                  </a:lnTo>
                  <a:lnTo>
                    <a:pt x="317" y="277"/>
                  </a:lnTo>
                  <a:lnTo>
                    <a:pt x="318" y="277"/>
                  </a:lnTo>
                  <a:lnTo>
                    <a:pt x="319" y="277"/>
                  </a:lnTo>
                  <a:lnTo>
                    <a:pt x="320" y="278"/>
                  </a:lnTo>
                  <a:lnTo>
                    <a:pt x="321" y="279"/>
                  </a:lnTo>
                  <a:lnTo>
                    <a:pt x="322" y="279"/>
                  </a:lnTo>
                  <a:lnTo>
                    <a:pt x="323" y="280"/>
                  </a:lnTo>
                  <a:lnTo>
                    <a:pt x="324" y="280"/>
                  </a:lnTo>
                  <a:lnTo>
                    <a:pt x="325" y="280"/>
                  </a:lnTo>
                  <a:lnTo>
                    <a:pt x="326" y="280"/>
                  </a:lnTo>
                  <a:lnTo>
                    <a:pt x="327" y="280"/>
                  </a:lnTo>
                  <a:lnTo>
                    <a:pt x="328" y="280"/>
                  </a:lnTo>
                  <a:lnTo>
                    <a:pt x="329" y="280"/>
                  </a:lnTo>
                  <a:lnTo>
                    <a:pt x="330" y="280"/>
                  </a:lnTo>
                  <a:lnTo>
                    <a:pt x="331" y="279"/>
                  </a:lnTo>
                  <a:lnTo>
                    <a:pt x="332" y="278"/>
                  </a:lnTo>
                  <a:lnTo>
                    <a:pt x="333" y="278"/>
                  </a:lnTo>
                  <a:lnTo>
                    <a:pt x="333" y="277"/>
                  </a:lnTo>
                  <a:lnTo>
                    <a:pt x="334" y="277"/>
                  </a:lnTo>
                  <a:lnTo>
                    <a:pt x="335" y="276"/>
                  </a:lnTo>
                  <a:lnTo>
                    <a:pt x="336" y="275"/>
                  </a:lnTo>
                  <a:lnTo>
                    <a:pt x="337" y="274"/>
                  </a:lnTo>
                  <a:lnTo>
                    <a:pt x="338" y="273"/>
                  </a:lnTo>
                  <a:lnTo>
                    <a:pt x="340" y="272"/>
                  </a:lnTo>
                  <a:lnTo>
                    <a:pt x="340" y="271"/>
                  </a:lnTo>
                  <a:lnTo>
                    <a:pt x="341" y="270"/>
                  </a:lnTo>
                  <a:lnTo>
                    <a:pt x="342" y="269"/>
                  </a:lnTo>
                  <a:lnTo>
                    <a:pt x="343" y="268"/>
                  </a:lnTo>
                  <a:lnTo>
                    <a:pt x="344" y="267"/>
                  </a:lnTo>
                  <a:lnTo>
                    <a:pt x="345" y="265"/>
                  </a:lnTo>
                  <a:lnTo>
                    <a:pt x="346" y="264"/>
                  </a:lnTo>
                  <a:lnTo>
                    <a:pt x="347" y="263"/>
                  </a:lnTo>
                  <a:lnTo>
                    <a:pt x="348" y="262"/>
                  </a:lnTo>
                  <a:lnTo>
                    <a:pt x="348" y="261"/>
                  </a:lnTo>
                  <a:lnTo>
                    <a:pt x="349" y="260"/>
                  </a:lnTo>
                  <a:lnTo>
                    <a:pt x="350" y="258"/>
                  </a:lnTo>
                  <a:lnTo>
                    <a:pt x="350" y="257"/>
                  </a:lnTo>
                  <a:lnTo>
                    <a:pt x="351" y="256"/>
                  </a:lnTo>
                  <a:lnTo>
                    <a:pt x="351" y="255"/>
                  </a:lnTo>
                  <a:lnTo>
                    <a:pt x="351" y="254"/>
                  </a:lnTo>
                  <a:lnTo>
                    <a:pt x="351" y="253"/>
                  </a:lnTo>
                  <a:lnTo>
                    <a:pt x="352" y="253"/>
                  </a:lnTo>
                  <a:lnTo>
                    <a:pt x="352" y="252"/>
                  </a:lnTo>
                  <a:lnTo>
                    <a:pt x="352" y="251"/>
                  </a:lnTo>
                  <a:lnTo>
                    <a:pt x="352" y="250"/>
                  </a:lnTo>
                  <a:lnTo>
                    <a:pt x="351" y="249"/>
                  </a:lnTo>
                  <a:lnTo>
                    <a:pt x="351" y="248"/>
                  </a:lnTo>
                  <a:lnTo>
                    <a:pt x="351" y="247"/>
                  </a:lnTo>
                  <a:lnTo>
                    <a:pt x="350" y="246"/>
                  </a:lnTo>
                  <a:lnTo>
                    <a:pt x="350" y="245"/>
                  </a:lnTo>
                  <a:lnTo>
                    <a:pt x="349" y="244"/>
                  </a:lnTo>
                  <a:lnTo>
                    <a:pt x="349" y="243"/>
                  </a:lnTo>
                  <a:lnTo>
                    <a:pt x="348" y="242"/>
                  </a:lnTo>
                  <a:lnTo>
                    <a:pt x="347" y="241"/>
                  </a:lnTo>
                  <a:lnTo>
                    <a:pt x="337" y="242"/>
                  </a:lnTo>
                  <a:lnTo>
                    <a:pt x="336" y="241"/>
                  </a:lnTo>
                  <a:lnTo>
                    <a:pt x="332" y="239"/>
                  </a:lnTo>
                  <a:lnTo>
                    <a:pt x="328" y="236"/>
                  </a:lnTo>
                  <a:lnTo>
                    <a:pt x="326" y="236"/>
                  </a:lnTo>
                  <a:lnTo>
                    <a:pt x="322" y="232"/>
                  </a:lnTo>
                  <a:lnTo>
                    <a:pt x="319" y="230"/>
                  </a:lnTo>
                  <a:lnTo>
                    <a:pt x="319" y="228"/>
                  </a:lnTo>
                  <a:lnTo>
                    <a:pt x="315" y="224"/>
                  </a:lnTo>
                  <a:lnTo>
                    <a:pt x="315" y="221"/>
                  </a:lnTo>
                  <a:lnTo>
                    <a:pt x="317" y="219"/>
                  </a:lnTo>
                  <a:lnTo>
                    <a:pt x="316" y="215"/>
                  </a:lnTo>
                  <a:lnTo>
                    <a:pt x="317" y="214"/>
                  </a:lnTo>
                  <a:lnTo>
                    <a:pt x="317" y="204"/>
                  </a:lnTo>
                  <a:lnTo>
                    <a:pt x="319" y="202"/>
                  </a:lnTo>
                  <a:lnTo>
                    <a:pt x="318" y="193"/>
                  </a:lnTo>
                  <a:lnTo>
                    <a:pt x="319" y="191"/>
                  </a:lnTo>
                  <a:lnTo>
                    <a:pt x="319" y="186"/>
                  </a:lnTo>
                  <a:lnTo>
                    <a:pt x="315" y="184"/>
                  </a:lnTo>
                  <a:lnTo>
                    <a:pt x="314" y="183"/>
                  </a:lnTo>
                  <a:lnTo>
                    <a:pt x="311" y="183"/>
                  </a:lnTo>
                  <a:lnTo>
                    <a:pt x="310" y="185"/>
                  </a:lnTo>
                  <a:lnTo>
                    <a:pt x="308" y="185"/>
                  </a:lnTo>
                  <a:lnTo>
                    <a:pt x="304" y="181"/>
                  </a:lnTo>
                  <a:lnTo>
                    <a:pt x="299" y="181"/>
                  </a:lnTo>
                  <a:lnTo>
                    <a:pt x="296" y="176"/>
                  </a:lnTo>
                  <a:lnTo>
                    <a:pt x="297" y="171"/>
                  </a:lnTo>
                  <a:lnTo>
                    <a:pt x="299" y="170"/>
                  </a:lnTo>
                  <a:lnTo>
                    <a:pt x="298" y="164"/>
                  </a:lnTo>
                  <a:lnTo>
                    <a:pt x="300" y="161"/>
                  </a:lnTo>
                  <a:lnTo>
                    <a:pt x="306" y="159"/>
                  </a:lnTo>
                  <a:lnTo>
                    <a:pt x="311" y="156"/>
                  </a:lnTo>
                  <a:lnTo>
                    <a:pt x="316" y="156"/>
                  </a:lnTo>
                  <a:lnTo>
                    <a:pt x="320" y="151"/>
                  </a:lnTo>
                  <a:lnTo>
                    <a:pt x="323" y="150"/>
                  </a:lnTo>
                  <a:lnTo>
                    <a:pt x="325" y="148"/>
                  </a:lnTo>
                  <a:lnTo>
                    <a:pt x="326" y="144"/>
                  </a:lnTo>
                  <a:close/>
                  <a:moveTo>
                    <a:pt x="216" y="226"/>
                  </a:moveTo>
                  <a:lnTo>
                    <a:pt x="212" y="223"/>
                  </a:lnTo>
                  <a:lnTo>
                    <a:pt x="212" y="219"/>
                  </a:lnTo>
                  <a:lnTo>
                    <a:pt x="213" y="217"/>
                  </a:lnTo>
                  <a:lnTo>
                    <a:pt x="213" y="211"/>
                  </a:lnTo>
                  <a:lnTo>
                    <a:pt x="212" y="210"/>
                  </a:lnTo>
                  <a:lnTo>
                    <a:pt x="209" y="210"/>
                  </a:lnTo>
                  <a:lnTo>
                    <a:pt x="205" y="213"/>
                  </a:lnTo>
                  <a:lnTo>
                    <a:pt x="197" y="214"/>
                  </a:lnTo>
                  <a:lnTo>
                    <a:pt x="196" y="215"/>
                  </a:lnTo>
                  <a:lnTo>
                    <a:pt x="193" y="215"/>
                  </a:lnTo>
                  <a:lnTo>
                    <a:pt x="191" y="217"/>
                  </a:lnTo>
                  <a:lnTo>
                    <a:pt x="191" y="221"/>
                  </a:lnTo>
                  <a:lnTo>
                    <a:pt x="193" y="225"/>
                  </a:lnTo>
                  <a:lnTo>
                    <a:pt x="197" y="228"/>
                  </a:lnTo>
                  <a:lnTo>
                    <a:pt x="201" y="227"/>
                  </a:lnTo>
                  <a:lnTo>
                    <a:pt x="203" y="229"/>
                  </a:lnTo>
                  <a:lnTo>
                    <a:pt x="203" y="236"/>
                  </a:lnTo>
                  <a:lnTo>
                    <a:pt x="202" y="237"/>
                  </a:lnTo>
                  <a:lnTo>
                    <a:pt x="202" y="239"/>
                  </a:lnTo>
                  <a:lnTo>
                    <a:pt x="204" y="241"/>
                  </a:lnTo>
                  <a:lnTo>
                    <a:pt x="206" y="243"/>
                  </a:lnTo>
                  <a:lnTo>
                    <a:pt x="215" y="243"/>
                  </a:lnTo>
                  <a:lnTo>
                    <a:pt x="216" y="241"/>
                  </a:lnTo>
                  <a:lnTo>
                    <a:pt x="216" y="226"/>
                  </a:lnTo>
                  <a:close/>
                </a:path>
              </a:pathLst>
            </a:custGeom>
            <a:grpFill/>
            <a:ln w="28575">
              <a:noFill/>
              <a:prstDash val="sysDot"/>
              <a:round/>
              <a:headEnd/>
              <a:tailEnd/>
            </a:ln>
          </p:spPr>
          <p:txBody>
            <a:bodyPr/>
            <a:lstStyle/>
            <a:p>
              <a:pPr>
                <a:defRPr/>
              </a:pPr>
              <a:endParaRPr lang="zh-CN" altLang="en-US" kern="0" dirty="0">
                <a:solidFill>
                  <a:prstClr val="black"/>
                </a:solidFill>
                <a:ea typeface="微软雅黑" pitchFamily="34" charset="-122"/>
              </a:endParaRPr>
            </a:p>
          </p:txBody>
        </p:sp>
        <p:sp>
          <p:nvSpPr>
            <p:cNvPr id="31" name="Freeform 31"/>
            <p:cNvSpPr>
              <a:spLocks noEditPoints="1"/>
            </p:cNvSpPr>
            <p:nvPr/>
          </p:nvSpPr>
          <p:spPr bwMode="auto">
            <a:xfrm>
              <a:off x="5696674" y="2665524"/>
              <a:ext cx="241300" cy="261937"/>
            </a:xfrm>
            <a:custGeom>
              <a:avLst/>
              <a:gdLst>
                <a:gd name="T0" fmla="*/ 2147483647 w 132"/>
                <a:gd name="T1" fmla="*/ 2147483647 h 137"/>
                <a:gd name="T2" fmla="*/ 2147483647 w 132"/>
                <a:gd name="T3" fmla="*/ 2147483647 h 137"/>
                <a:gd name="T4" fmla="*/ 2147483647 w 132"/>
                <a:gd name="T5" fmla="*/ 2147483647 h 137"/>
                <a:gd name="T6" fmla="*/ 2147483647 w 132"/>
                <a:gd name="T7" fmla="*/ 2147483647 h 137"/>
                <a:gd name="T8" fmla="*/ 2147483647 w 132"/>
                <a:gd name="T9" fmla="*/ 2147483647 h 137"/>
                <a:gd name="T10" fmla="*/ 2147483647 w 132"/>
                <a:gd name="T11" fmla="*/ 2147483647 h 137"/>
                <a:gd name="T12" fmla="*/ 2147483647 w 132"/>
                <a:gd name="T13" fmla="*/ 2147483647 h 137"/>
                <a:gd name="T14" fmla="*/ 2147483647 w 132"/>
                <a:gd name="T15" fmla="*/ 2147483647 h 137"/>
                <a:gd name="T16" fmla="*/ 2147483647 w 132"/>
                <a:gd name="T17" fmla="*/ 2147483647 h 137"/>
                <a:gd name="T18" fmla="*/ 2147483647 w 132"/>
                <a:gd name="T19" fmla="*/ 2147483647 h 137"/>
                <a:gd name="T20" fmla="*/ 2147483647 w 132"/>
                <a:gd name="T21" fmla="*/ 0 h 137"/>
                <a:gd name="T22" fmla="*/ 2147483647 w 132"/>
                <a:gd name="T23" fmla="*/ 2147483647 h 137"/>
                <a:gd name="T24" fmla="*/ 2147483647 w 132"/>
                <a:gd name="T25" fmla="*/ 2147483647 h 137"/>
                <a:gd name="T26" fmla="*/ 2147483647 w 132"/>
                <a:gd name="T27" fmla="*/ 2147483647 h 137"/>
                <a:gd name="T28" fmla="*/ 2147483647 w 132"/>
                <a:gd name="T29" fmla="*/ 2147483647 h 137"/>
                <a:gd name="T30" fmla="*/ 2147483647 w 132"/>
                <a:gd name="T31" fmla="*/ 2147483647 h 137"/>
                <a:gd name="T32" fmla="*/ 2147483647 w 132"/>
                <a:gd name="T33" fmla="*/ 2147483647 h 137"/>
                <a:gd name="T34" fmla="*/ 2147483647 w 132"/>
                <a:gd name="T35" fmla="*/ 2147483647 h 137"/>
                <a:gd name="T36" fmla="*/ 2147483647 w 132"/>
                <a:gd name="T37" fmla="*/ 2147483647 h 137"/>
                <a:gd name="T38" fmla="*/ 2147483647 w 132"/>
                <a:gd name="T39" fmla="*/ 2147483647 h 137"/>
                <a:gd name="T40" fmla="*/ 2147483647 w 132"/>
                <a:gd name="T41" fmla="*/ 2147483647 h 137"/>
                <a:gd name="T42" fmla="*/ 2147483647 w 132"/>
                <a:gd name="T43" fmla="*/ 2147483647 h 137"/>
                <a:gd name="T44" fmla="*/ 2147483647 w 132"/>
                <a:gd name="T45" fmla="*/ 2147483647 h 137"/>
                <a:gd name="T46" fmla="*/ 2147483647 w 132"/>
                <a:gd name="T47" fmla="*/ 2147483647 h 137"/>
                <a:gd name="T48" fmla="*/ 2147483647 w 132"/>
                <a:gd name="T49" fmla="*/ 2147483647 h 137"/>
                <a:gd name="T50" fmla="*/ 2147483647 w 132"/>
                <a:gd name="T51" fmla="*/ 2147483647 h 137"/>
                <a:gd name="T52" fmla="*/ 2147483647 w 132"/>
                <a:gd name="T53" fmla="*/ 2147483647 h 137"/>
                <a:gd name="T54" fmla="*/ 2147483647 w 132"/>
                <a:gd name="T55" fmla="*/ 2147483647 h 137"/>
                <a:gd name="T56" fmla="*/ 2147483647 w 132"/>
                <a:gd name="T57" fmla="*/ 2147483647 h 137"/>
                <a:gd name="T58" fmla="*/ 2147483647 w 132"/>
                <a:gd name="T59" fmla="*/ 2147483647 h 137"/>
                <a:gd name="T60" fmla="*/ 2147483647 w 132"/>
                <a:gd name="T61" fmla="*/ 2147483647 h 137"/>
                <a:gd name="T62" fmla="*/ 2147483647 w 132"/>
                <a:gd name="T63" fmla="*/ 2147483647 h 137"/>
                <a:gd name="T64" fmla="*/ 2147483647 w 132"/>
                <a:gd name="T65" fmla="*/ 2147483647 h 137"/>
                <a:gd name="T66" fmla="*/ 2147483647 w 132"/>
                <a:gd name="T67" fmla="*/ 2147483647 h 137"/>
                <a:gd name="T68" fmla="*/ 2147483647 w 132"/>
                <a:gd name="T69" fmla="*/ 2147483647 h 137"/>
                <a:gd name="T70" fmla="*/ 2147483647 w 132"/>
                <a:gd name="T71" fmla="*/ 2147483647 h 137"/>
                <a:gd name="T72" fmla="*/ 2147483647 w 132"/>
                <a:gd name="T73" fmla="*/ 2147483647 h 137"/>
                <a:gd name="T74" fmla="*/ 2147483647 w 132"/>
                <a:gd name="T75" fmla="*/ 2147483647 h 137"/>
                <a:gd name="T76" fmla="*/ 2147483647 w 132"/>
                <a:gd name="T77" fmla="*/ 2147483647 h 137"/>
                <a:gd name="T78" fmla="*/ 2147483647 w 132"/>
                <a:gd name="T79" fmla="*/ 2147483647 h 137"/>
                <a:gd name="T80" fmla="*/ 2147483647 w 132"/>
                <a:gd name="T81" fmla="*/ 2147483647 h 137"/>
                <a:gd name="T82" fmla="*/ 2147483647 w 132"/>
                <a:gd name="T83" fmla="*/ 2147483647 h 137"/>
                <a:gd name="T84" fmla="*/ 2147483647 w 132"/>
                <a:gd name="T85" fmla="*/ 2147483647 h 137"/>
                <a:gd name="T86" fmla="*/ 2147483647 w 132"/>
                <a:gd name="T87" fmla="*/ 2147483647 h 137"/>
                <a:gd name="T88" fmla="*/ 2147483647 w 132"/>
                <a:gd name="T89" fmla="*/ 2147483647 h 137"/>
                <a:gd name="T90" fmla="*/ 2147483647 w 132"/>
                <a:gd name="T91" fmla="*/ 2147483647 h 137"/>
                <a:gd name="T92" fmla="*/ 2147483647 w 132"/>
                <a:gd name="T93" fmla="*/ 2147483647 h 137"/>
                <a:gd name="T94" fmla="*/ 2147483647 w 132"/>
                <a:gd name="T95" fmla="*/ 2147483647 h 137"/>
                <a:gd name="T96" fmla="*/ 2147483647 w 132"/>
                <a:gd name="T97" fmla="*/ 2147483647 h 137"/>
                <a:gd name="T98" fmla="*/ 2147483647 w 132"/>
                <a:gd name="T99" fmla="*/ 2147483647 h 137"/>
                <a:gd name="T100" fmla="*/ 2147483647 w 132"/>
                <a:gd name="T101" fmla="*/ 2147483647 h 137"/>
                <a:gd name="T102" fmla="*/ 2147483647 w 132"/>
                <a:gd name="T103" fmla="*/ 2147483647 h 137"/>
                <a:gd name="T104" fmla="*/ 2147483647 w 132"/>
                <a:gd name="T105" fmla="*/ 2147483647 h 137"/>
                <a:gd name="T106" fmla="*/ 2147483647 w 132"/>
                <a:gd name="T107" fmla="*/ 2147483647 h 137"/>
                <a:gd name="T108" fmla="*/ 2147483647 w 132"/>
                <a:gd name="T109" fmla="*/ 2147483647 h 137"/>
                <a:gd name="T110" fmla="*/ 2147483647 w 132"/>
                <a:gd name="T111" fmla="*/ 2147483647 h 137"/>
                <a:gd name="T112" fmla="*/ 2147483647 w 132"/>
                <a:gd name="T113" fmla="*/ 2147483647 h 137"/>
                <a:gd name="T114" fmla="*/ 2147483647 w 132"/>
                <a:gd name="T115" fmla="*/ 2147483647 h 137"/>
                <a:gd name="T116" fmla="*/ 2147483647 w 132"/>
                <a:gd name="T117" fmla="*/ 2147483647 h 137"/>
                <a:gd name="T118" fmla="*/ 2147483647 w 132"/>
                <a:gd name="T119" fmla="*/ 2147483647 h 137"/>
                <a:gd name="T120" fmla="*/ 2147483647 w 132"/>
                <a:gd name="T121" fmla="*/ 2147483647 h 137"/>
                <a:gd name="T122" fmla="*/ 2147483647 w 132"/>
                <a:gd name="T123" fmla="*/ 2147483647 h 137"/>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32"/>
                <a:gd name="T187" fmla="*/ 0 h 137"/>
                <a:gd name="T188" fmla="*/ 132 w 132"/>
                <a:gd name="T189" fmla="*/ 137 h 137"/>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32" h="137">
                  <a:moveTo>
                    <a:pt x="113" y="43"/>
                  </a:moveTo>
                  <a:lnTo>
                    <a:pt x="111" y="42"/>
                  </a:lnTo>
                  <a:lnTo>
                    <a:pt x="114" y="37"/>
                  </a:lnTo>
                  <a:lnTo>
                    <a:pt x="120" y="36"/>
                  </a:lnTo>
                  <a:lnTo>
                    <a:pt x="122" y="35"/>
                  </a:lnTo>
                  <a:lnTo>
                    <a:pt x="123" y="29"/>
                  </a:lnTo>
                  <a:lnTo>
                    <a:pt x="124" y="28"/>
                  </a:lnTo>
                  <a:lnTo>
                    <a:pt x="124" y="25"/>
                  </a:lnTo>
                  <a:lnTo>
                    <a:pt x="122" y="23"/>
                  </a:lnTo>
                  <a:lnTo>
                    <a:pt x="115" y="24"/>
                  </a:lnTo>
                  <a:lnTo>
                    <a:pt x="114" y="25"/>
                  </a:lnTo>
                  <a:lnTo>
                    <a:pt x="110" y="25"/>
                  </a:lnTo>
                  <a:lnTo>
                    <a:pt x="108" y="24"/>
                  </a:lnTo>
                  <a:lnTo>
                    <a:pt x="92" y="25"/>
                  </a:lnTo>
                  <a:lnTo>
                    <a:pt x="90" y="23"/>
                  </a:lnTo>
                  <a:lnTo>
                    <a:pt x="90" y="22"/>
                  </a:lnTo>
                  <a:lnTo>
                    <a:pt x="82" y="15"/>
                  </a:lnTo>
                  <a:lnTo>
                    <a:pt x="81" y="15"/>
                  </a:lnTo>
                  <a:lnTo>
                    <a:pt x="77" y="11"/>
                  </a:lnTo>
                  <a:lnTo>
                    <a:pt x="74" y="7"/>
                  </a:lnTo>
                  <a:lnTo>
                    <a:pt x="74" y="4"/>
                  </a:lnTo>
                  <a:lnTo>
                    <a:pt x="71" y="0"/>
                  </a:lnTo>
                  <a:lnTo>
                    <a:pt x="66" y="0"/>
                  </a:lnTo>
                  <a:lnTo>
                    <a:pt x="65" y="2"/>
                  </a:lnTo>
                  <a:lnTo>
                    <a:pt x="64" y="5"/>
                  </a:lnTo>
                  <a:lnTo>
                    <a:pt x="60" y="6"/>
                  </a:lnTo>
                  <a:lnTo>
                    <a:pt x="58" y="8"/>
                  </a:lnTo>
                  <a:lnTo>
                    <a:pt x="58" y="12"/>
                  </a:lnTo>
                  <a:lnTo>
                    <a:pt x="56" y="15"/>
                  </a:lnTo>
                  <a:lnTo>
                    <a:pt x="52" y="15"/>
                  </a:lnTo>
                  <a:lnTo>
                    <a:pt x="52" y="18"/>
                  </a:lnTo>
                  <a:lnTo>
                    <a:pt x="56" y="23"/>
                  </a:lnTo>
                  <a:lnTo>
                    <a:pt x="53" y="26"/>
                  </a:lnTo>
                  <a:lnTo>
                    <a:pt x="44" y="26"/>
                  </a:lnTo>
                  <a:lnTo>
                    <a:pt x="41" y="32"/>
                  </a:lnTo>
                  <a:lnTo>
                    <a:pt x="40" y="35"/>
                  </a:lnTo>
                  <a:lnTo>
                    <a:pt x="34" y="41"/>
                  </a:lnTo>
                  <a:lnTo>
                    <a:pt x="31" y="43"/>
                  </a:lnTo>
                  <a:lnTo>
                    <a:pt x="29" y="42"/>
                  </a:lnTo>
                  <a:lnTo>
                    <a:pt x="25" y="42"/>
                  </a:lnTo>
                  <a:lnTo>
                    <a:pt x="17" y="48"/>
                  </a:lnTo>
                  <a:lnTo>
                    <a:pt x="16" y="52"/>
                  </a:lnTo>
                  <a:lnTo>
                    <a:pt x="18" y="55"/>
                  </a:lnTo>
                  <a:lnTo>
                    <a:pt x="19" y="58"/>
                  </a:lnTo>
                  <a:lnTo>
                    <a:pt x="26" y="65"/>
                  </a:lnTo>
                  <a:lnTo>
                    <a:pt x="31" y="68"/>
                  </a:lnTo>
                  <a:lnTo>
                    <a:pt x="31" y="71"/>
                  </a:lnTo>
                  <a:lnTo>
                    <a:pt x="27" y="74"/>
                  </a:lnTo>
                  <a:lnTo>
                    <a:pt x="26" y="78"/>
                  </a:lnTo>
                  <a:lnTo>
                    <a:pt x="22" y="77"/>
                  </a:lnTo>
                  <a:lnTo>
                    <a:pt x="17" y="83"/>
                  </a:lnTo>
                  <a:lnTo>
                    <a:pt x="13" y="85"/>
                  </a:lnTo>
                  <a:lnTo>
                    <a:pt x="11" y="87"/>
                  </a:lnTo>
                  <a:lnTo>
                    <a:pt x="7" y="88"/>
                  </a:lnTo>
                  <a:lnTo>
                    <a:pt x="0" y="96"/>
                  </a:lnTo>
                  <a:lnTo>
                    <a:pt x="1" y="105"/>
                  </a:lnTo>
                  <a:lnTo>
                    <a:pt x="8" y="105"/>
                  </a:lnTo>
                  <a:lnTo>
                    <a:pt x="8" y="110"/>
                  </a:lnTo>
                  <a:lnTo>
                    <a:pt x="4" y="116"/>
                  </a:lnTo>
                  <a:lnTo>
                    <a:pt x="4" y="118"/>
                  </a:lnTo>
                  <a:lnTo>
                    <a:pt x="7" y="121"/>
                  </a:lnTo>
                  <a:lnTo>
                    <a:pt x="7" y="126"/>
                  </a:lnTo>
                  <a:lnTo>
                    <a:pt x="9" y="128"/>
                  </a:lnTo>
                  <a:lnTo>
                    <a:pt x="11" y="127"/>
                  </a:lnTo>
                  <a:lnTo>
                    <a:pt x="14" y="131"/>
                  </a:lnTo>
                  <a:lnTo>
                    <a:pt x="19" y="130"/>
                  </a:lnTo>
                  <a:lnTo>
                    <a:pt x="22" y="131"/>
                  </a:lnTo>
                  <a:lnTo>
                    <a:pt x="27" y="136"/>
                  </a:lnTo>
                  <a:lnTo>
                    <a:pt x="31" y="136"/>
                  </a:lnTo>
                  <a:lnTo>
                    <a:pt x="33" y="132"/>
                  </a:lnTo>
                  <a:lnTo>
                    <a:pt x="36" y="132"/>
                  </a:lnTo>
                  <a:lnTo>
                    <a:pt x="38" y="129"/>
                  </a:lnTo>
                  <a:lnTo>
                    <a:pt x="56" y="128"/>
                  </a:lnTo>
                  <a:lnTo>
                    <a:pt x="58" y="130"/>
                  </a:lnTo>
                  <a:lnTo>
                    <a:pt x="58" y="133"/>
                  </a:lnTo>
                  <a:lnTo>
                    <a:pt x="65" y="137"/>
                  </a:lnTo>
                  <a:lnTo>
                    <a:pt x="71" y="137"/>
                  </a:lnTo>
                  <a:lnTo>
                    <a:pt x="72" y="136"/>
                  </a:lnTo>
                  <a:lnTo>
                    <a:pt x="72" y="129"/>
                  </a:lnTo>
                  <a:lnTo>
                    <a:pt x="79" y="121"/>
                  </a:lnTo>
                  <a:lnTo>
                    <a:pt x="80" y="121"/>
                  </a:lnTo>
                  <a:lnTo>
                    <a:pt x="81" y="122"/>
                  </a:lnTo>
                  <a:lnTo>
                    <a:pt x="89" y="123"/>
                  </a:lnTo>
                  <a:lnTo>
                    <a:pt x="95" y="122"/>
                  </a:lnTo>
                  <a:lnTo>
                    <a:pt x="95" y="119"/>
                  </a:lnTo>
                  <a:lnTo>
                    <a:pt x="99" y="113"/>
                  </a:lnTo>
                  <a:lnTo>
                    <a:pt x="102" y="110"/>
                  </a:lnTo>
                  <a:lnTo>
                    <a:pt x="100" y="108"/>
                  </a:lnTo>
                  <a:lnTo>
                    <a:pt x="100" y="106"/>
                  </a:lnTo>
                  <a:lnTo>
                    <a:pt x="101" y="105"/>
                  </a:lnTo>
                  <a:lnTo>
                    <a:pt x="101" y="98"/>
                  </a:lnTo>
                  <a:lnTo>
                    <a:pt x="99" y="96"/>
                  </a:lnTo>
                  <a:lnTo>
                    <a:pt x="95" y="97"/>
                  </a:lnTo>
                  <a:lnTo>
                    <a:pt x="91" y="94"/>
                  </a:lnTo>
                  <a:lnTo>
                    <a:pt x="89" y="90"/>
                  </a:lnTo>
                  <a:lnTo>
                    <a:pt x="89" y="86"/>
                  </a:lnTo>
                  <a:lnTo>
                    <a:pt x="91" y="84"/>
                  </a:lnTo>
                  <a:lnTo>
                    <a:pt x="94" y="84"/>
                  </a:lnTo>
                  <a:lnTo>
                    <a:pt x="95" y="83"/>
                  </a:lnTo>
                  <a:lnTo>
                    <a:pt x="103" y="82"/>
                  </a:lnTo>
                  <a:lnTo>
                    <a:pt x="107" y="79"/>
                  </a:lnTo>
                  <a:lnTo>
                    <a:pt x="111" y="79"/>
                  </a:lnTo>
                  <a:lnTo>
                    <a:pt x="116" y="75"/>
                  </a:lnTo>
                  <a:lnTo>
                    <a:pt x="116" y="74"/>
                  </a:lnTo>
                  <a:lnTo>
                    <a:pt x="125" y="66"/>
                  </a:lnTo>
                  <a:lnTo>
                    <a:pt x="125" y="64"/>
                  </a:lnTo>
                  <a:lnTo>
                    <a:pt x="130" y="61"/>
                  </a:lnTo>
                  <a:lnTo>
                    <a:pt x="132" y="60"/>
                  </a:lnTo>
                  <a:lnTo>
                    <a:pt x="128" y="59"/>
                  </a:lnTo>
                  <a:lnTo>
                    <a:pt x="122" y="61"/>
                  </a:lnTo>
                  <a:lnTo>
                    <a:pt x="113" y="53"/>
                  </a:lnTo>
                  <a:lnTo>
                    <a:pt x="113" y="43"/>
                  </a:lnTo>
                  <a:close/>
                  <a:moveTo>
                    <a:pt x="66" y="78"/>
                  </a:moveTo>
                  <a:lnTo>
                    <a:pt x="69" y="89"/>
                  </a:lnTo>
                  <a:lnTo>
                    <a:pt x="80" y="89"/>
                  </a:lnTo>
                  <a:lnTo>
                    <a:pt x="71" y="96"/>
                  </a:lnTo>
                  <a:lnTo>
                    <a:pt x="75" y="106"/>
                  </a:lnTo>
                  <a:lnTo>
                    <a:pt x="66" y="100"/>
                  </a:lnTo>
                  <a:lnTo>
                    <a:pt x="57" y="106"/>
                  </a:lnTo>
                  <a:lnTo>
                    <a:pt x="60" y="96"/>
                  </a:lnTo>
                  <a:lnTo>
                    <a:pt x="51" y="89"/>
                  </a:lnTo>
                  <a:lnTo>
                    <a:pt x="62" y="89"/>
                  </a:lnTo>
                  <a:lnTo>
                    <a:pt x="66" y="78"/>
                  </a:lnTo>
                  <a:close/>
                </a:path>
              </a:pathLst>
            </a:custGeom>
            <a:grpFill/>
            <a:ln w="28575">
              <a:noFill/>
              <a:prstDash val="sysDot"/>
              <a:round/>
              <a:headEnd/>
              <a:tailEnd/>
            </a:ln>
          </p:spPr>
          <p:txBody>
            <a:bodyPr/>
            <a:lstStyle/>
            <a:p>
              <a:endParaRPr lang="zh-CN" altLang="en-US" kern="0" dirty="0">
                <a:solidFill>
                  <a:prstClr val="black"/>
                </a:solidFill>
                <a:ea typeface="微软雅黑" pitchFamily="34" charset="-122"/>
              </a:endParaRPr>
            </a:p>
          </p:txBody>
        </p:sp>
        <p:sp>
          <p:nvSpPr>
            <p:cNvPr id="32" name="Freeform 32"/>
            <p:cNvSpPr>
              <a:spLocks/>
            </p:cNvSpPr>
            <p:nvPr/>
          </p:nvSpPr>
          <p:spPr bwMode="auto">
            <a:xfrm>
              <a:off x="5791676" y="2814749"/>
              <a:ext cx="53975" cy="53975"/>
            </a:xfrm>
            <a:custGeom>
              <a:avLst/>
              <a:gdLst>
                <a:gd name="T0" fmla="*/ 2147483647 w 29"/>
                <a:gd name="T1" fmla="*/ 0 h 28"/>
                <a:gd name="T2" fmla="*/ 2147483647 w 29"/>
                <a:gd name="T3" fmla="*/ 2147483647 h 28"/>
                <a:gd name="T4" fmla="*/ 0 w 29"/>
                <a:gd name="T5" fmla="*/ 2147483647 h 28"/>
                <a:gd name="T6" fmla="*/ 2147483647 w 29"/>
                <a:gd name="T7" fmla="*/ 2147483647 h 28"/>
                <a:gd name="T8" fmla="*/ 2147483647 w 29"/>
                <a:gd name="T9" fmla="*/ 2147483647 h 28"/>
                <a:gd name="T10" fmla="*/ 2147483647 w 29"/>
                <a:gd name="T11" fmla="*/ 2147483647 h 28"/>
                <a:gd name="T12" fmla="*/ 2147483647 w 29"/>
                <a:gd name="T13" fmla="*/ 2147483647 h 28"/>
                <a:gd name="T14" fmla="*/ 2147483647 w 29"/>
                <a:gd name="T15" fmla="*/ 2147483647 h 28"/>
                <a:gd name="T16" fmla="*/ 2147483647 w 29"/>
                <a:gd name="T17" fmla="*/ 2147483647 h 28"/>
                <a:gd name="T18" fmla="*/ 2147483647 w 29"/>
                <a:gd name="T19" fmla="*/ 2147483647 h 28"/>
                <a:gd name="T20" fmla="*/ 2147483647 w 29"/>
                <a:gd name="T21" fmla="*/ 0 h 2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9"/>
                <a:gd name="T34" fmla="*/ 0 h 28"/>
                <a:gd name="T35" fmla="*/ 29 w 29"/>
                <a:gd name="T36" fmla="*/ 28 h 2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9" h="28">
                  <a:moveTo>
                    <a:pt x="15" y="0"/>
                  </a:moveTo>
                  <a:lnTo>
                    <a:pt x="11" y="11"/>
                  </a:lnTo>
                  <a:lnTo>
                    <a:pt x="0" y="11"/>
                  </a:lnTo>
                  <a:lnTo>
                    <a:pt x="9" y="18"/>
                  </a:lnTo>
                  <a:lnTo>
                    <a:pt x="6" y="28"/>
                  </a:lnTo>
                  <a:lnTo>
                    <a:pt x="15" y="22"/>
                  </a:lnTo>
                  <a:lnTo>
                    <a:pt x="24" y="28"/>
                  </a:lnTo>
                  <a:lnTo>
                    <a:pt x="20" y="18"/>
                  </a:lnTo>
                  <a:lnTo>
                    <a:pt x="29" y="11"/>
                  </a:lnTo>
                  <a:lnTo>
                    <a:pt x="18" y="11"/>
                  </a:lnTo>
                  <a:lnTo>
                    <a:pt x="15" y="0"/>
                  </a:lnTo>
                  <a:close/>
                </a:path>
              </a:pathLst>
            </a:custGeom>
            <a:grpFill/>
            <a:ln w="28575">
              <a:noFill/>
              <a:round/>
              <a:headEnd/>
              <a:tailEnd/>
            </a:ln>
          </p:spPr>
          <p:txBody>
            <a:bodyPr/>
            <a:lstStyle/>
            <a:p>
              <a:pPr>
                <a:defRPr/>
              </a:pPr>
              <a:endParaRPr lang="zh-CN" altLang="en-US" kern="0" dirty="0">
                <a:solidFill>
                  <a:prstClr val="black"/>
                </a:solidFill>
                <a:ea typeface="微软雅黑" pitchFamily="34" charset="-122"/>
              </a:endParaRPr>
            </a:p>
          </p:txBody>
        </p:sp>
        <p:sp>
          <p:nvSpPr>
            <p:cNvPr id="33" name="Freeform 33"/>
            <p:cNvSpPr>
              <a:spLocks/>
            </p:cNvSpPr>
            <p:nvPr/>
          </p:nvSpPr>
          <p:spPr bwMode="auto">
            <a:xfrm>
              <a:off x="5788749" y="2814749"/>
              <a:ext cx="53975" cy="53975"/>
            </a:xfrm>
            <a:custGeom>
              <a:avLst/>
              <a:gdLst>
                <a:gd name="T0" fmla="*/ 2147483647 w 29"/>
                <a:gd name="T1" fmla="*/ 0 h 28"/>
                <a:gd name="T2" fmla="*/ 2147483647 w 29"/>
                <a:gd name="T3" fmla="*/ 2147483647 h 28"/>
                <a:gd name="T4" fmla="*/ 0 w 29"/>
                <a:gd name="T5" fmla="*/ 2147483647 h 28"/>
                <a:gd name="T6" fmla="*/ 2147483647 w 29"/>
                <a:gd name="T7" fmla="*/ 2147483647 h 28"/>
                <a:gd name="T8" fmla="*/ 2147483647 w 29"/>
                <a:gd name="T9" fmla="*/ 2147483647 h 28"/>
                <a:gd name="T10" fmla="*/ 2147483647 w 29"/>
                <a:gd name="T11" fmla="*/ 2147483647 h 28"/>
                <a:gd name="T12" fmla="*/ 2147483647 w 29"/>
                <a:gd name="T13" fmla="*/ 2147483647 h 28"/>
                <a:gd name="T14" fmla="*/ 2147483647 w 29"/>
                <a:gd name="T15" fmla="*/ 2147483647 h 28"/>
                <a:gd name="T16" fmla="*/ 2147483647 w 29"/>
                <a:gd name="T17" fmla="*/ 2147483647 h 28"/>
                <a:gd name="T18" fmla="*/ 2147483647 w 29"/>
                <a:gd name="T19" fmla="*/ 2147483647 h 28"/>
                <a:gd name="T20" fmla="*/ 2147483647 w 29"/>
                <a:gd name="T21" fmla="*/ 0 h 2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9"/>
                <a:gd name="T34" fmla="*/ 0 h 28"/>
                <a:gd name="T35" fmla="*/ 29 w 29"/>
                <a:gd name="T36" fmla="*/ 28 h 2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9" h="28">
                  <a:moveTo>
                    <a:pt x="15" y="0"/>
                  </a:moveTo>
                  <a:lnTo>
                    <a:pt x="11" y="11"/>
                  </a:lnTo>
                  <a:lnTo>
                    <a:pt x="0" y="11"/>
                  </a:lnTo>
                  <a:lnTo>
                    <a:pt x="9" y="18"/>
                  </a:lnTo>
                  <a:lnTo>
                    <a:pt x="6" y="28"/>
                  </a:lnTo>
                  <a:lnTo>
                    <a:pt x="15" y="22"/>
                  </a:lnTo>
                  <a:lnTo>
                    <a:pt x="24" y="28"/>
                  </a:lnTo>
                  <a:lnTo>
                    <a:pt x="20" y="18"/>
                  </a:lnTo>
                  <a:lnTo>
                    <a:pt x="29" y="11"/>
                  </a:lnTo>
                  <a:lnTo>
                    <a:pt x="18" y="11"/>
                  </a:lnTo>
                  <a:lnTo>
                    <a:pt x="15" y="0"/>
                  </a:lnTo>
                  <a:close/>
                </a:path>
              </a:pathLst>
            </a:custGeom>
            <a:grpFill/>
            <a:ln w="28575">
              <a:noFill/>
              <a:prstDash val="solid"/>
              <a:round/>
              <a:headEnd/>
              <a:tailEnd/>
            </a:ln>
            <a:effectLst/>
          </p:spPr>
          <p:txBody>
            <a:bodyPr/>
            <a:lstStyle/>
            <a:p>
              <a:pPr>
                <a:defRPr/>
              </a:pPr>
              <a:endParaRPr lang="zh-CN" altLang="en-US" kern="0" dirty="0">
                <a:solidFill>
                  <a:prstClr val="black"/>
                </a:solidFill>
                <a:ea typeface="微软雅黑" pitchFamily="34" charset="-122"/>
              </a:endParaRPr>
            </a:p>
          </p:txBody>
        </p:sp>
        <p:sp>
          <p:nvSpPr>
            <p:cNvPr id="34" name="Freeform 34"/>
            <p:cNvSpPr>
              <a:spLocks/>
            </p:cNvSpPr>
            <p:nvPr/>
          </p:nvSpPr>
          <p:spPr bwMode="auto">
            <a:xfrm>
              <a:off x="5714137" y="3097324"/>
              <a:ext cx="887412" cy="582612"/>
            </a:xfrm>
            <a:custGeom>
              <a:avLst/>
              <a:gdLst>
                <a:gd name="T0" fmla="*/ 2147483647 w 485"/>
                <a:gd name="T1" fmla="*/ 2147483647 h 306"/>
                <a:gd name="T2" fmla="*/ 2147483647 w 485"/>
                <a:gd name="T3" fmla="*/ 2147483647 h 306"/>
                <a:gd name="T4" fmla="*/ 2147483647 w 485"/>
                <a:gd name="T5" fmla="*/ 2147483647 h 306"/>
                <a:gd name="T6" fmla="*/ 2147483647 w 485"/>
                <a:gd name="T7" fmla="*/ 2147483647 h 306"/>
                <a:gd name="T8" fmla="*/ 2147483647 w 485"/>
                <a:gd name="T9" fmla="*/ 2147483647 h 306"/>
                <a:gd name="T10" fmla="*/ 2147483647 w 485"/>
                <a:gd name="T11" fmla="*/ 2147483647 h 306"/>
                <a:gd name="T12" fmla="*/ 2147483647 w 485"/>
                <a:gd name="T13" fmla="*/ 2147483647 h 306"/>
                <a:gd name="T14" fmla="*/ 2147483647 w 485"/>
                <a:gd name="T15" fmla="*/ 2147483647 h 306"/>
                <a:gd name="T16" fmla="*/ 2147483647 w 485"/>
                <a:gd name="T17" fmla="*/ 2147483647 h 306"/>
                <a:gd name="T18" fmla="*/ 2147483647 w 485"/>
                <a:gd name="T19" fmla="*/ 2147483647 h 306"/>
                <a:gd name="T20" fmla="*/ 2147483647 w 485"/>
                <a:gd name="T21" fmla="*/ 2147483647 h 306"/>
                <a:gd name="T22" fmla="*/ 2147483647 w 485"/>
                <a:gd name="T23" fmla="*/ 2147483647 h 306"/>
                <a:gd name="T24" fmla="*/ 2147483647 w 485"/>
                <a:gd name="T25" fmla="*/ 2147483647 h 306"/>
                <a:gd name="T26" fmla="*/ 2147483647 w 485"/>
                <a:gd name="T27" fmla="*/ 2147483647 h 306"/>
                <a:gd name="T28" fmla="*/ 2147483647 w 485"/>
                <a:gd name="T29" fmla="*/ 2147483647 h 306"/>
                <a:gd name="T30" fmla="*/ 2147483647 w 485"/>
                <a:gd name="T31" fmla="*/ 2147483647 h 306"/>
                <a:gd name="T32" fmla="*/ 2147483647 w 485"/>
                <a:gd name="T33" fmla="*/ 2147483647 h 306"/>
                <a:gd name="T34" fmla="*/ 2147483647 w 485"/>
                <a:gd name="T35" fmla="*/ 2147483647 h 306"/>
                <a:gd name="T36" fmla="*/ 2147483647 w 485"/>
                <a:gd name="T37" fmla="*/ 2147483647 h 306"/>
                <a:gd name="T38" fmla="*/ 2147483647 w 485"/>
                <a:gd name="T39" fmla="*/ 2147483647 h 306"/>
                <a:gd name="T40" fmla="*/ 2147483647 w 485"/>
                <a:gd name="T41" fmla="*/ 2147483647 h 306"/>
                <a:gd name="T42" fmla="*/ 2147483647 w 485"/>
                <a:gd name="T43" fmla="*/ 2147483647 h 306"/>
                <a:gd name="T44" fmla="*/ 2147483647 w 485"/>
                <a:gd name="T45" fmla="*/ 2147483647 h 306"/>
                <a:gd name="T46" fmla="*/ 2147483647 w 485"/>
                <a:gd name="T47" fmla="*/ 2147483647 h 306"/>
                <a:gd name="T48" fmla="*/ 2147483647 w 485"/>
                <a:gd name="T49" fmla="*/ 2147483647 h 306"/>
                <a:gd name="T50" fmla="*/ 2147483647 w 485"/>
                <a:gd name="T51" fmla="*/ 2147483647 h 306"/>
                <a:gd name="T52" fmla="*/ 2147483647 w 485"/>
                <a:gd name="T53" fmla="*/ 2147483647 h 306"/>
                <a:gd name="T54" fmla="*/ 2147483647 w 485"/>
                <a:gd name="T55" fmla="*/ 2147483647 h 306"/>
                <a:gd name="T56" fmla="*/ 2147483647 w 485"/>
                <a:gd name="T57" fmla="*/ 2147483647 h 306"/>
                <a:gd name="T58" fmla="*/ 2147483647 w 485"/>
                <a:gd name="T59" fmla="*/ 2147483647 h 306"/>
                <a:gd name="T60" fmla="*/ 2147483647 w 485"/>
                <a:gd name="T61" fmla="*/ 2147483647 h 306"/>
                <a:gd name="T62" fmla="*/ 2147483647 w 485"/>
                <a:gd name="T63" fmla="*/ 2147483647 h 306"/>
                <a:gd name="T64" fmla="*/ 2147483647 w 485"/>
                <a:gd name="T65" fmla="*/ 2147483647 h 306"/>
                <a:gd name="T66" fmla="*/ 2147483647 w 485"/>
                <a:gd name="T67" fmla="*/ 2147483647 h 306"/>
                <a:gd name="T68" fmla="*/ 2147483647 w 485"/>
                <a:gd name="T69" fmla="*/ 2147483647 h 306"/>
                <a:gd name="T70" fmla="*/ 2147483647 w 485"/>
                <a:gd name="T71" fmla="*/ 2147483647 h 306"/>
                <a:gd name="T72" fmla="*/ 2147483647 w 485"/>
                <a:gd name="T73" fmla="*/ 2147483647 h 306"/>
                <a:gd name="T74" fmla="*/ 2147483647 w 485"/>
                <a:gd name="T75" fmla="*/ 2147483647 h 306"/>
                <a:gd name="T76" fmla="*/ 2147483647 w 485"/>
                <a:gd name="T77" fmla="*/ 2147483647 h 306"/>
                <a:gd name="T78" fmla="*/ 2147483647 w 485"/>
                <a:gd name="T79" fmla="*/ 2147483647 h 306"/>
                <a:gd name="T80" fmla="*/ 2147483647 w 485"/>
                <a:gd name="T81" fmla="*/ 2147483647 h 306"/>
                <a:gd name="T82" fmla="*/ 2147483647 w 485"/>
                <a:gd name="T83" fmla="*/ 2147483647 h 306"/>
                <a:gd name="T84" fmla="*/ 2147483647 w 485"/>
                <a:gd name="T85" fmla="*/ 2147483647 h 306"/>
                <a:gd name="T86" fmla="*/ 2147483647 w 485"/>
                <a:gd name="T87" fmla="*/ 2147483647 h 306"/>
                <a:gd name="T88" fmla="*/ 2147483647 w 485"/>
                <a:gd name="T89" fmla="*/ 2147483647 h 306"/>
                <a:gd name="T90" fmla="*/ 2147483647 w 485"/>
                <a:gd name="T91" fmla="*/ 2147483647 h 306"/>
                <a:gd name="T92" fmla="*/ 2147483647 w 485"/>
                <a:gd name="T93" fmla="*/ 2147483647 h 306"/>
                <a:gd name="T94" fmla="*/ 2147483647 w 485"/>
                <a:gd name="T95" fmla="*/ 2147483647 h 306"/>
                <a:gd name="T96" fmla="*/ 2147483647 w 485"/>
                <a:gd name="T97" fmla="*/ 2147483647 h 306"/>
                <a:gd name="T98" fmla="*/ 2147483647 w 485"/>
                <a:gd name="T99" fmla="*/ 2147483647 h 306"/>
                <a:gd name="T100" fmla="*/ 2147483647 w 485"/>
                <a:gd name="T101" fmla="*/ 2147483647 h 306"/>
                <a:gd name="T102" fmla="*/ 2147483647 w 485"/>
                <a:gd name="T103" fmla="*/ 2147483647 h 306"/>
                <a:gd name="T104" fmla="*/ 2147483647 w 485"/>
                <a:gd name="T105" fmla="*/ 2147483647 h 306"/>
                <a:gd name="T106" fmla="*/ 2147483647 w 485"/>
                <a:gd name="T107" fmla="*/ 2147483647 h 306"/>
                <a:gd name="T108" fmla="*/ 2147483647 w 485"/>
                <a:gd name="T109" fmla="*/ 2147483647 h 306"/>
                <a:gd name="T110" fmla="*/ 2147483647 w 485"/>
                <a:gd name="T111" fmla="*/ 2147483647 h 306"/>
                <a:gd name="T112" fmla="*/ 2147483647 w 485"/>
                <a:gd name="T113" fmla="*/ 2147483647 h 306"/>
                <a:gd name="T114" fmla="*/ 2147483647 w 485"/>
                <a:gd name="T115" fmla="*/ 2147483647 h 306"/>
                <a:gd name="T116" fmla="*/ 2147483647 w 485"/>
                <a:gd name="T117" fmla="*/ 2147483647 h 306"/>
                <a:gd name="T118" fmla="*/ 2147483647 w 485"/>
                <a:gd name="T119" fmla="*/ 2147483647 h 306"/>
                <a:gd name="T120" fmla="*/ 2147483647 w 485"/>
                <a:gd name="T121" fmla="*/ 2147483647 h 306"/>
                <a:gd name="T122" fmla="*/ 2147483647 w 485"/>
                <a:gd name="T123" fmla="*/ 2147483647 h 30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485"/>
                <a:gd name="T187" fmla="*/ 0 h 306"/>
                <a:gd name="T188" fmla="*/ 485 w 485"/>
                <a:gd name="T189" fmla="*/ 306 h 30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485" h="306">
                  <a:moveTo>
                    <a:pt x="291" y="242"/>
                  </a:moveTo>
                  <a:lnTo>
                    <a:pt x="291" y="242"/>
                  </a:lnTo>
                  <a:lnTo>
                    <a:pt x="291" y="241"/>
                  </a:lnTo>
                  <a:lnTo>
                    <a:pt x="292" y="241"/>
                  </a:lnTo>
                  <a:lnTo>
                    <a:pt x="292" y="240"/>
                  </a:lnTo>
                  <a:lnTo>
                    <a:pt x="292" y="239"/>
                  </a:lnTo>
                  <a:lnTo>
                    <a:pt x="293" y="239"/>
                  </a:lnTo>
                  <a:lnTo>
                    <a:pt x="293" y="238"/>
                  </a:lnTo>
                  <a:lnTo>
                    <a:pt x="294" y="238"/>
                  </a:lnTo>
                  <a:lnTo>
                    <a:pt x="294" y="237"/>
                  </a:lnTo>
                  <a:lnTo>
                    <a:pt x="295" y="237"/>
                  </a:lnTo>
                  <a:lnTo>
                    <a:pt x="296" y="237"/>
                  </a:lnTo>
                  <a:lnTo>
                    <a:pt x="296" y="236"/>
                  </a:lnTo>
                  <a:lnTo>
                    <a:pt x="297" y="236"/>
                  </a:lnTo>
                  <a:lnTo>
                    <a:pt x="298" y="236"/>
                  </a:lnTo>
                  <a:lnTo>
                    <a:pt x="299" y="236"/>
                  </a:lnTo>
                  <a:lnTo>
                    <a:pt x="300" y="236"/>
                  </a:lnTo>
                  <a:lnTo>
                    <a:pt x="301" y="236"/>
                  </a:lnTo>
                  <a:lnTo>
                    <a:pt x="301" y="235"/>
                  </a:lnTo>
                  <a:lnTo>
                    <a:pt x="302" y="235"/>
                  </a:lnTo>
                  <a:lnTo>
                    <a:pt x="303" y="234"/>
                  </a:lnTo>
                  <a:lnTo>
                    <a:pt x="303" y="233"/>
                  </a:lnTo>
                  <a:lnTo>
                    <a:pt x="303" y="232"/>
                  </a:lnTo>
                  <a:lnTo>
                    <a:pt x="303" y="231"/>
                  </a:lnTo>
                  <a:lnTo>
                    <a:pt x="303" y="230"/>
                  </a:lnTo>
                  <a:lnTo>
                    <a:pt x="303" y="229"/>
                  </a:lnTo>
                  <a:lnTo>
                    <a:pt x="303" y="228"/>
                  </a:lnTo>
                  <a:lnTo>
                    <a:pt x="303" y="227"/>
                  </a:lnTo>
                  <a:lnTo>
                    <a:pt x="303" y="226"/>
                  </a:lnTo>
                  <a:lnTo>
                    <a:pt x="302" y="225"/>
                  </a:lnTo>
                  <a:lnTo>
                    <a:pt x="302" y="224"/>
                  </a:lnTo>
                  <a:lnTo>
                    <a:pt x="301" y="223"/>
                  </a:lnTo>
                  <a:lnTo>
                    <a:pt x="301" y="222"/>
                  </a:lnTo>
                  <a:lnTo>
                    <a:pt x="301" y="221"/>
                  </a:lnTo>
                  <a:lnTo>
                    <a:pt x="300" y="220"/>
                  </a:lnTo>
                  <a:lnTo>
                    <a:pt x="300" y="219"/>
                  </a:lnTo>
                  <a:lnTo>
                    <a:pt x="301" y="219"/>
                  </a:lnTo>
                  <a:lnTo>
                    <a:pt x="301" y="218"/>
                  </a:lnTo>
                  <a:lnTo>
                    <a:pt x="301" y="217"/>
                  </a:lnTo>
                  <a:lnTo>
                    <a:pt x="302" y="217"/>
                  </a:lnTo>
                  <a:lnTo>
                    <a:pt x="303" y="216"/>
                  </a:lnTo>
                  <a:lnTo>
                    <a:pt x="304" y="216"/>
                  </a:lnTo>
                  <a:lnTo>
                    <a:pt x="305" y="215"/>
                  </a:lnTo>
                  <a:lnTo>
                    <a:pt x="306" y="215"/>
                  </a:lnTo>
                  <a:lnTo>
                    <a:pt x="307" y="214"/>
                  </a:lnTo>
                  <a:lnTo>
                    <a:pt x="308" y="213"/>
                  </a:lnTo>
                  <a:lnTo>
                    <a:pt x="309" y="213"/>
                  </a:lnTo>
                  <a:lnTo>
                    <a:pt x="310" y="213"/>
                  </a:lnTo>
                  <a:lnTo>
                    <a:pt x="310" y="212"/>
                  </a:lnTo>
                  <a:lnTo>
                    <a:pt x="311" y="212"/>
                  </a:lnTo>
                  <a:lnTo>
                    <a:pt x="312" y="211"/>
                  </a:lnTo>
                  <a:lnTo>
                    <a:pt x="313" y="210"/>
                  </a:lnTo>
                  <a:lnTo>
                    <a:pt x="313" y="209"/>
                  </a:lnTo>
                  <a:lnTo>
                    <a:pt x="314" y="208"/>
                  </a:lnTo>
                  <a:lnTo>
                    <a:pt x="314" y="207"/>
                  </a:lnTo>
                  <a:lnTo>
                    <a:pt x="314" y="206"/>
                  </a:lnTo>
                  <a:lnTo>
                    <a:pt x="314" y="205"/>
                  </a:lnTo>
                  <a:lnTo>
                    <a:pt x="314" y="204"/>
                  </a:lnTo>
                  <a:lnTo>
                    <a:pt x="314" y="203"/>
                  </a:lnTo>
                  <a:lnTo>
                    <a:pt x="313" y="202"/>
                  </a:lnTo>
                  <a:lnTo>
                    <a:pt x="313" y="200"/>
                  </a:lnTo>
                  <a:lnTo>
                    <a:pt x="312" y="198"/>
                  </a:lnTo>
                  <a:lnTo>
                    <a:pt x="312" y="196"/>
                  </a:lnTo>
                  <a:lnTo>
                    <a:pt x="312" y="195"/>
                  </a:lnTo>
                  <a:lnTo>
                    <a:pt x="311" y="194"/>
                  </a:lnTo>
                  <a:lnTo>
                    <a:pt x="311" y="193"/>
                  </a:lnTo>
                  <a:lnTo>
                    <a:pt x="311" y="192"/>
                  </a:lnTo>
                  <a:lnTo>
                    <a:pt x="311" y="191"/>
                  </a:lnTo>
                  <a:lnTo>
                    <a:pt x="311" y="190"/>
                  </a:lnTo>
                  <a:lnTo>
                    <a:pt x="312" y="189"/>
                  </a:lnTo>
                  <a:lnTo>
                    <a:pt x="312" y="188"/>
                  </a:lnTo>
                  <a:lnTo>
                    <a:pt x="312" y="187"/>
                  </a:lnTo>
                  <a:lnTo>
                    <a:pt x="313" y="186"/>
                  </a:lnTo>
                  <a:lnTo>
                    <a:pt x="314" y="185"/>
                  </a:lnTo>
                  <a:lnTo>
                    <a:pt x="315" y="184"/>
                  </a:lnTo>
                  <a:lnTo>
                    <a:pt x="316" y="183"/>
                  </a:lnTo>
                  <a:lnTo>
                    <a:pt x="317" y="182"/>
                  </a:lnTo>
                  <a:lnTo>
                    <a:pt x="318" y="182"/>
                  </a:lnTo>
                  <a:lnTo>
                    <a:pt x="319" y="181"/>
                  </a:lnTo>
                  <a:lnTo>
                    <a:pt x="320" y="181"/>
                  </a:lnTo>
                  <a:lnTo>
                    <a:pt x="321" y="181"/>
                  </a:lnTo>
                  <a:lnTo>
                    <a:pt x="321" y="180"/>
                  </a:lnTo>
                  <a:lnTo>
                    <a:pt x="322" y="180"/>
                  </a:lnTo>
                  <a:lnTo>
                    <a:pt x="323" y="181"/>
                  </a:lnTo>
                  <a:lnTo>
                    <a:pt x="324" y="181"/>
                  </a:lnTo>
                  <a:lnTo>
                    <a:pt x="325" y="181"/>
                  </a:lnTo>
                  <a:lnTo>
                    <a:pt x="325" y="182"/>
                  </a:lnTo>
                  <a:lnTo>
                    <a:pt x="326" y="182"/>
                  </a:lnTo>
                  <a:lnTo>
                    <a:pt x="326" y="183"/>
                  </a:lnTo>
                  <a:lnTo>
                    <a:pt x="327" y="184"/>
                  </a:lnTo>
                  <a:lnTo>
                    <a:pt x="328" y="184"/>
                  </a:lnTo>
                  <a:lnTo>
                    <a:pt x="328" y="185"/>
                  </a:lnTo>
                  <a:lnTo>
                    <a:pt x="329" y="185"/>
                  </a:lnTo>
                  <a:lnTo>
                    <a:pt x="330" y="185"/>
                  </a:lnTo>
                  <a:lnTo>
                    <a:pt x="330" y="184"/>
                  </a:lnTo>
                  <a:lnTo>
                    <a:pt x="331" y="184"/>
                  </a:lnTo>
                  <a:lnTo>
                    <a:pt x="331" y="183"/>
                  </a:lnTo>
                  <a:lnTo>
                    <a:pt x="331" y="182"/>
                  </a:lnTo>
                  <a:lnTo>
                    <a:pt x="332" y="181"/>
                  </a:lnTo>
                  <a:lnTo>
                    <a:pt x="332" y="180"/>
                  </a:lnTo>
                  <a:lnTo>
                    <a:pt x="332" y="179"/>
                  </a:lnTo>
                  <a:lnTo>
                    <a:pt x="331" y="179"/>
                  </a:lnTo>
                  <a:lnTo>
                    <a:pt x="331" y="178"/>
                  </a:lnTo>
                  <a:lnTo>
                    <a:pt x="331" y="177"/>
                  </a:lnTo>
                  <a:lnTo>
                    <a:pt x="330" y="176"/>
                  </a:lnTo>
                  <a:lnTo>
                    <a:pt x="330" y="175"/>
                  </a:lnTo>
                  <a:lnTo>
                    <a:pt x="329" y="175"/>
                  </a:lnTo>
                  <a:lnTo>
                    <a:pt x="329" y="174"/>
                  </a:lnTo>
                  <a:lnTo>
                    <a:pt x="329" y="173"/>
                  </a:lnTo>
                  <a:lnTo>
                    <a:pt x="330" y="173"/>
                  </a:lnTo>
                  <a:lnTo>
                    <a:pt x="331" y="173"/>
                  </a:lnTo>
                  <a:lnTo>
                    <a:pt x="332" y="173"/>
                  </a:lnTo>
                  <a:lnTo>
                    <a:pt x="333" y="173"/>
                  </a:lnTo>
                  <a:lnTo>
                    <a:pt x="334" y="173"/>
                  </a:lnTo>
                  <a:lnTo>
                    <a:pt x="335" y="174"/>
                  </a:lnTo>
                  <a:lnTo>
                    <a:pt x="336" y="174"/>
                  </a:lnTo>
                  <a:lnTo>
                    <a:pt x="337" y="174"/>
                  </a:lnTo>
                  <a:lnTo>
                    <a:pt x="338" y="174"/>
                  </a:lnTo>
                  <a:lnTo>
                    <a:pt x="339" y="174"/>
                  </a:lnTo>
                  <a:lnTo>
                    <a:pt x="340" y="175"/>
                  </a:lnTo>
                  <a:lnTo>
                    <a:pt x="341" y="175"/>
                  </a:lnTo>
                  <a:lnTo>
                    <a:pt x="342" y="175"/>
                  </a:lnTo>
                  <a:lnTo>
                    <a:pt x="343" y="175"/>
                  </a:lnTo>
                  <a:lnTo>
                    <a:pt x="344" y="175"/>
                  </a:lnTo>
                  <a:lnTo>
                    <a:pt x="345" y="174"/>
                  </a:lnTo>
                  <a:lnTo>
                    <a:pt x="346" y="174"/>
                  </a:lnTo>
                  <a:lnTo>
                    <a:pt x="347" y="173"/>
                  </a:lnTo>
                  <a:lnTo>
                    <a:pt x="347" y="172"/>
                  </a:lnTo>
                  <a:lnTo>
                    <a:pt x="348" y="171"/>
                  </a:lnTo>
                  <a:lnTo>
                    <a:pt x="348" y="170"/>
                  </a:lnTo>
                  <a:lnTo>
                    <a:pt x="349" y="169"/>
                  </a:lnTo>
                  <a:lnTo>
                    <a:pt x="349" y="168"/>
                  </a:lnTo>
                  <a:lnTo>
                    <a:pt x="349" y="167"/>
                  </a:lnTo>
                  <a:lnTo>
                    <a:pt x="349" y="166"/>
                  </a:lnTo>
                  <a:lnTo>
                    <a:pt x="349" y="165"/>
                  </a:lnTo>
                  <a:lnTo>
                    <a:pt x="348" y="164"/>
                  </a:lnTo>
                  <a:lnTo>
                    <a:pt x="348" y="163"/>
                  </a:lnTo>
                  <a:lnTo>
                    <a:pt x="348" y="162"/>
                  </a:lnTo>
                  <a:lnTo>
                    <a:pt x="347" y="162"/>
                  </a:lnTo>
                  <a:lnTo>
                    <a:pt x="346" y="162"/>
                  </a:lnTo>
                  <a:lnTo>
                    <a:pt x="345" y="162"/>
                  </a:lnTo>
                  <a:lnTo>
                    <a:pt x="344" y="163"/>
                  </a:lnTo>
                  <a:lnTo>
                    <a:pt x="343" y="163"/>
                  </a:lnTo>
                  <a:lnTo>
                    <a:pt x="343" y="164"/>
                  </a:lnTo>
                  <a:lnTo>
                    <a:pt x="342" y="164"/>
                  </a:lnTo>
                  <a:lnTo>
                    <a:pt x="341" y="164"/>
                  </a:lnTo>
                  <a:lnTo>
                    <a:pt x="340" y="164"/>
                  </a:lnTo>
                  <a:lnTo>
                    <a:pt x="339" y="164"/>
                  </a:lnTo>
                  <a:lnTo>
                    <a:pt x="339" y="163"/>
                  </a:lnTo>
                  <a:lnTo>
                    <a:pt x="340" y="163"/>
                  </a:lnTo>
                  <a:lnTo>
                    <a:pt x="340" y="162"/>
                  </a:lnTo>
                  <a:lnTo>
                    <a:pt x="341" y="161"/>
                  </a:lnTo>
                  <a:lnTo>
                    <a:pt x="342" y="161"/>
                  </a:lnTo>
                  <a:lnTo>
                    <a:pt x="342" y="160"/>
                  </a:lnTo>
                  <a:lnTo>
                    <a:pt x="342" y="159"/>
                  </a:lnTo>
                  <a:lnTo>
                    <a:pt x="341" y="159"/>
                  </a:lnTo>
                  <a:lnTo>
                    <a:pt x="340" y="159"/>
                  </a:lnTo>
                  <a:lnTo>
                    <a:pt x="339" y="159"/>
                  </a:lnTo>
                  <a:lnTo>
                    <a:pt x="338" y="159"/>
                  </a:lnTo>
                  <a:lnTo>
                    <a:pt x="337" y="159"/>
                  </a:lnTo>
                  <a:lnTo>
                    <a:pt x="336" y="159"/>
                  </a:lnTo>
                  <a:lnTo>
                    <a:pt x="335" y="159"/>
                  </a:lnTo>
                  <a:lnTo>
                    <a:pt x="335" y="158"/>
                  </a:lnTo>
                  <a:lnTo>
                    <a:pt x="334" y="158"/>
                  </a:lnTo>
                  <a:lnTo>
                    <a:pt x="333" y="158"/>
                  </a:lnTo>
                  <a:lnTo>
                    <a:pt x="333" y="157"/>
                  </a:lnTo>
                  <a:lnTo>
                    <a:pt x="332" y="156"/>
                  </a:lnTo>
                  <a:lnTo>
                    <a:pt x="332" y="155"/>
                  </a:lnTo>
                  <a:lnTo>
                    <a:pt x="332" y="154"/>
                  </a:lnTo>
                  <a:lnTo>
                    <a:pt x="332" y="153"/>
                  </a:lnTo>
                  <a:lnTo>
                    <a:pt x="332" y="152"/>
                  </a:lnTo>
                  <a:lnTo>
                    <a:pt x="332" y="151"/>
                  </a:lnTo>
                  <a:lnTo>
                    <a:pt x="332" y="150"/>
                  </a:lnTo>
                  <a:lnTo>
                    <a:pt x="332" y="149"/>
                  </a:lnTo>
                  <a:lnTo>
                    <a:pt x="333" y="149"/>
                  </a:lnTo>
                  <a:lnTo>
                    <a:pt x="334" y="148"/>
                  </a:lnTo>
                  <a:lnTo>
                    <a:pt x="335" y="147"/>
                  </a:lnTo>
                  <a:lnTo>
                    <a:pt x="336" y="147"/>
                  </a:lnTo>
                  <a:lnTo>
                    <a:pt x="337" y="147"/>
                  </a:lnTo>
                  <a:lnTo>
                    <a:pt x="337" y="146"/>
                  </a:lnTo>
                  <a:lnTo>
                    <a:pt x="338" y="146"/>
                  </a:lnTo>
                  <a:lnTo>
                    <a:pt x="339" y="146"/>
                  </a:lnTo>
                  <a:lnTo>
                    <a:pt x="339" y="147"/>
                  </a:lnTo>
                  <a:lnTo>
                    <a:pt x="340" y="147"/>
                  </a:lnTo>
                  <a:lnTo>
                    <a:pt x="341" y="147"/>
                  </a:lnTo>
                  <a:lnTo>
                    <a:pt x="342" y="148"/>
                  </a:lnTo>
                  <a:lnTo>
                    <a:pt x="343" y="148"/>
                  </a:lnTo>
                  <a:lnTo>
                    <a:pt x="343" y="149"/>
                  </a:lnTo>
                  <a:lnTo>
                    <a:pt x="344" y="149"/>
                  </a:lnTo>
                  <a:lnTo>
                    <a:pt x="345" y="149"/>
                  </a:lnTo>
                  <a:lnTo>
                    <a:pt x="346" y="149"/>
                  </a:lnTo>
                  <a:lnTo>
                    <a:pt x="347" y="149"/>
                  </a:lnTo>
                  <a:lnTo>
                    <a:pt x="348" y="148"/>
                  </a:lnTo>
                  <a:lnTo>
                    <a:pt x="349" y="148"/>
                  </a:lnTo>
                  <a:lnTo>
                    <a:pt x="350" y="147"/>
                  </a:lnTo>
                  <a:lnTo>
                    <a:pt x="351" y="147"/>
                  </a:lnTo>
                  <a:lnTo>
                    <a:pt x="351" y="148"/>
                  </a:lnTo>
                  <a:lnTo>
                    <a:pt x="351" y="149"/>
                  </a:lnTo>
                  <a:lnTo>
                    <a:pt x="351" y="150"/>
                  </a:lnTo>
                  <a:lnTo>
                    <a:pt x="350" y="151"/>
                  </a:lnTo>
                  <a:lnTo>
                    <a:pt x="350" y="152"/>
                  </a:lnTo>
                  <a:lnTo>
                    <a:pt x="350" y="153"/>
                  </a:lnTo>
                  <a:lnTo>
                    <a:pt x="349" y="154"/>
                  </a:lnTo>
                  <a:lnTo>
                    <a:pt x="349" y="155"/>
                  </a:lnTo>
                  <a:lnTo>
                    <a:pt x="349" y="156"/>
                  </a:lnTo>
                  <a:lnTo>
                    <a:pt x="349" y="157"/>
                  </a:lnTo>
                  <a:lnTo>
                    <a:pt x="350" y="157"/>
                  </a:lnTo>
                  <a:lnTo>
                    <a:pt x="351" y="157"/>
                  </a:lnTo>
                  <a:lnTo>
                    <a:pt x="352" y="157"/>
                  </a:lnTo>
                  <a:lnTo>
                    <a:pt x="353" y="157"/>
                  </a:lnTo>
                  <a:lnTo>
                    <a:pt x="353" y="156"/>
                  </a:lnTo>
                  <a:lnTo>
                    <a:pt x="354" y="156"/>
                  </a:lnTo>
                  <a:lnTo>
                    <a:pt x="355" y="156"/>
                  </a:lnTo>
                  <a:lnTo>
                    <a:pt x="356" y="155"/>
                  </a:lnTo>
                  <a:lnTo>
                    <a:pt x="357" y="154"/>
                  </a:lnTo>
                  <a:lnTo>
                    <a:pt x="361" y="153"/>
                  </a:lnTo>
                  <a:lnTo>
                    <a:pt x="362" y="152"/>
                  </a:lnTo>
                  <a:lnTo>
                    <a:pt x="363" y="152"/>
                  </a:lnTo>
                  <a:lnTo>
                    <a:pt x="364" y="151"/>
                  </a:lnTo>
                  <a:lnTo>
                    <a:pt x="365" y="151"/>
                  </a:lnTo>
                  <a:lnTo>
                    <a:pt x="366" y="150"/>
                  </a:lnTo>
                  <a:lnTo>
                    <a:pt x="367" y="150"/>
                  </a:lnTo>
                  <a:lnTo>
                    <a:pt x="368" y="150"/>
                  </a:lnTo>
                  <a:lnTo>
                    <a:pt x="369" y="149"/>
                  </a:lnTo>
                  <a:lnTo>
                    <a:pt x="370" y="149"/>
                  </a:lnTo>
                  <a:lnTo>
                    <a:pt x="371" y="148"/>
                  </a:lnTo>
                  <a:lnTo>
                    <a:pt x="372" y="147"/>
                  </a:lnTo>
                  <a:lnTo>
                    <a:pt x="373" y="147"/>
                  </a:lnTo>
                  <a:lnTo>
                    <a:pt x="373" y="146"/>
                  </a:lnTo>
                  <a:lnTo>
                    <a:pt x="374" y="146"/>
                  </a:lnTo>
                  <a:lnTo>
                    <a:pt x="374" y="145"/>
                  </a:lnTo>
                  <a:lnTo>
                    <a:pt x="375" y="144"/>
                  </a:lnTo>
                  <a:lnTo>
                    <a:pt x="375" y="143"/>
                  </a:lnTo>
                  <a:lnTo>
                    <a:pt x="374" y="142"/>
                  </a:lnTo>
                  <a:lnTo>
                    <a:pt x="374" y="141"/>
                  </a:lnTo>
                  <a:lnTo>
                    <a:pt x="374" y="140"/>
                  </a:lnTo>
                  <a:lnTo>
                    <a:pt x="373" y="139"/>
                  </a:lnTo>
                  <a:lnTo>
                    <a:pt x="373" y="138"/>
                  </a:lnTo>
                  <a:lnTo>
                    <a:pt x="372" y="137"/>
                  </a:lnTo>
                  <a:lnTo>
                    <a:pt x="372" y="136"/>
                  </a:lnTo>
                  <a:lnTo>
                    <a:pt x="372" y="135"/>
                  </a:lnTo>
                  <a:lnTo>
                    <a:pt x="371" y="134"/>
                  </a:lnTo>
                  <a:lnTo>
                    <a:pt x="371" y="133"/>
                  </a:lnTo>
                  <a:lnTo>
                    <a:pt x="371" y="132"/>
                  </a:lnTo>
                  <a:lnTo>
                    <a:pt x="371" y="131"/>
                  </a:lnTo>
                  <a:lnTo>
                    <a:pt x="371" y="128"/>
                  </a:lnTo>
                  <a:lnTo>
                    <a:pt x="371" y="127"/>
                  </a:lnTo>
                  <a:lnTo>
                    <a:pt x="371" y="126"/>
                  </a:lnTo>
                  <a:lnTo>
                    <a:pt x="371" y="122"/>
                  </a:lnTo>
                  <a:lnTo>
                    <a:pt x="371" y="121"/>
                  </a:lnTo>
                  <a:lnTo>
                    <a:pt x="371" y="119"/>
                  </a:lnTo>
                  <a:lnTo>
                    <a:pt x="371" y="118"/>
                  </a:lnTo>
                  <a:lnTo>
                    <a:pt x="371" y="117"/>
                  </a:lnTo>
                  <a:lnTo>
                    <a:pt x="371" y="116"/>
                  </a:lnTo>
                  <a:lnTo>
                    <a:pt x="371" y="115"/>
                  </a:lnTo>
                  <a:lnTo>
                    <a:pt x="371" y="113"/>
                  </a:lnTo>
                  <a:lnTo>
                    <a:pt x="372" y="112"/>
                  </a:lnTo>
                  <a:lnTo>
                    <a:pt x="372" y="111"/>
                  </a:lnTo>
                  <a:lnTo>
                    <a:pt x="373" y="110"/>
                  </a:lnTo>
                  <a:lnTo>
                    <a:pt x="373" y="109"/>
                  </a:lnTo>
                  <a:lnTo>
                    <a:pt x="373" y="108"/>
                  </a:lnTo>
                  <a:lnTo>
                    <a:pt x="374" y="107"/>
                  </a:lnTo>
                  <a:lnTo>
                    <a:pt x="374" y="106"/>
                  </a:lnTo>
                  <a:lnTo>
                    <a:pt x="375" y="105"/>
                  </a:lnTo>
                  <a:lnTo>
                    <a:pt x="376" y="104"/>
                  </a:lnTo>
                  <a:lnTo>
                    <a:pt x="376" y="103"/>
                  </a:lnTo>
                  <a:lnTo>
                    <a:pt x="377" y="103"/>
                  </a:lnTo>
                  <a:lnTo>
                    <a:pt x="377" y="102"/>
                  </a:lnTo>
                  <a:lnTo>
                    <a:pt x="378" y="102"/>
                  </a:lnTo>
                  <a:lnTo>
                    <a:pt x="379" y="102"/>
                  </a:lnTo>
                  <a:lnTo>
                    <a:pt x="379" y="101"/>
                  </a:lnTo>
                  <a:lnTo>
                    <a:pt x="380" y="101"/>
                  </a:lnTo>
                  <a:lnTo>
                    <a:pt x="381" y="101"/>
                  </a:lnTo>
                  <a:lnTo>
                    <a:pt x="382" y="100"/>
                  </a:lnTo>
                  <a:lnTo>
                    <a:pt x="383" y="100"/>
                  </a:lnTo>
                  <a:lnTo>
                    <a:pt x="384" y="101"/>
                  </a:lnTo>
                  <a:lnTo>
                    <a:pt x="386" y="101"/>
                  </a:lnTo>
                  <a:lnTo>
                    <a:pt x="387" y="101"/>
                  </a:lnTo>
                  <a:lnTo>
                    <a:pt x="390" y="102"/>
                  </a:lnTo>
                  <a:lnTo>
                    <a:pt x="391" y="102"/>
                  </a:lnTo>
                  <a:lnTo>
                    <a:pt x="392" y="102"/>
                  </a:lnTo>
                  <a:lnTo>
                    <a:pt x="393" y="102"/>
                  </a:lnTo>
                  <a:lnTo>
                    <a:pt x="394" y="102"/>
                  </a:lnTo>
                  <a:lnTo>
                    <a:pt x="395" y="102"/>
                  </a:lnTo>
                  <a:lnTo>
                    <a:pt x="396" y="102"/>
                  </a:lnTo>
                  <a:lnTo>
                    <a:pt x="397" y="102"/>
                  </a:lnTo>
                  <a:lnTo>
                    <a:pt x="397" y="101"/>
                  </a:lnTo>
                  <a:lnTo>
                    <a:pt x="398" y="101"/>
                  </a:lnTo>
                  <a:lnTo>
                    <a:pt x="399" y="101"/>
                  </a:lnTo>
                  <a:lnTo>
                    <a:pt x="400" y="101"/>
                  </a:lnTo>
                  <a:lnTo>
                    <a:pt x="400" y="100"/>
                  </a:lnTo>
                  <a:lnTo>
                    <a:pt x="401" y="100"/>
                  </a:lnTo>
                  <a:lnTo>
                    <a:pt x="402" y="100"/>
                  </a:lnTo>
                  <a:lnTo>
                    <a:pt x="403" y="99"/>
                  </a:lnTo>
                  <a:lnTo>
                    <a:pt x="404" y="98"/>
                  </a:lnTo>
                  <a:lnTo>
                    <a:pt x="405" y="98"/>
                  </a:lnTo>
                  <a:lnTo>
                    <a:pt x="405" y="97"/>
                  </a:lnTo>
                  <a:lnTo>
                    <a:pt x="406" y="96"/>
                  </a:lnTo>
                  <a:lnTo>
                    <a:pt x="407" y="96"/>
                  </a:lnTo>
                  <a:lnTo>
                    <a:pt x="407" y="95"/>
                  </a:lnTo>
                  <a:lnTo>
                    <a:pt x="408" y="94"/>
                  </a:lnTo>
                  <a:lnTo>
                    <a:pt x="408" y="93"/>
                  </a:lnTo>
                  <a:lnTo>
                    <a:pt x="409" y="93"/>
                  </a:lnTo>
                  <a:lnTo>
                    <a:pt x="409" y="92"/>
                  </a:lnTo>
                  <a:lnTo>
                    <a:pt x="410" y="91"/>
                  </a:lnTo>
                  <a:lnTo>
                    <a:pt x="410" y="90"/>
                  </a:lnTo>
                  <a:lnTo>
                    <a:pt x="411" y="89"/>
                  </a:lnTo>
                  <a:lnTo>
                    <a:pt x="411" y="87"/>
                  </a:lnTo>
                  <a:lnTo>
                    <a:pt x="412" y="86"/>
                  </a:lnTo>
                  <a:lnTo>
                    <a:pt x="412" y="85"/>
                  </a:lnTo>
                  <a:lnTo>
                    <a:pt x="412" y="84"/>
                  </a:lnTo>
                  <a:lnTo>
                    <a:pt x="413" y="83"/>
                  </a:lnTo>
                  <a:lnTo>
                    <a:pt x="414" y="82"/>
                  </a:lnTo>
                  <a:lnTo>
                    <a:pt x="415" y="82"/>
                  </a:lnTo>
                  <a:lnTo>
                    <a:pt x="416" y="82"/>
                  </a:lnTo>
                  <a:lnTo>
                    <a:pt x="417" y="83"/>
                  </a:lnTo>
                  <a:lnTo>
                    <a:pt x="419" y="84"/>
                  </a:lnTo>
                  <a:lnTo>
                    <a:pt x="420" y="85"/>
                  </a:lnTo>
                  <a:lnTo>
                    <a:pt x="421" y="85"/>
                  </a:lnTo>
                  <a:lnTo>
                    <a:pt x="422" y="85"/>
                  </a:lnTo>
                  <a:lnTo>
                    <a:pt x="422" y="86"/>
                  </a:lnTo>
                  <a:lnTo>
                    <a:pt x="423" y="86"/>
                  </a:lnTo>
                  <a:lnTo>
                    <a:pt x="424" y="86"/>
                  </a:lnTo>
                  <a:lnTo>
                    <a:pt x="425" y="87"/>
                  </a:lnTo>
                  <a:lnTo>
                    <a:pt x="426" y="87"/>
                  </a:lnTo>
                  <a:lnTo>
                    <a:pt x="427" y="87"/>
                  </a:lnTo>
                  <a:lnTo>
                    <a:pt x="427" y="86"/>
                  </a:lnTo>
                  <a:lnTo>
                    <a:pt x="427" y="85"/>
                  </a:lnTo>
                  <a:lnTo>
                    <a:pt x="426" y="84"/>
                  </a:lnTo>
                  <a:lnTo>
                    <a:pt x="426" y="83"/>
                  </a:lnTo>
                  <a:lnTo>
                    <a:pt x="425" y="82"/>
                  </a:lnTo>
                  <a:lnTo>
                    <a:pt x="425" y="81"/>
                  </a:lnTo>
                  <a:lnTo>
                    <a:pt x="424" y="80"/>
                  </a:lnTo>
                  <a:lnTo>
                    <a:pt x="424" y="79"/>
                  </a:lnTo>
                  <a:lnTo>
                    <a:pt x="424" y="78"/>
                  </a:lnTo>
                  <a:lnTo>
                    <a:pt x="425" y="78"/>
                  </a:lnTo>
                  <a:lnTo>
                    <a:pt x="426" y="78"/>
                  </a:lnTo>
                  <a:lnTo>
                    <a:pt x="427" y="78"/>
                  </a:lnTo>
                  <a:lnTo>
                    <a:pt x="428" y="78"/>
                  </a:lnTo>
                  <a:lnTo>
                    <a:pt x="429" y="78"/>
                  </a:lnTo>
                  <a:lnTo>
                    <a:pt x="430" y="78"/>
                  </a:lnTo>
                  <a:lnTo>
                    <a:pt x="431" y="78"/>
                  </a:lnTo>
                  <a:lnTo>
                    <a:pt x="431" y="77"/>
                  </a:lnTo>
                  <a:lnTo>
                    <a:pt x="432" y="77"/>
                  </a:lnTo>
                  <a:lnTo>
                    <a:pt x="433" y="77"/>
                  </a:lnTo>
                  <a:lnTo>
                    <a:pt x="433" y="76"/>
                  </a:lnTo>
                  <a:lnTo>
                    <a:pt x="434" y="75"/>
                  </a:lnTo>
                  <a:lnTo>
                    <a:pt x="434" y="73"/>
                  </a:lnTo>
                  <a:lnTo>
                    <a:pt x="435" y="72"/>
                  </a:lnTo>
                  <a:lnTo>
                    <a:pt x="436" y="71"/>
                  </a:lnTo>
                  <a:lnTo>
                    <a:pt x="437" y="70"/>
                  </a:lnTo>
                  <a:lnTo>
                    <a:pt x="437" y="69"/>
                  </a:lnTo>
                  <a:lnTo>
                    <a:pt x="438" y="69"/>
                  </a:lnTo>
                  <a:lnTo>
                    <a:pt x="439" y="69"/>
                  </a:lnTo>
                  <a:lnTo>
                    <a:pt x="439" y="68"/>
                  </a:lnTo>
                  <a:lnTo>
                    <a:pt x="440" y="68"/>
                  </a:lnTo>
                  <a:lnTo>
                    <a:pt x="441" y="68"/>
                  </a:lnTo>
                  <a:lnTo>
                    <a:pt x="442" y="68"/>
                  </a:lnTo>
                  <a:lnTo>
                    <a:pt x="442" y="67"/>
                  </a:lnTo>
                  <a:lnTo>
                    <a:pt x="442" y="66"/>
                  </a:lnTo>
                  <a:lnTo>
                    <a:pt x="441" y="66"/>
                  </a:lnTo>
                  <a:lnTo>
                    <a:pt x="441" y="65"/>
                  </a:lnTo>
                  <a:lnTo>
                    <a:pt x="440" y="65"/>
                  </a:lnTo>
                  <a:lnTo>
                    <a:pt x="440" y="64"/>
                  </a:lnTo>
                  <a:lnTo>
                    <a:pt x="439" y="64"/>
                  </a:lnTo>
                  <a:lnTo>
                    <a:pt x="439" y="63"/>
                  </a:lnTo>
                  <a:lnTo>
                    <a:pt x="439" y="62"/>
                  </a:lnTo>
                  <a:lnTo>
                    <a:pt x="440" y="62"/>
                  </a:lnTo>
                  <a:lnTo>
                    <a:pt x="440" y="61"/>
                  </a:lnTo>
                  <a:lnTo>
                    <a:pt x="441" y="61"/>
                  </a:lnTo>
                  <a:lnTo>
                    <a:pt x="442" y="61"/>
                  </a:lnTo>
                  <a:lnTo>
                    <a:pt x="443" y="60"/>
                  </a:lnTo>
                  <a:lnTo>
                    <a:pt x="444" y="60"/>
                  </a:lnTo>
                  <a:lnTo>
                    <a:pt x="445" y="60"/>
                  </a:lnTo>
                  <a:lnTo>
                    <a:pt x="445" y="61"/>
                  </a:lnTo>
                  <a:lnTo>
                    <a:pt x="446" y="61"/>
                  </a:lnTo>
                  <a:lnTo>
                    <a:pt x="447" y="61"/>
                  </a:lnTo>
                  <a:lnTo>
                    <a:pt x="447" y="62"/>
                  </a:lnTo>
                  <a:lnTo>
                    <a:pt x="448" y="62"/>
                  </a:lnTo>
                  <a:lnTo>
                    <a:pt x="448" y="63"/>
                  </a:lnTo>
                  <a:lnTo>
                    <a:pt x="448" y="64"/>
                  </a:lnTo>
                  <a:lnTo>
                    <a:pt x="449" y="64"/>
                  </a:lnTo>
                  <a:lnTo>
                    <a:pt x="449" y="65"/>
                  </a:lnTo>
                  <a:lnTo>
                    <a:pt x="448" y="66"/>
                  </a:lnTo>
                  <a:lnTo>
                    <a:pt x="448" y="67"/>
                  </a:lnTo>
                  <a:lnTo>
                    <a:pt x="448" y="68"/>
                  </a:lnTo>
                  <a:lnTo>
                    <a:pt x="447" y="69"/>
                  </a:lnTo>
                  <a:lnTo>
                    <a:pt x="447" y="70"/>
                  </a:lnTo>
                  <a:lnTo>
                    <a:pt x="447" y="71"/>
                  </a:lnTo>
                  <a:lnTo>
                    <a:pt x="448" y="71"/>
                  </a:lnTo>
                  <a:lnTo>
                    <a:pt x="448" y="70"/>
                  </a:lnTo>
                  <a:lnTo>
                    <a:pt x="449" y="70"/>
                  </a:lnTo>
                  <a:lnTo>
                    <a:pt x="449" y="69"/>
                  </a:lnTo>
                  <a:lnTo>
                    <a:pt x="450" y="69"/>
                  </a:lnTo>
                  <a:lnTo>
                    <a:pt x="451" y="68"/>
                  </a:lnTo>
                  <a:lnTo>
                    <a:pt x="452" y="68"/>
                  </a:lnTo>
                  <a:lnTo>
                    <a:pt x="453" y="67"/>
                  </a:lnTo>
                  <a:lnTo>
                    <a:pt x="454" y="67"/>
                  </a:lnTo>
                  <a:lnTo>
                    <a:pt x="455" y="66"/>
                  </a:lnTo>
                  <a:lnTo>
                    <a:pt x="455" y="67"/>
                  </a:lnTo>
                  <a:lnTo>
                    <a:pt x="456" y="67"/>
                  </a:lnTo>
                  <a:lnTo>
                    <a:pt x="456" y="68"/>
                  </a:lnTo>
                  <a:lnTo>
                    <a:pt x="456" y="69"/>
                  </a:lnTo>
                  <a:lnTo>
                    <a:pt x="456" y="70"/>
                  </a:lnTo>
                  <a:lnTo>
                    <a:pt x="456" y="71"/>
                  </a:lnTo>
                  <a:lnTo>
                    <a:pt x="457" y="71"/>
                  </a:lnTo>
                  <a:lnTo>
                    <a:pt x="457" y="72"/>
                  </a:lnTo>
                  <a:lnTo>
                    <a:pt x="457" y="73"/>
                  </a:lnTo>
                  <a:lnTo>
                    <a:pt x="458" y="73"/>
                  </a:lnTo>
                  <a:lnTo>
                    <a:pt x="458" y="74"/>
                  </a:lnTo>
                  <a:lnTo>
                    <a:pt x="459" y="74"/>
                  </a:lnTo>
                  <a:lnTo>
                    <a:pt x="460" y="74"/>
                  </a:lnTo>
                  <a:lnTo>
                    <a:pt x="461" y="74"/>
                  </a:lnTo>
                  <a:lnTo>
                    <a:pt x="462" y="74"/>
                  </a:lnTo>
                  <a:lnTo>
                    <a:pt x="463" y="74"/>
                  </a:lnTo>
                  <a:lnTo>
                    <a:pt x="464" y="73"/>
                  </a:lnTo>
                  <a:lnTo>
                    <a:pt x="465" y="73"/>
                  </a:lnTo>
                  <a:lnTo>
                    <a:pt x="466" y="73"/>
                  </a:lnTo>
                  <a:lnTo>
                    <a:pt x="467" y="72"/>
                  </a:lnTo>
                  <a:lnTo>
                    <a:pt x="468" y="72"/>
                  </a:lnTo>
                  <a:lnTo>
                    <a:pt x="469" y="71"/>
                  </a:lnTo>
                  <a:lnTo>
                    <a:pt x="470" y="70"/>
                  </a:lnTo>
                  <a:lnTo>
                    <a:pt x="471" y="70"/>
                  </a:lnTo>
                  <a:lnTo>
                    <a:pt x="471" y="69"/>
                  </a:lnTo>
                  <a:lnTo>
                    <a:pt x="472" y="68"/>
                  </a:lnTo>
                  <a:lnTo>
                    <a:pt x="473" y="67"/>
                  </a:lnTo>
                  <a:lnTo>
                    <a:pt x="474" y="66"/>
                  </a:lnTo>
                  <a:lnTo>
                    <a:pt x="475" y="66"/>
                  </a:lnTo>
                  <a:lnTo>
                    <a:pt x="476" y="65"/>
                  </a:lnTo>
                  <a:lnTo>
                    <a:pt x="476" y="64"/>
                  </a:lnTo>
                  <a:lnTo>
                    <a:pt x="477" y="64"/>
                  </a:lnTo>
                  <a:lnTo>
                    <a:pt x="477" y="63"/>
                  </a:lnTo>
                  <a:lnTo>
                    <a:pt x="478" y="62"/>
                  </a:lnTo>
                  <a:lnTo>
                    <a:pt x="478" y="61"/>
                  </a:lnTo>
                  <a:lnTo>
                    <a:pt x="479" y="60"/>
                  </a:lnTo>
                  <a:lnTo>
                    <a:pt x="480" y="59"/>
                  </a:lnTo>
                  <a:lnTo>
                    <a:pt x="480" y="58"/>
                  </a:lnTo>
                  <a:lnTo>
                    <a:pt x="480" y="57"/>
                  </a:lnTo>
                  <a:lnTo>
                    <a:pt x="481" y="57"/>
                  </a:lnTo>
                  <a:lnTo>
                    <a:pt x="481" y="56"/>
                  </a:lnTo>
                  <a:lnTo>
                    <a:pt x="481" y="55"/>
                  </a:lnTo>
                  <a:lnTo>
                    <a:pt x="481" y="54"/>
                  </a:lnTo>
                  <a:lnTo>
                    <a:pt x="482" y="54"/>
                  </a:lnTo>
                  <a:lnTo>
                    <a:pt x="482" y="53"/>
                  </a:lnTo>
                  <a:lnTo>
                    <a:pt x="482" y="52"/>
                  </a:lnTo>
                  <a:lnTo>
                    <a:pt x="482" y="51"/>
                  </a:lnTo>
                  <a:lnTo>
                    <a:pt x="481" y="51"/>
                  </a:lnTo>
                  <a:lnTo>
                    <a:pt x="480" y="51"/>
                  </a:lnTo>
                  <a:lnTo>
                    <a:pt x="479" y="52"/>
                  </a:lnTo>
                  <a:lnTo>
                    <a:pt x="478" y="53"/>
                  </a:lnTo>
                  <a:lnTo>
                    <a:pt x="477" y="53"/>
                  </a:lnTo>
                  <a:lnTo>
                    <a:pt x="477" y="54"/>
                  </a:lnTo>
                  <a:lnTo>
                    <a:pt x="476" y="54"/>
                  </a:lnTo>
                  <a:lnTo>
                    <a:pt x="475" y="54"/>
                  </a:lnTo>
                  <a:lnTo>
                    <a:pt x="475" y="55"/>
                  </a:lnTo>
                  <a:lnTo>
                    <a:pt x="474" y="55"/>
                  </a:lnTo>
                  <a:lnTo>
                    <a:pt x="473" y="55"/>
                  </a:lnTo>
                  <a:lnTo>
                    <a:pt x="473" y="54"/>
                  </a:lnTo>
                  <a:lnTo>
                    <a:pt x="472" y="54"/>
                  </a:lnTo>
                  <a:lnTo>
                    <a:pt x="472" y="53"/>
                  </a:lnTo>
                  <a:lnTo>
                    <a:pt x="472" y="52"/>
                  </a:lnTo>
                  <a:lnTo>
                    <a:pt x="472" y="51"/>
                  </a:lnTo>
                  <a:lnTo>
                    <a:pt x="473" y="51"/>
                  </a:lnTo>
                  <a:lnTo>
                    <a:pt x="473" y="50"/>
                  </a:lnTo>
                  <a:lnTo>
                    <a:pt x="473" y="49"/>
                  </a:lnTo>
                  <a:lnTo>
                    <a:pt x="473" y="48"/>
                  </a:lnTo>
                  <a:lnTo>
                    <a:pt x="472" y="48"/>
                  </a:lnTo>
                  <a:lnTo>
                    <a:pt x="471" y="47"/>
                  </a:lnTo>
                  <a:lnTo>
                    <a:pt x="470" y="47"/>
                  </a:lnTo>
                  <a:lnTo>
                    <a:pt x="470" y="46"/>
                  </a:lnTo>
                  <a:lnTo>
                    <a:pt x="470" y="45"/>
                  </a:lnTo>
                  <a:lnTo>
                    <a:pt x="471" y="45"/>
                  </a:lnTo>
                  <a:lnTo>
                    <a:pt x="472" y="45"/>
                  </a:lnTo>
                  <a:lnTo>
                    <a:pt x="473" y="45"/>
                  </a:lnTo>
                  <a:lnTo>
                    <a:pt x="474" y="45"/>
                  </a:lnTo>
                  <a:lnTo>
                    <a:pt x="475" y="44"/>
                  </a:lnTo>
                  <a:lnTo>
                    <a:pt x="476" y="44"/>
                  </a:lnTo>
                  <a:lnTo>
                    <a:pt x="477" y="44"/>
                  </a:lnTo>
                  <a:lnTo>
                    <a:pt x="478" y="44"/>
                  </a:lnTo>
                  <a:lnTo>
                    <a:pt x="478" y="43"/>
                  </a:lnTo>
                  <a:lnTo>
                    <a:pt x="479" y="43"/>
                  </a:lnTo>
                  <a:lnTo>
                    <a:pt x="480" y="43"/>
                  </a:lnTo>
                  <a:lnTo>
                    <a:pt x="480" y="42"/>
                  </a:lnTo>
                  <a:lnTo>
                    <a:pt x="481" y="42"/>
                  </a:lnTo>
                  <a:lnTo>
                    <a:pt x="481" y="41"/>
                  </a:lnTo>
                  <a:lnTo>
                    <a:pt x="482" y="41"/>
                  </a:lnTo>
                  <a:lnTo>
                    <a:pt x="482" y="40"/>
                  </a:lnTo>
                  <a:lnTo>
                    <a:pt x="482" y="39"/>
                  </a:lnTo>
                  <a:lnTo>
                    <a:pt x="482" y="38"/>
                  </a:lnTo>
                  <a:lnTo>
                    <a:pt x="481" y="37"/>
                  </a:lnTo>
                  <a:lnTo>
                    <a:pt x="480" y="37"/>
                  </a:lnTo>
                  <a:lnTo>
                    <a:pt x="480" y="36"/>
                  </a:lnTo>
                  <a:lnTo>
                    <a:pt x="479" y="35"/>
                  </a:lnTo>
                  <a:lnTo>
                    <a:pt x="478" y="35"/>
                  </a:lnTo>
                  <a:lnTo>
                    <a:pt x="478" y="34"/>
                  </a:lnTo>
                  <a:lnTo>
                    <a:pt x="477" y="34"/>
                  </a:lnTo>
                  <a:lnTo>
                    <a:pt x="477" y="33"/>
                  </a:lnTo>
                  <a:lnTo>
                    <a:pt x="476" y="32"/>
                  </a:lnTo>
                  <a:lnTo>
                    <a:pt x="476" y="31"/>
                  </a:lnTo>
                  <a:lnTo>
                    <a:pt x="476" y="30"/>
                  </a:lnTo>
                  <a:lnTo>
                    <a:pt x="476" y="29"/>
                  </a:lnTo>
                  <a:lnTo>
                    <a:pt x="477" y="28"/>
                  </a:lnTo>
                  <a:lnTo>
                    <a:pt x="477" y="27"/>
                  </a:lnTo>
                  <a:lnTo>
                    <a:pt x="478" y="26"/>
                  </a:lnTo>
                  <a:lnTo>
                    <a:pt x="478" y="25"/>
                  </a:lnTo>
                  <a:lnTo>
                    <a:pt x="479" y="25"/>
                  </a:lnTo>
                  <a:lnTo>
                    <a:pt x="480" y="24"/>
                  </a:lnTo>
                  <a:lnTo>
                    <a:pt x="481" y="24"/>
                  </a:lnTo>
                  <a:lnTo>
                    <a:pt x="481" y="23"/>
                  </a:lnTo>
                  <a:lnTo>
                    <a:pt x="482" y="23"/>
                  </a:lnTo>
                  <a:lnTo>
                    <a:pt x="483" y="22"/>
                  </a:lnTo>
                  <a:lnTo>
                    <a:pt x="484" y="22"/>
                  </a:lnTo>
                  <a:lnTo>
                    <a:pt x="484" y="21"/>
                  </a:lnTo>
                  <a:lnTo>
                    <a:pt x="485" y="21"/>
                  </a:lnTo>
                  <a:lnTo>
                    <a:pt x="485" y="20"/>
                  </a:lnTo>
                  <a:lnTo>
                    <a:pt x="485" y="19"/>
                  </a:lnTo>
                  <a:lnTo>
                    <a:pt x="484" y="19"/>
                  </a:lnTo>
                  <a:lnTo>
                    <a:pt x="483" y="18"/>
                  </a:lnTo>
                  <a:lnTo>
                    <a:pt x="482" y="18"/>
                  </a:lnTo>
                  <a:lnTo>
                    <a:pt x="481" y="18"/>
                  </a:lnTo>
                  <a:lnTo>
                    <a:pt x="480" y="18"/>
                  </a:lnTo>
                  <a:lnTo>
                    <a:pt x="479" y="18"/>
                  </a:lnTo>
                  <a:lnTo>
                    <a:pt x="479" y="19"/>
                  </a:lnTo>
                  <a:lnTo>
                    <a:pt x="478" y="19"/>
                  </a:lnTo>
                  <a:lnTo>
                    <a:pt x="477" y="20"/>
                  </a:lnTo>
                  <a:lnTo>
                    <a:pt x="476" y="21"/>
                  </a:lnTo>
                  <a:lnTo>
                    <a:pt x="475" y="21"/>
                  </a:lnTo>
                  <a:lnTo>
                    <a:pt x="474" y="21"/>
                  </a:lnTo>
                  <a:lnTo>
                    <a:pt x="473" y="21"/>
                  </a:lnTo>
                  <a:lnTo>
                    <a:pt x="472" y="20"/>
                  </a:lnTo>
                  <a:lnTo>
                    <a:pt x="471" y="20"/>
                  </a:lnTo>
                  <a:lnTo>
                    <a:pt x="470" y="20"/>
                  </a:lnTo>
                  <a:lnTo>
                    <a:pt x="469" y="20"/>
                  </a:lnTo>
                  <a:lnTo>
                    <a:pt x="468" y="20"/>
                  </a:lnTo>
                  <a:lnTo>
                    <a:pt x="468" y="21"/>
                  </a:lnTo>
                  <a:lnTo>
                    <a:pt x="467" y="21"/>
                  </a:lnTo>
                  <a:lnTo>
                    <a:pt x="467" y="22"/>
                  </a:lnTo>
                  <a:lnTo>
                    <a:pt x="466" y="22"/>
                  </a:lnTo>
                  <a:lnTo>
                    <a:pt x="465" y="23"/>
                  </a:lnTo>
                  <a:lnTo>
                    <a:pt x="464" y="23"/>
                  </a:lnTo>
                  <a:lnTo>
                    <a:pt x="464" y="24"/>
                  </a:lnTo>
                  <a:lnTo>
                    <a:pt x="463" y="24"/>
                  </a:lnTo>
                  <a:lnTo>
                    <a:pt x="463" y="25"/>
                  </a:lnTo>
                  <a:lnTo>
                    <a:pt x="462" y="25"/>
                  </a:lnTo>
                  <a:lnTo>
                    <a:pt x="461" y="25"/>
                  </a:lnTo>
                  <a:lnTo>
                    <a:pt x="460" y="25"/>
                  </a:lnTo>
                  <a:lnTo>
                    <a:pt x="459" y="25"/>
                  </a:lnTo>
                  <a:lnTo>
                    <a:pt x="458" y="25"/>
                  </a:lnTo>
                  <a:lnTo>
                    <a:pt x="458" y="24"/>
                  </a:lnTo>
                  <a:lnTo>
                    <a:pt x="457" y="23"/>
                  </a:lnTo>
                  <a:lnTo>
                    <a:pt x="456" y="22"/>
                  </a:lnTo>
                  <a:lnTo>
                    <a:pt x="456" y="21"/>
                  </a:lnTo>
                  <a:lnTo>
                    <a:pt x="455" y="21"/>
                  </a:lnTo>
                  <a:lnTo>
                    <a:pt x="454" y="21"/>
                  </a:lnTo>
                  <a:lnTo>
                    <a:pt x="453" y="21"/>
                  </a:lnTo>
                  <a:lnTo>
                    <a:pt x="452" y="22"/>
                  </a:lnTo>
                  <a:lnTo>
                    <a:pt x="451" y="22"/>
                  </a:lnTo>
                  <a:lnTo>
                    <a:pt x="450" y="22"/>
                  </a:lnTo>
                  <a:lnTo>
                    <a:pt x="449" y="22"/>
                  </a:lnTo>
                  <a:lnTo>
                    <a:pt x="448" y="22"/>
                  </a:lnTo>
                  <a:lnTo>
                    <a:pt x="447" y="21"/>
                  </a:lnTo>
                  <a:lnTo>
                    <a:pt x="447" y="20"/>
                  </a:lnTo>
                  <a:lnTo>
                    <a:pt x="447" y="19"/>
                  </a:lnTo>
                  <a:lnTo>
                    <a:pt x="447" y="18"/>
                  </a:lnTo>
                  <a:lnTo>
                    <a:pt x="447" y="17"/>
                  </a:lnTo>
                  <a:lnTo>
                    <a:pt x="448" y="17"/>
                  </a:lnTo>
                  <a:lnTo>
                    <a:pt x="448" y="16"/>
                  </a:lnTo>
                  <a:lnTo>
                    <a:pt x="448" y="15"/>
                  </a:lnTo>
                  <a:lnTo>
                    <a:pt x="449" y="15"/>
                  </a:lnTo>
                  <a:lnTo>
                    <a:pt x="449" y="14"/>
                  </a:lnTo>
                  <a:lnTo>
                    <a:pt x="449" y="13"/>
                  </a:lnTo>
                  <a:lnTo>
                    <a:pt x="449" y="12"/>
                  </a:lnTo>
                  <a:lnTo>
                    <a:pt x="448" y="12"/>
                  </a:lnTo>
                  <a:lnTo>
                    <a:pt x="447" y="12"/>
                  </a:lnTo>
                  <a:lnTo>
                    <a:pt x="446" y="12"/>
                  </a:lnTo>
                  <a:lnTo>
                    <a:pt x="445" y="12"/>
                  </a:lnTo>
                  <a:lnTo>
                    <a:pt x="444" y="12"/>
                  </a:lnTo>
                  <a:lnTo>
                    <a:pt x="443" y="12"/>
                  </a:lnTo>
                  <a:lnTo>
                    <a:pt x="442" y="12"/>
                  </a:lnTo>
                  <a:lnTo>
                    <a:pt x="441" y="12"/>
                  </a:lnTo>
                  <a:lnTo>
                    <a:pt x="440" y="13"/>
                  </a:lnTo>
                  <a:lnTo>
                    <a:pt x="439" y="13"/>
                  </a:lnTo>
                  <a:lnTo>
                    <a:pt x="438" y="14"/>
                  </a:lnTo>
                  <a:lnTo>
                    <a:pt x="437" y="14"/>
                  </a:lnTo>
                  <a:lnTo>
                    <a:pt x="437" y="15"/>
                  </a:lnTo>
                  <a:lnTo>
                    <a:pt x="436" y="15"/>
                  </a:lnTo>
                  <a:lnTo>
                    <a:pt x="436" y="16"/>
                  </a:lnTo>
                  <a:lnTo>
                    <a:pt x="436" y="17"/>
                  </a:lnTo>
                  <a:lnTo>
                    <a:pt x="436" y="18"/>
                  </a:lnTo>
                  <a:lnTo>
                    <a:pt x="436" y="19"/>
                  </a:lnTo>
                  <a:lnTo>
                    <a:pt x="437" y="20"/>
                  </a:lnTo>
                  <a:lnTo>
                    <a:pt x="437" y="21"/>
                  </a:lnTo>
                  <a:lnTo>
                    <a:pt x="437" y="22"/>
                  </a:lnTo>
                  <a:lnTo>
                    <a:pt x="436" y="22"/>
                  </a:lnTo>
                  <a:lnTo>
                    <a:pt x="435" y="22"/>
                  </a:lnTo>
                  <a:lnTo>
                    <a:pt x="434" y="22"/>
                  </a:lnTo>
                  <a:lnTo>
                    <a:pt x="434" y="21"/>
                  </a:lnTo>
                  <a:lnTo>
                    <a:pt x="433" y="21"/>
                  </a:lnTo>
                  <a:lnTo>
                    <a:pt x="432" y="21"/>
                  </a:lnTo>
                  <a:lnTo>
                    <a:pt x="431" y="21"/>
                  </a:lnTo>
                  <a:lnTo>
                    <a:pt x="430" y="21"/>
                  </a:lnTo>
                  <a:lnTo>
                    <a:pt x="430" y="22"/>
                  </a:lnTo>
                  <a:lnTo>
                    <a:pt x="429" y="22"/>
                  </a:lnTo>
                  <a:lnTo>
                    <a:pt x="428" y="23"/>
                  </a:lnTo>
                  <a:lnTo>
                    <a:pt x="427" y="25"/>
                  </a:lnTo>
                  <a:lnTo>
                    <a:pt x="426" y="25"/>
                  </a:lnTo>
                  <a:lnTo>
                    <a:pt x="426" y="26"/>
                  </a:lnTo>
                  <a:lnTo>
                    <a:pt x="425" y="26"/>
                  </a:lnTo>
                  <a:lnTo>
                    <a:pt x="425" y="27"/>
                  </a:lnTo>
                  <a:lnTo>
                    <a:pt x="424" y="27"/>
                  </a:lnTo>
                  <a:lnTo>
                    <a:pt x="423" y="27"/>
                  </a:lnTo>
                  <a:lnTo>
                    <a:pt x="421" y="26"/>
                  </a:lnTo>
                  <a:lnTo>
                    <a:pt x="420" y="26"/>
                  </a:lnTo>
                  <a:lnTo>
                    <a:pt x="420" y="27"/>
                  </a:lnTo>
                  <a:lnTo>
                    <a:pt x="419" y="27"/>
                  </a:lnTo>
                  <a:lnTo>
                    <a:pt x="419" y="28"/>
                  </a:lnTo>
                  <a:lnTo>
                    <a:pt x="418" y="29"/>
                  </a:lnTo>
                  <a:lnTo>
                    <a:pt x="418" y="30"/>
                  </a:lnTo>
                  <a:lnTo>
                    <a:pt x="417" y="30"/>
                  </a:lnTo>
                  <a:lnTo>
                    <a:pt x="417" y="29"/>
                  </a:lnTo>
                  <a:lnTo>
                    <a:pt x="416" y="29"/>
                  </a:lnTo>
                  <a:lnTo>
                    <a:pt x="416" y="28"/>
                  </a:lnTo>
                  <a:lnTo>
                    <a:pt x="415" y="28"/>
                  </a:lnTo>
                  <a:lnTo>
                    <a:pt x="415" y="27"/>
                  </a:lnTo>
                  <a:lnTo>
                    <a:pt x="414" y="27"/>
                  </a:lnTo>
                  <a:lnTo>
                    <a:pt x="413" y="27"/>
                  </a:lnTo>
                  <a:lnTo>
                    <a:pt x="413" y="28"/>
                  </a:lnTo>
                  <a:lnTo>
                    <a:pt x="412" y="28"/>
                  </a:lnTo>
                  <a:lnTo>
                    <a:pt x="411" y="29"/>
                  </a:lnTo>
                  <a:lnTo>
                    <a:pt x="411" y="30"/>
                  </a:lnTo>
                  <a:lnTo>
                    <a:pt x="410" y="30"/>
                  </a:lnTo>
                  <a:lnTo>
                    <a:pt x="409" y="30"/>
                  </a:lnTo>
                  <a:lnTo>
                    <a:pt x="408" y="30"/>
                  </a:lnTo>
                  <a:lnTo>
                    <a:pt x="407" y="30"/>
                  </a:lnTo>
                  <a:lnTo>
                    <a:pt x="406" y="30"/>
                  </a:lnTo>
                  <a:lnTo>
                    <a:pt x="406" y="29"/>
                  </a:lnTo>
                  <a:lnTo>
                    <a:pt x="405" y="29"/>
                  </a:lnTo>
                  <a:lnTo>
                    <a:pt x="405" y="28"/>
                  </a:lnTo>
                  <a:lnTo>
                    <a:pt x="404" y="27"/>
                  </a:lnTo>
                  <a:lnTo>
                    <a:pt x="403" y="26"/>
                  </a:lnTo>
                  <a:lnTo>
                    <a:pt x="401" y="25"/>
                  </a:lnTo>
                  <a:lnTo>
                    <a:pt x="401" y="24"/>
                  </a:lnTo>
                  <a:lnTo>
                    <a:pt x="400" y="24"/>
                  </a:lnTo>
                  <a:lnTo>
                    <a:pt x="400" y="23"/>
                  </a:lnTo>
                  <a:lnTo>
                    <a:pt x="399" y="23"/>
                  </a:lnTo>
                  <a:lnTo>
                    <a:pt x="399" y="22"/>
                  </a:lnTo>
                  <a:lnTo>
                    <a:pt x="399" y="21"/>
                  </a:lnTo>
                  <a:lnTo>
                    <a:pt x="399" y="20"/>
                  </a:lnTo>
                  <a:lnTo>
                    <a:pt x="400" y="20"/>
                  </a:lnTo>
                  <a:lnTo>
                    <a:pt x="400" y="19"/>
                  </a:lnTo>
                  <a:lnTo>
                    <a:pt x="401" y="19"/>
                  </a:lnTo>
                  <a:lnTo>
                    <a:pt x="401" y="18"/>
                  </a:lnTo>
                  <a:lnTo>
                    <a:pt x="402" y="18"/>
                  </a:lnTo>
                  <a:lnTo>
                    <a:pt x="402" y="17"/>
                  </a:lnTo>
                  <a:lnTo>
                    <a:pt x="401" y="17"/>
                  </a:lnTo>
                  <a:lnTo>
                    <a:pt x="401" y="16"/>
                  </a:lnTo>
                  <a:lnTo>
                    <a:pt x="400" y="16"/>
                  </a:lnTo>
                  <a:lnTo>
                    <a:pt x="399" y="15"/>
                  </a:lnTo>
                  <a:lnTo>
                    <a:pt x="398" y="15"/>
                  </a:lnTo>
                  <a:lnTo>
                    <a:pt x="397" y="15"/>
                  </a:lnTo>
                  <a:lnTo>
                    <a:pt x="396" y="15"/>
                  </a:lnTo>
                  <a:lnTo>
                    <a:pt x="395" y="15"/>
                  </a:lnTo>
                  <a:lnTo>
                    <a:pt x="394" y="15"/>
                  </a:lnTo>
                  <a:lnTo>
                    <a:pt x="393" y="15"/>
                  </a:lnTo>
                  <a:lnTo>
                    <a:pt x="393" y="16"/>
                  </a:lnTo>
                  <a:lnTo>
                    <a:pt x="394" y="17"/>
                  </a:lnTo>
                  <a:lnTo>
                    <a:pt x="394" y="18"/>
                  </a:lnTo>
                  <a:lnTo>
                    <a:pt x="394" y="19"/>
                  </a:lnTo>
                  <a:lnTo>
                    <a:pt x="394" y="20"/>
                  </a:lnTo>
                  <a:lnTo>
                    <a:pt x="394" y="21"/>
                  </a:lnTo>
                  <a:lnTo>
                    <a:pt x="394" y="22"/>
                  </a:lnTo>
                  <a:lnTo>
                    <a:pt x="393" y="22"/>
                  </a:lnTo>
                  <a:lnTo>
                    <a:pt x="393" y="23"/>
                  </a:lnTo>
                  <a:lnTo>
                    <a:pt x="392" y="24"/>
                  </a:lnTo>
                  <a:lnTo>
                    <a:pt x="391" y="24"/>
                  </a:lnTo>
                  <a:lnTo>
                    <a:pt x="391" y="23"/>
                  </a:lnTo>
                  <a:lnTo>
                    <a:pt x="390" y="23"/>
                  </a:lnTo>
                  <a:lnTo>
                    <a:pt x="390" y="22"/>
                  </a:lnTo>
                  <a:lnTo>
                    <a:pt x="389" y="22"/>
                  </a:lnTo>
                  <a:lnTo>
                    <a:pt x="389" y="21"/>
                  </a:lnTo>
                  <a:lnTo>
                    <a:pt x="388" y="21"/>
                  </a:lnTo>
                  <a:lnTo>
                    <a:pt x="387" y="21"/>
                  </a:lnTo>
                  <a:lnTo>
                    <a:pt x="386" y="21"/>
                  </a:lnTo>
                  <a:lnTo>
                    <a:pt x="385" y="21"/>
                  </a:lnTo>
                  <a:lnTo>
                    <a:pt x="384" y="21"/>
                  </a:lnTo>
                  <a:lnTo>
                    <a:pt x="383" y="21"/>
                  </a:lnTo>
                  <a:lnTo>
                    <a:pt x="382" y="20"/>
                  </a:lnTo>
                  <a:lnTo>
                    <a:pt x="382" y="19"/>
                  </a:lnTo>
                  <a:lnTo>
                    <a:pt x="382" y="18"/>
                  </a:lnTo>
                  <a:lnTo>
                    <a:pt x="382" y="17"/>
                  </a:lnTo>
                  <a:lnTo>
                    <a:pt x="382" y="16"/>
                  </a:lnTo>
                  <a:lnTo>
                    <a:pt x="382" y="15"/>
                  </a:lnTo>
                  <a:lnTo>
                    <a:pt x="381" y="15"/>
                  </a:lnTo>
                  <a:lnTo>
                    <a:pt x="381" y="14"/>
                  </a:lnTo>
                  <a:lnTo>
                    <a:pt x="381" y="13"/>
                  </a:lnTo>
                  <a:lnTo>
                    <a:pt x="380" y="13"/>
                  </a:lnTo>
                  <a:lnTo>
                    <a:pt x="380" y="12"/>
                  </a:lnTo>
                  <a:lnTo>
                    <a:pt x="379" y="12"/>
                  </a:lnTo>
                  <a:lnTo>
                    <a:pt x="378" y="12"/>
                  </a:lnTo>
                  <a:lnTo>
                    <a:pt x="377" y="12"/>
                  </a:lnTo>
                  <a:lnTo>
                    <a:pt x="376" y="12"/>
                  </a:lnTo>
                  <a:lnTo>
                    <a:pt x="375" y="13"/>
                  </a:lnTo>
                  <a:lnTo>
                    <a:pt x="375" y="14"/>
                  </a:lnTo>
                  <a:lnTo>
                    <a:pt x="374" y="14"/>
                  </a:lnTo>
                  <a:lnTo>
                    <a:pt x="373" y="14"/>
                  </a:lnTo>
                  <a:lnTo>
                    <a:pt x="372" y="14"/>
                  </a:lnTo>
                  <a:lnTo>
                    <a:pt x="372" y="13"/>
                  </a:lnTo>
                  <a:lnTo>
                    <a:pt x="371" y="13"/>
                  </a:lnTo>
                  <a:lnTo>
                    <a:pt x="371" y="12"/>
                  </a:lnTo>
                  <a:lnTo>
                    <a:pt x="370" y="12"/>
                  </a:lnTo>
                  <a:lnTo>
                    <a:pt x="370" y="11"/>
                  </a:lnTo>
                  <a:lnTo>
                    <a:pt x="369" y="10"/>
                  </a:lnTo>
                  <a:lnTo>
                    <a:pt x="369" y="9"/>
                  </a:lnTo>
                  <a:lnTo>
                    <a:pt x="368" y="8"/>
                  </a:lnTo>
                  <a:lnTo>
                    <a:pt x="367" y="7"/>
                  </a:lnTo>
                  <a:lnTo>
                    <a:pt x="367" y="6"/>
                  </a:lnTo>
                  <a:lnTo>
                    <a:pt x="367" y="5"/>
                  </a:lnTo>
                  <a:lnTo>
                    <a:pt x="366" y="5"/>
                  </a:lnTo>
                  <a:lnTo>
                    <a:pt x="366" y="4"/>
                  </a:lnTo>
                  <a:lnTo>
                    <a:pt x="365" y="4"/>
                  </a:lnTo>
                  <a:lnTo>
                    <a:pt x="364" y="4"/>
                  </a:lnTo>
                  <a:lnTo>
                    <a:pt x="364" y="3"/>
                  </a:lnTo>
                  <a:lnTo>
                    <a:pt x="363" y="4"/>
                  </a:lnTo>
                  <a:lnTo>
                    <a:pt x="362" y="4"/>
                  </a:lnTo>
                  <a:lnTo>
                    <a:pt x="361" y="5"/>
                  </a:lnTo>
                  <a:lnTo>
                    <a:pt x="359" y="6"/>
                  </a:lnTo>
                  <a:lnTo>
                    <a:pt x="358" y="6"/>
                  </a:lnTo>
                  <a:lnTo>
                    <a:pt x="358" y="7"/>
                  </a:lnTo>
                  <a:lnTo>
                    <a:pt x="357" y="7"/>
                  </a:lnTo>
                  <a:lnTo>
                    <a:pt x="356" y="7"/>
                  </a:lnTo>
                  <a:lnTo>
                    <a:pt x="355" y="7"/>
                  </a:lnTo>
                  <a:lnTo>
                    <a:pt x="354" y="7"/>
                  </a:lnTo>
                  <a:lnTo>
                    <a:pt x="353" y="7"/>
                  </a:lnTo>
                  <a:lnTo>
                    <a:pt x="352" y="7"/>
                  </a:lnTo>
                  <a:lnTo>
                    <a:pt x="351" y="7"/>
                  </a:lnTo>
                  <a:lnTo>
                    <a:pt x="350" y="7"/>
                  </a:lnTo>
                  <a:lnTo>
                    <a:pt x="349" y="8"/>
                  </a:lnTo>
                  <a:lnTo>
                    <a:pt x="348" y="8"/>
                  </a:lnTo>
                  <a:lnTo>
                    <a:pt x="348" y="9"/>
                  </a:lnTo>
                  <a:lnTo>
                    <a:pt x="347" y="10"/>
                  </a:lnTo>
                  <a:lnTo>
                    <a:pt x="346" y="10"/>
                  </a:lnTo>
                  <a:lnTo>
                    <a:pt x="345" y="11"/>
                  </a:lnTo>
                  <a:lnTo>
                    <a:pt x="344" y="12"/>
                  </a:lnTo>
                  <a:lnTo>
                    <a:pt x="343" y="13"/>
                  </a:lnTo>
                  <a:lnTo>
                    <a:pt x="342" y="13"/>
                  </a:lnTo>
                  <a:lnTo>
                    <a:pt x="341" y="14"/>
                  </a:lnTo>
                  <a:lnTo>
                    <a:pt x="340" y="15"/>
                  </a:lnTo>
                  <a:lnTo>
                    <a:pt x="339" y="15"/>
                  </a:lnTo>
                  <a:lnTo>
                    <a:pt x="338" y="15"/>
                  </a:lnTo>
                  <a:lnTo>
                    <a:pt x="338" y="16"/>
                  </a:lnTo>
                  <a:lnTo>
                    <a:pt x="337" y="16"/>
                  </a:lnTo>
                  <a:lnTo>
                    <a:pt x="336" y="16"/>
                  </a:lnTo>
                  <a:lnTo>
                    <a:pt x="334" y="17"/>
                  </a:lnTo>
                  <a:lnTo>
                    <a:pt x="333" y="17"/>
                  </a:lnTo>
                  <a:lnTo>
                    <a:pt x="333" y="18"/>
                  </a:lnTo>
                  <a:lnTo>
                    <a:pt x="332" y="18"/>
                  </a:lnTo>
                  <a:lnTo>
                    <a:pt x="330" y="19"/>
                  </a:lnTo>
                  <a:lnTo>
                    <a:pt x="328" y="20"/>
                  </a:lnTo>
                  <a:lnTo>
                    <a:pt x="327" y="20"/>
                  </a:lnTo>
                  <a:lnTo>
                    <a:pt x="327" y="21"/>
                  </a:lnTo>
                  <a:lnTo>
                    <a:pt x="326" y="21"/>
                  </a:lnTo>
                  <a:lnTo>
                    <a:pt x="325" y="22"/>
                  </a:lnTo>
                  <a:lnTo>
                    <a:pt x="324" y="22"/>
                  </a:lnTo>
                  <a:lnTo>
                    <a:pt x="323" y="23"/>
                  </a:lnTo>
                  <a:lnTo>
                    <a:pt x="322" y="23"/>
                  </a:lnTo>
                  <a:lnTo>
                    <a:pt x="322" y="24"/>
                  </a:lnTo>
                  <a:lnTo>
                    <a:pt x="322" y="25"/>
                  </a:lnTo>
                  <a:lnTo>
                    <a:pt x="323" y="25"/>
                  </a:lnTo>
                  <a:lnTo>
                    <a:pt x="324" y="25"/>
                  </a:lnTo>
                  <a:lnTo>
                    <a:pt x="325" y="25"/>
                  </a:lnTo>
                  <a:lnTo>
                    <a:pt x="326" y="25"/>
                  </a:lnTo>
                  <a:lnTo>
                    <a:pt x="327" y="25"/>
                  </a:lnTo>
                  <a:lnTo>
                    <a:pt x="328" y="25"/>
                  </a:lnTo>
                  <a:lnTo>
                    <a:pt x="329" y="26"/>
                  </a:lnTo>
                  <a:lnTo>
                    <a:pt x="329" y="27"/>
                  </a:lnTo>
                  <a:lnTo>
                    <a:pt x="330" y="27"/>
                  </a:lnTo>
                  <a:lnTo>
                    <a:pt x="330" y="28"/>
                  </a:lnTo>
                  <a:lnTo>
                    <a:pt x="330" y="29"/>
                  </a:lnTo>
                  <a:lnTo>
                    <a:pt x="329" y="30"/>
                  </a:lnTo>
                  <a:lnTo>
                    <a:pt x="329" y="31"/>
                  </a:lnTo>
                  <a:lnTo>
                    <a:pt x="329" y="32"/>
                  </a:lnTo>
                  <a:lnTo>
                    <a:pt x="328" y="32"/>
                  </a:lnTo>
                  <a:lnTo>
                    <a:pt x="328" y="33"/>
                  </a:lnTo>
                  <a:lnTo>
                    <a:pt x="327" y="33"/>
                  </a:lnTo>
                  <a:lnTo>
                    <a:pt x="327" y="34"/>
                  </a:lnTo>
                  <a:lnTo>
                    <a:pt x="326" y="34"/>
                  </a:lnTo>
                  <a:lnTo>
                    <a:pt x="326" y="35"/>
                  </a:lnTo>
                  <a:lnTo>
                    <a:pt x="325" y="35"/>
                  </a:lnTo>
                  <a:lnTo>
                    <a:pt x="325" y="36"/>
                  </a:lnTo>
                  <a:lnTo>
                    <a:pt x="324" y="36"/>
                  </a:lnTo>
                  <a:lnTo>
                    <a:pt x="323" y="37"/>
                  </a:lnTo>
                  <a:lnTo>
                    <a:pt x="322" y="37"/>
                  </a:lnTo>
                  <a:lnTo>
                    <a:pt x="321" y="38"/>
                  </a:lnTo>
                  <a:lnTo>
                    <a:pt x="319" y="39"/>
                  </a:lnTo>
                  <a:lnTo>
                    <a:pt x="318" y="39"/>
                  </a:lnTo>
                  <a:lnTo>
                    <a:pt x="316" y="40"/>
                  </a:lnTo>
                  <a:lnTo>
                    <a:pt x="315" y="40"/>
                  </a:lnTo>
                  <a:lnTo>
                    <a:pt x="314" y="41"/>
                  </a:lnTo>
                  <a:lnTo>
                    <a:pt x="313" y="42"/>
                  </a:lnTo>
                  <a:lnTo>
                    <a:pt x="312" y="42"/>
                  </a:lnTo>
                  <a:lnTo>
                    <a:pt x="311" y="42"/>
                  </a:lnTo>
                  <a:lnTo>
                    <a:pt x="311" y="43"/>
                  </a:lnTo>
                  <a:lnTo>
                    <a:pt x="310" y="43"/>
                  </a:lnTo>
                  <a:lnTo>
                    <a:pt x="310" y="44"/>
                  </a:lnTo>
                  <a:lnTo>
                    <a:pt x="309" y="44"/>
                  </a:lnTo>
                  <a:lnTo>
                    <a:pt x="309" y="45"/>
                  </a:lnTo>
                  <a:lnTo>
                    <a:pt x="309" y="46"/>
                  </a:lnTo>
                  <a:lnTo>
                    <a:pt x="309" y="47"/>
                  </a:lnTo>
                  <a:lnTo>
                    <a:pt x="309" y="48"/>
                  </a:lnTo>
                  <a:lnTo>
                    <a:pt x="309" y="49"/>
                  </a:lnTo>
                  <a:lnTo>
                    <a:pt x="310" y="49"/>
                  </a:lnTo>
                  <a:lnTo>
                    <a:pt x="310" y="51"/>
                  </a:lnTo>
                  <a:lnTo>
                    <a:pt x="310" y="52"/>
                  </a:lnTo>
                  <a:lnTo>
                    <a:pt x="310" y="53"/>
                  </a:lnTo>
                  <a:lnTo>
                    <a:pt x="310" y="54"/>
                  </a:lnTo>
                  <a:lnTo>
                    <a:pt x="310" y="55"/>
                  </a:lnTo>
                  <a:lnTo>
                    <a:pt x="310" y="56"/>
                  </a:lnTo>
                  <a:lnTo>
                    <a:pt x="309" y="57"/>
                  </a:lnTo>
                  <a:lnTo>
                    <a:pt x="309" y="58"/>
                  </a:lnTo>
                  <a:lnTo>
                    <a:pt x="308" y="58"/>
                  </a:lnTo>
                  <a:lnTo>
                    <a:pt x="308" y="59"/>
                  </a:lnTo>
                  <a:lnTo>
                    <a:pt x="307" y="59"/>
                  </a:lnTo>
                  <a:lnTo>
                    <a:pt x="306" y="59"/>
                  </a:lnTo>
                  <a:lnTo>
                    <a:pt x="305" y="59"/>
                  </a:lnTo>
                  <a:lnTo>
                    <a:pt x="304" y="59"/>
                  </a:lnTo>
                  <a:lnTo>
                    <a:pt x="303" y="59"/>
                  </a:lnTo>
                  <a:lnTo>
                    <a:pt x="302" y="59"/>
                  </a:lnTo>
                  <a:lnTo>
                    <a:pt x="302" y="58"/>
                  </a:lnTo>
                  <a:lnTo>
                    <a:pt x="301" y="58"/>
                  </a:lnTo>
                  <a:lnTo>
                    <a:pt x="300" y="59"/>
                  </a:lnTo>
                  <a:lnTo>
                    <a:pt x="299" y="59"/>
                  </a:lnTo>
                  <a:lnTo>
                    <a:pt x="299" y="60"/>
                  </a:lnTo>
                  <a:lnTo>
                    <a:pt x="298" y="60"/>
                  </a:lnTo>
                  <a:lnTo>
                    <a:pt x="298" y="61"/>
                  </a:lnTo>
                  <a:lnTo>
                    <a:pt x="298" y="62"/>
                  </a:lnTo>
                  <a:lnTo>
                    <a:pt x="297" y="62"/>
                  </a:lnTo>
                  <a:lnTo>
                    <a:pt x="297" y="63"/>
                  </a:lnTo>
                  <a:lnTo>
                    <a:pt x="297" y="64"/>
                  </a:lnTo>
                  <a:lnTo>
                    <a:pt x="296" y="66"/>
                  </a:lnTo>
                  <a:lnTo>
                    <a:pt x="296" y="67"/>
                  </a:lnTo>
                  <a:lnTo>
                    <a:pt x="295" y="69"/>
                  </a:lnTo>
                  <a:lnTo>
                    <a:pt x="295" y="70"/>
                  </a:lnTo>
                  <a:lnTo>
                    <a:pt x="295" y="71"/>
                  </a:lnTo>
                  <a:lnTo>
                    <a:pt x="294" y="71"/>
                  </a:lnTo>
                  <a:lnTo>
                    <a:pt x="294" y="72"/>
                  </a:lnTo>
                  <a:lnTo>
                    <a:pt x="293" y="73"/>
                  </a:lnTo>
                  <a:lnTo>
                    <a:pt x="293" y="74"/>
                  </a:lnTo>
                  <a:lnTo>
                    <a:pt x="292" y="74"/>
                  </a:lnTo>
                  <a:lnTo>
                    <a:pt x="291" y="75"/>
                  </a:lnTo>
                  <a:lnTo>
                    <a:pt x="290" y="76"/>
                  </a:lnTo>
                  <a:lnTo>
                    <a:pt x="289" y="76"/>
                  </a:lnTo>
                  <a:lnTo>
                    <a:pt x="288" y="76"/>
                  </a:lnTo>
                  <a:lnTo>
                    <a:pt x="287" y="77"/>
                  </a:lnTo>
                  <a:lnTo>
                    <a:pt x="286" y="77"/>
                  </a:lnTo>
                  <a:lnTo>
                    <a:pt x="285" y="77"/>
                  </a:lnTo>
                  <a:lnTo>
                    <a:pt x="284" y="77"/>
                  </a:lnTo>
                  <a:lnTo>
                    <a:pt x="282" y="77"/>
                  </a:lnTo>
                  <a:lnTo>
                    <a:pt x="281" y="78"/>
                  </a:lnTo>
                  <a:lnTo>
                    <a:pt x="280" y="78"/>
                  </a:lnTo>
                  <a:lnTo>
                    <a:pt x="277" y="78"/>
                  </a:lnTo>
                  <a:lnTo>
                    <a:pt x="276" y="78"/>
                  </a:lnTo>
                  <a:lnTo>
                    <a:pt x="275" y="78"/>
                  </a:lnTo>
                  <a:lnTo>
                    <a:pt x="274" y="78"/>
                  </a:lnTo>
                  <a:lnTo>
                    <a:pt x="272" y="78"/>
                  </a:lnTo>
                  <a:lnTo>
                    <a:pt x="271" y="78"/>
                  </a:lnTo>
                  <a:lnTo>
                    <a:pt x="270" y="79"/>
                  </a:lnTo>
                  <a:lnTo>
                    <a:pt x="269" y="79"/>
                  </a:lnTo>
                  <a:lnTo>
                    <a:pt x="268" y="79"/>
                  </a:lnTo>
                  <a:lnTo>
                    <a:pt x="266" y="80"/>
                  </a:lnTo>
                  <a:lnTo>
                    <a:pt x="265" y="80"/>
                  </a:lnTo>
                  <a:lnTo>
                    <a:pt x="264" y="80"/>
                  </a:lnTo>
                  <a:lnTo>
                    <a:pt x="264" y="81"/>
                  </a:lnTo>
                  <a:lnTo>
                    <a:pt x="262" y="81"/>
                  </a:lnTo>
                  <a:lnTo>
                    <a:pt x="261" y="81"/>
                  </a:lnTo>
                  <a:lnTo>
                    <a:pt x="259" y="82"/>
                  </a:lnTo>
                  <a:lnTo>
                    <a:pt x="258" y="82"/>
                  </a:lnTo>
                  <a:lnTo>
                    <a:pt x="256" y="83"/>
                  </a:lnTo>
                  <a:lnTo>
                    <a:pt x="255" y="83"/>
                  </a:lnTo>
                  <a:lnTo>
                    <a:pt x="254" y="83"/>
                  </a:lnTo>
                  <a:lnTo>
                    <a:pt x="253" y="83"/>
                  </a:lnTo>
                  <a:lnTo>
                    <a:pt x="253" y="84"/>
                  </a:lnTo>
                  <a:lnTo>
                    <a:pt x="252" y="84"/>
                  </a:lnTo>
                  <a:lnTo>
                    <a:pt x="251" y="84"/>
                  </a:lnTo>
                  <a:lnTo>
                    <a:pt x="250" y="84"/>
                  </a:lnTo>
                  <a:lnTo>
                    <a:pt x="249" y="84"/>
                  </a:lnTo>
                  <a:lnTo>
                    <a:pt x="248" y="84"/>
                  </a:lnTo>
                  <a:lnTo>
                    <a:pt x="248" y="83"/>
                  </a:lnTo>
                  <a:lnTo>
                    <a:pt x="247" y="83"/>
                  </a:lnTo>
                  <a:lnTo>
                    <a:pt x="246" y="82"/>
                  </a:lnTo>
                  <a:lnTo>
                    <a:pt x="246" y="81"/>
                  </a:lnTo>
                  <a:lnTo>
                    <a:pt x="246" y="80"/>
                  </a:lnTo>
                  <a:lnTo>
                    <a:pt x="246" y="79"/>
                  </a:lnTo>
                  <a:lnTo>
                    <a:pt x="246" y="78"/>
                  </a:lnTo>
                  <a:lnTo>
                    <a:pt x="246" y="77"/>
                  </a:lnTo>
                  <a:lnTo>
                    <a:pt x="246" y="75"/>
                  </a:lnTo>
                  <a:lnTo>
                    <a:pt x="246" y="73"/>
                  </a:lnTo>
                  <a:lnTo>
                    <a:pt x="247" y="72"/>
                  </a:lnTo>
                  <a:lnTo>
                    <a:pt x="247" y="71"/>
                  </a:lnTo>
                  <a:lnTo>
                    <a:pt x="247" y="70"/>
                  </a:lnTo>
                  <a:lnTo>
                    <a:pt x="247" y="69"/>
                  </a:lnTo>
                  <a:lnTo>
                    <a:pt x="246" y="69"/>
                  </a:lnTo>
                  <a:lnTo>
                    <a:pt x="246" y="68"/>
                  </a:lnTo>
                  <a:lnTo>
                    <a:pt x="246" y="67"/>
                  </a:lnTo>
                  <a:lnTo>
                    <a:pt x="245" y="66"/>
                  </a:lnTo>
                  <a:lnTo>
                    <a:pt x="244" y="66"/>
                  </a:lnTo>
                  <a:lnTo>
                    <a:pt x="244" y="65"/>
                  </a:lnTo>
                  <a:lnTo>
                    <a:pt x="243" y="65"/>
                  </a:lnTo>
                  <a:lnTo>
                    <a:pt x="242" y="65"/>
                  </a:lnTo>
                  <a:lnTo>
                    <a:pt x="241" y="65"/>
                  </a:lnTo>
                  <a:lnTo>
                    <a:pt x="240" y="65"/>
                  </a:lnTo>
                  <a:lnTo>
                    <a:pt x="240" y="64"/>
                  </a:lnTo>
                  <a:lnTo>
                    <a:pt x="239" y="64"/>
                  </a:lnTo>
                  <a:lnTo>
                    <a:pt x="238" y="64"/>
                  </a:lnTo>
                  <a:lnTo>
                    <a:pt x="237" y="64"/>
                  </a:lnTo>
                  <a:lnTo>
                    <a:pt x="237" y="63"/>
                  </a:lnTo>
                  <a:lnTo>
                    <a:pt x="237" y="62"/>
                  </a:lnTo>
                  <a:lnTo>
                    <a:pt x="237" y="61"/>
                  </a:lnTo>
                  <a:lnTo>
                    <a:pt x="238" y="61"/>
                  </a:lnTo>
                  <a:lnTo>
                    <a:pt x="238" y="60"/>
                  </a:lnTo>
                  <a:lnTo>
                    <a:pt x="239" y="60"/>
                  </a:lnTo>
                  <a:lnTo>
                    <a:pt x="239" y="59"/>
                  </a:lnTo>
                  <a:lnTo>
                    <a:pt x="240" y="59"/>
                  </a:lnTo>
                  <a:lnTo>
                    <a:pt x="240" y="58"/>
                  </a:lnTo>
                  <a:lnTo>
                    <a:pt x="241" y="58"/>
                  </a:lnTo>
                  <a:lnTo>
                    <a:pt x="242" y="57"/>
                  </a:lnTo>
                  <a:lnTo>
                    <a:pt x="242" y="56"/>
                  </a:lnTo>
                  <a:lnTo>
                    <a:pt x="243" y="56"/>
                  </a:lnTo>
                  <a:lnTo>
                    <a:pt x="243" y="55"/>
                  </a:lnTo>
                  <a:lnTo>
                    <a:pt x="243" y="54"/>
                  </a:lnTo>
                  <a:lnTo>
                    <a:pt x="243" y="53"/>
                  </a:lnTo>
                  <a:lnTo>
                    <a:pt x="243" y="52"/>
                  </a:lnTo>
                  <a:lnTo>
                    <a:pt x="243" y="51"/>
                  </a:lnTo>
                  <a:lnTo>
                    <a:pt x="242" y="48"/>
                  </a:lnTo>
                  <a:lnTo>
                    <a:pt x="242" y="47"/>
                  </a:lnTo>
                  <a:lnTo>
                    <a:pt x="242" y="46"/>
                  </a:lnTo>
                  <a:lnTo>
                    <a:pt x="242" y="45"/>
                  </a:lnTo>
                  <a:lnTo>
                    <a:pt x="242" y="44"/>
                  </a:lnTo>
                  <a:lnTo>
                    <a:pt x="242" y="43"/>
                  </a:lnTo>
                  <a:lnTo>
                    <a:pt x="242" y="42"/>
                  </a:lnTo>
                  <a:lnTo>
                    <a:pt x="242" y="41"/>
                  </a:lnTo>
                  <a:lnTo>
                    <a:pt x="243" y="40"/>
                  </a:lnTo>
                  <a:lnTo>
                    <a:pt x="243" y="39"/>
                  </a:lnTo>
                  <a:lnTo>
                    <a:pt x="244" y="39"/>
                  </a:lnTo>
                  <a:lnTo>
                    <a:pt x="244" y="38"/>
                  </a:lnTo>
                  <a:lnTo>
                    <a:pt x="245" y="38"/>
                  </a:lnTo>
                  <a:lnTo>
                    <a:pt x="246" y="37"/>
                  </a:lnTo>
                  <a:lnTo>
                    <a:pt x="246" y="36"/>
                  </a:lnTo>
                  <a:lnTo>
                    <a:pt x="247" y="36"/>
                  </a:lnTo>
                  <a:lnTo>
                    <a:pt x="247" y="35"/>
                  </a:lnTo>
                  <a:lnTo>
                    <a:pt x="247" y="34"/>
                  </a:lnTo>
                  <a:lnTo>
                    <a:pt x="248" y="34"/>
                  </a:lnTo>
                  <a:lnTo>
                    <a:pt x="248" y="33"/>
                  </a:lnTo>
                  <a:lnTo>
                    <a:pt x="248" y="32"/>
                  </a:lnTo>
                  <a:lnTo>
                    <a:pt x="248" y="31"/>
                  </a:lnTo>
                  <a:lnTo>
                    <a:pt x="248" y="30"/>
                  </a:lnTo>
                  <a:lnTo>
                    <a:pt x="247" y="30"/>
                  </a:lnTo>
                  <a:lnTo>
                    <a:pt x="247" y="29"/>
                  </a:lnTo>
                  <a:lnTo>
                    <a:pt x="246" y="29"/>
                  </a:lnTo>
                  <a:lnTo>
                    <a:pt x="245" y="29"/>
                  </a:lnTo>
                  <a:lnTo>
                    <a:pt x="245" y="28"/>
                  </a:lnTo>
                  <a:lnTo>
                    <a:pt x="244" y="28"/>
                  </a:lnTo>
                  <a:lnTo>
                    <a:pt x="243" y="28"/>
                  </a:lnTo>
                  <a:lnTo>
                    <a:pt x="242" y="28"/>
                  </a:lnTo>
                  <a:lnTo>
                    <a:pt x="240" y="28"/>
                  </a:lnTo>
                  <a:lnTo>
                    <a:pt x="239" y="28"/>
                  </a:lnTo>
                  <a:lnTo>
                    <a:pt x="238" y="28"/>
                  </a:lnTo>
                  <a:lnTo>
                    <a:pt x="238" y="27"/>
                  </a:lnTo>
                  <a:lnTo>
                    <a:pt x="237" y="27"/>
                  </a:lnTo>
                  <a:lnTo>
                    <a:pt x="236" y="27"/>
                  </a:lnTo>
                  <a:lnTo>
                    <a:pt x="236" y="26"/>
                  </a:lnTo>
                  <a:lnTo>
                    <a:pt x="236" y="25"/>
                  </a:lnTo>
                  <a:lnTo>
                    <a:pt x="236" y="24"/>
                  </a:lnTo>
                  <a:lnTo>
                    <a:pt x="236" y="23"/>
                  </a:lnTo>
                  <a:lnTo>
                    <a:pt x="237" y="23"/>
                  </a:lnTo>
                  <a:lnTo>
                    <a:pt x="237" y="22"/>
                  </a:lnTo>
                  <a:lnTo>
                    <a:pt x="238" y="22"/>
                  </a:lnTo>
                  <a:lnTo>
                    <a:pt x="239" y="21"/>
                  </a:lnTo>
                  <a:lnTo>
                    <a:pt x="240" y="21"/>
                  </a:lnTo>
                  <a:lnTo>
                    <a:pt x="241" y="20"/>
                  </a:lnTo>
                  <a:lnTo>
                    <a:pt x="242" y="19"/>
                  </a:lnTo>
                  <a:lnTo>
                    <a:pt x="242" y="18"/>
                  </a:lnTo>
                  <a:lnTo>
                    <a:pt x="242" y="17"/>
                  </a:lnTo>
                  <a:lnTo>
                    <a:pt x="242" y="16"/>
                  </a:lnTo>
                  <a:lnTo>
                    <a:pt x="242" y="15"/>
                  </a:lnTo>
                  <a:lnTo>
                    <a:pt x="242" y="14"/>
                  </a:lnTo>
                  <a:lnTo>
                    <a:pt x="241" y="13"/>
                  </a:lnTo>
                  <a:lnTo>
                    <a:pt x="240" y="13"/>
                  </a:lnTo>
                  <a:lnTo>
                    <a:pt x="239" y="13"/>
                  </a:lnTo>
                  <a:lnTo>
                    <a:pt x="238" y="13"/>
                  </a:lnTo>
                  <a:lnTo>
                    <a:pt x="237" y="13"/>
                  </a:lnTo>
                  <a:lnTo>
                    <a:pt x="236" y="14"/>
                  </a:lnTo>
                  <a:lnTo>
                    <a:pt x="235" y="14"/>
                  </a:lnTo>
                  <a:lnTo>
                    <a:pt x="234" y="14"/>
                  </a:lnTo>
                  <a:lnTo>
                    <a:pt x="234" y="13"/>
                  </a:lnTo>
                  <a:lnTo>
                    <a:pt x="233" y="13"/>
                  </a:lnTo>
                  <a:lnTo>
                    <a:pt x="233" y="12"/>
                  </a:lnTo>
                  <a:lnTo>
                    <a:pt x="233" y="11"/>
                  </a:lnTo>
                  <a:lnTo>
                    <a:pt x="233" y="10"/>
                  </a:lnTo>
                  <a:lnTo>
                    <a:pt x="233" y="9"/>
                  </a:lnTo>
                  <a:lnTo>
                    <a:pt x="232" y="9"/>
                  </a:lnTo>
                  <a:lnTo>
                    <a:pt x="232" y="8"/>
                  </a:lnTo>
                  <a:lnTo>
                    <a:pt x="232" y="7"/>
                  </a:lnTo>
                  <a:lnTo>
                    <a:pt x="231" y="7"/>
                  </a:lnTo>
                  <a:lnTo>
                    <a:pt x="230" y="6"/>
                  </a:lnTo>
                  <a:lnTo>
                    <a:pt x="229" y="6"/>
                  </a:lnTo>
                  <a:lnTo>
                    <a:pt x="228" y="6"/>
                  </a:lnTo>
                  <a:lnTo>
                    <a:pt x="227" y="6"/>
                  </a:lnTo>
                  <a:lnTo>
                    <a:pt x="226" y="6"/>
                  </a:lnTo>
                  <a:lnTo>
                    <a:pt x="225" y="6"/>
                  </a:lnTo>
                  <a:lnTo>
                    <a:pt x="224" y="6"/>
                  </a:lnTo>
                  <a:lnTo>
                    <a:pt x="223" y="6"/>
                  </a:lnTo>
                  <a:lnTo>
                    <a:pt x="223" y="7"/>
                  </a:lnTo>
                  <a:lnTo>
                    <a:pt x="222" y="7"/>
                  </a:lnTo>
                  <a:lnTo>
                    <a:pt x="221" y="8"/>
                  </a:lnTo>
                  <a:lnTo>
                    <a:pt x="220" y="8"/>
                  </a:lnTo>
                  <a:lnTo>
                    <a:pt x="219" y="9"/>
                  </a:lnTo>
                  <a:lnTo>
                    <a:pt x="218" y="10"/>
                  </a:lnTo>
                  <a:lnTo>
                    <a:pt x="217" y="11"/>
                  </a:lnTo>
                  <a:lnTo>
                    <a:pt x="216" y="11"/>
                  </a:lnTo>
                  <a:lnTo>
                    <a:pt x="216" y="12"/>
                  </a:lnTo>
                  <a:lnTo>
                    <a:pt x="215" y="13"/>
                  </a:lnTo>
                  <a:lnTo>
                    <a:pt x="214" y="14"/>
                  </a:lnTo>
                  <a:lnTo>
                    <a:pt x="213" y="15"/>
                  </a:lnTo>
                  <a:lnTo>
                    <a:pt x="212" y="15"/>
                  </a:lnTo>
                  <a:lnTo>
                    <a:pt x="211" y="15"/>
                  </a:lnTo>
                  <a:lnTo>
                    <a:pt x="210" y="15"/>
                  </a:lnTo>
                  <a:lnTo>
                    <a:pt x="210" y="14"/>
                  </a:lnTo>
                  <a:lnTo>
                    <a:pt x="210" y="13"/>
                  </a:lnTo>
                  <a:lnTo>
                    <a:pt x="209" y="12"/>
                  </a:lnTo>
                  <a:lnTo>
                    <a:pt x="209" y="11"/>
                  </a:lnTo>
                  <a:lnTo>
                    <a:pt x="209" y="10"/>
                  </a:lnTo>
                  <a:lnTo>
                    <a:pt x="208" y="10"/>
                  </a:lnTo>
                  <a:lnTo>
                    <a:pt x="208" y="9"/>
                  </a:lnTo>
                  <a:lnTo>
                    <a:pt x="207" y="9"/>
                  </a:lnTo>
                  <a:lnTo>
                    <a:pt x="207" y="8"/>
                  </a:lnTo>
                  <a:lnTo>
                    <a:pt x="206" y="8"/>
                  </a:lnTo>
                  <a:lnTo>
                    <a:pt x="205" y="8"/>
                  </a:lnTo>
                  <a:lnTo>
                    <a:pt x="204" y="8"/>
                  </a:lnTo>
                  <a:lnTo>
                    <a:pt x="203" y="8"/>
                  </a:lnTo>
                  <a:lnTo>
                    <a:pt x="201" y="9"/>
                  </a:lnTo>
                  <a:lnTo>
                    <a:pt x="200" y="9"/>
                  </a:lnTo>
                  <a:lnTo>
                    <a:pt x="199" y="9"/>
                  </a:lnTo>
                  <a:lnTo>
                    <a:pt x="198" y="9"/>
                  </a:lnTo>
                  <a:lnTo>
                    <a:pt x="197" y="8"/>
                  </a:lnTo>
                  <a:lnTo>
                    <a:pt x="196" y="8"/>
                  </a:lnTo>
                  <a:lnTo>
                    <a:pt x="195" y="8"/>
                  </a:lnTo>
                  <a:lnTo>
                    <a:pt x="194" y="8"/>
                  </a:lnTo>
                  <a:lnTo>
                    <a:pt x="194" y="7"/>
                  </a:lnTo>
                  <a:lnTo>
                    <a:pt x="193" y="7"/>
                  </a:lnTo>
                  <a:lnTo>
                    <a:pt x="192" y="7"/>
                  </a:lnTo>
                  <a:lnTo>
                    <a:pt x="192" y="8"/>
                  </a:lnTo>
                  <a:lnTo>
                    <a:pt x="191" y="8"/>
                  </a:lnTo>
                  <a:lnTo>
                    <a:pt x="190" y="8"/>
                  </a:lnTo>
                  <a:lnTo>
                    <a:pt x="189" y="8"/>
                  </a:lnTo>
                  <a:lnTo>
                    <a:pt x="189" y="9"/>
                  </a:lnTo>
                  <a:lnTo>
                    <a:pt x="188" y="10"/>
                  </a:lnTo>
                  <a:lnTo>
                    <a:pt x="187" y="11"/>
                  </a:lnTo>
                  <a:lnTo>
                    <a:pt x="187" y="12"/>
                  </a:lnTo>
                  <a:lnTo>
                    <a:pt x="187" y="13"/>
                  </a:lnTo>
                  <a:lnTo>
                    <a:pt x="187" y="14"/>
                  </a:lnTo>
                  <a:lnTo>
                    <a:pt x="187" y="15"/>
                  </a:lnTo>
                  <a:lnTo>
                    <a:pt x="187" y="16"/>
                  </a:lnTo>
                  <a:lnTo>
                    <a:pt x="187" y="17"/>
                  </a:lnTo>
                  <a:lnTo>
                    <a:pt x="188" y="17"/>
                  </a:lnTo>
                  <a:lnTo>
                    <a:pt x="188" y="18"/>
                  </a:lnTo>
                  <a:lnTo>
                    <a:pt x="188" y="19"/>
                  </a:lnTo>
                  <a:lnTo>
                    <a:pt x="188" y="20"/>
                  </a:lnTo>
                  <a:lnTo>
                    <a:pt x="187" y="20"/>
                  </a:lnTo>
                  <a:lnTo>
                    <a:pt x="187" y="21"/>
                  </a:lnTo>
                  <a:lnTo>
                    <a:pt x="186" y="22"/>
                  </a:lnTo>
                  <a:lnTo>
                    <a:pt x="185" y="22"/>
                  </a:lnTo>
                  <a:lnTo>
                    <a:pt x="184" y="23"/>
                  </a:lnTo>
                  <a:lnTo>
                    <a:pt x="183" y="23"/>
                  </a:lnTo>
                  <a:lnTo>
                    <a:pt x="182" y="23"/>
                  </a:lnTo>
                  <a:lnTo>
                    <a:pt x="181" y="23"/>
                  </a:lnTo>
                  <a:lnTo>
                    <a:pt x="180" y="23"/>
                  </a:lnTo>
                  <a:lnTo>
                    <a:pt x="179" y="23"/>
                  </a:lnTo>
                  <a:lnTo>
                    <a:pt x="179" y="22"/>
                  </a:lnTo>
                  <a:lnTo>
                    <a:pt x="178" y="22"/>
                  </a:lnTo>
                  <a:lnTo>
                    <a:pt x="178" y="21"/>
                  </a:lnTo>
                  <a:lnTo>
                    <a:pt x="177" y="21"/>
                  </a:lnTo>
                  <a:lnTo>
                    <a:pt x="177" y="20"/>
                  </a:lnTo>
                  <a:lnTo>
                    <a:pt x="177" y="19"/>
                  </a:lnTo>
                  <a:lnTo>
                    <a:pt x="177" y="18"/>
                  </a:lnTo>
                  <a:lnTo>
                    <a:pt x="177" y="17"/>
                  </a:lnTo>
                  <a:lnTo>
                    <a:pt x="177" y="16"/>
                  </a:lnTo>
                  <a:lnTo>
                    <a:pt x="177" y="15"/>
                  </a:lnTo>
                  <a:lnTo>
                    <a:pt x="178" y="15"/>
                  </a:lnTo>
                  <a:lnTo>
                    <a:pt x="178" y="14"/>
                  </a:lnTo>
                  <a:lnTo>
                    <a:pt x="178" y="13"/>
                  </a:lnTo>
                  <a:lnTo>
                    <a:pt x="177" y="12"/>
                  </a:lnTo>
                  <a:lnTo>
                    <a:pt x="176" y="12"/>
                  </a:lnTo>
                  <a:lnTo>
                    <a:pt x="176" y="11"/>
                  </a:lnTo>
                  <a:lnTo>
                    <a:pt x="175" y="11"/>
                  </a:lnTo>
                  <a:lnTo>
                    <a:pt x="174" y="10"/>
                  </a:lnTo>
                  <a:lnTo>
                    <a:pt x="173" y="10"/>
                  </a:lnTo>
                  <a:lnTo>
                    <a:pt x="173" y="9"/>
                  </a:lnTo>
                  <a:lnTo>
                    <a:pt x="172" y="9"/>
                  </a:lnTo>
                  <a:lnTo>
                    <a:pt x="171" y="8"/>
                  </a:lnTo>
                  <a:lnTo>
                    <a:pt x="170" y="8"/>
                  </a:lnTo>
                  <a:lnTo>
                    <a:pt x="169" y="7"/>
                  </a:lnTo>
                  <a:lnTo>
                    <a:pt x="168" y="6"/>
                  </a:lnTo>
                  <a:lnTo>
                    <a:pt x="167" y="6"/>
                  </a:lnTo>
                  <a:lnTo>
                    <a:pt x="167" y="5"/>
                  </a:lnTo>
                  <a:lnTo>
                    <a:pt x="166" y="4"/>
                  </a:lnTo>
                  <a:lnTo>
                    <a:pt x="165" y="3"/>
                  </a:lnTo>
                  <a:lnTo>
                    <a:pt x="164" y="1"/>
                  </a:lnTo>
                  <a:lnTo>
                    <a:pt x="163" y="0"/>
                  </a:lnTo>
                  <a:lnTo>
                    <a:pt x="160" y="3"/>
                  </a:lnTo>
                  <a:lnTo>
                    <a:pt x="159" y="8"/>
                  </a:lnTo>
                  <a:lnTo>
                    <a:pt x="156" y="10"/>
                  </a:lnTo>
                  <a:lnTo>
                    <a:pt x="150" y="12"/>
                  </a:lnTo>
                  <a:lnTo>
                    <a:pt x="147" y="15"/>
                  </a:lnTo>
                  <a:lnTo>
                    <a:pt x="145" y="19"/>
                  </a:lnTo>
                  <a:lnTo>
                    <a:pt x="145" y="26"/>
                  </a:lnTo>
                  <a:lnTo>
                    <a:pt x="141" y="30"/>
                  </a:lnTo>
                  <a:lnTo>
                    <a:pt x="136" y="30"/>
                  </a:lnTo>
                  <a:lnTo>
                    <a:pt x="132" y="33"/>
                  </a:lnTo>
                  <a:lnTo>
                    <a:pt x="104" y="36"/>
                  </a:lnTo>
                  <a:lnTo>
                    <a:pt x="101" y="38"/>
                  </a:lnTo>
                  <a:lnTo>
                    <a:pt x="101" y="41"/>
                  </a:lnTo>
                  <a:lnTo>
                    <a:pt x="95" y="48"/>
                  </a:lnTo>
                  <a:lnTo>
                    <a:pt x="93" y="54"/>
                  </a:lnTo>
                  <a:lnTo>
                    <a:pt x="91" y="56"/>
                  </a:lnTo>
                  <a:lnTo>
                    <a:pt x="89" y="61"/>
                  </a:lnTo>
                  <a:lnTo>
                    <a:pt x="87" y="61"/>
                  </a:lnTo>
                  <a:lnTo>
                    <a:pt x="84" y="65"/>
                  </a:lnTo>
                  <a:lnTo>
                    <a:pt x="77" y="65"/>
                  </a:lnTo>
                  <a:lnTo>
                    <a:pt x="77" y="62"/>
                  </a:lnTo>
                  <a:lnTo>
                    <a:pt x="71" y="64"/>
                  </a:lnTo>
                  <a:lnTo>
                    <a:pt x="67" y="67"/>
                  </a:lnTo>
                  <a:lnTo>
                    <a:pt x="68" y="70"/>
                  </a:lnTo>
                  <a:lnTo>
                    <a:pt x="71" y="74"/>
                  </a:lnTo>
                  <a:lnTo>
                    <a:pt x="63" y="76"/>
                  </a:lnTo>
                  <a:lnTo>
                    <a:pt x="60" y="76"/>
                  </a:lnTo>
                  <a:lnTo>
                    <a:pt x="55" y="81"/>
                  </a:lnTo>
                  <a:lnTo>
                    <a:pt x="55" y="86"/>
                  </a:lnTo>
                  <a:lnTo>
                    <a:pt x="48" y="104"/>
                  </a:lnTo>
                  <a:lnTo>
                    <a:pt x="44" y="108"/>
                  </a:lnTo>
                  <a:lnTo>
                    <a:pt x="45" y="114"/>
                  </a:lnTo>
                  <a:lnTo>
                    <a:pt x="39" y="121"/>
                  </a:lnTo>
                  <a:lnTo>
                    <a:pt x="39" y="124"/>
                  </a:lnTo>
                  <a:lnTo>
                    <a:pt x="33" y="127"/>
                  </a:lnTo>
                  <a:lnTo>
                    <a:pt x="30" y="128"/>
                  </a:lnTo>
                  <a:lnTo>
                    <a:pt x="26" y="130"/>
                  </a:lnTo>
                  <a:lnTo>
                    <a:pt x="25" y="131"/>
                  </a:lnTo>
                  <a:lnTo>
                    <a:pt x="26" y="134"/>
                  </a:lnTo>
                  <a:lnTo>
                    <a:pt x="20" y="141"/>
                  </a:lnTo>
                  <a:lnTo>
                    <a:pt x="19" y="149"/>
                  </a:lnTo>
                  <a:lnTo>
                    <a:pt x="17" y="151"/>
                  </a:lnTo>
                  <a:lnTo>
                    <a:pt x="18" y="160"/>
                  </a:lnTo>
                  <a:lnTo>
                    <a:pt x="22" y="164"/>
                  </a:lnTo>
                  <a:lnTo>
                    <a:pt x="22" y="166"/>
                  </a:lnTo>
                  <a:lnTo>
                    <a:pt x="24" y="168"/>
                  </a:lnTo>
                  <a:lnTo>
                    <a:pt x="27" y="168"/>
                  </a:lnTo>
                  <a:lnTo>
                    <a:pt x="31" y="176"/>
                  </a:lnTo>
                  <a:lnTo>
                    <a:pt x="35" y="176"/>
                  </a:lnTo>
                  <a:lnTo>
                    <a:pt x="35" y="185"/>
                  </a:lnTo>
                  <a:lnTo>
                    <a:pt x="34" y="186"/>
                  </a:lnTo>
                  <a:lnTo>
                    <a:pt x="34" y="189"/>
                  </a:lnTo>
                  <a:lnTo>
                    <a:pt x="28" y="196"/>
                  </a:lnTo>
                  <a:lnTo>
                    <a:pt x="28" y="202"/>
                  </a:lnTo>
                  <a:lnTo>
                    <a:pt x="26" y="205"/>
                  </a:lnTo>
                  <a:lnTo>
                    <a:pt x="26" y="207"/>
                  </a:lnTo>
                  <a:lnTo>
                    <a:pt x="28" y="208"/>
                  </a:lnTo>
                  <a:lnTo>
                    <a:pt x="31" y="206"/>
                  </a:lnTo>
                  <a:lnTo>
                    <a:pt x="31" y="204"/>
                  </a:lnTo>
                  <a:lnTo>
                    <a:pt x="34" y="202"/>
                  </a:lnTo>
                  <a:lnTo>
                    <a:pt x="33" y="199"/>
                  </a:lnTo>
                  <a:lnTo>
                    <a:pt x="35" y="197"/>
                  </a:lnTo>
                  <a:lnTo>
                    <a:pt x="40" y="197"/>
                  </a:lnTo>
                  <a:lnTo>
                    <a:pt x="43" y="195"/>
                  </a:lnTo>
                  <a:lnTo>
                    <a:pt x="46" y="195"/>
                  </a:lnTo>
                  <a:lnTo>
                    <a:pt x="48" y="192"/>
                  </a:lnTo>
                  <a:lnTo>
                    <a:pt x="56" y="186"/>
                  </a:lnTo>
                  <a:lnTo>
                    <a:pt x="59" y="186"/>
                  </a:lnTo>
                  <a:lnTo>
                    <a:pt x="60" y="185"/>
                  </a:lnTo>
                  <a:lnTo>
                    <a:pt x="66" y="183"/>
                  </a:lnTo>
                  <a:lnTo>
                    <a:pt x="74" y="176"/>
                  </a:lnTo>
                  <a:lnTo>
                    <a:pt x="74" y="177"/>
                  </a:lnTo>
                  <a:lnTo>
                    <a:pt x="74" y="186"/>
                  </a:lnTo>
                  <a:lnTo>
                    <a:pt x="72" y="187"/>
                  </a:lnTo>
                  <a:lnTo>
                    <a:pt x="67" y="190"/>
                  </a:lnTo>
                  <a:lnTo>
                    <a:pt x="62" y="196"/>
                  </a:lnTo>
                  <a:lnTo>
                    <a:pt x="62" y="199"/>
                  </a:lnTo>
                  <a:lnTo>
                    <a:pt x="60" y="199"/>
                  </a:lnTo>
                  <a:lnTo>
                    <a:pt x="61" y="201"/>
                  </a:lnTo>
                  <a:lnTo>
                    <a:pt x="56" y="202"/>
                  </a:lnTo>
                  <a:lnTo>
                    <a:pt x="49" y="213"/>
                  </a:lnTo>
                  <a:lnTo>
                    <a:pt x="44" y="213"/>
                  </a:lnTo>
                  <a:lnTo>
                    <a:pt x="40" y="216"/>
                  </a:lnTo>
                  <a:lnTo>
                    <a:pt x="37" y="216"/>
                  </a:lnTo>
                  <a:lnTo>
                    <a:pt x="34" y="219"/>
                  </a:lnTo>
                  <a:lnTo>
                    <a:pt x="35" y="224"/>
                  </a:lnTo>
                  <a:lnTo>
                    <a:pt x="32" y="229"/>
                  </a:lnTo>
                  <a:lnTo>
                    <a:pt x="33" y="231"/>
                  </a:lnTo>
                  <a:lnTo>
                    <a:pt x="26" y="239"/>
                  </a:lnTo>
                  <a:lnTo>
                    <a:pt x="23" y="239"/>
                  </a:lnTo>
                  <a:lnTo>
                    <a:pt x="20" y="242"/>
                  </a:lnTo>
                  <a:lnTo>
                    <a:pt x="15" y="243"/>
                  </a:lnTo>
                  <a:lnTo>
                    <a:pt x="11" y="248"/>
                  </a:lnTo>
                  <a:lnTo>
                    <a:pt x="11" y="251"/>
                  </a:lnTo>
                  <a:lnTo>
                    <a:pt x="9" y="256"/>
                  </a:lnTo>
                  <a:lnTo>
                    <a:pt x="4" y="262"/>
                  </a:lnTo>
                  <a:lnTo>
                    <a:pt x="1" y="263"/>
                  </a:lnTo>
                  <a:lnTo>
                    <a:pt x="2" y="271"/>
                  </a:lnTo>
                  <a:lnTo>
                    <a:pt x="0" y="273"/>
                  </a:lnTo>
                  <a:lnTo>
                    <a:pt x="2" y="275"/>
                  </a:lnTo>
                  <a:lnTo>
                    <a:pt x="4" y="275"/>
                  </a:lnTo>
                  <a:lnTo>
                    <a:pt x="7" y="276"/>
                  </a:lnTo>
                  <a:lnTo>
                    <a:pt x="8" y="274"/>
                  </a:lnTo>
                  <a:lnTo>
                    <a:pt x="15" y="274"/>
                  </a:lnTo>
                  <a:lnTo>
                    <a:pt x="16" y="273"/>
                  </a:lnTo>
                  <a:lnTo>
                    <a:pt x="21" y="272"/>
                  </a:lnTo>
                  <a:lnTo>
                    <a:pt x="22" y="273"/>
                  </a:lnTo>
                  <a:lnTo>
                    <a:pt x="26" y="275"/>
                  </a:lnTo>
                  <a:lnTo>
                    <a:pt x="28" y="277"/>
                  </a:lnTo>
                  <a:lnTo>
                    <a:pt x="28" y="279"/>
                  </a:lnTo>
                  <a:lnTo>
                    <a:pt x="31" y="285"/>
                  </a:lnTo>
                  <a:lnTo>
                    <a:pt x="36" y="286"/>
                  </a:lnTo>
                  <a:lnTo>
                    <a:pt x="38" y="288"/>
                  </a:lnTo>
                  <a:lnTo>
                    <a:pt x="41" y="289"/>
                  </a:lnTo>
                  <a:lnTo>
                    <a:pt x="41" y="294"/>
                  </a:lnTo>
                  <a:lnTo>
                    <a:pt x="43" y="296"/>
                  </a:lnTo>
                  <a:lnTo>
                    <a:pt x="43" y="298"/>
                  </a:lnTo>
                  <a:lnTo>
                    <a:pt x="46" y="302"/>
                  </a:lnTo>
                  <a:lnTo>
                    <a:pt x="51" y="304"/>
                  </a:lnTo>
                  <a:lnTo>
                    <a:pt x="62" y="302"/>
                  </a:lnTo>
                  <a:lnTo>
                    <a:pt x="64" y="304"/>
                  </a:lnTo>
                  <a:lnTo>
                    <a:pt x="67" y="303"/>
                  </a:lnTo>
                  <a:lnTo>
                    <a:pt x="68" y="304"/>
                  </a:lnTo>
                  <a:lnTo>
                    <a:pt x="72" y="304"/>
                  </a:lnTo>
                  <a:lnTo>
                    <a:pt x="73" y="302"/>
                  </a:lnTo>
                  <a:lnTo>
                    <a:pt x="75" y="303"/>
                  </a:lnTo>
                  <a:lnTo>
                    <a:pt x="77" y="301"/>
                  </a:lnTo>
                  <a:lnTo>
                    <a:pt x="83" y="301"/>
                  </a:lnTo>
                  <a:lnTo>
                    <a:pt x="94" y="303"/>
                  </a:lnTo>
                  <a:lnTo>
                    <a:pt x="97" y="299"/>
                  </a:lnTo>
                  <a:lnTo>
                    <a:pt x="97" y="297"/>
                  </a:lnTo>
                  <a:lnTo>
                    <a:pt x="106" y="291"/>
                  </a:lnTo>
                  <a:lnTo>
                    <a:pt x="106" y="285"/>
                  </a:lnTo>
                  <a:lnTo>
                    <a:pt x="107" y="282"/>
                  </a:lnTo>
                  <a:lnTo>
                    <a:pt x="106" y="275"/>
                  </a:lnTo>
                  <a:lnTo>
                    <a:pt x="109" y="272"/>
                  </a:lnTo>
                  <a:lnTo>
                    <a:pt x="118" y="270"/>
                  </a:lnTo>
                  <a:lnTo>
                    <a:pt x="119" y="269"/>
                  </a:lnTo>
                  <a:lnTo>
                    <a:pt x="122" y="269"/>
                  </a:lnTo>
                  <a:lnTo>
                    <a:pt x="123" y="268"/>
                  </a:lnTo>
                  <a:lnTo>
                    <a:pt x="124" y="268"/>
                  </a:lnTo>
                  <a:lnTo>
                    <a:pt x="131" y="268"/>
                  </a:lnTo>
                  <a:lnTo>
                    <a:pt x="133" y="267"/>
                  </a:lnTo>
                  <a:lnTo>
                    <a:pt x="137" y="269"/>
                  </a:lnTo>
                  <a:lnTo>
                    <a:pt x="140" y="269"/>
                  </a:lnTo>
                  <a:lnTo>
                    <a:pt x="142" y="272"/>
                  </a:lnTo>
                  <a:lnTo>
                    <a:pt x="142" y="274"/>
                  </a:lnTo>
                  <a:lnTo>
                    <a:pt x="148" y="280"/>
                  </a:lnTo>
                  <a:lnTo>
                    <a:pt x="149" y="286"/>
                  </a:lnTo>
                  <a:lnTo>
                    <a:pt x="154" y="289"/>
                  </a:lnTo>
                  <a:lnTo>
                    <a:pt x="154" y="291"/>
                  </a:lnTo>
                  <a:lnTo>
                    <a:pt x="157" y="293"/>
                  </a:lnTo>
                  <a:lnTo>
                    <a:pt x="157" y="298"/>
                  </a:lnTo>
                  <a:lnTo>
                    <a:pt x="161" y="301"/>
                  </a:lnTo>
                  <a:lnTo>
                    <a:pt x="163" y="304"/>
                  </a:lnTo>
                  <a:lnTo>
                    <a:pt x="166" y="305"/>
                  </a:lnTo>
                  <a:lnTo>
                    <a:pt x="172" y="306"/>
                  </a:lnTo>
                  <a:lnTo>
                    <a:pt x="173" y="297"/>
                  </a:lnTo>
                  <a:lnTo>
                    <a:pt x="177" y="297"/>
                  </a:lnTo>
                  <a:lnTo>
                    <a:pt x="187" y="297"/>
                  </a:lnTo>
                  <a:lnTo>
                    <a:pt x="193" y="290"/>
                  </a:lnTo>
                  <a:lnTo>
                    <a:pt x="199" y="290"/>
                  </a:lnTo>
                  <a:lnTo>
                    <a:pt x="200" y="289"/>
                  </a:lnTo>
                  <a:lnTo>
                    <a:pt x="200" y="282"/>
                  </a:lnTo>
                  <a:lnTo>
                    <a:pt x="201" y="281"/>
                  </a:lnTo>
                  <a:lnTo>
                    <a:pt x="204" y="281"/>
                  </a:lnTo>
                  <a:lnTo>
                    <a:pt x="208" y="278"/>
                  </a:lnTo>
                  <a:lnTo>
                    <a:pt x="216" y="277"/>
                  </a:lnTo>
                  <a:lnTo>
                    <a:pt x="218" y="279"/>
                  </a:lnTo>
                  <a:lnTo>
                    <a:pt x="218" y="284"/>
                  </a:lnTo>
                  <a:lnTo>
                    <a:pt x="220" y="286"/>
                  </a:lnTo>
                  <a:lnTo>
                    <a:pt x="222" y="287"/>
                  </a:lnTo>
                  <a:lnTo>
                    <a:pt x="222" y="292"/>
                  </a:lnTo>
                  <a:lnTo>
                    <a:pt x="224" y="293"/>
                  </a:lnTo>
                  <a:lnTo>
                    <a:pt x="223" y="295"/>
                  </a:lnTo>
                  <a:lnTo>
                    <a:pt x="227" y="298"/>
                  </a:lnTo>
                  <a:lnTo>
                    <a:pt x="230" y="295"/>
                  </a:lnTo>
                  <a:lnTo>
                    <a:pt x="232" y="295"/>
                  </a:lnTo>
                  <a:lnTo>
                    <a:pt x="240" y="289"/>
                  </a:lnTo>
                  <a:lnTo>
                    <a:pt x="239" y="275"/>
                  </a:lnTo>
                  <a:lnTo>
                    <a:pt x="240" y="275"/>
                  </a:lnTo>
                  <a:lnTo>
                    <a:pt x="240" y="271"/>
                  </a:lnTo>
                  <a:lnTo>
                    <a:pt x="244" y="268"/>
                  </a:lnTo>
                  <a:lnTo>
                    <a:pt x="244" y="267"/>
                  </a:lnTo>
                  <a:lnTo>
                    <a:pt x="256" y="268"/>
                  </a:lnTo>
                  <a:lnTo>
                    <a:pt x="259" y="266"/>
                  </a:lnTo>
                  <a:lnTo>
                    <a:pt x="257" y="264"/>
                  </a:lnTo>
                  <a:lnTo>
                    <a:pt x="258" y="256"/>
                  </a:lnTo>
                  <a:lnTo>
                    <a:pt x="261" y="253"/>
                  </a:lnTo>
                  <a:lnTo>
                    <a:pt x="261" y="250"/>
                  </a:lnTo>
                  <a:lnTo>
                    <a:pt x="263" y="246"/>
                  </a:lnTo>
                  <a:lnTo>
                    <a:pt x="263" y="241"/>
                  </a:lnTo>
                  <a:lnTo>
                    <a:pt x="266" y="237"/>
                  </a:lnTo>
                  <a:lnTo>
                    <a:pt x="271" y="237"/>
                  </a:lnTo>
                  <a:lnTo>
                    <a:pt x="272" y="236"/>
                  </a:lnTo>
                  <a:lnTo>
                    <a:pt x="279" y="237"/>
                  </a:lnTo>
                  <a:lnTo>
                    <a:pt x="289" y="240"/>
                  </a:lnTo>
                  <a:lnTo>
                    <a:pt x="291" y="242"/>
                  </a:lnTo>
                  <a:close/>
                </a:path>
              </a:pathLst>
            </a:custGeom>
            <a:grpFill/>
            <a:ln w="28575">
              <a:noFill/>
              <a:prstDash val="sysDot"/>
              <a:round/>
              <a:headEnd/>
              <a:tailEnd/>
            </a:ln>
          </p:spPr>
          <p:txBody>
            <a:bodyPr/>
            <a:lstStyle/>
            <a:p>
              <a:endParaRPr lang="zh-CN" altLang="en-US" kern="0" dirty="0">
                <a:solidFill>
                  <a:prstClr val="black"/>
                </a:solidFill>
                <a:ea typeface="微软雅黑" pitchFamily="34" charset="-122"/>
              </a:endParaRPr>
            </a:p>
          </p:txBody>
        </p:sp>
        <p:sp>
          <p:nvSpPr>
            <p:cNvPr id="35" name="Freeform 35"/>
            <p:cNvSpPr>
              <a:spLocks/>
            </p:cNvSpPr>
            <p:nvPr/>
          </p:nvSpPr>
          <p:spPr bwMode="auto">
            <a:xfrm>
              <a:off x="5156924" y="2749661"/>
              <a:ext cx="457200" cy="987425"/>
            </a:xfrm>
            <a:custGeom>
              <a:avLst/>
              <a:gdLst>
                <a:gd name="T0" fmla="*/ 0 w 250"/>
                <a:gd name="T1" fmla="*/ 2147483647 h 518"/>
                <a:gd name="T2" fmla="*/ 2147483647 w 250"/>
                <a:gd name="T3" fmla="*/ 2147483647 h 518"/>
                <a:gd name="T4" fmla="*/ 2147483647 w 250"/>
                <a:gd name="T5" fmla="*/ 2147483647 h 518"/>
                <a:gd name="T6" fmla="*/ 2147483647 w 250"/>
                <a:gd name="T7" fmla="*/ 2147483647 h 518"/>
                <a:gd name="T8" fmla="*/ 2147483647 w 250"/>
                <a:gd name="T9" fmla="*/ 2147483647 h 518"/>
                <a:gd name="T10" fmla="*/ 2147483647 w 250"/>
                <a:gd name="T11" fmla="*/ 2147483647 h 518"/>
                <a:gd name="T12" fmla="*/ 2147483647 w 250"/>
                <a:gd name="T13" fmla="*/ 2147483647 h 518"/>
                <a:gd name="T14" fmla="*/ 2147483647 w 250"/>
                <a:gd name="T15" fmla="*/ 2147483647 h 518"/>
                <a:gd name="T16" fmla="*/ 2147483647 w 250"/>
                <a:gd name="T17" fmla="*/ 2147483647 h 518"/>
                <a:gd name="T18" fmla="*/ 2147483647 w 250"/>
                <a:gd name="T19" fmla="*/ 2147483647 h 518"/>
                <a:gd name="T20" fmla="*/ 2147483647 w 250"/>
                <a:gd name="T21" fmla="*/ 2147483647 h 518"/>
                <a:gd name="T22" fmla="*/ 2147483647 w 250"/>
                <a:gd name="T23" fmla="*/ 2147483647 h 518"/>
                <a:gd name="T24" fmla="*/ 2147483647 w 250"/>
                <a:gd name="T25" fmla="*/ 2147483647 h 518"/>
                <a:gd name="T26" fmla="*/ 2147483647 w 250"/>
                <a:gd name="T27" fmla="*/ 2147483647 h 518"/>
                <a:gd name="T28" fmla="*/ 2147483647 w 250"/>
                <a:gd name="T29" fmla="*/ 2147483647 h 518"/>
                <a:gd name="T30" fmla="*/ 2147483647 w 250"/>
                <a:gd name="T31" fmla="*/ 2147483647 h 518"/>
                <a:gd name="T32" fmla="*/ 2147483647 w 250"/>
                <a:gd name="T33" fmla="*/ 2147483647 h 518"/>
                <a:gd name="T34" fmla="*/ 2147483647 w 250"/>
                <a:gd name="T35" fmla="*/ 2147483647 h 518"/>
                <a:gd name="T36" fmla="*/ 2147483647 w 250"/>
                <a:gd name="T37" fmla="*/ 2147483647 h 518"/>
                <a:gd name="T38" fmla="*/ 2147483647 w 250"/>
                <a:gd name="T39" fmla="*/ 2147483647 h 518"/>
                <a:gd name="T40" fmla="*/ 2147483647 w 250"/>
                <a:gd name="T41" fmla="*/ 2147483647 h 518"/>
                <a:gd name="T42" fmla="*/ 2147483647 w 250"/>
                <a:gd name="T43" fmla="*/ 2147483647 h 518"/>
                <a:gd name="T44" fmla="*/ 2147483647 w 250"/>
                <a:gd name="T45" fmla="*/ 2147483647 h 518"/>
                <a:gd name="T46" fmla="*/ 2147483647 w 250"/>
                <a:gd name="T47" fmla="*/ 2147483647 h 518"/>
                <a:gd name="T48" fmla="*/ 2147483647 w 250"/>
                <a:gd name="T49" fmla="*/ 2147483647 h 518"/>
                <a:gd name="T50" fmla="*/ 2147483647 w 250"/>
                <a:gd name="T51" fmla="*/ 2147483647 h 518"/>
                <a:gd name="T52" fmla="*/ 2147483647 w 250"/>
                <a:gd name="T53" fmla="*/ 2147483647 h 518"/>
                <a:gd name="T54" fmla="*/ 2147483647 w 250"/>
                <a:gd name="T55" fmla="*/ 2147483647 h 518"/>
                <a:gd name="T56" fmla="*/ 2147483647 w 250"/>
                <a:gd name="T57" fmla="*/ 2147483647 h 518"/>
                <a:gd name="T58" fmla="*/ 2147483647 w 250"/>
                <a:gd name="T59" fmla="*/ 2147483647 h 518"/>
                <a:gd name="T60" fmla="*/ 2147483647 w 250"/>
                <a:gd name="T61" fmla="*/ 2147483647 h 518"/>
                <a:gd name="T62" fmla="*/ 2147483647 w 250"/>
                <a:gd name="T63" fmla="*/ 2147483647 h 518"/>
                <a:gd name="T64" fmla="*/ 2147483647 w 250"/>
                <a:gd name="T65" fmla="*/ 2147483647 h 518"/>
                <a:gd name="T66" fmla="*/ 2147483647 w 250"/>
                <a:gd name="T67" fmla="*/ 2147483647 h 518"/>
                <a:gd name="T68" fmla="*/ 2147483647 w 250"/>
                <a:gd name="T69" fmla="*/ 2147483647 h 518"/>
                <a:gd name="T70" fmla="*/ 2147483647 w 250"/>
                <a:gd name="T71" fmla="*/ 2147483647 h 518"/>
                <a:gd name="T72" fmla="*/ 2147483647 w 250"/>
                <a:gd name="T73" fmla="*/ 2147483647 h 518"/>
                <a:gd name="T74" fmla="*/ 2147483647 w 250"/>
                <a:gd name="T75" fmla="*/ 2147483647 h 518"/>
                <a:gd name="T76" fmla="*/ 2147483647 w 250"/>
                <a:gd name="T77" fmla="*/ 2147483647 h 518"/>
                <a:gd name="T78" fmla="*/ 2147483647 w 250"/>
                <a:gd name="T79" fmla="*/ 2147483647 h 518"/>
                <a:gd name="T80" fmla="*/ 2147483647 w 250"/>
                <a:gd name="T81" fmla="*/ 2147483647 h 518"/>
                <a:gd name="T82" fmla="*/ 2147483647 w 250"/>
                <a:gd name="T83" fmla="*/ 2147483647 h 518"/>
                <a:gd name="T84" fmla="*/ 2147483647 w 250"/>
                <a:gd name="T85" fmla="*/ 2147483647 h 518"/>
                <a:gd name="T86" fmla="*/ 2147483647 w 250"/>
                <a:gd name="T87" fmla="*/ 2147483647 h 518"/>
                <a:gd name="T88" fmla="*/ 2147483647 w 250"/>
                <a:gd name="T89" fmla="*/ 2147483647 h 518"/>
                <a:gd name="T90" fmla="*/ 2147483647 w 250"/>
                <a:gd name="T91" fmla="*/ 2147483647 h 518"/>
                <a:gd name="T92" fmla="*/ 2147483647 w 250"/>
                <a:gd name="T93" fmla="*/ 2147483647 h 518"/>
                <a:gd name="T94" fmla="*/ 2147483647 w 250"/>
                <a:gd name="T95" fmla="*/ 2147483647 h 518"/>
                <a:gd name="T96" fmla="*/ 2147483647 w 250"/>
                <a:gd name="T97" fmla="*/ 2147483647 h 518"/>
                <a:gd name="T98" fmla="*/ 2147483647 w 250"/>
                <a:gd name="T99" fmla="*/ 2147483647 h 518"/>
                <a:gd name="T100" fmla="*/ 2147483647 w 250"/>
                <a:gd name="T101" fmla="*/ 2147483647 h 518"/>
                <a:gd name="T102" fmla="*/ 2147483647 w 250"/>
                <a:gd name="T103" fmla="*/ 2147483647 h 518"/>
                <a:gd name="T104" fmla="*/ 2147483647 w 250"/>
                <a:gd name="T105" fmla="*/ 2147483647 h 518"/>
                <a:gd name="T106" fmla="*/ 2147483647 w 250"/>
                <a:gd name="T107" fmla="*/ 2147483647 h 518"/>
                <a:gd name="T108" fmla="*/ 2147483647 w 250"/>
                <a:gd name="T109" fmla="*/ 2147483647 h 518"/>
                <a:gd name="T110" fmla="*/ 2147483647 w 250"/>
                <a:gd name="T111" fmla="*/ 2147483647 h 518"/>
                <a:gd name="T112" fmla="*/ 2147483647 w 250"/>
                <a:gd name="T113" fmla="*/ 2147483647 h 518"/>
                <a:gd name="T114" fmla="*/ 2147483647 w 250"/>
                <a:gd name="T115" fmla="*/ 2147483647 h 518"/>
                <a:gd name="T116" fmla="*/ 2147483647 w 250"/>
                <a:gd name="T117" fmla="*/ 2147483647 h 518"/>
                <a:gd name="T118" fmla="*/ 2147483647 w 250"/>
                <a:gd name="T119" fmla="*/ 2147483647 h 518"/>
                <a:gd name="T120" fmla="*/ 2147483647 w 250"/>
                <a:gd name="T121" fmla="*/ 2147483647 h 518"/>
                <a:gd name="T122" fmla="*/ 2147483647 w 250"/>
                <a:gd name="T123" fmla="*/ 2147483647 h 518"/>
                <a:gd name="T124" fmla="*/ 2147483647 w 250"/>
                <a:gd name="T125" fmla="*/ 2147483647 h 518"/>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50"/>
                <a:gd name="T190" fmla="*/ 0 h 518"/>
                <a:gd name="T191" fmla="*/ 250 w 250"/>
                <a:gd name="T192" fmla="*/ 518 h 518"/>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50" h="518">
                  <a:moveTo>
                    <a:pt x="10" y="518"/>
                  </a:moveTo>
                  <a:lnTo>
                    <a:pt x="5" y="515"/>
                  </a:lnTo>
                  <a:lnTo>
                    <a:pt x="2" y="511"/>
                  </a:lnTo>
                  <a:lnTo>
                    <a:pt x="0" y="482"/>
                  </a:lnTo>
                  <a:lnTo>
                    <a:pt x="3" y="479"/>
                  </a:lnTo>
                  <a:lnTo>
                    <a:pt x="3" y="476"/>
                  </a:lnTo>
                  <a:lnTo>
                    <a:pt x="5" y="472"/>
                  </a:lnTo>
                  <a:lnTo>
                    <a:pt x="5" y="469"/>
                  </a:lnTo>
                  <a:lnTo>
                    <a:pt x="7" y="465"/>
                  </a:lnTo>
                  <a:lnTo>
                    <a:pt x="7" y="461"/>
                  </a:lnTo>
                  <a:lnTo>
                    <a:pt x="10" y="457"/>
                  </a:lnTo>
                  <a:lnTo>
                    <a:pt x="11" y="451"/>
                  </a:lnTo>
                  <a:lnTo>
                    <a:pt x="12" y="450"/>
                  </a:lnTo>
                  <a:lnTo>
                    <a:pt x="13" y="445"/>
                  </a:lnTo>
                  <a:lnTo>
                    <a:pt x="15" y="445"/>
                  </a:lnTo>
                  <a:lnTo>
                    <a:pt x="14" y="441"/>
                  </a:lnTo>
                  <a:lnTo>
                    <a:pt x="19" y="434"/>
                  </a:lnTo>
                  <a:lnTo>
                    <a:pt x="15" y="415"/>
                  </a:lnTo>
                  <a:lnTo>
                    <a:pt x="14" y="411"/>
                  </a:lnTo>
                  <a:lnTo>
                    <a:pt x="11" y="406"/>
                  </a:lnTo>
                  <a:lnTo>
                    <a:pt x="9" y="396"/>
                  </a:lnTo>
                  <a:lnTo>
                    <a:pt x="8" y="395"/>
                  </a:lnTo>
                  <a:lnTo>
                    <a:pt x="7" y="353"/>
                  </a:lnTo>
                  <a:lnTo>
                    <a:pt x="3" y="348"/>
                  </a:lnTo>
                  <a:lnTo>
                    <a:pt x="1" y="319"/>
                  </a:lnTo>
                  <a:lnTo>
                    <a:pt x="6" y="312"/>
                  </a:lnTo>
                  <a:lnTo>
                    <a:pt x="6" y="310"/>
                  </a:lnTo>
                  <a:lnTo>
                    <a:pt x="10" y="306"/>
                  </a:lnTo>
                  <a:lnTo>
                    <a:pt x="13" y="299"/>
                  </a:lnTo>
                  <a:lnTo>
                    <a:pt x="15" y="298"/>
                  </a:lnTo>
                  <a:lnTo>
                    <a:pt x="13" y="284"/>
                  </a:lnTo>
                  <a:lnTo>
                    <a:pt x="20" y="275"/>
                  </a:lnTo>
                  <a:lnTo>
                    <a:pt x="20" y="272"/>
                  </a:lnTo>
                  <a:lnTo>
                    <a:pt x="22" y="269"/>
                  </a:lnTo>
                  <a:lnTo>
                    <a:pt x="22" y="267"/>
                  </a:lnTo>
                  <a:lnTo>
                    <a:pt x="20" y="266"/>
                  </a:lnTo>
                  <a:lnTo>
                    <a:pt x="18" y="262"/>
                  </a:lnTo>
                  <a:lnTo>
                    <a:pt x="17" y="261"/>
                  </a:lnTo>
                  <a:lnTo>
                    <a:pt x="16" y="258"/>
                  </a:lnTo>
                  <a:lnTo>
                    <a:pt x="4" y="244"/>
                  </a:lnTo>
                  <a:lnTo>
                    <a:pt x="3" y="236"/>
                  </a:lnTo>
                  <a:lnTo>
                    <a:pt x="2" y="234"/>
                  </a:lnTo>
                  <a:lnTo>
                    <a:pt x="1" y="223"/>
                  </a:lnTo>
                  <a:lnTo>
                    <a:pt x="5" y="215"/>
                  </a:lnTo>
                  <a:lnTo>
                    <a:pt x="13" y="209"/>
                  </a:lnTo>
                  <a:lnTo>
                    <a:pt x="18" y="200"/>
                  </a:lnTo>
                  <a:lnTo>
                    <a:pt x="21" y="200"/>
                  </a:lnTo>
                  <a:lnTo>
                    <a:pt x="24" y="196"/>
                  </a:lnTo>
                  <a:lnTo>
                    <a:pt x="23" y="189"/>
                  </a:lnTo>
                  <a:lnTo>
                    <a:pt x="24" y="187"/>
                  </a:lnTo>
                  <a:lnTo>
                    <a:pt x="23" y="183"/>
                  </a:lnTo>
                  <a:lnTo>
                    <a:pt x="29" y="180"/>
                  </a:lnTo>
                  <a:lnTo>
                    <a:pt x="29" y="177"/>
                  </a:lnTo>
                  <a:lnTo>
                    <a:pt x="30" y="176"/>
                  </a:lnTo>
                  <a:lnTo>
                    <a:pt x="30" y="172"/>
                  </a:lnTo>
                  <a:lnTo>
                    <a:pt x="32" y="169"/>
                  </a:lnTo>
                  <a:lnTo>
                    <a:pt x="32" y="159"/>
                  </a:lnTo>
                  <a:lnTo>
                    <a:pt x="34" y="157"/>
                  </a:lnTo>
                  <a:lnTo>
                    <a:pt x="34" y="155"/>
                  </a:lnTo>
                  <a:lnTo>
                    <a:pt x="38" y="151"/>
                  </a:lnTo>
                  <a:lnTo>
                    <a:pt x="39" y="146"/>
                  </a:lnTo>
                  <a:lnTo>
                    <a:pt x="40" y="146"/>
                  </a:lnTo>
                  <a:lnTo>
                    <a:pt x="40" y="141"/>
                  </a:lnTo>
                  <a:lnTo>
                    <a:pt x="41" y="140"/>
                  </a:lnTo>
                  <a:lnTo>
                    <a:pt x="41" y="133"/>
                  </a:lnTo>
                  <a:lnTo>
                    <a:pt x="37" y="129"/>
                  </a:lnTo>
                  <a:lnTo>
                    <a:pt x="36" y="124"/>
                  </a:lnTo>
                  <a:lnTo>
                    <a:pt x="38" y="120"/>
                  </a:lnTo>
                  <a:lnTo>
                    <a:pt x="45" y="120"/>
                  </a:lnTo>
                  <a:lnTo>
                    <a:pt x="56" y="105"/>
                  </a:lnTo>
                  <a:lnTo>
                    <a:pt x="61" y="105"/>
                  </a:lnTo>
                  <a:lnTo>
                    <a:pt x="62" y="105"/>
                  </a:lnTo>
                  <a:lnTo>
                    <a:pt x="68" y="104"/>
                  </a:lnTo>
                  <a:lnTo>
                    <a:pt x="73" y="106"/>
                  </a:lnTo>
                  <a:lnTo>
                    <a:pt x="85" y="105"/>
                  </a:lnTo>
                  <a:lnTo>
                    <a:pt x="89" y="104"/>
                  </a:lnTo>
                  <a:lnTo>
                    <a:pt x="88" y="96"/>
                  </a:lnTo>
                  <a:lnTo>
                    <a:pt x="90" y="95"/>
                  </a:lnTo>
                  <a:lnTo>
                    <a:pt x="89" y="85"/>
                  </a:lnTo>
                  <a:lnTo>
                    <a:pt x="90" y="84"/>
                  </a:lnTo>
                  <a:lnTo>
                    <a:pt x="92" y="80"/>
                  </a:lnTo>
                  <a:lnTo>
                    <a:pt x="95" y="77"/>
                  </a:lnTo>
                  <a:lnTo>
                    <a:pt x="95" y="74"/>
                  </a:lnTo>
                  <a:lnTo>
                    <a:pt x="98" y="71"/>
                  </a:lnTo>
                  <a:lnTo>
                    <a:pt x="98" y="61"/>
                  </a:lnTo>
                  <a:lnTo>
                    <a:pt x="102" y="57"/>
                  </a:lnTo>
                  <a:lnTo>
                    <a:pt x="104" y="56"/>
                  </a:lnTo>
                  <a:lnTo>
                    <a:pt x="109" y="49"/>
                  </a:lnTo>
                  <a:lnTo>
                    <a:pt x="115" y="49"/>
                  </a:lnTo>
                  <a:lnTo>
                    <a:pt x="116" y="50"/>
                  </a:lnTo>
                  <a:lnTo>
                    <a:pt x="123" y="51"/>
                  </a:lnTo>
                  <a:lnTo>
                    <a:pt x="124" y="53"/>
                  </a:lnTo>
                  <a:lnTo>
                    <a:pt x="126" y="53"/>
                  </a:lnTo>
                  <a:lnTo>
                    <a:pt x="129" y="55"/>
                  </a:lnTo>
                  <a:lnTo>
                    <a:pt x="134" y="55"/>
                  </a:lnTo>
                  <a:lnTo>
                    <a:pt x="142" y="50"/>
                  </a:lnTo>
                  <a:lnTo>
                    <a:pt x="141" y="48"/>
                  </a:lnTo>
                  <a:lnTo>
                    <a:pt x="143" y="45"/>
                  </a:lnTo>
                  <a:lnTo>
                    <a:pt x="146" y="39"/>
                  </a:lnTo>
                  <a:lnTo>
                    <a:pt x="181" y="39"/>
                  </a:lnTo>
                  <a:lnTo>
                    <a:pt x="188" y="30"/>
                  </a:lnTo>
                  <a:lnTo>
                    <a:pt x="188" y="29"/>
                  </a:lnTo>
                  <a:lnTo>
                    <a:pt x="192" y="25"/>
                  </a:lnTo>
                  <a:lnTo>
                    <a:pt x="199" y="24"/>
                  </a:lnTo>
                  <a:lnTo>
                    <a:pt x="202" y="23"/>
                  </a:lnTo>
                  <a:lnTo>
                    <a:pt x="205" y="23"/>
                  </a:lnTo>
                  <a:lnTo>
                    <a:pt x="209" y="17"/>
                  </a:lnTo>
                  <a:lnTo>
                    <a:pt x="209" y="16"/>
                  </a:lnTo>
                  <a:lnTo>
                    <a:pt x="211" y="11"/>
                  </a:lnTo>
                  <a:lnTo>
                    <a:pt x="211" y="3"/>
                  </a:lnTo>
                  <a:lnTo>
                    <a:pt x="212" y="0"/>
                  </a:lnTo>
                  <a:lnTo>
                    <a:pt x="215" y="7"/>
                  </a:lnTo>
                  <a:lnTo>
                    <a:pt x="223" y="13"/>
                  </a:lnTo>
                  <a:lnTo>
                    <a:pt x="223" y="24"/>
                  </a:lnTo>
                  <a:lnTo>
                    <a:pt x="228" y="31"/>
                  </a:lnTo>
                  <a:lnTo>
                    <a:pt x="238" y="31"/>
                  </a:lnTo>
                  <a:lnTo>
                    <a:pt x="239" y="32"/>
                  </a:lnTo>
                  <a:lnTo>
                    <a:pt x="237" y="35"/>
                  </a:lnTo>
                  <a:lnTo>
                    <a:pt x="233" y="36"/>
                  </a:lnTo>
                  <a:lnTo>
                    <a:pt x="228" y="40"/>
                  </a:lnTo>
                  <a:lnTo>
                    <a:pt x="224" y="40"/>
                  </a:lnTo>
                  <a:lnTo>
                    <a:pt x="223" y="41"/>
                  </a:lnTo>
                  <a:lnTo>
                    <a:pt x="221" y="41"/>
                  </a:lnTo>
                  <a:lnTo>
                    <a:pt x="219" y="43"/>
                  </a:lnTo>
                  <a:lnTo>
                    <a:pt x="217" y="42"/>
                  </a:lnTo>
                  <a:lnTo>
                    <a:pt x="209" y="47"/>
                  </a:lnTo>
                  <a:lnTo>
                    <a:pt x="209" y="53"/>
                  </a:lnTo>
                  <a:lnTo>
                    <a:pt x="205" y="56"/>
                  </a:lnTo>
                  <a:lnTo>
                    <a:pt x="205" y="60"/>
                  </a:lnTo>
                  <a:lnTo>
                    <a:pt x="212" y="66"/>
                  </a:lnTo>
                  <a:lnTo>
                    <a:pt x="214" y="66"/>
                  </a:lnTo>
                  <a:lnTo>
                    <a:pt x="216" y="68"/>
                  </a:lnTo>
                  <a:lnTo>
                    <a:pt x="230" y="70"/>
                  </a:lnTo>
                  <a:lnTo>
                    <a:pt x="232" y="71"/>
                  </a:lnTo>
                  <a:lnTo>
                    <a:pt x="237" y="76"/>
                  </a:lnTo>
                  <a:lnTo>
                    <a:pt x="237" y="83"/>
                  </a:lnTo>
                  <a:lnTo>
                    <a:pt x="238" y="84"/>
                  </a:lnTo>
                  <a:lnTo>
                    <a:pt x="239" y="89"/>
                  </a:lnTo>
                  <a:lnTo>
                    <a:pt x="243" y="90"/>
                  </a:lnTo>
                  <a:lnTo>
                    <a:pt x="243" y="92"/>
                  </a:lnTo>
                  <a:lnTo>
                    <a:pt x="248" y="95"/>
                  </a:lnTo>
                  <a:lnTo>
                    <a:pt x="250" y="96"/>
                  </a:lnTo>
                  <a:lnTo>
                    <a:pt x="249" y="104"/>
                  </a:lnTo>
                  <a:lnTo>
                    <a:pt x="248" y="105"/>
                  </a:lnTo>
                  <a:lnTo>
                    <a:pt x="247" y="114"/>
                  </a:lnTo>
                  <a:lnTo>
                    <a:pt x="246" y="115"/>
                  </a:lnTo>
                  <a:lnTo>
                    <a:pt x="247" y="123"/>
                  </a:lnTo>
                  <a:lnTo>
                    <a:pt x="238" y="132"/>
                  </a:lnTo>
                  <a:lnTo>
                    <a:pt x="232" y="134"/>
                  </a:lnTo>
                  <a:lnTo>
                    <a:pt x="229" y="137"/>
                  </a:lnTo>
                  <a:lnTo>
                    <a:pt x="226" y="137"/>
                  </a:lnTo>
                  <a:lnTo>
                    <a:pt x="221" y="134"/>
                  </a:lnTo>
                  <a:lnTo>
                    <a:pt x="213" y="135"/>
                  </a:lnTo>
                  <a:lnTo>
                    <a:pt x="209" y="139"/>
                  </a:lnTo>
                  <a:lnTo>
                    <a:pt x="208" y="139"/>
                  </a:lnTo>
                  <a:lnTo>
                    <a:pt x="203" y="144"/>
                  </a:lnTo>
                  <a:lnTo>
                    <a:pt x="208" y="162"/>
                  </a:lnTo>
                  <a:lnTo>
                    <a:pt x="200" y="170"/>
                  </a:lnTo>
                  <a:lnTo>
                    <a:pt x="199" y="170"/>
                  </a:lnTo>
                  <a:lnTo>
                    <a:pt x="195" y="176"/>
                  </a:lnTo>
                  <a:lnTo>
                    <a:pt x="195" y="180"/>
                  </a:lnTo>
                  <a:lnTo>
                    <a:pt x="194" y="181"/>
                  </a:lnTo>
                  <a:lnTo>
                    <a:pt x="193" y="184"/>
                  </a:lnTo>
                  <a:lnTo>
                    <a:pt x="194" y="187"/>
                  </a:lnTo>
                  <a:lnTo>
                    <a:pt x="193" y="188"/>
                  </a:lnTo>
                  <a:lnTo>
                    <a:pt x="193" y="200"/>
                  </a:lnTo>
                  <a:lnTo>
                    <a:pt x="195" y="201"/>
                  </a:lnTo>
                  <a:lnTo>
                    <a:pt x="195" y="205"/>
                  </a:lnTo>
                  <a:lnTo>
                    <a:pt x="198" y="208"/>
                  </a:lnTo>
                  <a:lnTo>
                    <a:pt x="203" y="209"/>
                  </a:lnTo>
                  <a:lnTo>
                    <a:pt x="209" y="211"/>
                  </a:lnTo>
                  <a:lnTo>
                    <a:pt x="214" y="217"/>
                  </a:lnTo>
                  <a:lnTo>
                    <a:pt x="216" y="222"/>
                  </a:lnTo>
                  <a:lnTo>
                    <a:pt x="218" y="223"/>
                  </a:lnTo>
                  <a:lnTo>
                    <a:pt x="218" y="226"/>
                  </a:lnTo>
                  <a:lnTo>
                    <a:pt x="224" y="234"/>
                  </a:lnTo>
                  <a:lnTo>
                    <a:pt x="225" y="239"/>
                  </a:lnTo>
                  <a:lnTo>
                    <a:pt x="229" y="243"/>
                  </a:lnTo>
                  <a:lnTo>
                    <a:pt x="232" y="248"/>
                  </a:lnTo>
                  <a:lnTo>
                    <a:pt x="235" y="250"/>
                  </a:lnTo>
                  <a:lnTo>
                    <a:pt x="230" y="261"/>
                  </a:lnTo>
                  <a:lnTo>
                    <a:pt x="229" y="268"/>
                  </a:lnTo>
                  <a:lnTo>
                    <a:pt x="227" y="272"/>
                  </a:lnTo>
                  <a:lnTo>
                    <a:pt x="227" y="275"/>
                  </a:lnTo>
                  <a:lnTo>
                    <a:pt x="223" y="280"/>
                  </a:lnTo>
                  <a:lnTo>
                    <a:pt x="219" y="292"/>
                  </a:lnTo>
                  <a:lnTo>
                    <a:pt x="219" y="294"/>
                  </a:lnTo>
                  <a:lnTo>
                    <a:pt x="216" y="297"/>
                  </a:lnTo>
                  <a:lnTo>
                    <a:pt x="217" y="312"/>
                  </a:lnTo>
                  <a:lnTo>
                    <a:pt x="213" y="316"/>
                  </a:lnTo>
                  <a:lnTo>
                    <a:pt x="213" y="319"/>
                  </a:lnTo>
                  <a:lnTo>
                    <a:pt x="211" y="322"/>
                  </a:lnTo>
                  <a:lnTo>
                    <a:pt x="204" y="325"/>
                  </a:lnTo>
                  <a:lnTo>
                    <a:pt x="204" y="326"/>
                  </a:lnTo>
                  <a:lnTo>
                    <a:pt x="204" y="333"/>
                  </a:lnTo>
                  <a:lnTo>
                    <a:pt x="207" y="337"/>
                  </a:lnTo>
                  <a:lnTo>
                    <a:pt x="210" y="345"/>
                  </a:lnTo>
                  <a:lnTo>
                    <a:pt x="219" y="352"/>
                  </a:lnTo>
                  <a:lnTo>
                    <a:pt x="220" y="352"/>
                  </a:lnTo>
                  <a:lnTo>
                    <a:pt x="225" y="357"/>
                  </a:lnTo>
                  <a:lnTo>
                    <a:pt x="223" y="361"/>
                  </a:lnTo>
                  <a:lnTo>
                    <a:pt x="222" y="371"/>
                  </a:lnTo>
                  <a:lnTo>
                    <a:pt x="221" y="372"/>
                  </a:lnTo>
                  <a:lnTo>
                    <a:pt x="222" y="376"/>
                  </a:lnTo>
                  <a:lnTo>
                    <a:pt x="224" y="397"/>
                  </a:lnTo>
                  <a:lnTo>
                    <a:pt x="221" y="398"/>
                  </a:lnTo>
                  <a:lnTo>
                    <a:pt x="220" y="400"/>
                  </a:lnTo>
                  <a:lnTo>
                    <a:pt x="218" y="405"/>
                  </a:lnTo>
                  <a:lnTo>
                    <a:pt x="218" y="412"/>
                  </a:lnTo>
                  <a:lnTo>
                    <a:pt x="216" y="415"/>
                  </a:lnTo>
                  <a:lnTo>
                    <a:pt x="215" y="415"/>
                  </a:lnTo>
                  <a:lnTo>
                    <a:pt x="213" y="417"/>
                  </a:lnTo>
                  <a:lnTo>
                    <a:pt x="213" y="423"/>
                  </a:lnTo>
                  <a:lnTo>
                    <a:pt x="209" y="426"/>
                  </a:lnTo>
                  <a:lnTo>
                    <a:pt x="206" y="427"/>
                  </a:lnTo>
                  <a:lnTo>
                    <a:pt x="200" y="433"/>
                  </a:lnTo>
                  <a:lnTo>
                    <a:pt x="195" y="436"/>
                  </a:lnTo>
                  <a:lnTo>
                    <a:pt x="191" y="438"/>
                  </a:lnTo>
                  <a:lnTo>
                    <a:pt x="188" y="440"/>
                  </a:lnTo>
                  <a:lnTo>
                    <a:pt x="184" y="440"/>
                  </a:lnTo>
                  <a:lnTo>
                    <a:pt x="182" y="442"/>
                  </a:lnTo>
                  <a:lnTo>
                    <a:pt x="179" y="442"/>
                  </a:lnTo>
                  <a:lnTo>
                    <a:pt x="176" y="448"/>
                  </a:lnTo>
                  <a:lnTo>
                    <a:pt x="173" y="450"/>
                  </a:lnTo>
                  <a:lnTo>
                    <a:pt x="170" y="450"/>
                  </a:lnTo>
                  <a:lnTo>
                    <a:pt x="166" y="453"/>
                  </a:lnTo>
                  <a:lnTo>
                    <a:pt x="160" y="452"/>
                  </a:lnTo>
                  <a:lnTo>
                    <a:pt x="127" y="454"/>
                  </a:lnTo>
                  <a:lnTo>
                    <a:pt x="126" y="453"/>
                  </a:lnTo>
                  <a:lnTo>
                    <a:pt x="122" y="453"/>
                  </a:lnTo>
                  <a:lnTo>
                    <a:pt x="123" y="467"/>
                  </a:lnTo>
                  <a:lnTo>
                    <a:pt x="120" y="469"/>
                  </a:lnTo>
                  <a:lnTo>
                    <a:pt x="114" y="472"/>
                  </a:lnTo>
                  <a:lnTo>
                    <a:pt x="109" y="472"/>
                  </a:lnTo>
                  <a:lnTo>
                    <a:pt x="108" y="472"/>
                  </a:lnTo>
                  <a:lnTo>
                    <a:pt x="100" y="477"/>
                  </a:lnTo>
                  <a:lnTo>
                    <a:pt x="93" y="489"/>
                  </a:lnTo>
                  <a:lnTo>
                    <a:pt x="89" y="492"/>
                  </a:lnTo>
                  <a:lnTo>
                    <a:pt x="84" y="492"/>
                  </a:lnTo>
                  <a:lnTo>
                    <a:pt x="80" y="494"/>
                  </a:lnTo>
                  <a:lnTo>
                    <a:pt x="74" y="494"/>
                  </a:lnTo>
                  <a:lnTo>
                    <a:pt x="70" y="496"/>
                  </a:lnTo>
                  <a:lnTo>
                    <a:pt x="66" y="496"/>
                  </a:lnTo>
                  <a:lnTo>
                    <a:pt x="65" y="498"/>
                  </a:lnTo>
                  <a:lnTo>
                    <a:pt x="63" y="497"/>
                  </a:lnTo>
                  <a:lnTo>
                    <a:pt x="55" y="502"/>
                  </a:lnTo>
                  <a:lnTo>
                    <a:pt x="53" y="504"/>
                  </a:lnTo>
                  <a:lnTo>
                    <a:pt x="51" y="504"/>
                  </a:lnTo>
                  <a:lnTo>
                    <a:pt x="31" y="514"/>
                  </a:lnTo>
                  <a:lnTo>
                    <a:pt x="23" y="515"/>
                  </a:lnTo>
                  <a:lnTo>
                    <a:pt x="21" y="516"/>
                  </a:lnTo>
                  <a:lnTo>
                    <a:pt x="16" y="516"/>
                  </a:lnTo>
                  <a:lnTo>
                    <a:pt x="13" y="517"/>
                  </a:lnTo>
                  <a:lnTo>
                    <a:pt x="10" y="518"/>
                  </a:lnTo>
                  <a:close/>
                </a:path>
              </a:pathLst>
            </a:custGeom>
            <a:grpFill/>
            <a:ln w="28575">
              <a:noFill/>
              <a:prstDash val="sysDot"/>
              <a:round/>
              <a:headEnd/>
              <a:tailEnd/>
            </a:ln>
          </p:spPr>
          <p:txBody>
            <a:bodyPr/>
            <a:lstStyle/>
            <a:p>
              <a:endParaRPr lang="zh-CN" altLang="en-US" kern="0" dirty="0">
                <a:solidFill>
                  <a:prstClr val="black"/>
                </a:solidFill>
                <a:ea typeface="微软雅黑" pitchFamily="34" charset="-122"/>
              </a:endParaRPr>
            </a:p>
          </p:txBody>
        </p:sp>
        <p:sp>
          <p:nvSpPr>
            <p:cNvPr id="36" name="Freeform 36"/>
            <p:cNvSpPr>
              <a:spLocks/>
            </p:cNvSpPr>
            <p:nvPr/>
          </p:nvSpPr>
          <p:spPr bwMode="auto">
            <a:xfrm>
              <a:off x="5174387" y="3319574"/>
              <a:ext cx="779462" cy="846137"/>
            </a:xfrm>
            <a:custGeom>
              <a:avLst/>
              <a:gdLst>
                <a:gd name="T0" fmla="*/ 2147483647 w 426"/>
                <a:gd name="T1" fmla="*/ 2147483647 h 443"/>
                <a:gd name="T2" fmla="*/ 2147483647 w 426"/>
                <a:gd name="T3" fmla="*/ 2147483647 h 443"/>
                <a:gd name="T4" fmla="*/ 2147483647 w 426"/>
                <a:gd name="T5" fmla="*/ 2147483647 h 443"/>
                <a:gd name="T6" fmla="*/ 2147483647 w 426"/>
                <a:gd name="T7" fmla="*/ 2147483647 h 443"/>
                <a:gd name="T8" fmla="*/ 2147483647 w 426"/>
                <a:gd name="T9" fmla="*/ 2147483647 h 443"/>
                <a:gd name="T10" fmla="*/ 2147483647 w 426"/>
                <a:gd name="T11" fmla="*/ 2147483647 h 443"/>
                <a:gd name="T12" fmla="*/ 2147483647 w 426"/>
                <a:gd name="T13" fmla="*/ 2147483647 h 443"/>
                <a:gd name="T14" fmla="*/ 2147483647 w 426"/>
                <a:gd name="T15" fmla="*/ 2147483647 h 443"/>
                <a:gd name="T16" fmla="*/ 2147483647 w 426"/>
                <a:gd name="T17" fmla="*/ 2147483647 h 443"/>
                <a:gd name="T18" fmla="*/ 2147483647 w 426"/>
                <a:gd name="T19" fmla="*/ 2147483647 h 443"/>
                <a:gd name="T20" fmla="*/ 2147483647 w 426"/>
                <a:gd name="T21" fmla="*/ 2147483647 h 443"/>
                <a:gd name="T22" fmla="*/ 2147483647 w 426"/>
                <a:gd name="T23" fmla="*/ 2147483647 h 443"/>
                <a:gd name="T24" fmla="*/ 2147483647 w 426"/>
                <a:gd name="T25" fmla="*/ 2147483647 h 443"/>
                <a:gd name="T26" fmla="*/ 2147483647 w 426"/>
                <a:gd name="T27" fmla="*/ 2147483647 h 443"/>
                <a:gd name="T28" fmla="*/ 2147483647 w 426"/>
                <a:gd name="T29" fmla="*/ 2147483647 h 443"/>
                <a:gd name="T30" fmla="*/ 2147483647 w 426"/>
                <a:gd name="T31" fmla="*/ 2147483647 h 443"/>
                <a:gd name="T32" fmla="*/ 2147483647 w 426"/>
                <a:gd name="T33" fmla="*/ 2147483647 h 443"/>
                <a:gd name="T34" fmla="*/ 2147483647 w 426"/>
                <a:gd name="T35" fmla="*/ 2147483647 h 443"/>
                <a:gd name="T36" fmla="*/ 2147483647 w 426"/>
                <a:gd name="T37" fmla="*/ 2147483647 h 443"/>
                <a:gd name="T38" fmla="*/ 2147483647 w 426"/>
                <a:gd name="T39" fmla="*/ 2147483647 h 443"/>
                <a:gd name="T40" fmla="*/ 2147483647 w 426"/>
                <a:gd name="T41" fmla="*/ 2147483647 h 443"/>
                <a:gd name="T42" fmla="*/ 2147483647 w 426"/>
                <a:gd name="T43" fmla="*/ 2147483647 h 443"/>
                <a:gd name="T44" fmla="*/ 2147483647 w 426"/>
                <a:gd name="T45" fmla="*/ 2147483647 h 443"/>
                <a:gd name="T46" fmla="*/ 2147483647 w 426"/>
                <a:gd name="T47" fmla="*/ 2147483647 h 443"/>
                <a:gd name="T48" fmla="*/ 2147483647 w 426"/>
                <a:gd name="T49" fmla="*/ 2147483647 h 443"/>
                <a:gd name="T50" fmla="*/ 2147483647 w 426"/>
                <a:gd name="T51" fmla="*/ 2147483647 h 443"/>
                <a:gd name="T52" fmla="*/ 2147483647 w 426"/>
                <a:gd name="T53" fmla="*/ 2147483647 h 443"/>
                <a:gd name="T54" fmla="*/ 2147483647 w 426"/>
                <a:gd name="T55" fmla="*/ 2147483647 h 443"/>
                <a:gd name="T56" fmla="*/ 2147483647 w 426"/>
                <a:gd name="T57" fmla="*/ 2147483647 h 443"/>
                <a:gd name="T58" fmla="*/ 2147483647 w 426"/>
                <a:gd name="T59" fmla="*/ 2147483647 h 443"/>
                <a:gd name="T60" fmla="*/ 2147483647 w 426"/>
                <a:gd name="T61" fmla="*/ 2147483647 h 443"/>
                <a:gd name="T62" fmla="*/ 2147483647 w 426"/>
                <a:gd name="T63" fmla="*/ 2147483647 h 443"/>
                <a:gd name="T64" fmla="*/ 2147483647 w 426"/>
                <a:gd name="T65" fmla="*/ 2147483647 h 443"/>
                <a:gd name="T66" fmla="*/ 2147483647 w 426"/>
                <a:gd name="T67" fmla="*/ 2147483647 h 443"/>
                <a:gd name="T68" fmla="*/ 2147483647 w 426"/>
                <a:gd name="T69" fmla="*/ 2147483647 h 443"/>
                <a:gd name="T70" fmla="*/ 2147483647 w 426"/>
                <a:gd name="T71" fmla="*/ 2147483647 h 443"/>
                <a:gd name="T72" fmla="*/ 2147483647 w 426"/>
                <a:gd name="T73" fmla="*/ 2147483647 h 443"/>
                <a:gd name="T74" fmla="*/ 2147483647 w 426"/>
                <a:gd name="T75" fmla="*/ 2147483647 h 443"/>
                <a:gd name="T76" fmla="*/ 2147483647 w 426"/>
                <a:gd name="T77" fmla="*/ 2147483647 h 443"/>
                <a:gd name="T78" fmla="*/ 2147483647 w 426"/>
                <a:gd name="T79" fmla="*/ 2147483647 h 443"/>
                <a:gd name="T80" fmla="*/ 2147483647 w 426"/>
                <a:gd name="T81" fmla="*/ 2147483647 h 443"/>
                <a:gd name="T82" fmla="*/ 2147483647 w 426"/>
                <a:gd name="T83" fmla="*/ 2147483647 h 443"/>
                <a:gd name="T84" fmla="*/ 2147483647 w 426"/>
                <a:gd name="T85" fmla="*/ 2147483647 h 443"/>
                <a:gd name="T86" fmla="*/ 2147483647 w 426"/>
                <a:gd name="T87" fmla="*/ 2147483647 h 443"/>
                <a:gd name="T88" fmla="*/ 2147483647 w 426"/>
                <a:gd name="T89" fmla="*/ 2147483647 h 443"/>
                <a:gd name="T90" fmla="*/ 2147483647 w 426"/>
                <a:gd name="T91" fmla="*/ 2147483647 h 443"/>
                <a:gd name="T92" fmla="*/ 2147483647 w 426"/>
                <a:gd name="T93" fmla="*/ 2147483647 h 443"/>
                <a:gd name="T94" fmla="*/ 2147483647 w 426"/>
                <a:gd name="T95" fmla="*/ 2147483647 h 443"/>
                <a:gd name="T96" fmla="*/ 2147483647 w 426"/>
                <a:gd name="T97" fmla="*/ 2147483647 h 443"/>
                <a:gd name="T98" fmla="*/ 2147483647 w 426"/>
                <a:gd name="T99" fmla="*/ 2147483647 h 443"/>
                <a:gd name="T100" fmla="*/ 2147483647 w 426"/>
                <a:gd name="T101" fmla="*/ 2147483647 h 443"/>
                <a:gd name="T102" fmla="*/ 2147483647 w 426"/>
                <a:gd name="T103" fmla="*/ 2147483647 h 443"/>
                <a:gd name="T104" fmla="*/ 2147483647 w 426"/>
                <a:gd name="T105" fmla="*/ 2147483647 h 443"/>
                <a:gd name="T106" fmla="*/ 2147483647 w 426"/>
                <a:gd name="T107" fmla="*/ 2147483647 h 443"/>
                <a:gd name="T108" fmla="*/ 2147483647 w 426"/>
                <a:gd name="T109" fmla="*/ 2147483647 h 44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426"/>
                <a:gd name="T166" fmla="*/ 0 h 443"/>
                <a:gd name="T167" fmla="*/ 426 w 426"/>
                <a:gd name="T168" fmla="*/ 443 h 44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426" h="443">
                  <a:moveTo>
                    <a:pt x="0" y="219"/>
                  </a:moveTo>
                  <a:lnTo>
                    <a:pt x="2" y="224"/>
                  </a:lnTo>
                  <a:lnTo>
                    <a:pt x="3" y="225"/>
                  </a:lnTo>
                  <a:lnTo>
                    <a:pt x="3" y="227"/>
                  </a:lnTo>
                  <a:lnTo>
                    <a:pt x="13" y="231"/>
                  </a:lnTo>
                  <a:lnTo>
                    <a:pt x="12" y="237"/>
                  </a:lnTo>
                  <a:lnTo>
                    <a:pt x="10" y="242"/>
                  </a:lnTo>
                  <a:lnTo>
                    <a:pt x="14" y="243"/>
                  </a:lnTo>
                  <a:lnTo>
                    <a:pt x="17" y="246"/>
                  </a:lnTo>
                  <a:lnTo>
                    <a:pt x="19" y="246"/>
                  </a:lnTo>
                  <a:lnTo>
                    <a:pt x="21" y="248"/>
                  </a:lnTo>
                  <a:lnTo>
                    <a:pt x="21" y="253"/>
                  </a:lnTo>
                  <a:lnTo>
                    <a:pt x="22" y="254"/>
                  </a:lnTo>
                  <a:lnTo>
                    <a:pt x="24" y="263"/>
                  </a:lnTo>
                  <a:lnTo>
                    <a:pt x="26" y="264"/>
                  </a:lnTo>
                  <a:lnTo>
                    <a:pt x="26" y="266"/>
                  </a:lnTo>
                  <a:lnTo>
                    <a:pt x="23" y="270"/>
                  </a:lnTo>
                  <a:lnTo>
                    <a:pt x="31" y="273"/>
                  </a:lnTo>
                  <a:lnTo>
                    <a:pt x="33" y="275"/>
                  </a:lnTo>
                  <a:lnTo>
                    <a:pt x="36" y="282"/>
                  </a:lnTo>
                  <a:lnTo>
                    <a:pt x="50" y="293"/>
                  </a:lnTo>
                  <a:lnTo>
                    <a:pt x="50" y="296"/>
                  </a:lnTo>
                  <a:lnTo>
                    <a:pt x="52" y="297"/>
                  </a:lnTo>
                  <a:lnTo>
                    <a:pt x="50" y="299"/>
                  </a:lnTo>
                  <a:lnTo>
                    <a:pt x="51" y="310"/>
                  </a:lnTo>
                  <a:lnTo>
                    <a:pt x="50" y="311"/>
                  </a:lnTo>
                  <a:lnTo>
                    <a:pt x="50" y="318"/>
                  </a:lnTo>
                  <a:lnTo>
                    <a:pt x="53" y="321"/>
                  </a:lnTo>
                  <a:lnTo>
                    <a:pt x="58" y="324"/>
                  </a:lnTo>
                  <a:lnTo>
                    <a:pt x="70" y="337"/>
                  </a:lnTo>
                  <a:lnTo>
                    <a:pt x="70" y="345"/>
                  </a:lnTo>
                  <a:lnTo>
                    <a:pt x="72" y="346"/>
                  </a:lnTo>
                  <a:lnTo>
                    <a:pt x="75" y="350"/>
                  </a:lnTo>
                  <a:lnTo>
                    <a:pt x="79" y="351"/>
                  </a:lnTo>
                  <a:lnTo>
                    <a:pt x="80" y="355"/>
                  </a:lnTo>
                  <a:lnTo>
                    <a:pt x="93" y="368"/>
                  </a:lnTo>
                  <a:lnTo>
                    <a:pt x="96" y="366"/>
                  </a:lnTo>
                  <a:lnTo>
                    <a:pt x="101" y="366"/>
                  </a:lnTo>
                  <a:lnTo>
                    <a:pt x="107" y="370"/>
                  </a:lnTo>
                  <a:lnTo>
                    <a:pt x="115" y="373"/>
                  </a:lnTo>
                  <a:lnTo>
                    <a:pt x="118" y="373"/>
                  </a:lnTo>
                  <a:lnTo>
                    <a:pt x="125" y="378"/>
                  </a:lnTo>
                  <a:lnTo>
                    <a:pt x="127" y="377"/>
                  </a:lnTo>
                  <a:lnTo>
                    <a:pt x="139" y="382"/>
                  </a:lnTo>
                  <a:lnTo>
                    <a:pt x="143" y="386"/>
                  </a:lnTo>
                  <a:lnTo>
                    <a:pt x="145" y="386"/>
                  </a:lnTo>
                  <a:lnTo>
                    <a:pt x="147" y="384"/>
                  </a:lnTo>
                  <a:lnTo>
                    <a:pt x="149" y="384"/>
                  </a:lnTo>
                  <a:lnTo>
                    <a:pt x="159" y="378"/>
                  </a:lnTo>
                  <a:lnTo>
                    <a:pt x="162" y="378"/>
                  </a:lnTo>
                  <a:lnTo>
                    <a:pt x="167" y="379"/>
                  </a:lnTo>
                  <a:lnTo>
                    <a:pt x="167" y="381"/>
                  </a:lnTo>
                  <a:lnTo>
                    <a:pt x="169" y="380"/>
                  </a:lnTo>
                  <a:lnTo>
                    <a:pt x="171" y="382"/>
                  </a:lnTo>
                  <a:lnTo>
                    <a:pt x="177" y="382"/>
                  </a:lnTo>
                  <a:lnTo>
                    <a:pt x="181" y="379"/>
                  </a:lnTo>
                  <a:lnTo>
                    <a:pt x="187" y="379"/>
                  </a:lnTo>
                  <a:lnTo>
                    <a:pt x="191" y="376"/>
                  </a:lnTo>
                  <a:lnTo>
                    <a:pt x="196" y="377"/>
                  </a:lnTo>
                  <a:lnTo>
                    <a:pt x="200" y="378"/>
                  </a:lnTo>
                  <a:lnTo>
                    <a:pt x="207" y="372"/>
                  </a:lnTo>
                  <a:lnTo>
                    <a:pt x="214" y="382"/>
                  </a:lnTo>
                  <a:lnTo>
                    <a:pt x="221" y="384"/>
                  </a:lnTo>
                  <a:lnTo>
                    <a:pt x="227" y="381"/>
                  </a:lnTo>
                  <a:lnTo>
                    <a:pt x="228" y="382"/>
                  </a:lnTo>
                  <a:lnTo>
                    <a:pt x="236" y="371"/>
                  </a:lnTo>
                  <a:lnTo>
                    <a:pt x="238" y="372"/>
                  </a:lnTo>
                  <a:lnTo>
                    <a:pt x="241" y="370"/>
                  </a:lnTo>
                  <a:lnTo>
                    <a:pt x="244" y="373"/>
                  </a:lnTo>
                  <a:lnTo>
                    <a:pt x="247" y="378"/>
                  </a:lnTo>
                  <a:lnTo>
                    <a:pt x="247" y="389"/>
                  </a:lnTo>
                  <a:lnTo>
                    <a:pt x="245" y="393"/>
                  </a:lnTo>
                  <a:lnTo>
                    <a:pt x="246" y="401"/>
                  </a:lnTo>
                  <a:lnTo>
                    <a:pt x="249" y="405"/>
                  </a:lnTo>
                  <a:lnTo>
                    <a:pt x="249" y="406"/>
                  </a:lnTo>
                  <a:lnTo>
                    <a:pt x="254" y="411"/>
                  </a:lnTo>
                  <a:lnTo>
                    <a:pt x="254" y="416"/>
                  </a:lnTo>
                  <a:lnTo>
                    <a:pt x="257" y="414"/>
                  </a:lnTo>
                  <a:lnTo>
                    <a:pt x="260" y="413"/>
                  </a:lnTo>
                  <a:lnTo>
                    <a:pt x="262" y="416"/>
                  </a:lnTo>
                  <a:lnTo>
                    <a:pt x="263" y="423"/>
                  </a:lnTo>
                  <a:lnTo>
                    <a:pt x="267" y="421"/>
                  </a:lnTo>
                  <a:lnTo>
                    <a:pt x="270" y="418"/>
                  </a:lnTo>
                  <a:lnTo>
                    <a:pt x="279" y="414"/>
                  </a:lnTo>
                  <a:lnTo>
                    <a:pt x="284" y="419"/>
                  </a:lnTo>
                  <a:lnTo>
                    <a:pt x="288" y="419"/>
                  </a:lnTo>
                  <a:lnTo>
                    <a:pt x="289" y="420"/>
                  </a:lnTo>
                  <a:lnTo>
                    <a:pt x="295" y="420"/>
                  </a:lnTo>
                  <a:lnTo>
                    <a:pt x="296" y="421"/>
                  </a:lnTo>
                  <a:lnTo>
                    <a:pt x="303" y="417"/>
                  </a:lnTo>
                  <a:lnTo>
                    <a:pt x="307" y="421"/>
                  </a:lnTo>
                  <a:lnTo>
                    <a:pt x="307" y="426"/>
                  </a:lnTo>
                  <a:lnTo>
                    <a:pt x="306" y="428"/>
                  </a:lnTo>
                  <a:lnTo>
                    <a:pt x="306" y="433"/>
                  </a:lnTo>
                  <a:lnTo>
                    <a:pt x="308" y="434"/>
                  </a:lnTo>
                  <a:lnTo>
                    <a:pt x="313" y="434"/>
                  </a:lnTo>
                  <a:lnTo>
                    <a:pt x="319" y="437"/>
                  </a:lnTo>
                  <a:lnTo>
                    <a:pt x="323" y="437"/>
                  </a:lnTo>
                  <a:lnTo>
                    <a:pt x="325" y="440"/>
                  </a:lnTo>
                  <a:lnTo>
                    <a:pt x="332" y="439"/>
                  </a:lnTo>
                  <a:lnTo>
                    <a:pt x="333" y="438"/>
                  </a:lnTo>
                  <a:lnTo>
                    <a:pt x="339" y="436"/>
                  </a:lnTo>
                  <a:lnTo>
                    <a:pt x="342" y="433"/>
                  </a:lnTo>
                  <a:lnTo>
                    <a:pt x="342" y="430"/>
                  </a:lnTo>
                  <a:lnTo>
                    <a:pt x="346" y="425"/>
                  </a:lnTo>
                  <a:lnTo>
                    <a:pt x="347" y="425"/>
                  </a:lnTo>
                  <a:lnTo>
                    <a:pt x="352" y="432"/>
                  </a:lnTo>
                  <a:lnTo>
                    <a:pt x="353" y="440"/>
                  </a:lnTo>
                  <a:lnTo>
                    <a:pt x="361" y="443"/>
                  </a:lnTo>
                  <a:lnTo>
                    <a:pt x="362" y="440"/>
                  </a:lnTo>
                  <a:lnTo>
                    <a:pt x="361" y="434"/>
                  </a:lnTo>
                  <a:lnTo>
                    <a:pt x="362" y="430"/>
                  </a:lnTo>
                  <a:lnTo>
                    <a:pt x="366" y="424"/>
                  </a:lnTo>
                  <a:lnTo>
                    <a:pt x="369" y="417"/>
                  </a:lnTo>
                  <a:lnTo>
                    <a:pt x="371" y="414"/>
                  </a:lnTo>
                  <a:lnTo>
                    <a:pt x="374" y="413"/>
                  </a:lnTo>
                  <a:lnTo>
                    <a:pt x="374" y="409"/>
                  </a:lnTo>
                  <a:lnTo>
                    <a:pt x="392" y="406"/>
                  </a:lnTo>
                  <a:lnTo>
                    <a:pt x="394" y="405"/>
                  </a:lnTo>
                  <a:lnTo>
                    <a:pt x="393" y="396"/>
                  </a:lnTo>
                  <a:lnTo>
                    <a:pt x="394" y="394"/>
                  </a:lnTo>
                  <a:lnTo>
                    <a:pt x="394" y="382"/>
                  </a:lnTo>
                  <a:lnTo>
                    <a:pt x="392" y="381"/>
                  </a:lnTo>
                  <a:lnTo>
                    <a:pt x="392" y="375"/>
                  </a:lnTo>
                  <a:lnTo>
                    <a:pt x="391" y="374"/>
                  </a:lnTo>
                  <a:lnTo>
                    <a:pt x="389" y="362"/>
                  </a:lnTo>
                  <a:lnTo>
                    <a:pt x="387" y="361"/>
                  </a:lnTo>
                  <a:lnTo>
                    <a:pt x="387" y="355"/>
                  </a:lnTo>
                  <a:lnTo>
                    <a:pt x="385" y="352"/>
                  </a:lnTo>
                  <a:lnTo>
                    <a:pt x="384" y="348"/>
                  </a:lnTo>
                  <a:lnTo>
                    <a:pt x="374" y="353"/>
                  </a:lnTo>
                  <a:lnTo>
                    <a:pt x="372" y="358"/>
                  </a:lnTo>
                  <a:lnTo>
                    <a:pt x="369" y="360"/>
                  </a:lnTo>
                  <a:lnTo>
                    <a:pt x="365" y="359"/>
                  </a:lnTo>
                  <a:lnTo>
                    <a:pt x="362" y="354"/>
                  </a:lnTo>
                  <a:lnTo>
                    <a:pt x="362" y="352"/>
                  </a:lnTo>
                  <a:lnTo>
                    <a:pt x="353" y="347"/>
                  </a:lnTo>
                  <a:lnTo>
                    <a:pt x="347" y="348"/>
                  </a:lnTo>
                  <a:lnTo>
                    <a:pt x="346" y="346"/>
                  </a:lnTo>
                  <a:lnTo>
                    <a:pt x="338" y="346"/>
                  </a:lnTo>
                  <a:lnTo>
                    <a:pt x="338" y="327"/>
                  </a:lnTo>
                  <a:lnTo>
                    <a:pt x="333" y="324"/>
                  </a:lnTo>
                  <a:lnTo>
                    <a:pt x="322" y="322"/>
                  </a:lnTo>
                  <a:lnTo>
                    <a:pt x="320" y="320"/>
                  </a:lnTo>
                  <a:lnTo>
                    <a:pt x="319" y="315"/>
                  </a:lnTo>
                  <a:lnTo>
                    <a:pt x="317" y="314"/>
                  </a:lnTo>
                  <a:lnTo>
                    <a:pt x="317" y="311"/>
                  </a:lnTo>
                  <a:lnTo>
                    <a:pt x="319" y="309"/>
                  </a:lnTo>
                  <a:lnTo>
                    <a:pt x="322" y="312"/>
                  </a:lnTo>
                  <a:lnTo>
                    <a:pt x="333" y="311"/>
                  </a:lnTo>
                  <a:lnTo>
                    <a:pt x="335" y="310"/>
                  </a:lnTo>
                  <a:lnTo>
                    <a:pt x="340" y="308"/>
                  </a:lnTo>
                  <a:lnTo>
                    <a:pt x="344" y="300"/>
                  </a:lnTo>
                  <a:lnTo>
                    <a:pt x="344" y="297"/>
                  </a:lnTo>
                  <a:lnTo>
                    <a:pt x="345" y="295"/>
                  </a:lnTo>
                  <a:lnTo>
                    <a:pt x="345" y="288"/>
                  </a:lnTo>
                  <a:lnTo>
                    <a:pt x="343" y="287"/>
                  </a:lnTo>
                  <a:lnTo>
                    <a:pt x="343" y="283"/>
                  </a:lnTo>
                  <a:lnTo>
                    <a:pt x="342" y="282"/>
                  </a:lnTo>
                  <a:lnTo>
                    <a:pt x="343" y="275"/>
                  </a:lnTo>
                  <a:lnTo>
                    <a:pt x="345" y="273"/>
                  </a:lnTo>
                  <a:lnTo>
                    <a:pt x="347" y="273"/>
                  </a:lnTo>
                  <a:lnTo>
                    <a:pt x="349" y="271"/>
                  </a:lnTo>
                  <a:lnTo>
                    <a:pt x="354" y="271"/>
                  </a:lnTo>
                  <a:lnTo>
                    <a:pt x="357" y="270"/>
                  </a:lnTo>
                  <a:lnTo>
                    <a:pt x="359" y="265"/>
                  </a:lnTo>
                  <a:lnTo>
                    <a:pt x="357" y="265"/>
                  </a:lnTo>
                  <a:lnTo>
                    <a:pt x="358" y="261"/>
                  </a:lnTo>
                  <a:lnTo>
                    <a:pt x="356" y="260"/>
                  </a:lnTo>
                  <a:lnTo>
                    <a:pt x="356" y="255"/>
                  </a:lnTo>
                  <a:lnTo>
                    <a:pt x="354" y="254"/>
                  </a:lnTo>
                  <a:lnTo>
                    <a:pt x="354" y="252"/>
                  </a:lnTo>
                  <a:lnTo>
                    <a:pt x="356" y="249"/>
                  </a:lnTo>
                  <a:lnTo>
                    <a:pt x="355" y="247"/>
                  </a:lnTo>
                  <a:lnTo>
                    <a:pt x="351" y="242"/>
                  </a:lnTo>
                  <a:lnTo>
                    <a:pt x="351" y="238"/>
                  </a:lnTo>
                  <a:lnTo>
                    <a:pt x="353" y="233"/>
                  </a:lnTo>
                  <a:lnTo>
                    <a:pt x="353" y="231"/>
                  </a:lnTo>
                  <a:lnTo>
                    <a:pt x="352" y="227"/>
                  </a:lnTo>
                  <a:lnTo>
                    <a:pt x="356" y="228"/>
                  </a:lnTo>
                  <a:lnTo>
                    <a:pt x="358" y="226"/>
                  </a:lnTo>
                  <a:lnTo>
                    <a:pt x="360" y="226"/>
                  </a:lnTo>
                  <a:lnTo>
                    <a:pt x="362" y="224"/>
                  </a:lnTo>
                  <a:lnTo>
                    <a:pt x="366" y="225"/>
                  </a:lnTo>
                  <a:lnTo>
                    <a:pt x="375" y="229"/>
                  </a:lnTo>
                  <a:lnTo>
                    <a:pt x="377" y="229"/>
                  </a:lnTo>
                  <a:lnTo>
                    <a:pt x="379" y="230"/>
                  </a:lnTo>
                  <a:lnTo>
                    <a:pt x="381" y="230"/>
                  </a:lnTo>
                  <a:lnTo>
                    <a:pt x="383" y="235"/>
                  </a:lnTo>
                  <a:lnTo>
                    <a:pt x="383" y="237"/>
                  </a:lnTo>
                  <a:lnTo>
                    <a:pt x="386" y="241"/>
                  </a:lnTo>
                  <a:lnTo>
                    <a:pt x="386" y="242"/>
                  </a:lnTo>
                  <a:lnTo>
                    <a:pt x="393" y="251"/>
                  </a:lnTo>
                  <a:lnTo>
                    <a:pt x="396" y="251"/>
                  </a:lnTo>
                  <a:lnTo>
                    <a:pt x="412" y="247"/>
                  </a:lnTo>
                  <a:lnTo>
                    <a:pt x="412" y="242"/>
                  </a:lnTo>
                  <a:lnTo>
                    <a:pt x="414" y="239"/>
                  </a:lnTo>
                  <a:lnTo>
                    <a:pt x="425" y="234"/>
                  </a:lnTo>
                  <a:lnTo>
                    <a:pt x="426" y="233"/>
                  </a:lnTo>
                  <a:lnTo>
                    <a:pt x="426" y="230"/>
                  </a:lnTo>
                  <a:lnTo>
                    <a:pt x="425" y="229"/>
                  </a:lnTo>
                  <a:lnTo>
                    <a:pt x="414" y="215"/>
                  </a:lnTo>
                  <a:lnTo>
                    <a:pt x="414" y="211"/>
                  </a:lnTo>
                  <a:lnTo>
                    <a:pt x="416" y="209"/>
                  </a:lnTo>
                  <a:lnTo>
                    <a:pt x="415" y="206"/>
                  </a:lnTo>
                  <a:lnTo>
                    <a:pt x="413" y="204"/>
                  </a:lnTo>
                  <a:lnTo>
                    <a:pt x="412" y="204"/>
                  </a:lnTo>
                  <a:lnTo>
                    <a:pt x="411" y="207"/>
                  </a:lnTo>
                  <a:lnTo>
                    <a:pt x="405" y="207"/>
                  </a:lnTo>
                  <a:lnTo>
                    <a:pt x="388" y="197"/>
                  </a:lnTo>
                  <a:lnTo>
                    <a:pt x="387" y="190"/>
                  </a:lnTo>
                  <a:lnTo>
                    <a:pt x="389" y="188"/>
                  </a:lnTo>
                  <a:lnTo>
                    <a:pt x="389" y="186"/>
                  </a:lnTo>
                  <a:lnTo>
                    <a:pt x="378" y="184"/>
                  </a:lnTo>
                  <a:lnTo>
                    <a:pt x="372" y="184"/>
                  </a:lnTo>
                  <a:lnTo>
                    <a:pt x="370" y="186"/>
                  </a:lnTo>
                  <a:lnTo>
                    <a:pt x="368" y="185"/>
                  </a:lnTo>
                  <a:lnTo>
                    <a:pt x="367" y="187"/>
                  </a:lnTo>
                  <a:lnTo>
                    <a:pt x="363" y="187"/>
                  </a:lnTo>
                  <a:lnTo>
                    <a:pt x="362" y="186"/>
                  </a:lnTo>
                  <a:lnTo>
                    <a:pt x="359" y="187"/>
                  </a:lnTo>
                  <a:lnTo>
                    <a:pt x="357" y="185"/>
                  </a:lnTo>
                  <a:lnTo>
                    <a:pt x="346" y="187"/>
                  </a:lnTo>
                  <a:lnTo>
                    <a:pt x="341" y="185"/>
                  </a:lnTo>
                  <a:lnTo>
                    <a:pt x="338" y="181"/>
                  </a:lnTo>
                  <a:lnTo>
                    <a:pt x="338" y="179"/>
                  </a:lnTo>
                  <a:lnTo>
                    <a:pt x="336" y="177"/>
                  </a:lnTo>
                  <a:lnTo>
                    <a:pt x="336" y="172"/>
                  </a:lnTo>
                  <a:lnTo>
                    <a:pt x="333" y="171"/>
                  </a:lnTo>
                  <a:lnTo>
                    <a:pt x="331" y="169"/>
                  </a:lnTo>
                  <a:lnTo>
                    <a:pt x="326" y="168"/>
                  </a:lnTo>
                  <a:lnTo>
                    <a:pt x="323" y="162"/>
                  </a:lnTo>
                  <a:lnTo>
                    <a:pt x="323" y="160"/>
                  </a:lnTo>
                  <a:lnTo>
                    <a:pt x="321" y="158"/>
                  </a:lnTo>
                  <a:lnTo>
                    <a:pt x="317" y="156"/>
                  </a:lnTo>
                  <a:lnTo>
                    <a:pt x="316" y="155"/>
                  </a:lnTo>
                  <a:lnTo>
                    <a:pt x="311" y="156"/>
                  </a:lnTo>
                  <a:lnTo>
                    <a:pt x="310" y="157"/>
                  </a:lnTo>
                  <a:lnTo>
                    <a:pt x="303" y="157"/>
                  </a:lnTo>
                  <a:lnTo>
                    <a:pt x="302" y="159"/>
                  </a:lnTo>
                  <a:lnTo>
                    <a:pt x="299" y="158"/>
                  </a:lnTo>
                  <a:lnTo>
                    <a:pt x="297" y="158"/>
                  </a:lnTo>
                  <a:lnTo>
                    <a:pt x="295" y="156"/>
                  </a:lnTo>
                  <a:lnTo>
                    <a:pt x="297" y="154"/>
                  </a:lnTo>
                  <a:lnTo>
                    <a:pt x="296" y="146"/>
                  </a:lnTo>
                  <a:lnTo>
                    <a:pt x="299" y="145"/>
                  </a:lnTo>
                  <a:lnTo>
                    <a:pt x="304" y="139"/>
                  </a:lnTo>
                  <a:lnTo>
                    <a:pt x="306" y="134"/>
                  </a:lnTo>
                  <a:lnTo>
                    <a:pt x="306" y="131"/>
                  </a:lnTo>
                  <a:lnTo>
                    <a:pt x="310" y="126"/>
                  </a:lnTo>
                  <a:lnTo>
                    <a:pt x="315" y="125"/>
                  </a:lnTo>
                  <a:lnTo>
                    <a:pt x="318" y="122"/>
                  </a:lnTo>
                  <a:lnTo>
                    <a:pt x="321" y="122"/>
                  </a:lnTo>
                  <a:lnTo>
                    <a:pt x="328" y="114"/>
                  </a:lnTo>
                  <a:lnTo>
                    <a:pt x="327" y="112"/>
                  </a:lnTo>
                  <a:lnTo>
                    <a:pt x="330" y="107"/>
                  </a:lnTo>
                  <a:lnTo>
                    <a:pt x="329" y="102"/>
                  </a:lnTo>
                  <a:lnTo>
                    <a:pt x="332" y="99"/>
                  </a:lnTo>
                  <a:lnTo>
                    <a:pt x="335" y="99"/>
                  </a:lnTo>
                  <a:lnTo>
                    <a:pt x="339" y="96"/>
                  </a:lnTo>
                  <a:lnTo>
                    <a:pt x="344" y="96"/>
                  </a:lnTo>
                  <a:lnTo>
                    <a:pt x="351" y="85"/>
                  </a:lnTo>
                  <a:lnTo>
                    <a:pt x="356" y="84"/>
                  </a:lnTo>
                  <a:lnTo>
                    <a:pt x="355" y="82"/>
                  </a:lnTo>
                  <a:lnTo>
                    <a:pt x="357" y="82"/>
                  </a:lnTo>
                  <a:lnTo>
                    <a:pt x="357" y="79"/>
                  </a:lnTo>
                  <a:lnTo>
                    <a:pt x="362" y="73"/>
                  </a:lnTo>
                  <a:lnTo>
                    <a:pt x="367" y="70"/>
                  </a:lnTo>
                  <a:lnTo>
                    <a:pt x="369" y="69"/>
                  </a:lnTo>
                  <a:lnTo>
                    <a:pt x="369" y="60"/>
                  </a:lnTo>
                  <a:lnTo>
                    <a:pt x="369" y="59"/>
                  </a:lnTo>
                  <a:lnTo>
                    <a:pt x="361" y="66"/>
                  </a:lnTo>
                  <a:lnTo>
                    <a:pt x="355" y="68"/>
                  </a:lnTo>
                  <a:lnTo>
                    <a:pt x="354" y="69"/>
                  </a:lnTo>
                  <a:lnTo>
                    <a:pt x="351" y="69"/>
                  </a:lnTo>
                  <a:lnTo>
                    <a:pt x="343" y="75"/>
                  </a:lnTo>
                  <a:lnTo>
                    <a:pt x="341" y="78"/>
                  </a:lnTo>
                  <a:lnTo>
                    <a:pt x="338" y="78"/>
                  </a:lnTo>
                  <a:lnTo>
                    <a:pt x="335" y="80"/>
                  </a:lnTo>
                  <a:lnTo>
                    <a:pt x="330" y="80"/>
                  </a:lnTo>
                  <a:lnTo>
                    <a:pt x="328" y="82"/>
                  </a:lnTo>
                  <a:lnTo>
                    <a:pt x="329" y="85"/>
                  </a:lnTo>
                  <a:lnTo>
                    <a:pt x="326" y="87"/>
                  </a:lnTo>
                  <a:lnTo>
                    <a:pt x="326" y="89"/>
                  </a:lnTo>
                  <a:lnTo>
                    <a:pt x="323" y="91"/>
                  </a:lnTo>
                  <a:lnTo>
                    <a:pt x="321" y="90"/>
                  </a:lnTo>
                  <a:lnTo>
                    <a:pt x="321" y="88"/>
                  </a:lnTo>
                  <a:lnTo>
                    <a:pt x="323" y="85"/>
                  </a:lnTo>
                  <a:lnTo>
                    <a:pt x="323" y="79"/>
                  </a:lnTo>
                  <a:lnTo>
                    <a:pt x="329" y="72"/>
                  </a:lnTo>
                  <a:lnTo>
                    <a:pt x="329" y="69"/>
                  </a:lnTo>
                  <a:lnTo>
                    <a:pt x="330" y="68"/>
                  </a:lnTo>
                  <a:lnTo>
                    <a:pt x="330" y="59"/>
                  </a:lnTo>
                  <a:lnTo>
                    <a:pt x="326" y="59"/>
                  </a:lnTo>
                  <a:lnTo>
                    <a:pt x="322" y="51"/>
                  </a:lnTo>
                  <a:lnTo>
                    <a:pt x="319" y="51"/>
                  </a:lnTo>
                  <a:lnTo>
                    <a:pt x="317" y="49"/>
                  </a:lnTo>
                  <a:lnTo>
                    <a:pt x="317" y="47"/>
                  </a:lnTo>
                  <a:lnTo>
                    <a:pt x="313" y="43"/>
                  </a:lnTo>
                  <a:lnTo>
                    <a:pt x="312" y="34"/>
                  </a:lnTo>
                  <a:lnTo>
                    <a:pt x="314" y="32"/>
                  </a:lnTo>
                  <a:lnTo>
                    <a:pt x="315" y="24"/>
                  </a:lnTo>
                  <a:lnTo>
                    <a:pt x="321" y="17"/>
                  </a:lnTo>
                  <a:lnTo>
                    <a:pt x="320" y="14"/>
                  </a:lnTo>
                  <a:lnTo>
                    <a:pt x="312" y="13"/>
                  </a:lnTo>
                  <a:lnTo>
                    <a:pt x="306" y="6"/>
                  </a:lnTo>
                  <a:lnTo>
                    <a:pt x="299" y="6"/>
                  </a:lnTo>
                  <a:lnTo>
                    <a:pt x="294" y="1"/>
                  </a:lnTo>
                  <a:lnTo>
                    <a:pt x="292" y="2"/>
                  </a:lnTo>
                  <a:lnTo>
                    <a:pt x="282" y="0"/>
                  </a:lnTo>
                  <a:lnTo>
                    <a:pt x="278" y="2"/>
                  </a:lnTo>
                  <a:lnTo>
                    <a:pt x="272" y="7"/>
                  </a:lnTo>
                  <a:lnTo>
                    <a:pt x="265" y="6"/>
                  </a:lnTo>
                  <a:lnTo>
                    <a:pt x="256" y="13"/>
                  </a:lnTo>
                  <a:lnTo>
                    <a:pt x="243" y="14"/>
                  </a:lnTo>
                  <a:lnTo>
                    <a:pt x="241" y="15"/>
                  </a:lnTo>
                  <a:lnTo>
                    <a:pt x="233" y="17"/>
                  </a:lnTo>
                  <a:lnTo>
                    <a:pt x="224" y="12"/>
                  </a:lnTo>
                  <a:lnTo>
                    <a:pt x="214" y="4"/>
                  </a:lnTo>
                  <a:lnTo>
                    <a:pt x="212" y="4"/>
                  </a:lnTo>
                  <a:lnTo>
                    <a:pt x="206" y="4"/>
                  </a:lnTo>
                  <a:lnTo>
                    <a:pt x="207" y="13"/>
                  </a:lnTo>
                  <a:lnTo>
                    <a:pt x="203" y="17"/>
                  </a:lnTo>
                  <a:lnTo>
                    <a:pt x="203" y="20"/>
                  </a:lnTo>
                  <a:lnTo>
                    <a:pt x="201" y="23"/>
                  </a:lnTo>
                  <a:lnTo>
                    <a:pt x="194" y="26"/>
                  </a:lnTo>
                  <a:lnTo>
                    <a:pt x="194" y="27"/>
                  </a:lnTo>
                  <a:lnTo>
                    <a:pt x="194" y="34"/>
                  </a:lnTo>
                  <a:lnTo>
                    <a:pt x="197" y="38"/>
                  </a:lnTo>
                  <a:lnTo>
                    <a:pt x="200" y="46"/>
                  </a:lnTo>
                  <a:lnTo>
                    <a:pt x="209" y="53"/>
                  </a:lnTo>
                  <a:lnTo>
                    <a:pt x="210" y="53"/>
                  </a:lnTo>
                  <a:lnTo>
                    <a:pt x="215" y="58"/>
                  </a:lnTo>
                  <a:lnTo>
                    <a:pt x="213" y="62"/>
                  </a:lnTo>
                  <a:lnTo>
                    <a:pt x="212" y="72"/>
                  </a:lnTo>
                  <a:lnTo>
                    <a:pt x="211" y="73"/>
                  </a:lnTo>
                  <a:lnTo>
                    <a:pt x="212" y="77"/>
                  </a:lnTo>
                  <a:lnTo>
                    <a:pt x="214" y="98"/>
                  </a:lnTo>
                  <a:lnTo>
                    <a:pt x="211" y="99"/>
                  </a:lnTo>
                  <a:lnTo>
                    <a:pt x="210" y="101"/>
                  </a:lnTo>
                  <a:lnTo>
                    <a:pt x="208" y="106"/>
                  </a:lnTo>
                  <a:lnTo>
                    <a:pt x="208" y="113"/>
                  </a:lnTo>
                  <a:lnTo>
                    <a:pt x="206" y="116"/>
                  </a:lnTo>
                  <a:lnTo>
                    <a:pt x="205" y="116"/>
                  </a:lnTo>
                  <a:lnTo>
                    <a:pt x="203" y="118"/>
                  </a:lnTo>
                  <a:lnTo>
                    <a:pt x="203" y="124"/>
                  </a:lnTo>
                  <a:lnTo>
                    <a:pt x="199" y="127"/>
                  </a:lnTo>
                  <a:lnTo>
                    <a:pt x="196" y="128"/>
                  </a:lnTo>
                  <a:lnTo>
                    <a:pt x="190" y="134"/>
                  </a:lnTo>
                  <a:lnTo>
                    <a:pt x="185" y="137"/>
                  </a:lnTo>
                  <a:lnTo>
                    <a:pt x="181" y="139"/>
                  </a:lnTo>
                  <a:lnTo>
                    <a:pt x="178" y="141"/>
                  </a:lnTo>
                  <a:lnTo>
                    <a:pt x="174" y="141"/>
                  </a:lnTo>
                  <a:lnTo>
                    <a:pt x="172" y="143"/>
                  </a:lnTo>
                  <a:lnTo>
                    <a:pt x="169" y="143"/>
                  </a:lnTo>
                  <a:lnTo>
                    <a:pt x="166" y="149"/>
                  </a:lnTo>
                  <a:lnTo>
                    <a:pt x="163" y="151"/>
                  </a:lnTo>
                  <a:lnTo>
                    <a:pt x="160" y="151"/>
                  </a:lnTo>
                  <a:lnTo>
                    <a:pt x="156" y="154"/>
                  </a:lnTo>
                  <a:lnTo>
                    <a:pt x="150" y="153"/>
                  </a:lnTo>
                  <a:lnTo>
                    <a:pt x="117" y="155"/>
                  </a:lnTo>
                  <a:lnTo>
                    <a:pt x="116" y="154"/>
                  </a:lnTo>
                  <a:lnTo>
                    <a:pt x="112" y="154"/>
                  </a:lnTo>
                  <a:lnTo>
                    <a:pt x="113" y="168"/>
                  </a:lnTo>
                  <a:lnTo>
                    <a:pt x="110" y="170"/>
                  </a:lnTo>
                  <a:lnTo>
                    <a:pt x="104" y="173"/>
                  </a:lnTo>
                  <a:lnTo>
                    <a:pt x="99" y="173"/>
                  </a:lnTo>
                  <a:lnTo>
                    <a:pt x="98" y="173"/>
                  </a:lnTo>
                  <a:lnTo>
                    <a:pt x="90" y="178"/>
                  </a:lnTo>
                  <a:lnTo>
                    <a:pt x="83" y="190"/>
                  </a:lnTo>
                  <a:lnTo>
                    <a:pt x="79" y="193"/>
                  </a:lnTo>
                  <a:lnTo>
                    <a:pt x="74" y="193"/>
                  </a:lnTo>
                  <a:lnTo>
                    <a:pt x="70" y="195"/>
                  </a:lnTo>
                  <a:lnTo>
                    <a:pt x="64" y="195"/>
                  </a:lnTo>
                  <a:lnTo>
                    <a:pt x="60" y="197"/>
                  </a:lnTo>
                  <a:lnTo>
                    <a:pt x="56" y="197"/>
                  </a:lnTo>
                  <a:lnTo>
                    <a:pt x="55" y="199"/>
                  </a:lnTo>
                  <a:lnTo>
                    <a:pt x="53" y="198"/>
                  </a:lnTo>
                  <a:lnTo>
                    <a:pt x="45" y="203"/>
                  </a:lnTo>
                  <a:lnTo>
                    <a:pt x="43" y="205"/>
                  </a:lnTo>
                  <a:lnTo>
                    <a:pt x="41" y="205"/>
                  </a:lnTo>
                  <a:lnTo>
                    <a:pt x="21" y="215"/>
                  </a:lnTo>
                  <a:lnTo>
                    <a:pt x="13" y="216"/>
                  </a:lnTo>
                  <a:lnTo>
                    <a:pt x="11" y="217"/>
                  </a:lnTo>
                  <a:lnTo>
                    <a:pt x="6" y="217"/>
                  </a:lnTo>
                  <a:lnTo>
                    <a:pt x="3" y="218"/>
                  </a:lnTo>
                  <a:lnTo>
                    <a:pt x="0" y="219"/>
                  </a:lnTo>
                  <a:close/>
                </a:path>
              </a:pathLst>
            </a:custGeom>
            <a:grpFill/>
            <a:ln w="28575">
              <a:noFill/>
              <a:prstDash val="sysDot"/>
              <a:round/>
              <a:headEnd/>
              <a:tailEnd/>
            </a:ln>
          </p:spPr>
          <p:txBody>
            <a:bodyPr/>
            <a:lstStyle/>
            <a:p>
              <a:endParaRPr lang="zh-CN" altLang="en-US" kern="0" dirty="0">
                <a:solidFill>
                  <a:prstClr val="black"/>
                </a:solidFill>
                <a:ea typeface="微软雅黑" pitchFamily="34" charset="-122"/>
              </a:endParaRPr>
            </a:p>
          </p:txBody>
        </p:sp>
        <p:sp>
          <p:nvSpPr>
            <p:cNvPr id="37" name="Freeform 37"/>
            <p:cNvSpPr>
              <a:spLocks/>
            </p:cNvSpPr>
            <p:nvPr/>
          </p:nvSpPr>
          <p:spPr bwMode="auto">
            <a:xfrm>
              <a:off x="4955312" y="3925999"/>
              <a:ext cx="1003300" cy="652462"/>
            </a:xfrm>
            <a:custGeom>
              <a:avLst/>
              <a:gdLst>
                <a:gd name="T0" fmla="*/ 2147483647 w 548"/>
                <a:gd name="T1" fmla="*/ 2147483647 h 342"/>
                <a:gd name="T2" fmla="*/ 2147483647 w 548"/>
                <a:gd name="T3" fmla="*/ 2147483647 h 342"/>
                <a:gd name="T4" fmla="*/ 2147483647 w 548"/>
                <a:gd name="T5" fmla="*/ 2147483647 h 342"/>
                <a:gd name="T6" fmla="*/ 2147483647 w 548"/>
                <a:gd name="T7" fmla="*/ 2147483647 h 342"/>
                <a:gd name="T8" fmla="*/ 2147483647 w 548"/>
                <a:gd name="T9" fmla="*/ 2147483647 h 342"/>
                <a:gd name="T10" fmla="*/ 2147483647 w 548"/>
                <a:gd name="T11" fmla="*/ 2147483647 h 342"/>
                <a:gd name="T12" fmla="*/ 2147483647 w 548"/>
                <a:gd name="T13" fmla="*/ 2147483647 h 342"/>
                <a:gd name="T14" fmla="*/ 2147483647 w 548"/>
                <a:gd name="T15" fmla="*/ 2147483647 h 342"/>
                <a:gd name="T16" fmla="*/ 2147483647 w 548"/>
                <a:gd name="T17" fmla="*/ 2147483647 h 342"/>
                <a:gd name="T18" fmla="*/ 2147483647 w 548"/>
                <a:gd name="T19" fmla="*/ 2147483647 h 342"/>
                <a:gd name="T20" fmla="*/ 2147483647 w 548"/>
                <a:gd name="T21" fmla="*/ 2147483647 h 342"/>
                <a:gd name="T22" fmla="*/ 2147483647 w 548"/>
                <a:gd name="T23" fmla="*/ 2147483647 h 342"/>
                <a:gd name="T24" fmla="*/ 2147483647 w 548"/>
                <a:gd name="T25" fmla="*/ 2147483647 h 342"/>
                <a:gd name="T26" fmla="*/ 2147483647 w 548"/>
                <a:gd name="T27" fmla="*/ 2147483647 h 342"/>
                <a:gd name="T28" fmla="*/ 2147483647 w 548"/>
                <a:gd name="T29" fmla="*/ 2147483647 h 342"/>
                <a:gd name="T30" fmla="*/ 2147483647 w 548"/>
                <a:gd name="T31" fmla="*/ 2147483647 h 342"/>
                <a:gd name="T32" fmla="*/ 2147483647 w 548"/>
                <a:gd name="T33" fmla="*/ 2147483647 h 342"/>
                <a:gd name="T34" fmla="*/ 2147483647 w 548"/>
                <a:gd name="T35" fmla="*/ 2147483647 h 342"/>
                <a:gd name="T36" fmla="*/ 2147483647 w 548"/>
                <a:gd name="T37" fmla="*/ 2147483647 h 342"/>
                <a:gd name="T38" fmla="*/ 2147483647 w 548"/>
                <a:gd name="T39" fmla="*/ 2147483647 h 342"/>
                <a:gd name="T40" fmla="*/ 2147483647 w 548"/>
                <a:gd name="T41" fmla="*/ 2147483647 h 342"/>
                <a:gd name="T42" fmla="*/ 2147483647 w 548"/>
                <a:gd name="T43" fmla="*/ 2147483647 h 342"/>
                <a:gd name="T44" fmla="*/ 2147483647 w 548"/>
                <a:gd name="T45" fmla="*/ 2147483647 h 342"/>
                <a:gd name="T46" fmla="*/ 2147483647 w 548"/>
                <a:gd name="T47" fmla="*/ 2147483647 h 342"/>
                <a:gd name="T48" fmla="*/ 2147483647 w 548"/>
                <a:gd name="T49" fmla="*/ 2147483647 h 342"/>
                <a:gd name="T50" fmla="*/ 2147483647 w 548"/>
                <a:gd name="T51" fmla="*/ 2147483647 h 342"/>
                <a:gd name="T52" fmla="*/ 2147483647 w 548"/>
                <a:gd name="T53" fmla="*/ 2147483647 h 342"/>
                <a:gd name="T54" fmla="*/ 2147483647 w 548"/>
                <a:gd name="T55" fmla="*/ 2147483647 h 342"/>
                <a:gd name="T56" fmla="*/ 2147483647 w 548"/>
                <a:gd name="T57" fmla="*/ 2147483647 h 342"/>
                <a:gd name="T58" fmla="*/ 2147483647 w 548"/>
                <a:gd name="T59" fmla="*/ 2147483647 h 342"/>
                <a:gd name="T60" fmla="*/ 2147483647 w 548"/>
                <a:gd name="T61" fmla="*/ 2147483647 h 342"/>
                <a:gd name="T62" fmla="*/ 2147483647 w 548"/>
                <a:gd name="T63" fmla="*/ 2147483647 h 342"/>
                <a:gd name="T64" fmla="*/ 2147483647 w 548"/>
                <a:gd name="T65" fmla="*/ 2147483647 h 342"/>
                <a:gd name="T66" fmla="*/ 2147483647 w 548"/>
                <a:gd name="T67" fmla="*/ 2147483647 h 342"/>
                <a:gd name="T68" fmla="*/ 2147483647 w 548"/>
                <a:gd name="T69" fmla="*/ 2147483647 h 342"/>
                <a:gd name="T70" fmla="*/ 2147483647 w 548"/>
                <a:gd name="T71" fmla="*/ 2147483647 h 342"/>
                <a:gd name="T72" fmla="*/ 2147483647 w 548"/>
                <a:gd name="T73" fmla="*/ 2147483647 h 342"/>
                <a:gd name="T74" fmla="*/ 2147483647 w 548"/>
                <a:gd name="T75" fmla="*/ 2147483647 h 342"/>
                <a:gd name="T76" fmla="*/ 2147483647 w 548"/>
                <a:gd name="T77" fmla="*/ 2147483647 h 342"/>
                <a:gd name="T78" fmla="*/ 2147483647 w 548"/>
                <a:gd name="T79" fmla="*/ 2147483647 h 342"/>
                <a:gd name="T80" fmla="*/ 2147483647 w 548"/>
                <a:gd name="T81" fmla="*/ 2147483647 h 342"/>
                <a:gd name="T82" fmla="*/ 2147483647 w 548"/>
                <a:gd name="T83" fmla="*/ 2147483647 h 342"/>
                <a:gd name="T84" fmla="*/ 2147483647 w 548"/>
                <a:gd name="T85" fmla="*/ 2147483647 h 342"/>
                <a:gd name="T86" fmla="*/ 2147483647 w 548"/>
                <a:gd name="T87" fmla="*/ 2147483647 h 342"/>
                <a:gd name="T88" fmla="*/ 2147483647 w 548"/>
                <a:gd name="T89" fmla="*/ 2147483647 h 342"/>
                <a:gd name="T90" fmla="*/ 2147483647 w 548"/>
                <a:gd name="T91" fmla="*/ 2147483647 h 342"/>
                <a:gd name="T92" fmla="*/ 2147483647 w 548"/>
                <a:gd name="T93" fmla="*/ 2147483647 h 342"/>
                <a:gd name="T94" fmla="*/ 2147483647 w 548"/>
                <a:gd name="T95" fmla="*/ 2147483647 h 342"/>
                <a:gd name="T96" fmla="*/ 2147483647 w 548"/>
                <a:gd name="T97" fmla="*/ 2147483647 h 342"/>
                <a:gd name="T98" fmla="*/ 2147483647 w 548"/>
                <a:gd name="T99" fmla="*/ 2147483647 h 342"/>
                <a:gd name="T100" fmla="*/ 2147483647 w 548"/>
                <a:gd name="T101" fmla="*/ 2147483647 h 342"/>
                <a:gd name="T102" fmla="*/ 2147483647 w 548"/>
                <a:gd name="T103" fmla="*/ 2147483647 h 342"/>
                <a:gd name="T104" fmla="*/ 2147483647 w 548"/>
                <a:gd name="T105" fmla="*/ 2147483647 h 342"/>
                <a:gd name="T106" fmla="*/ 2147483647 w 548"/>
                <a:gd name="T107" fmla="*/ 2147483647 h 342"/>
                <a:gd name="T108" fmla="*/ 2147483647 w 548"/>
                <a:gd name="T109" fmla="*/ 2147483647 h 342"/>
                <a:gd name="T110" fmla="*/ 2147483647 w 548"/>
                <a:gd name="T111" fmla="*/ 2147483647 h 342"/>
                <a:gd name="T112" fmla="*/ 2147483647 w 548"/>
                <a:gd name="T113" fmla="*/ 2147483647 h 342"/>
                <a:gd name="T114" fmla="*/ 2147483647 w 548"/>
                <a:gd name="T115" fmla="*/ 2147483647 h 342"/>
                <a:gd name="T116" fmla="*/ 2147483647 w 548"/>
                <a:gd name="T117" fmla="*/ 2147483647 h 342"/>
                <a:gd name="T118" fmla="*/ 2147483647 w 548"/>
                <a:gd name="T119" fmla="*/ 2147483647 h 342"/>
                <a:gd name="T120" fmla="*/ 2147483647 w 548"/>
                <a:gd name="T121" fmla="*/ 2147483647 h 342"/>
                <a:gd name="T122" fmla="*/ 2147483647 w 548"/>
                <a:gd name="T123" fmla="*/ 2147483647 h 34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548"/>
                <a:gd name="T187" fmla="*/ 0 h 342"/>
                <a:gd name="T188" fmla="*/ 548 w 548"/>
                <a:gd name="T189" fmla="*/ 342 h 342"/>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548" h="342">
                  <a:moveTo>
                    <a:pt x="80" y="133"/>
                  </a:moveTo>
                  <a:lnTo>
                    <a:pt x="81" y="133"/>
                  </a:lnTo>
                  <a:lnTo>
                    <a:pt x="85" y="131"/>
                  </a:lnTo>
                  <a:lnTo>
                    <a:pt x="88" y="131"/>
                  </a:lnTo>
                  <a:lnTo>
                    <a:pt x="90" y="133"/>
                  </a:lnTo>
                  <a:lnTo>
                    <a:pt x="90" y="145"/>
                  </a:lnTo>
                  <a:lnTo>
                    <a:pt x="94" y="146"/>
                  </a:lnTo>
                  <a:lnTo>
                    <a:pt x="97" y="144"/>
                  </a:lnTo>
                  <a:lnTo>
                    <a:pt x="100" y="147"/>
                  </a:lnTo>
                  <a:lnTo>
                    <a:pt x="104" y="147"/>
                  </a:lnTo>
                  <a:lnTo>
                    <a:pt x="105" y="148"/>
                  </a:lnTo>
                  <a:lnTo>
                    <a:pt x="105" y="151"/>
                  </a:lnTo>
                  <a:lnTo>
                    <a:pt x="110" y="152"/>
                  </a:lnTo>
                  <a:lnTo>
                    <a:pt x="114" y="156"/>
                  </a:lnTo>
                  <a:lnTo>
                    <a:pt x="117" y="155"/>
                  </a:lnTo>
                  <a:lnTo>
                    <a:pt x="119" y="157"/>
                  </a:lnTo>
                  <a:lnTo>
                    <a:pt x="121" y="171"/>
                  </a:lnTo>
                  <a:lnTo>
                    <a:pt x="120" y="172"/>
                  </a:lnTo>
                  <a:lnTo>
                    <a:pt x="120" y="176"/>
                  </a:lnTo>
                  <a:lnTo>
                    <a:pt x="118" y="180"/>
                  </a:lnTo>
                  <a:lnTo>
                    <a:pt x="118" y="182"/>
                  </a:lnTo>
                  <a:lnTo>
                    <a:pt x="117" y="183"/>
                  </a:lnTo>
                  <a:lnTo>
                    <a:pt x="117" y="185"/>
                  </a:lnTo>
                  <a:lnTo>
                    <a:pt x="120" y="189"/>
                  </a:lnTo>
                  <a:lnTo>
                    <a:pt x="119" y="196"/>
                  </a:lnTo>
                  <a:lnTo>
                    <a:pt x="114" y="201"/>
                  </a:lnTo>
                  <a:lnTo>
                    <a:pt x="112" y="201"/>
                  </a:lnTo>
                  <a:lnTo>
                    <a:pt x="108" y="197"/>
                  </a:lnTo>
                  <a:lnTo>
                    <a:pt x="100" y="197"/>
                  </a:lnTo>
                  <a:lnTo>
                    <a:pt x="95" y="202"/>
                  </a:lnTo>
                  <a:lnTo>
                    <a:pt x="93" y="202"/>
                  </a:lnTo>
                  <a:lnTo>
                    <a:pt x="84" y="210"/>
                  </a:lnTo>
                  <a:lnTo>
                    <a:pt x="84" y="212"/>
                  </a:lnTo>
                  <a:lnTo>
                    <a:pt x="76" y="220"/>
                  </a:lnTo>
                  <a:lnTo>
                    <a:pt x="74" y="220"/>
                  </a:lnTo>
                  <a:lnTo>
                    <a:pt x="68" y="227"/>
                  </a:lnTo>
                  <a:lnTo>
                    <a:pt x="68" y="229"/>
                  </a:lnTo>
                  <a:lnTo>
                    <a:pt x="67" y="225"/>
                  </a:lnTo>
                  <a:lnTo>
                    <a:pt x="65" y="222"/>
                  </a:lnTo>
                  <a:lnTo>
                    <a:pt x="62" y="221"/>
                  </a:lnTo>
                  <a:lnTo>
                    <a:pt x="58" y="227"/>
                  </a:lnTo>
                  <a:lnTo>
                    <a:pt x="54" y="227"/>
                  </a:lnTo>
                  <a:lnTo>
                    <a:pt x="53" y="228"/>
                  </a:lnTo>
                  <a:lnTo>
                    <a:pt x="51" y="228"/>
                  </a:lnTo>
                  <a:lnTo>
                    <a:pt x="50" y="226"/>
                  </a:lnTo>
                  <a:lnTo>
                    <a:pt x="49" y="225"/>
                  </a:lnTo>
                  <a:lnTo>
                    <a:pt x="49" y="222"/>
                  </a:lnTo>
                  <a:lnTo>
                    <a:pt x="47" y="220"/>
                  </a:lnTo>
                  <a:lnTo>
                    <a:pt x="39" y="221"/>
                  </a:lnTo>
                  <a:lnTo>
                    <a:pt x="37" y="222"/>
                  </a:lnTo>
                  <a:lnTo>
                    <a:pt x="37" y="224"/>
                  </a:lnTo>
                  <a:lnTo>
                    <a:pt x="33" y="229"/>
                  </a:lnTo>
                  <a:lnTo>
                    <a:pt x="33" y="230"/>
                  </a:lnTo>
                  <a:lnTo>
                    <a:pt x="30" y="232"/>
                  </a:lnTo>
                  <a:lnTo>
                    <a:pt x="24" y="230"/>
                  </a:lnTo>
                  <a:lnTo>
                    <a:pt x="21" y="227"/>
                  </a:lnTo>
                  <a:lnTo>
                    <a:pt x="20" y="228"/>
                  </a:lnTo>
                  <a:lnTo>
                    <a:pt x="18" y="226"/>
                  </a:lnTo>
                  <a:lnTo>
                    <a:pt x="13" y="232"/>
                  </a:lnTo>
                  <a:lnTo>
                    <a:pt x="6" y="235"/>
                  </a:lnTo>
                  <a:lnTo>
                    <a:pt x="1" y="236"/>
                  </a:lnTo>
                  <a:lnTo>
                    <a:pt x="0" y="240"/>
                  </a:lnTo>
                  <a:lnTo>
                    <a:pt x="3" y="246"/>
                  </a:lnTo>
                  <a:lnTo>
                    <a:pt x="13" y="255"/>
                  </a:lnTo>
                  <a:lnTo>
                    <a:pt x="12" y="258"/>
                  </a:lnTo>
                  <a:lnTo>
                    <a:pt x="12" y="265"/>
                  </a:lnTo>
                  <a:lnTo>
                    <a:pt x="10" y="268"/>
                  </a:lnTo>
                  <a:lnTo>
                    <a:pt x="11" y="273"/>
                  </a:lnTo>
                  <a:lnTo>
                    <a:pt x="10" y="275"/>
                  </a:lnTo>
                  <a:lnTo>
                    <a:pt x="10" y="279"/>
                  </a:lnTo>
                  <a:lnTo>
                    <a:pt x="7" y="283"/>
                  </a:lnTo>
                  <a:lnTo>
                    <a:pt x="3" y="284"/>
                  </a:lnTo>
                  <a:lnTo>
                    <a:pt x="1" y="288"/>
                  </a:lnTo>
                  <a:lnTo>
                    <a:pt x="9" y="300"/>
                  </a:lnTo>
                  <a:lnTo>
                    <a:pt x="10" y="300"/>
                  </a:lnTo>
                  <a:lnTo>
                    <a:pt x="13" y="295"/>
                  </a:lnTo>
                  <a:lnTo>
                    <a:pt x="13" y="291"/>
                  </a:lnTo>
                  <a:lnTo>
                    <a:pt x="17" y="287"/>
                  </a:lnTo>
                  <a:lnTo>
                    <a:pt x="19" y="287"/>
                  </a:lnTo>
                  <a:lnTo>
                    <a:pt x="22" y="290"/>
                  </a:lnTo>
                  <a:lnTo>
                    <a:pt x="22" y="296"/>
                  </a:lnTo>
                  <a:lnTo>
                    <a:pt x="24" y="297"/>
                  </a:lnTo>
                  <a:lnTo>
                    <a:pt x="23" y="299"/>
                  </a:lnTo>
                  <a:lnTo>
                    <a:pt x="26" y="300"/>
                  </a:lnTo>
                  <a:lnTo>
                    <a:pt x="28" y="300"/>
                  </a:lnTo>
                  <a:lnTo>
                    <a:pt x="30" y="302"/>
                  </a:lnTo>
                  <a:lnTo>
                    <a:pt x="31" y="301"/>
                  </a:lnTo>
                  <a:lnTo>
                    <a:pt x="36" y="309"/>
                  </a:lnTo>
                  <a:lnTo>
                    <a:pt x="37" y="314"/>
                  </a:lnTo>
                  <a:lnTo>
                    <a:pt x="38" y="315"/>
                  </a:lnTo>
                  <a:lnTo>
                    <a:pt x="38" y="320"/>
                  </a:lnTo>
                  <a:lnTo>
                    <a:pt x="40" y="320"/>
                  </a:lnTo>
                  <a:lnTo>
                    <a:pt x="41" y="326"/>
                  </a:lnTo>
                  <a:lnTo>
                    <a:pt x="43" y="328"/>
                  </a:lnTo>
                  <a:lnTo>
                    <a:pt x="45" y="328"/>
                  </a:lnTo>
                  <a:lnTo>
                    <a:pt x="51" y="322"/>
                  </a:lnTo>
                  <a:lnTo>
                    <a:pt x="53" y="324"/>
                  </a:lnTo>
                  <a:lnTo>
                    <a:pt x="54" y="336"/>
                  </a:lnTo>
                  <a:lnTo>
                    <a:pt x="60" y="342"/>
                  </a:lnTo>
                  <a:lnTo>
                    <a:pt x="67" y="341"/>
                  </a:lnTo>
                  <a:lnTo>
                    <a:pt x="69" y="339"/>
                  </a:lnTo>
                  <a:lnTo>
                    <a:pt x="69" y="335"/>
                  </a:lnTo>
                  <a:lnTo>
                    <a:pt x="74" y="329"/>
                  </a:lnTo>
                  <a:lnTo>
                    <a:pt x="73" y="323"/>
                  </a:lnTo>
                  <a:lnTo>
                    <a:pt x="75" y="321"/>
                  </a:lnTo>
                  <a:lnTo>
                    <a:pt x="74" y="321"/>
                  </a:lnTo>
                  <a:lnTo>
                    <a:pt x="86" y="302"/>
                  </a:lnTo>
                  <a:lnTo>
                    <a:pt x="90" y="301"/>
                  </a:lnTo>
                  <a:lnTo>
                    <a:pt x="97" y="303"/>
                  </a:lnTo>
                  <a:lnTo>
                    <a:pt x="100" y="298"/>
                  </a:lnTo>
                  <a:lnTo>
                    <a:pt x="105" y="291"/>
                  </a:lnTo>
                  <a:lnTo>
                    <a:pt x="112" y="290"/>
                  </a:lnTo>
                  <a:lnTo>
                    <a:pt x="117" y="288"/>
                  </a:lnTo>
                  <a:lnTo>
                    <a:pt x="123" y="288"/>
                  </a:lnTo>
                  <a:lnTo>
                    <a:pt x="124" y="288"/>
                  </a:lnTo>
                  <a:lnTo>
                    <a:pt x="126" y="288"/>
                  </a:lnTo>
                  <a:lnTo>
                    <a:pt x="145" y="298"/>
                  </a:lnTo>
                  <a:lnTo>
                    <a:pt x="151" y="295"/>
                  </a:lnTo>
                  <a:lnTo>
                    <a:pt x="152" y="294"/>
                  </a:lnTo>
                  <a:lnTo>
                    <a:pt x="154" y="293"/>
                  </a:lnTo>
                  <a:lnTo>
                    <a:pt x="161" y="288"/>
                  </a:lnTo>
                  <a:lnTo>
                    <a:pt x="165" y="290"/>
                  </a:lnTo>
                  <a:lnTo>
                    <a:pt x="163" y="282"/>
                  </a:lnTo>
                  <a:lnTo>
                    <a:pt x="159" y="280"/>
                  </a:lnTo>
                  <a:lnTo>
                    <a:pt x="155" y="277"/>
                  </a:lnTo>
                  <a:lnTo>
                    <a:pt x="155" y="267"/>
                  </a:lnTo>
                  <a:lnTo>
                    <a:pt x="156" y="263"/>
                  </a:lnTo>
                  <a:lnTo>
                    <a:pt x="160" y="263"/>
                  </a:lnTo>
                  <a:lnTo>
                    <a:pt x="161" y="261"/>
                  </a:lnTo>
                  <a:lnTo>
                    <a:pt x="168" y="262"/>
                  </a:lnTo>
                  <a:lnTo>
                    <a:pt x="171" y="261"/>
                  </a:lnTo>
                  <a:lnTo>
                    <a:pt x="171" y="258"/>
                  </a:lnTo>
                  <a:lnTo>
                    <a:pt x="178" y="258"/>
                  </a:lnTo>
                  <a:lnTo>
                    <a:pt x="182" y="262"/>
                  </a:lnTo>
                  <a:lnTo>
                    <a:pt x="191" y="261"/>
                  </a:lnTo>
                  <a:lnTo>
                    <a:pt x="193" y="262"/>
                  </a:lnTo>
                  <a:lnTo>
                    <a:pt x="199" y="263"/>
                  </a:lnTo>
                  <a:lnTo>
                    <a:pt x="202" y="262"/>
                  </a:lnTo>
                  <a:lnTo>
                    <a:pt x="209" y="265"/>
                  </a:lnTo>
                  <a:lnTo>
                    <a:pt x="210" y="266"/>
                  </a:lnTo>
                  <a:lnTo>
                    <a:pt x="213" y="268"/>
                  </a:lnTo>
                  <a:lnTo>
                    <a:pt x="215" y="268"/>
                  </a:lnTo>
                  <a:lnTo>
                    <a:pt x="221" y="270"/>
                  </a:lnTo>
                  <a:lnTo>
                    <a:pt x="226" y="270"/>
                  </a:lnTo>
                  <a:lnTo>
                    <a:pt x="227" y="271"/>
                  </a:lnTo>
                  <a:lnTo>
                    <a:pt x="231" y="271"/>
                  </a:lnTo>
                  <a:lnTo>
                    <a:pt x="234" y="272"/>
                  </a:lnTo>
                  <a:lnTo>
                    <a:pt x="249" y="272"/>
                  </a:lnTo>
                  <a:lnTo>
                    <a:pt x="263" y="283"/>
                  </a:lnTo>
                  <a:lnTo>
                    <a:pt x="263" y="285"/>
                  </a:lnTo>
                  <a:lnTo>
                    <a:pt x="266" y="288"/>
                  </a:lnTo>
                  <a:lnTo>
                    <a:pt x="268" y="287"/>
                  </a:lnTo>
                  <a:lnTo>
                    <a:pt x="270" y="289"/>
                  </a:lnTo>
                  <a:lnTo>
                    <a:pt x="274" y="288"/>
                  </a:lnTo>
                  <a:lnTo>
                    <a:pt x="281" y="294"/>
                  </a:lnTo>
                  <a:lnTo>
                    <a:pt x="281" y="297"/>
                  </a:lnTo>
                  <a:lnTo>
                    <a:pt x="284" y="297"/>
                  </a:lnTo>
                  <a:lnTo>
                    <a:pt x="286" y="297"/>
                  </a:lnTo>
                  <a:lnTo>
                    <a:pt x="291" y="290"/>
                  </a:lnTo>
                  <a:lnTo>
                    <a:pt x="308" y="289"/>
                  </a:lnTo>
                  <a:lnTo>
                    <a:pt x="316" y="282"/>
                  </a:lnTo>
                  <a:lnTo>
                    <a:pt x="317" y="277"/>
                  </a:lnTo>
                  <a:lnTo>
                    <a:pt x="321" y="273"/>
                  </a:lnTo>
                  <a:lnTo>
                    <a:pt x="324" y="278"/>
                  </a:lnTo>
                  <a:lnTo>
                    <a:pt x="324" y="279"/>
                  </a:lnTo>
                  <a:lnTo>
                    <a:pt x="328" y="281"/>
                  </a:lnTo>
                  <a:lnTo>
                    <a:pt x="324" y="286"/>
                  </a:lnTo>
                  <a:lnTo>
                    <a:pt x="324" y="288"/>
                  </a:lnTo>
                  <a:lnTo>
                    <a:pt x="326" y="291"/>
                  </a:lnTo>
                  <a:lnTo>
                    <a:pt x="326" y="294"/>
                  </a:lnTo>
                  <a:lnTo>
                    <a:pt x="329" y="299"/>
                  </a:lnTo>
                  <a:lnTo>
                    <a:pt x="334" y="297"/>
                  </a:lnTo>
                  <a:lnTo>
                    <a:pt x="336" y="301"/>
                  </a:lnTo>
                  <a:lnTo>
                    <a:pt x="343" y="300"/>
                  </a:lnTo>
                  <a:lnTo>
                    <a:pt x="345" y="298"/>
                  </a:lnTo>
                  <a:lnTo>
                    <a:pt x="345" y="296"/>
                  </a:lnTo>
                  <a:lnTo>
                    <a:pt x="349" y="292"/>
                  </a:lnTo>
                  <a:lnTo>
                    <a:pt x="349" y="290"/>
                  </a:lnTo>
                  <a:lnTo>
                    <a:pt x="351" y="289"/>
                  </a:lnTo>
                  <a:lnTo>
                    <a:pt x="351" y="286"/>
                  </a:lnTo>
                  <a:lnTo>
                    <a:pt x="365" y="267"/>
                  </a:lnTo>
                  <a:lnTo>
                    <a:pt x="367" y="268"/>
                  </a:lnTo>
                  <a:lnTo>
                    <a:pt x="367" y="276"/>
                  </a:lnTo>
                  <a:lnTo>
                    <a:pt x="372" y="279"/>
                  </a:lnTo>
                  <a:lnTo>
                    <a:pt x="372" y="278"/>
                  </a:lnTo>
                  <a:lnTo>
                    <a:pt x="378" y="280"/>
                  </a:lnTo>
                  <a:lnTo>
                    <a:pt x="385" y="286"/>
                  </a:lnTo>
                  <a:lnTo>
                    <a:pt x="383" y="297"/>
                  </a:lnTo>
                  <a:lnTo>
                    <a:pt x="377" y="305"/>
                  </a:lnTo>
                  <a:lnTo>
                    <a:pt x="376" y="311"/>
                  </a:lnTo>
                  <a:lnTo>
                    <a:pt x="377" y="313"/>
                  </a:lnTo>
                  <a:lnTo>
                    <a:pt x="379" y="312"/>
                  </a:lnTo>
                  <a:lnTo>
                    <a:pt x="382" y="314"/>
                  </a:lnTo>
                  <a:lnTo>
                    <a:pt x="380" y="317"/>
                  </a:lnTo>
                  <a:lnTo>
                    <a:pt x="381" y="322"/>
                  </a:lnTo>
                  <a:lnTo>
                    <a:pt x="385" y="326"/>
                  </a:lnTo>
                  <a:lnTo>
                    <a:pt x="390" y="325"/>
                  </a:lnTo>
                  <a:lnTo>
                    <a:pt x="391" y="324"/>
                  </a:lnTo>
                  <a:lnTo>
                    <a:pt x="394" y="326"/>
                  </a:lnTo>
                  <a:lnTo>
                    <a:pt x="399" y="328"/>
                  </a:lnTo>
                  <a:lnTo>
                    <a:pt x="402" y="323"/>
                  </a:lnTo>
                  <a:lnTo>
                    <a:pt x="401" y="321"/>
                  </a:lnTo>
                  <a:lnTo>
                    <a:pt x="408" y="312"/>
                  </a:lnTo>
                  <a:lnTo>
                    <a:pt x="407" y="310"/>
                  </a:lnTo>
                  <a:lnTo>
                    <a:pt x="408" y="309"/>
                  </a:lnTo>
                  <a:lnTo>
                    <a:pt x="416" y="309"/>
                  </a:lnTo>
                  <a:lnTo>
                    <a:pt x="419" y="306"/>
                  </a:lnTo>
                  <a:lnTo>
                    <a:pt x="421" y="303"/>
                  </a:lnTo>
                  <a:lnTo>
                    <a:pt x="420" y="299"/>
                  </a:lnTo>
                  <a:lnTo>
                    <a:pt x="423" y="296"/>
                  </a:lnTo>
                  <a:lnTo>
                    <a:pt x="428" y="295"/>
                  </a:lnTo>
                  <a:lnTo>
                    <a:pt x="429" y="297"/>
                  </a:lnTo>
                  <a:lnTo>
                    <a:pt x="435" y="296"/>
                  </a:lnTo>
                  <a:lnTo>
                    <a:pt x="438" y="297"/>
                  </a:lnTo>
                  <a:lnTo>
                    <a:pt x="442" y="292"/>
                  </a:lnTo>
                  <a:lnTo>
                    <a:pt x="446" y="290"/>
                  </a:lnTo>
                  <a:lnTo>
                    <a:pt x="450" y="290"/>
                  </a:lnTo>
                  <a:lnTo>
                    <a:pt x="457" y="288"/>
                  </a:lnTo>
                  <a:lnTo>
                    <a:pt x="462" y="288"/>
                  </a:lnTo>
                  <a:lnTo>
                    <a:pt x="464" y="287"/>
                  </a:lnTo>
                  <a:lnTo>
                    <a:pt x="464" y="280"/>
                  </a:lnTo>
                  <a:lnTo>
                    <a:pt x="465" y="279"/>
                  </a:lnTo>
                  <a:lnTo>
                    <a:pt x="467" y="275"/>
                  </a:lnTo>
                  <a:lnTo>
                    <a:pt x="475" y="274"/>
                  </a:lnTo>
                  <a:lnTo>
                    <a:pt x="481" y="276"/>
                  </a:lnTo>
                  <a:lnTo>
                    <a:pt x="482" y="272"/>
                  </a:lnTo>
                  <a:lnTo>
                    <a:pt x="480" y="270"/>
                  </a:lnTo>
                  <a:lnTo>
                    <a:pt x="480" y="268"/>
                  </a:lnTo>
                  <a:lnTo>
                    <a:pt x="482" y="265"/>
                  </a:lnTo>
                  <a:lnTo>
                    <a:pt x="487" y="265"/>
                  </a:lnTo>
                  <a:lnTo>
                    <a:pt x="491" y="266"/>
                  </a:lnTo>
                  <a:lnTo>
                    <a:pt x="501" y="260"/>
                  </a:lnTo>
                  <a:lnTo>
                    <a:pt x="501" y="257"/>
                  </a:lnTo>
                  <a:lnTo>
                    <a:pt x="502" y="257"/>
                  </a:lnTo>
                  <a:lnTo>
                    <a:pt x="502" y="252"/>
                  </a:lnTo>
                  <a:lnTo>
                    <a:pt x="504" y="251"/>
                  </a:lnTo>
                  <a:lnTo>
                    <a:pt x="503" y="247"/>
                  </a:lnTo>
                  <a:lnTo>
                    <a:pt x="521" y="247"/>
                  </a:lnTo>
                  <a:lnTo>
                    <a:pt x="530" y="253"/>
                  </a:lnTo>
                  <a:lnTo>
                    <a:pt x="535" y="253"/>
                  </a:lnTo>
                  <a:lnTo>
                    <a:pt x="537" y="254"/>
                  </a:lnTo>
                  <a:lnTo>
                    <a:pt x="539" y="254"/>
                  </a:lnTo>
                  <a:lnTo>
                    <a:pt x="545" y="250"/>
                  </a:lnTo>
                  <a:lnTo>
                    <a:pt x="546" y="250"/>
                  </a:lnTo>
                  <a:lnTo>
                    <a:pt x="548" y="246"/>
                  </a:lnTo>
                  <a:lnTo>
                    <a:pt x="546" y="238"/>
                  </a:lnTo>
                  <a:lnTo>
                    <a:pt x="543" y="232"/>
                  </a:lnTo>
                  <a:lnTo>
                    <a:pt x="542" y="219"/>
                  </a:lnTo>
                  <a:lnTo>
                    <a:pt x="536" y="212"/>
                  </a:lnTo>
                  <a:lnTo>
                    <a:pt x="528" y="209"/>
                  </a:lnTo>
                  <a:lnTo>
                    <a:pt x="527" y="195"/>
                  </a:lnTo>
                  <a:lnTo>
                    <a:pt x="526" y="193"/>
                  </a:lnTo>
                  <a:lnTo>
                    <a:pt x="526" y="189"/>
                  </a:lnTo>
                  <a:lnTo>
                    <a:pt x="516" y="183"/>
                  </a:lnTo>
                  <a:lnTo>
                    <a:pt x="516" y="175"/>
                  </a:lnTo>
                  <a:lnTo>
                    <a:pt x="519" y="170"/>
                  </a:lnTo>
                  <a:lnTo>
                    <a:pt x="519" y="163"/>
                  </a:lnTo>
                  <a:lnTo>
                    <a:pt x="525" y="157"/>
                  </a:lnTo>
                  <a:lnTo>
                    <a:pt x="527" y="157"/>
                  </a:lnTo>
                  <a:lnTo>
                    <a:pt x="532" y="151"/>
                  </a:lnTo>
                  <a:lnTo>
                    <a:pt x="528" y="151"/>
                  </a:lnTo>
                  <a:lnTo>
                    <a:pt x="520" y="143"/>
                  </a:lnTo>
                  <a:lnTo>
                    <a:pt x="517" y="145"/>
                  </a:lnTo>
                  <a:lnTo>
                    <a:pt x="513" y="145"/>
                  </a:lnTo>
                  <a:lnTo>
                    <a:pt x="509" y="143"/>
                  </a:lnTo>
                  <a:lnTo>
                    <a:pt x="506" y="140"/>
                  </a:lnTo>
                  <a:lnTo>
                    <a:pt x="505" y="140"/>
                  </a:lnTo>
                  <a:lnTo>
                    <a:pt x="502" y="143"/>
                  </a:lnTo>
                  <a:lnTo>
                    <a:pt x="496" y="143"/>
                  </a:lnTo>
                  <a:lnTo>
                    <a:pt x="489" y="132"/>
                  </a:lnTo>
                  <a:lnTo>
                    <a:pt x="485" y="130"/>
                  </a:lnTo>
                  <a:lnTo>
                    <a:pt x="481" y="125"/>
                  </a:lnTo>
                  <a:lnTo>
                    <a:pt x="473" y="122"/>
                  </a:lnTo>
                  <a:lnTo>
                    <a:pt x="472" y="114"/>
                  </a:lnTo>
                  <a:lnTo>
                    <a:pt x="467" y="107"/>
                  </a:lnTo>
                  <a:lnTo>
                    <a:pt x="466" y="107"/>
                  </a:lnTo>
                  <a:lnTo>
                    <a:pt x="462" y="112"/>
                  </a:lnTo>
                  <a:lnTo>
                    <a:pt x="462" y="115"/>
                  </a:lnTo>
                  <a:lnTo>
                    <a:pt x="459" y="118"/>
                  </a:lnTo>
                  <a:lnTo>
                    <a:pt x="453" y="120"/>
                  </a:lnTo>
                  <a:lnTo>
                    <a:pt x="452" y="121"/>
                  </a:lnTo>
                  <a:lnTo>
                    <a:pt x="445" y="122"/>
                  </a:lnTo>
                  <a:lnTo>
                    <a:pt x="443" y="119"/>
                  </a:lnTo>
                  <a:lnTo>
                    <a:pt x="439" y="119"/>
                  </a:lnTo>
                  <a:lnTo>
                    <a:pt x="433" y="116"/>
                  </a:lnTo>
                  <a:lnTo>
                    <a:pt x="428" y="116"/>
                  </a:lnTo>
                  <a:lnTo>
                    <a:pt x="426" y="115"/>
                  </a:lnTo>
                  <a:lnTo>
                    <a:pt x="426" y="110"/>
                  </a:lnTo>
                  <a:lnTo>
                    <a:pt x="427" y="108"/>
                  </a:lnTo>
                  <a:lnTo>
                    <a:pt x="427" y="103"/>
                  </a:lnTo>
                  <a:lnTo>
                    <a:pt x="423" y="99"/>
                  </a:lnTo>
                  <a:lnTo>
                    <a:pt x="416" y="103"/>
                  </a:lnTo>
                  <a:lnTo>
                    <a:pt x="415" y="102"/>
                  </a:lnTo>
                  <a:lnTo>
                    <a:pt x="409" y="102"/>
                  </a:lnTo>
                  <a:lnTo>
                    <a:pt x="408" y="101"/>
                  </a:lnTo>
                  <a:lnTo>
                    <a:pt x="404" y="101"/>
                  </a:lnTo>
                  <a:lnTo>
                    <a:pt x="399" y="96"/>
                  </a:lnTo>
                  <a:lnTo>
                    <a:pt x="390" y="100"/>
                  </a:lnTo>
                  <a:lnTo>
                    <a:pt x="387" y="103"/>
                  </a:lnTo>
                  <a:lnTo>
                    <a:pt x="383" y="105"/>
                  </a:lnTo>
                  <a:lnTo>
                    <a:pt x="382" y="98"/>
                  </a:lnTo>
                  <a:lnTo>
                    <a:pt x="380" y="95"/>
                  </a:lnTo>
                  <a:lnTo>
                    <a:pt x="377" y="96"/>
                  </a:lnTo>
                  <a:lnTo>
                    <a:pt x="374" y="98"/>
                  </a:lnTo>
                  <a:lnTo>
                    <a:pt x="374" y="93"/>
                  </a:lnTo>
                  <a:lnTo>
                    <a:pt x="369" y="88"/>
                  </a:lnTo>
                  <a:lnTo>
                    <a:pt x="369" y="87"/>
                  </a:lnTo>
                  <a:lnTo>
                    <a:pt x="366" y="83"/>
                  </a:lnTo>
                  <a:lnTo>
                    <a:pt x="365" y="75"/>
                  </a:lnTo>
                  <a:lnTo>
                    <a:pt x="367" y="71"/>
                  </a:lnTo>
                  <a:lnTo>
                    <a:pt x="367" y="60"/>
                  </a:lnTo>
                  <a:lnTo>
                    <a:pt x="364" y="55"/>
                  </a:lnTo>
                  <a:lnTo>
                    <a:pt x="361" y="52"/>
                  </a:lnTo>
                  <a:lnTo>
                    <a:pt x="358" y="54"/>
                  </a:lnTo>
                  <a:lnTo>
                    <a:pt x="356" y="53"/>
                  </a:lnTo>
                  <a:lnTo>
                    <a:pt x="348" y="64"/>
                  </a:lnTo>
                  <a:lnTo>
                    <a:pt x="347" y="63"/>
                  </a:lnTo>
                  <a:lnTo>
                    <a:pt x="341" y="66"/>
                  </a:lnTo>
                  <a:lnTo>
                    <a:pt x="334" y="64"/>
                  </a:lnTo>
                  <a:lnTo>
                    <a:pt x="327" y="54"/>
                  </a:lnTo>
                  <a:lnTo>
                    <a:pt x="320" y="60"/>
                  </a:lnTo>
                  <a:lnTo>
                    <a:pt x="316" y="59"/>
                  </a:lnTo>
                  <a:lnTo>
                    <a:pt x="311" y="58"/>
                  </a:lnTo>
                  <a:lnTo>
                    <a:pt x="307" y="61"/>
                  </a:lnTo>
                  <a:lnTo>
                    <a:pt x="301" y="61"/>
                  </a:lnTo>
                  <a:lnTo>
                    <a:pt x="297" y="64"/>
                  </a:lnTo>
                  <a:lnTo>
                    <a:pt x="291" y="64"/>
                  </a:lnTo>
                  <a:lnTo>
                    <a:pt x="289" y="62"/>
                  </a:lnTo>
                  <a:lnTo>
                    <a:pt x="287" y="63"/>
                  </a:lnTo>
                  <a:lnTo>
                    <a:pt x="287" y="61"/>
                  </a:lnTo>
                  <a:lnTo>
                    <a:pt x="282" y="60"/>
                  </a:lnTo>
                  <a:lnTo>
                    <a:pt x="279" y="60"/>
                  </a:lnTo>
                  <a:lnTo>
                    <a:pt x="269" y="66"/>
                  </a:lnTo>
                  <a:lnTo>
                    <a:pt x="267" y="66"/>
                  </a:lnTo>
                  <a:lnTo>
                    <a:pt x="265" y="68"/>
                  </a:lnTo>
                  <a:lnTo>
                    <a:pt x="263" y="68"/>
                  </a:lnTo>
                  <a:lnTo>
                    <a:pt x="259" y="64"/>
                  </a:lnTo>
                  <a:lnTo>
                    <a:pt x="247" y="59"/>
                  </a:lnTo>
                  <a:lnTo>
                    <a:pt x="245" y="60"/>
                  </a:lnTo>
                  <a:lnTo>
                    <a:pt x="238" y="55"/>
                  </a:lnTo>
                  <a:lnTo>
                    <a:pt x="235" y="55"/>
                  </a:lnTo>
                  <a:lnTo>
                    <a:pt x="227" y="52"/>
                  </a:lnTo>
                  <a:lnTo>
                    <a:pt x="221" y="48"/>
                  </a:lnTo>
                  <a:lnTo>
                    <a:pt x="216" y="48"/>
                  </a:lnTo>
                  <a:lnTo>
                    <a:pt x="213" y="50"/>
                  </a:lnTo>
                  <a:lnTo>
                    <a:pt x="200" y="37"/>
                  </a:lnTo>
                  <a:lnTo>
                    <a:pt x="199" y="33"/>
                  </a:lnTo>
                  <a:lnTo>
                    <a:pt x="195" y="32"/>
                  </a:lnTo>
                  <a:lnTo>
                    <a:pt x="192" y="28"/>
                  </a:lnTo>
                  <a:lnTo>
                    <a:pt x="190" y="27"/>
                  </a:lnTo>
                  <a:lnTo>
                    <a:pt x="190" y="19"/>
                  </a:lnTo>
                  <a:lnTo>
                    <a:pt x="178" y="6"/>
                  </a:lnTo>
                  <a:lnTo>
                    <a:pt x="173" y="3"/>
                  </a:lnTo>
                  <a:lnTo>
                    <a:pt x="170" y="0"/>
                  </a:lnTo>
                  <a:lnTo>
                    <a:pt x="168" y="1"/>
                  </a:lnTo>
                  <a:lnTo>
                    <a:pt x="164" y="4"/>
                  </a:lnTo>
                  <a:lnTo>
                    <a:pt x="160" y="5"/>
                  </a:lnTo>
                  <a:lnTo>
                    <a:pt x="157" y="10"/>
                  </a:lnTo>
                  <a:lnTo>
                    <a:pt x="154" y="10"/>
                  </a:lnTo>
                  <a:lnTo>
                    <a:pt x="151" y="13"/>
                  </a:lnTo>
                  <a:lnTo>
                    <a:pt x="150" y="13"/>
                  </a:lnTo>
                  <a:lnTo>
                    <a:pt x="147" y="11"/>
                  </a:lnTo>
                  <a:lnTo>
                    <a:pt x="143" y="11"/>
                  </a:lnTo>
                  <a:lnTo>
                    <a:pt x="141" y="9"/>
                  </a:lnTo>
                  <a:lnTo>
                    <a:pt x="142" y="8"/>
                  </a:lnTo>
                  <a:lnTo>
                    <a:pt x="140" y="3"/>
                  </a:lnTo>
                  <a:lnTo>
                    <a:pt x="139" y="3"/>
                  </a:lnTo>
                  <a:lnTo>
                    <a:pt x="135" y="8"/>
                  </a:lnTo>
                  <a:lnTo>
                    <a:pt x="117" y="10"/>
                  </a:lnTo>
                  <a:lnTo>
                    <a:pt x="115" y="8"/>
                  </a:lnTo>
                  <a:lnTo>
                    <a:pt x="103" y="8"/>
                  </a:lnTo>
                  <a:lnTo>
                    <a:pt x="102" y="7"/>
                  </a:lnTo>
                  <a:lnTo>
                    <a:pt x="98" y="7"/>
                  </a:lnTo>
                  <a:lnTo>
                    <a:pt x="97" y="6"/>
                  </a:lnTo>
                  <a:lnTo>
                    <a:pt x="95" y="6"/>
                  </a:lnTo>
                  <a:lnTo>
                    <a:pt x="93" y="5"/>
                  </a:lnTo>
                  <a:lnTo>
                    <a:pt x="91" y="5"/>
                  </a:lnTo>
                  <a:lnTo>
                    <a:pt x="89" y="6"/>
                  </a:lnTo>
                  <a:lnTo>
                    <a:pt x="86" y="6"/>
                  </a:lnTo>
                  <a:lnTo>
                    <a:pt x="85" y="5"/>
                  </a:lnTo>
                  <a:lnTo>
                    <a:pt x="76" y="5"/>
                  </a:lnTo>
                  <a:lnTo>
                    <a:pt x="75" y="7"/>
                  </a:lnTo>
                  <a:lnTo>
                    <a:pt x="71" y="6"/>
                  </a:lnTo>
                  <a:lnTo>
                    <a:pt x="67" y="11"/>
                  </a:lnTo>
                  <a:lnTo>
                    <a:pt x="68" y="13"/>
                  </a:lnTo>
                  <a:lnTo>
                    <a:pt x="69" y="13"/>
                  </a:lnTo>
                  <a:lnTo>
                    <a:pt x="72" y="15"/>
                  </a:lnTo>
                  <a:lnTo>
                    <a:pt x="82" y="14"/>
                  </a:lnTo>
                  <a:lnTo>
                    <a:pt x="83" y="15"/>
                  </a:lnTo>
                  <a:lnTo>
                    <a:pt x="85" y="15"/>
                  </a:lnTo>
                  <a:lnTo>
                    <a:pt x="89" y="18"/>
                  </a:lnTo>
                  <a:lnTo>
                    <a:pt x="90" y="28"/>
                  </a:lnTo>
                  <a:lnTo>
                    <a:pt x="88" y="29"/>
                  </a:lnTo>
                  <a:lnTo>
                    <a:pt x="89" y="31"/>
                  </a:lnTo>
                  <a:lnTo>
                    <a:pt x="98" y="31"/>
                  </a:lnTo>
                  <a:lnTo>
                    <a:pt x="99" y="32"/>
                  </a:lnTo>
                  <a:lnTo>
                    <a:pt x="105" y="32"/>
                  </a:lnTo>
                  <a:lnTo>
                    <a:pt x="105" y="33"/>
                  </a:lnTo>
                  <a:lnTo>
                    <a:pt x="108" y="33"/>
                  </a:lnTo>
                  <a:lnTo>
                    <a:pt x="115" y="38"/>
                  </a:lnTo>
                  <a:lnTo>
                    <a:pt x="115" y="42"/>
                  </a:lnTo>
                  <a:lnTo>
                    <a:pt x="116" y="42"/>
                  </a:lnTo>
                  <a:lnTo>
                    <a:pt x="116" y="50"/>
                  </a:lnTo>
                  <a:lnTo>
                    <a:pt x="118" y="50"/>
                  </a:lnTo>
                  <a:lnTo>
                    <a:pt x="118" y="56"/>
                  </a:lnTo>
                  <a:lnTo>
                    <a:pt x="115" y="57"/>
                  </a:lnTo>
                  <a:lnTo>
                    <a:pt x="112" y="55"/>
                  </a:lnTo>
                  <a:lnTo>
                    <a:pt x="110" y="57"/>
                  </a:lnTo>
                  <a:lnTo>
                    <a:pt x="109" y="60"/>
                  </a:lnTo>
                  <a:lnTo>
                    <a:pt x="105" y="62"/>
                  </a:lnTo>
                  <a:lnTo>
                    <a:pt x="102" y="59"/>
                  </a:lnTo>
                  <a:lnTo>
                    <a:pt x="99" y="59"/>
                  </a:lnTo>
                  <a:lnTo>
                    <a:pt x="98" y="58"/>
                  </a:lnTo>
                  <a:lnTo>
                    <a:pt x="94" y="59"/>
                  </a:lnTo>
                  <a:lnTo>
                    <a:pt x="88" y="60"/>
                  </a:lnTo>
                  <a:lnTo>
                    <a:pt x="86" y="58"/>
                  </a:lnTo>
                  <a:lnTo>
                    <a:pt x="80" y="58"/>
                  </a:lnTo>
                  <a:lnTo>
                    <a:pt x="75" y="65"/>
                  </a:lnTo>
                  <a:lnTo>
                    <a:pt x="75" y="69"/>
                  </a:lnTo>
                  <a:lnTo>
                    <a:pt x="71" y="73"/>
                  </a:lnTo>
                  <a:lnTo>
                    <a:pt x="72" y="83"/>
                  </a:lnTo>
                  <a:lnTo>
                    <a:pt x="73" y="84"/>
                  </a:lnTo>
                  <a:lnTo>
                    <a:pt x="73" y="86"/>
                  </a:lnTo>
                  <a:lnTo>
                    <a:pt x="75" y="88"/>
                  </a:lnTo>
                  <a:lnTo>
                    <a:pt x="77" y="88"/>
                  </a:lnTo>
                  <a:lnTo>
                    <a:pt x="79" y="90"/>
                  </a:lnTo>
                  <a:lnTo>
                    <a:pt x="79" y="103"/>
                  </a:lnTo>
                  <a:lnTo>
                    <a:pt x="78" y="104"/>
                  </a:lnTo>
                  <a:lnTo>
                    <a:pt x="78" y="112"/>
                  </a:lnTo>
                  <a:lnTo>
                    <a:pt x="80" y="113"/>
                  </a:lnTo>
                  <a:lnTo>
                    <a:pt x="81" y="117"/>
                  </a:lnTo>
                  <a:lnTo>
                    <a:pt x="80" y="133"/>
                  </a:lnTo>
                  <a:close/>
                </a:path>
              </a:pathLst>
            </a:custGeom>
            <a:grpFill/>
            <a:ln w="28575">
              <a:noFill/>
              <a:prstDash val="sysDot"/>
              <a:round/>
              <a:headEnd/>
              <a:tailEnd/>
            </a:ln>
          </p:spPr>
          <p:txBody>
            <a:bodyPr/>
            <a:lstStyle/>
            <a:p>
              <a:endParaRPr lang="zh-CN" altLang="en-US" kern="0" dirty="0">
                <a:solidFill>
                  <a:prstClr val="black"/>
                </a:solidFill>
                <a:ea typeface="微软雅黑" pitchFamily="34" charset="-122"/>
              </a:endParaRPr>
            </a:p>
          </p:txBody>
        </p:sp>
        <p:sp>
          <p:nvSpPr>
            <p:cNvPr id="38" name="Freeform 38"/>
            <p:cNvSpPr>
              <a:spLocks/>
            </p:cNvSpPr>
            <p:nvPr/>
          </p:nvSpPr>
          <p:spPr bwMode="auto">
            <a:xfrm>
              <a:off x="5034687" y="4418124"/>
              <a:ext cx="736600" cy="844550"/>
            </a:xfrm>
            <a:custGeom>
              <a:avLst/>
              <a:gdLst>
                <a:gd name="T0" fmla="*/ 2147483647 w 402"/>
                <a:gd name="T1" fmla="*/ 2147483647 h 442"/>
                <a:gd name="T2" fmla="*/ 2147483647 w 402"/>
                <a:gd name="T3" fmla="*/ 2147483647 h 442"/>
                <a:gd name="T4" fmla="*/ 2147483647 w 402"/>
                <a:gd name="T5" fmla="*/ 2147483647 h 442"/>
                <a:gd name="T6" fmla="*/ 2147483647 w 402"/>
                <a:gd name="T7" fmla="*/ 2147483647 h 442"/>
                <a:gd name="T8" fmla="*/ 2147483647 w 402"/>
                <a:gd name="T9" fmla="*/ 2147483647 h 442"/>
                <a:gd name="T10" fmla="*/ 2147483647 w 402"/>
                <a:gd name="T11" fmla="*/ 2147483647 h 442"/>
                <a:gd name="T12" fmla="*/ 2147483647 w 402"/>
                <a:gd name="T13" fmla="*/ 2147483647 h 442"/>
                <a:gd name="T14" fmla="*/ 2147483647 w 402"/>
                <a:gd name="T15" fmla="*/ 2147483647 h 442"/>
                <a:gd name="T16" fmla="*/ 2147483647 w 402"/>
                <a:gd name="T17" fmla="*/ 2147483647 h 442"/>
                <a:gd name="T18" fmla="*/ 2147483647 w 402"/>
                <a:gd name="T19" fmla="*/ 2147483647 h 442"/>
                <a:gd name="T20" fmla="*/ 2147483647 w 402"/>
                <a:gd name="T21" fmla="*/ 2147483647 h 442"/>
                <a:gd name="T22" fmla="*/ 2147483647 w 402"/>
                <a:gd name="T23" fmla="*/ 2147483647 h 442"/>
                <a:gd name="T24" fmla="*/ 2147483647 w 402"/>
                <a:gd name="T25" fmla="*/ 2147483647 h 442"/>
                <a:gd name="T26" fmla="*/ 2147483647 w 402"/>
                <a:gd name="T27" fmla="*/ 2147483647 h 442"/>
                <a:gd name="T28" fmla="*/ 2147483647 w 402"/>
                <a:gd name="T29" fmla="*/ 2147483647 h 442"/>
                <a:gd name="T30" fmla="*/ 2147483647 w 402"/>
                <a:gd name="T31" fmla="*/ 2147483647 h 442"/>
                <a:gd name="T32" fmla="*/ 2147483647 w 402"/>
                <a:gd name="T33" fmla="*/ 2147483647 h 442"/>
                <a:gd name="T34" fmla="*/ 2147483647 w 402"/>
                <a:gd name="T35" fmla="*/ 2147483647 h 442"/>
                <a:gd name="T36" fmla="*/ 2147483647 w 402"/>
                <a:gd name="T37" fmla="*/ 2147483647 h 442"/>
                <a:gd name="T38" fmla="*/ 2147483647 w 402"/>
                <a:gd name="T39" fmla="*/ 2147483647 h 442"/>
                <a:gd name="T40" fmla="*/ 2147483647 w 402"/>
                <a:gd name="T41" fmla="*/ 2147483647 h 442"/>
                <a:gd name="T42" fmla="*/ 2147483647 w 402"/>
                <a:gd name="T43" fmla="*/ 2147483647 h 442"/>
                <a:gd name="T44" fmla="*/ 2147483647 w 402"/>
                <a:gd name="T45" fmla="*/ 2147483647 h 442"/>
                <a:gd name="T46" fmla="*/ 2147483647 w 402"/>
                <a:gd name="T47" fmla="*/ 2147483647 h 442"/>
                <a:gd name="T48" fmla="*/ 2147483647 w 402"/>
                <a:gd name="T49" fmla="*/ 2147483647 h 442"/>
                <a:gd name="T50" fmla="*/ 2147483647 w 402"/>
                <a:gd name="T51" fmla="*/ 2147483647 h 442"/>
                <a:gd name="T52" fmla="*/ 2147483647 w 402"/>
                <a:gd name="T53" fmla="*/ 2147483647 h 442"/>
                <a:gd name="T54" fmla="*/ 2147483647 w 402"/>
                <a:gd name="T55" fmla="*/ 2147483647 h 442"/>
                <a:gd name="T56" fmla="*/ 2147483647 w 402"/>
                <a:gd name="T57" fmla="*/ 2147483647 h 442"/>
                <a:gd name="T58" fmla="*/ 2147483647 w 402"/>
                <a:gd name="T59" fmla="*/ 2147483647 h 442"/>
                <a:gd name="T60" fmla="*/ 2147483647 w 402"/>
                <a:gd name="T61" fmla="*/ 2147483647 h 442"/>
                <a:gd name="T62" fmla="*/ 2147483647 w 402"/>
                <a:gd name="T63" fmla="*/ 2147483647 h 442"/>
                <a:gd name="T64" fmla="*/ 2147483647 w 402"/>
                <a:gd name="T65" fmla="*/ 2147483647 h 442"/>
                <a:gd name="T66" fmla="*/ 2147483647 w 402"/>
                <a:gd name="T67" fmla="*/ 2147483647 h 442"/>
                <a:gd name="T68" fmla="*/ 2147483647 w 402"/>
                <a:gd name="T69" fmla="*/ 2147483647 h 442"/>
                <a:gd name="T70" fmla="*/ 2147483647 w 402"/>
                <a:gd name="T71" fmla="*/ 2147483647 h 442"/>
                <a:gd name="T72" fmla="*/ 2147483647 w 402"/>
                <a:gd name="T73" fmla="*/ 2147483647 h 442"/>
                <a:gd name="T74" fmla="*/ 2147483647 w 402"/>
                <a:gd name="T75" fmla="*/ 2147483647 h 442"/>
                <a:gd name="T76" fmla="*/ 2147483647 w 402"/>
                <a:gd name="T77" fmla="*/ 2147483647 h 442"/>
                <a:gd name="T78" fmla="*/ 2147483647 w 402"/>
                <a:gd name="T79" fmla="*/ 2147483647 h 442"/>
                <a:gd name="T80" fmla="*/ 2147483647 w 402"/>
                <a:gd name="T81" fmla="*/ 2147483647 h 442"/>
                <a:gd name="T82" fmla="*/ 2147483647 w 402"/>
                <a:gd name="T83" fmla="*/ 2147483647 h 442"/>
                <a:gd name="T84" fmla="*/ 2147483647 w 402"/>
                <a:gd name="T85" fmla="*/ 2147483647 h 442"/>
                <a:gd name="T86" fmla="*/ 2147483647 w 402"/>
                <a:gd name="T87" fmla="*/ 2147483647 h 442"/>
                <a:gd name="T88" fmla="*/ 2147483647 w 402"/>
                <a:gd name="T89" fmla="*/ 2147483647 h 442"/>
                <a:gd name="T90" fmla="*/ 2147483647 w 402"/>
                <a:gd name="T91" fmla="*/ 2147483647 h 442"/>
                <a:gd name="T92" fmla="*/ 2147483647 w 402"/>
                <a:gd name="T93" fmla="*/ 2147483647 h 442"/>
                <a:gd name="T94" fmla="*/ 2147483647 w 402"/>
                <a:gd name="T95" fmla="*/ 2147483647 h 442"/>
                <a:gd name="T96" fmla="*/ 2147483647 w 402"/>
                <a:gd name="T97" fmla="*/ 2147483647 h 442"/>
                <a:gd name="T98" fmla="*/ 2147483647 w 402"/>
                <a:gd name="T99" fmla="*/ 2147483647 h 442"/>
                <a:gd name="T100" fmla="*/ 2147483647 w 402"/>
                <a:gd name="T101" fmla="*/ 2147483647 h 442"/>
                <a:gd name="T102" fmla="*/ 2147483647 w 402"/>
                <a:gd name="T103" fmla="*/ 2147483647 h 442"/>
                <a:gd name="T104" fmla="*/ 2147483647 w 402"/>
                <a:gd name="T105" fmla="*/ 2147483647 h 442"/>
                <a:gd name="T106" fmla="*/ 2147483647 w 402"/>
                <a:gd name="T107" fmla="*/ 2147483647 h 442"/>
                <a:gd name="T108" fmla="*/ 2147483647 w 402"/>
                <a:gd name="T109" fmla="*/ 2147483647 h 44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402"/>
                <a:gd name="T166" fmla="*/ 0 h 442"/>
                <a:gd name="T167" fmla="*/ 402 w 402"/>
                <a:gd name="T168" fmla="*/ 442 h 442"/>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402" h="442">
                  <a:moveTo>
                    <a:pt x="51" y="338"/>
                  </a:moveTo>
                  <a:lnTo>
                    <a:pt x="52" y="336"/>
                  </a:lnTo>
                  <a:lnTo>
                    <a:pt x="52" y="332"/>
                  </a:lnTo>
                  <a:lnTo>
                    <a:pt x="53" y="331"/>
                  </a:lnTo>
                  <a:lnTo>
                    <a:pt x="53" y="326"/>
                  </a:lnTo>
                  <a:lnTo>
                    <a:pt x="51" y="324"/>
                  </a:lnTo>
                  <a:lnTo>
                    <a:pt x="51" y="321"/>
                  </a:lnTo>
                  <a:lnTo>
                    <a:pt x="50" y="320"/>
                  </a:lnTo>
                  <a:lnTo>
                    <a:pt x="49" y="314"/>
                  </a:lnTo>
                  <a:lnTo>
                    <a:pt x="47" y="313"/>
                  </a:lnTo>
                  <a:lnTo>
                    <a:pt x="44" y="315"/>
                  </a:lnTo>
                  <a:lnTo>
                    <a:pt x="40" y="316"/>
                  </a:lnTo>
                  <a:lnTo>
                    <a:pt x="36" y="313"/>
                  </a:lnTo>
                  <a:lnTo>
                    <a:pt x="44" y="302"/>
                  </a:lnTo>
                  <a:lnTo>
                    <a:pt x="43" y="288"/>
                  </a:lnTo>
                  <a:lnTo>
                    <a:pt x="39" y="285"/>
                  </a:lnTo>
                  <a:lnTo>
                    <a:pt x="40" y="284"/>
                  </a:lnTo>
                  <a:lnTo>
                    <a:pt x="42" y="284"/>
                  </a:lnTo>
                  <a:lnTo>
                    <a:pt x="46" y="278"/>
                  </a:lnTo>
                  <a:lnTo>
                    <a:pt x="50" y="277"/>
                  </a:lnTo>
                  <a:lnTo>
                    <a:pt x="51" y="276"/>
                  </a:lnTo>
                  <a:lnTo>
                    <a:pt x="51" y="269"/>
                  </a:lnTo>
                  <a:lnTo>
                    <a:pt x="48" y="266"/>
                  </a:lnTo>
                  <a:lnTo>
                    <a:pt x="48" y="265"/>
                  </a:lnTo>
                  <a:lnTo>
                    <a:pt x="52" y="262"/>
                  </a:lnTo>
                  <a:lnTo>
                    <a:pt x="52" y="260"/>
                  </a:lnTo>
                  <a:lnTo>
                    <a:pt x="53" y="259"/>
                  </a:lnTo>
                  <a:lnTo>
                    <a:pt x="53" y="256"/>
                  </a:lnTo>
                  <a:lnTo>
                    <a:pt x="47" y="250"/>
                  </a:lnTo>
                  <a:lnTo>
                    <a:pt x="47" y="248"/>
                  </a:lnTo>
                  <a:lnTo>
                    <a:pt x="44" y="244"/>
                  </a:lnTo>
                  <a:lnTo>
                    <a:pt x="29" y="245"/>
                  </a:lnTo>
                  <a:lnTo>
                    <a:pt x="25" y="251"/>
                  </a:lnTo>
                  <a:lnTo>
                    <a:pt x="21" y="251"/>
                  </a:lnTo>
                  <a:lnTo>
                    <a:pt x="18" y="248"/>
                  </a:lnTo>
                  <a:lnTo>
                    <a:pt x="15" y="249"/>
                  </a:lnTo>
                  <a:lnTo>
                    <a:pt x="10" y="252"/>
                  </a:lnTo>
                  <a:lnTo>
                    <a:pt x="8" y="256"/>
                  </a:lnTo>
                  <a:lnTo>
                    <a:pt x="3" y="259"/>
                  </a:lnTo>
                  <a:lnTo>
                    <a:pt x="1" y="258"/>
                  </a:lnTo>
                  <a:lnTo>
                    <a:pt x="0" y="253"/>
                  </a:lnTo>
                  <a:lnTo>
                    <a:pt x="6" y="247"/>
                  </a:lnTo>
                  <a:lnTo>
                    <a:pt x="7" y="243"/>
                  </a:lnTo>
                  <a:lnTo>
                    <a:pt x="14" y="237"/>
                  </a:lnTo>
                  <a:lnTo>
                    <a:pt x="20" y="225"/>
                  </a:lnTo>
                  <a:lnTo>
                    <a:pt x="34" y="224"/>
                  </a:lnTo>
                  <a:lnTo>
                    <a:pt x="38" y="221"/>
                  </a:lnTo>
                  <a:lnTo>
                    <a:pt x="39" y="217"/>
                  </a:lnTo>
                  <a:lnTo>
                    <a:pt x="42" y="213"/>
                  </a:lnTo>
                  <a:lnTo>
                    <a:pt x="45" y="212"/>
                  </a:lnTo>
                  <a:lnTo>
                    <a:pt x="45" y="207"/>
                  </a:lnTo>
                  <a:lnTo>
                    <a:pt x="44" y="205"/>
                  </a:lnTo>
                  <a:lnTo>
                    <a:pt x="44" y="201"/>
                  </a:lnTo>
                  <a:lnTo>
                    <a:pt x="41" y="199"/>
                  </a:lnTo>
                  <a:lnTo>
                    <a:pt x="37" y="197"/>
                  </a:lnTo>
                  <a:lnTo>
                    <a:pt x="32" y="191"/>
                  </a:lnTo>
                  <a:lnTo>
                    <a:pt x="31" y="174"/>
                  </a:lnTo>
                  <a:lnTo>
                    <a:pt x="33" y="164"/>
                  </a:lnTo>
                  <a:lnTo>
                    <a:pt x="32" y="154"/>
                  </a:lnTo>
                  <a:lnTo>
                    <a:pt x="26" y="150"/>
                  </a:lnTo>
                  <a:lnTo>
                    <a:pt x="25" y="140"/>
                  </a:lnTo>
                  <a:lnTo>
                    <a:pt x="27" y="136"/>
                  </a:lnTo>
                  <a:lnTo>
                    <a:pt x="26" y="135"/>
                  </a:lnTo>
                  <a:lnTo>
                    <a:pt x="28" y="133"/>
                  </a:lnTo>
                  <a:lnTo>
                    <a:pt x="27" y="132"/>
                  </a:lnTo>
                  <a:lnTo>
                    <a:pt x="29" y="129"/>
                  </a:lnTo>
                  <a:lnTo>
                    <a:pt x="26" y="127"/>
                  </a:lnTo>
                  <a:lnTo>
                    <a:pt x="22" y="128"/>
                  </a:lnTo>
                  <a:lnTo>
                    <a:pt x="21" y="127"/>
                  </a:lnTo>
                  <a:lnTo>
                    <a:pt x="20" y="123"/>
                  </a:lnTo>
                  <a:lnTo>
                    <a:pt x="28" y="115"/>
                  </a:lnTo>
                  <a:lnTo>
                    <a:pt x="22" y="110"/>
                  </a:lnTo>
                  <a:lnTo>
                    <a:pt x="22" y="103"/>
                  </a:lnTo>
                  <a:lnTo>
                    <a:pt x="26" y="94"/>
                  </a:lnTo>
                  <a:lnTo>
                    <a:pt x="26" y="89"/>
                  </a:lnTo>
                  <a:lnTo>
                    <a:pt x="23" y="83"/>
                  </a:lnTo>
                  <a:lnTo>
                    <a:pt x="25" y="81"/>
                  </a:lnTo>
                  <a:lnTo>
                    <a:pt x="25" y="77"/>
                  </a:lnTo>
                  <a:lnTo>
                    <a:pt x="30" y="71"/>
                  </a:lnTo>
                  <a:lnTo>
                    <a:pt x="29" y="65"/>
                  </a:lnTo>
                  <a:lnTo>
                    <a:pt x="31" y="63"/>
                  </a:lnTo>
                  <a:lnTo>
                    <a:pt x="30" y="63"/>
                  </a:lnTo>
                  <a:lnTo>
                    <a:pt x="42" y="44"/>
                  </a:lnTo>
                  <a:lnTo>
                    <a:pt x="46" y="43"/>
                  </a:lnTo>
                  <a:lnTo>
                    <a:pt x="53" y="45"/>
                  </a:lnTo>
                  <a:lnTo>
                    <a:pt x="56" y="40"/>
                  </a:lnTo>
                  <a:lnTo>
                    <a:pt x="61" y="33"/>
                  </a:lnTo>
                  <a:lnTo>
                    <a:pt x="68" y="32"/>
                  </a:lnTo>
                  <a:lnTo>
                    <a:pt x="73" y="30"/>
                  </a:lnTo>
                  <a:lnTo>
                    <a:pt x="79" y="30"/>
                  </a:lnTo>
                  <a:lnTo>
                    <a:pt x="80" y="30"/>
                  </a:lnTo>
                  <a:lnTo>
                    <a:pt x="82" y="30"/>
                  </a:lnTo>
                  <a:lnTo>
                    <a:pt x="101" y="40"/>
                  </a:lnTo>
                  <a:lnTo>
                    <a:pt x="107" y="37"/>
                  </a:lnTo>
                  <a:lnTo>
                    <a:pt x="108" y="36"/>
                  </a:lnTo>
                  <a:lnTo>
                    <a:pt x="110" y="35"/>
                  </a:lnTo>
                  <a:lnTo>
                    <a:pt x="117" y="30"/>
                  </a:lnTo>
                  <a:lnTo>
                    <a:pt x="121" y="32"/>
                  </a:lnTo>
                  <a:lnTo>
                    <a:pt x="119" y="24"/>
                  </a:lnTo>
                  <a:lnTo>
                    <a:pt x="115" y="22"/>
                  </a:lnTo>
                  <a:lnTo>
                    <a:pt x="111" y="19"/>
                  </a:lnTo>
                  <a:lnTo>
                    <a:pt x="111" y="9"/>
                  </a:lnTo>
                  <a:lnTo>
                    <a:pt x="112" y="5"/>
                  </a:lnTo>
                  <a:lnTo>
                    <a:pt x="116" y="5"/>
                  </a:lnTo>
                  <a:lnTo>
                    <a:pt x="117" y="3"/>
                  </a:lnTo>
                  <a:lnTo>
                    <a:pt x="124" y="4"/>
                  </a:lnTo>
                  <a:lnTo>
                    <a:pt x="127" y="3"/>
                  </a:lnTo>
                  <a:lnTo>
                    <a:pt x="127" y="0"/>
                  </a:lnTo>
                  <a:lnTo>
                    <a:pt x="134" y="0"/>
                  </a:lnTo>
                  <a:lnTo>
                    <a:pt x="138" y="4"/>
                  </a:lnTo>
                  <a:lnTo>
                    <a:pt x="147" y="3"/>
                  </a:lnTo>
                  <a:lnTo>
                    <a:pt x="149" y="4"/>
                  </a:lnTo>
                  <a:lnTo>
                    <a:pt x="155" y="5"/>
                  </a:lnTo>
                  <a:lnTo>
                    <a:pt x="158" y="4"/>
                  </a:lnTo>
                  <a:lnTo>
                    <a:pt x="165" y="7"/>
                  </a:lnTo>
                  <a:lnTo>
                    <a:pt x="166" y="8"/>
                  </a:lnTo>
                  <a:lnTo>
                    <a:pt x="169" y="10"/>
                  </a:lnTo>
                  <a:lnTo>
                    <a:pt x="171" y="10"/>
                  </a:lnTo>
                  <a:lnTo>
                    <a:pt x="177" y="12"/>
                  </a:lnTo>
                  <a:lnTo>
                    <a:pt x="182" y="12"/>
                  </a:lnTo>
                  <a:lnTo>
                    <a:pt x="183" y="13"/>
                  </a:lnTo>
                  <a:lnTo>
                    <a:pt x="187" y="13"/>
                  </a:lnTo>
                  <a:lnTo>
                    <a:pt x="190" y="14"/>
                  </a:lnTo>
                  <a:lnTo>
                    <a:pt x="205" y="14"/>
                  </a:lnTo>
                  <a:lnTo>
                    <a:pt x="219" y="25"/>
                  </a:lnTo>
                  <a:lnTo>
                    <a:pt x="219" y="27"/>
                  </a:lnTo>
                  <a:lnTo>
                    <a:pt x="222" y="30"/>
                  </a:lnTo>
                  <a:lnTo>
                    <a:pt x="224" y="29"/>
                  </a:lnTo>
                  <a:lnTo>
                    <a:pt x="226" y="31"/>
                  </a:lnTo>
                  <a:lnTo>
                    <a:pt x="230" y="30"/>
                  </a:lnTo>
                  <a:lnTo>
                    <a:pt x="237" y="36"/>
                  </a:lnTo>
                  <a:lnTo>
                    <a:pt x="237" y="39"/>
                  </a:lnTo>
                  <a:lnTo>
                    <a:pt x="240" y="39"/>
                  </a:lnTo>
                  <a:lnTo>
                    <a:pt x="242" y="39"/>
                  </a:lnTo>
                  <a:lnTo>
                    <a:pt x="247" y="32"/>
                  </a:lnTo>
                  <a:lnTo>
                    <a:pt x="264" y="31"/>
                  </a:lnTo>
                  <a:lnTo>
                    <a:pt x="272" y="24"/>
                  </a:lnTo>
                  <a:lnTo>
                    <a:pt x="273" y="19"/>
                  </a:lnTo>
                  <a:lnTo>
                    <a:pt x="277" y="15"/>
                  </a:lnTo>
                  <a:lnTo>
                    <a:pt x="280" y="20"/>
                  </a:lnTo>
                  <a:lnTo>
                    <a:pt x="280" y="21"/>
                  </a:lnTo>
                  <a:lnTo>
                    <a:pt x="284" y="23"/>
                  </a:lnTo>
                  <a:lnTo>
                    <a:pt x="280" y="28"/>
                  </a:lnTo>
                  <a:lnTo>
                    <a:pt x="280" y="30"/>
                  </a:lnTo>
                  <a:lnTo>
                    <a:pt x="282" y="33"/>
                  </a:lnTo>
                  <a:lnTo>
                    <a:pt x="282" y="36"/>
                  </a:lnTo>
                  <a:lnTo>
                    <a:pt x="285" y="41"/>
                  </a:lnTo>
                  <a:lnTo>
                    <a:pt x="290" y="39"/>
                  </a:lnTo>
                  <a:lnTo>
                    <a:pt x="292" y="43"/>
                  </a:lnTo>
                  <a:lnTo>
                    <a:pt x="299" y="42"/>
                  </a:lnTo>
                  <a:lnTo>
                    <a:pt x="301" y="40"/>
                  </a:lnTo>
                  <a:lnTo>
                    <a:pt x="301" y="38"/>
                  </a:lnTo>
                  <a:lnTo>
                    <a:pt x="305" y="34"/>
                  </a:lnTo>
                  <a:lnTo>
                    <a:pt x="305" y="32"/>
                  </a:lnTo>
                  <a:lnTo>
                    <a:pt x="307" y="31"/>
                  </a:lnTo>
                  <a:lnTo>
                    <a:pt x="307" y="28"/>
                  </a:lnTo>
                  <a:lnTo>
                    <a:pt x="321" y="9"/>
                  </a:lnTo>
                  <a:lnTo>
                    <a:pt x="323" y="10"/>
                  </a:lnTo>
                  <a:lnTo>
                    <a:pt x="323" y="18"/>
                  </a:lnTo>
                  <a:lnTo>
                    <a:pt x="328" y="21"/>
                  </a:lnTo>
                  <a:lnTo>
                    <a:pt x="328" y="20"/>
                  </a:lnTo>
                  <a:lnTo>
                    <a:pt x="334" y="22"/>
                  </a:lnTo>
                  <a:lnTo>
                    <a:pt x="341" y="28"/>
                  </a:lnTo>
                  <a:lnTo>
                    <a:pt x="339" y="39"/>
                  </a:lnTo>
                  <a:lnTo>
                    <a:pt x="333" y="47"/>
                  </a:lnTo>
                  <a:lnTo>
                    <a:pt x="332" y="53"/>
                  </a:lnTo>
                  <a:lnTo>
                    <a:pt x="333" y="55"/>
                  </a:lnTo>
                  <a:lnTo>
                    <a:pt x="335" y="54"/>
                  </a:lnTo>
                  <a:lnTo>
                    <a:pt x="338" y="56"/>
                  </a:lnTo>
                  <a:lnTo>
                    <a:pt x="336" y="59"/>
                  </a:lnTo>
                  <a:lnTo>
                    <a:pt x="337" y="64"/>
                  </a:lnTo>
                  <a:lnTo>
                    <a:pt x="341" y="68"/>
                  </a:lnTo>
                  <a:lnTo>
                    <a:pt x="346" y="67"/>
                  </a:lnTo>
                  <a:lnTo>
                    <a:pt x="347" y="66"/>
                  </a:lnTo>
                  <a:lnTo>
                    <a:pt x="350" y="68"/>
                  </a:lnTo>
                  <a:lnTo>
                    <a:pt x="355" y="70"/>
                  </a:lnTo>
                  <a:lnTo>
                    <a:pt x="358" y="72"/>
                  </a:lnTo>
                  <a:lnTo>
                    <a:pt x="359" y="75"/>
                  </a:lnTo>
                  <a:lnTo>
                    <a:pt x="362" y="76"/>
                  </a:lnTo>
                  <a:lnTo>
                    <a:pt x="366" y="79"/>
                  </a:lnTo>
                  <a:lnTo>
                    <a:pt x="366" y="83"/>
                  </a:lnTo>
                  <a:lnTo>
                    <a:pt x="369" y="86"/>
                  </a:lnTo>
                  <a:lnTo>
                    <a:pt x="371" y="85"/>
                  </a:lnTo>
                  <a:lnTo>
                    <a:pt x="375" y="87"/>
                  </a:lnTo>
                  <a:lnTo>
                    <a:pt x="375" y="89"/>
                  </a:lnTo>
                  <a:lnTo>
                    <a:pt x="374" y="90"/>
                  </a:lnTo>
                  <a:lnTo>
                    <a:pt x="374" y="99"/>
                  </a:lnTo>
                  <a:lnTo>
                    <a:pt x="372" y="102"/>
                  </a:lnTo>
                  <a:lnTo>
                    <a:pt x="373" y="105"/>
                  </a:lnTo>
                  <a:lnTo>
                    <a:pt x="385" y="117"/>
                  </a:lnTo>
                  <a:lnTo>
                    <a:pt x="386" y="123"/>
                  </a:lnTo>
                  <a:lnTo>
                    <a:pt x="377" y="135"/>
                  </a:lnTo>
                  <a:lnTo>
                    <a:pt x="375" y="135"/>
                  </a:lnTo>
                  <a:lnTo>
                    <a:pt x="374" y="137"/>
                  </a:lnTo>
                  <a:lnTo>
                    <a:pt x="372" y="137"/>
                  </a:lnTo>
                  <a:lnTo>
                    <a:pt x="370" y="139"/>
                  </a:lnTo>
                  <a:lnTo>
                    <a:pt x="370" y="142"/>
                  </a:lnTo>
                  <a:lnTo>
                    <a:pt x="372" y="144"/>
                  </a:lnTo>
                  <a:lnTo>
                    <a:pt x="372" y="147"/>
                  </a:lnTo>
                  <a:lnTo>
                    <a:pt x="370" y="150"/>
                  </a:lnTo>
                  <a:lnTo>
                    <a:pt x="368" y="152"/>
                  </a:lnTo>
                  <a:lnTo>
                    <a:pt x="365" y="153"/>
                  </a:lnTo>
                  <a:lnTo>
                    <a:pt x="364" y="155"/>
                  </a:lnTo>
                  <a:lnTo>
                    <a:pt x="361" y="155"/>
                  </a:lnTo>
                  <a:lnTo>
                    <a:pt x="355" y="159"/>
                  </a:lnTo>
                  <a:lnTo>
                    <a:pt x="355" y="161"/>
                  </a:lnTo>
                  <a:lnTo>
                    <a:pt x="354" y="161"/>
                  </a:lnTo>
                  <a:lnTo>
                    <a:pt x="354" y="165"/>
                  </a:lnTo>
                  <a:lnTo>
                    <a:pt x="350" y="167"/>
                  </a:lnTo>
                  <a:lnTo>
                    <a:pt x="350" y="172"/>
                  </a:lnTo>
                  <a:lnTo>
                    <a:pt x="343" y="185"/>
                  </a:lnTo>
                  <a:lnTo>
                    <a:pt x="343" y="206"/>
                  </a:lnTo>
                  <a:lnTo>
                    <a:pt x="345" y="209"/>
                  </a:lnTo>
                  <a:lnTo>
                    <a:pt x="356" y="210"/>
                  </a:lnTo>
                  <a:lnTo>
                    <a:pt x="361" y="207"/>
                  </a:lnTo>
                  <a:lnTo>
                    <a:pt x="363" y="209"/>
                  </a:lnTo>
                  <a:lnTo>
                    <a:pt x="363" y="215"/>
                  </a:lnTo>
                  <a:lnTo>
                    <a:pt x="362" y="217"/>
                  </a:lnTo>
                  <a:lnTo>
                    <a:pt x="362" y="221"/>
                  </a:lnTo>
                  <a:lnTo>
                    <a:pt x="359" y="224"/>
                  </a:lnTo>
                  <a:lnTo>
                    <a:pt x="359" y="228"/>
                  </a:lnTo>
                  <a:lnTo>
                    <a:pt x="371" y="234"/>
                  </a:lnTo>
                  <a:lnTo>
                    <a:pt x="372" y="246"/>
                  </a:lnTo>
                  <a:lnTo>
                    <a:pt x="368" y="252"/>
                  </a:lnTo>
                  <a:lnTo>
                    <a:pt x="370" y="259"/>
                  </a:lnTo>
                  <a:lnTo>
                    <a:pt x="373" y="263"/>
                  </a:lnTo>
                  <a:lnTo>
                    <a:pt x="379" y="264"/>
                  </a:lnTo>
                  <a:lnTo>
                    <a:pt x="384" y="264"/>
                  </a:lnTo>
                  <a:lnTo>
                    <a:pt x="389" y="267"/>
                  </a:lnTo>
                  <a:lnTo>
                    <a:pt x="390" y="280"/>
                  </a:lnTo>
                  <a:lnTo>
                    <a:pt x="389" y="281"/>
                  </a:lnTo>
                  <a:lnTo>
                    <a:pt x="388" y="290"/>
                  </a:lnTo>
                  <a:lnTo>
                    <a:pt x="385" y="295"/>
                  </a:lnTo>
                  <a:lnTo>
                    <a:pt x="383" y="297"/>
                  </a:lnTo>
                  <a:lnTo>
                    <a:pt x="383" y="300"/>
                  </a:lnTo>
                  <a:lnTo>
                    <a:pt x="386" y="301"/>
                  </a:lnTo>
                  <a:lnTo>
                    <a:pt x="394" y="295"/>
                  </a:lnTo>
                  <a:lnTo>
                    <a:pt x="400" y="295"/>
                  </a:lnTo>
                  <a:lnTo>
                    <a:pt x="402" y="296"/>
                  </a:lnTo>
                  <a:lnTo>
                    <a:pt x="397" y="305"/>
                  </a:lnTo>
                  <a:lnTo>
                    <a:pt x="392" y="307"/>
                  </a:lnTo>
                  <a:lnTo>
                    <a:pt x="391" y="308"/>
                  </a:lnTo>
                  <a:lnTo>
                    <a:pt x="389" y="308"/>
                  </a:lnTo>
                  <a:lnTo>
                    <a:pt x="388" y="311"/>
                  </a:lnTo>
                  <a:lnTo>
                    <a:pt x="385" y="312"/>
                  </a:lnTo>
                  <a:lnTo>
                    <a:pt x="385" y="314"/>
                  </a:lnTo>
                  <a:lnTo>
                    <a:pt x="387" y="316"/>
                  </a:lnTo>
                  <a:lnTo>
                    <a:pt x="388" y="322"/>
                  </a:lnTo>
                  <a:lnTo>
                    <a:pt x="384" y="327"/>
                  </a:lnTo>
                  <a:lnTo>
                    <a:pt x="383" y="333"/>
                  </a:lnTo>
                  <a:lnTo>
                    <a:pt x="380" y="335"/>
                  </a:lnTo>
                  <a:lnTo>
                    <a:pt x="380" y="343"/>
                  </a:lnTo>
                  <a:lnTo>
                    <a:pt x="385" y="348"/>
                  </a:lnTo>
                  <a:lnTo>
                    <a:pt x="386" y="353"/>
                  </a:lnTo>
                  <a:lnTo>
                    <a:pt x="385" y="354"/>
                  </a:lnTo>
                  <a:lnTo>
                    <a:pt x="383" y="360"/>
                  </a:lnTo>
                  <a:lnTo>
                    <a:pt x="381" y="362"/>
                  </a:lnTo>
                  <a:lnTo>
                    <a:pt x="375" y="370"/>
                  </a:lnTo>
                  <a:lnTo>
                    <a:pt x="368" y="369"/>
                  </a:lnTo>
                  <a:lnTo>
                    <a:pt x="363" y="372"/>
                  </a:lnTo>
                  <a:lnTo>
                    <a:pt x="358" y="372"/>
                  </a:lnTo>
                  <a:lnTo>
                    <a:pt x="357" y="371"/>
                  </a:lnTo>
                  <a:lnTo>
                    <a:pt x="355" y="371"/>
                  </a:lnTo>
                  <a:lnTo>
                    <a:pt x="352" y="369"/>
                  </a:lnTo>
                  <a:lnTo>
                    <a:pt x="348" y="370"/>
                  </a:lnTo>
                  <a:lnTo>
                    <a:pt x="341" y="363"/>
                  </a:lnTo>
                  <a:lnTo>
                    <a:pt x="338" y="362"/>
                  </a:lnTo>
                  <a:lnTo>
                    <a:pt x="336" y="360"/>
                  </a:lnTo>
                  <a:lnTo>
                    <a:pt x="329" y="361"/>
                  </a:lnTo>
                  <a:lnTo>
                    <a:pt x="318" y="373"/>
                  </a:lnTo>
                  <a:lnTo>
                    <a:pt x="308" y="379"/>
                  </a:lnTo>
                  <a:lnTo>
                    <a:pt x="307" y="378"/>
                  </a:lnTo>
                  <a:lnTo>
                    <a:pt x="304" y="380"/>
                  </a:lnTo>
                  <a:lnTo>
                    <a:pt x="305" y="383"/>
                  </a:lnTo>
                  <a:lnTo>
                    <a:pt x="308" y="386"/>
                  </a:lnTo>
                  <a:lnTo>
                    <a:pt x="315" y="385"/>
                  </a:lnTo>
                  <a:lnTo>
                    <a:pt x="317" y="386"/>
                  </a:lnTo>
                  <a:lnTo>
                    <a:pt x="314" y="390"/>
                  </a:lnTo>
                  <a:lnTo>
                    <a:pt x="314" y="394"/>
                  </a:lnTo>
                  <a:lnTo>
                    <a:pt x="317" y="398"/>
                  </a:lnTo>
                  <a:lnTo>
                    <a:pt x="317" y="406"/>
                  </a:lnTo>
                  <a:lnTo>
                    <a:pt x="314" y="409"/>
                  </a:lnTo>
                  <a:lnTo>
                    <a:pt x="309" y="409"/>
                  </a:lnTo>
                  <a:lnTo>
                    <a:pt x="304" y="412"/>
                  </a:lnTo>
                  <a:lnTo>
                    <a:pt x="303" y="410"/>
                  </a:lnTo>
                  <a:lnTo>
                    <a:pt x="300" y="408"/>
                  </a:lnTo>
                  <a:lnTo>
                    <a:pt x="296" y="400"/>
                  </a:lnTo>
                  <a:lnTo>
                    <a:pt x="296" y="398"/>
                  </a:lnTo>
                  <a:lnTo>
                    <a:pt x="292" y="394"/>
                  </a:lnTo>
                  <a:lnTo>
                    <a:pt x="287" y="394"/>
                  </a:lnTo>
                  <a:lnTo>
                    <a:pt x="285" y="396"/>
                  </a:lnTo>
                  <a:lnTo>
                    <a:pt x="276" y="392"/>
                  </a:lnTo>
                  <a:lnTo>
                    <a:pt x="271" y="393"/>
                  </a:lnTo>
                  <a:lnTo>
                    <a:pt x="259" y="395"/>
                  </a:lnTo>
                  <a:lnTo>
                    <a:pt x="256" y="397"/>
                  </a:lnTo>
                  <a:lnTo>
                    <a:pt x="255" y="406"/>
                  </a:lnTo>
                  <a:lnTo>
                    <a:pt x="254" y="408"/>
                  </a:lnTo>
                  <a:lnTo>
                    <a:pt x="254" y="412"/>
                  </a:lnTo>
                  <a:lnTo>
                    <a:pt x="256" y="414"/>
                  </a:lnTo>
                  <a:lnTo>
                    <a:pt x="256" y="416"/>
                  </a:lnTo>
                  <a:lnTo>
                    <a:pt x="257" y="416"/>
                  </a:lnTo>
                  <a:lnTo>
                    <a:pt x="257" y="421"/>
                  </a:lnTo>
                  <a:lnTo>
                    <a:pt x="255" y="425"/>
                  </a:lnTo>
                  <a:lnTo>
                    <a:pt x="252" y="424"/>
                  </a:lnTo>
                  <a:lnTo>
                    <a:pt x="246" y="430"/>
                  </a:lnTo>
                  <a:lnTo>
                    <a:pt x="238" y="429"/>
                  </a:lnTo>
                  <a:lnTo>
                    <a:pt x="221" y="430"/>
                  </a:lnTo>
                  <a:lnTo>
                    <a:pt x="218" y="438"/>
                  </a:lnTo>
                  <a:lnTo>
                    <a:pt x="215" y="440"/>
                  </a:lnTo>
                  <a:lnTo>
                    <a:pt x="202" y="442"/>
                  </a:lnTo>
                  <a:lnTo>
                    <a:pt x="200" y="440"/>
                  </a:lnTo>
                  <a:lnTo>
                    <a:pt x="202" y="438"/>
                  </a:lnTo>
                  <a:lnTo>
                    <a:pt x="202" y="419"/>
                  </a:lnTo>
                  <a:lnTo>
                    <a:pt x="197" y="405"/>
                  </a:lnTo>
                  <a:lnTo>
                    <a:pt x="191" y="404"/>
                  </a:lnTo>
                  <a:lnTo>
                    <a:pt x="190" y="403"/>
                  </a:lnTo>
                  <a:lnTo>
                    <a:pt x="186" y="403"/>
                  </a:lnTo>
                  <a:lnTo>
                    <a:pt x="179" y="409"/>
                  </a:lnTo>
                  <a:lnTo>
                    <a:pt x="177" y="411"/>
                  </a:lnTo>
                  <a:lnTo>
                    <a:pt x="177" y="419"/>
                  </a:lnTo>
                  <a:lnTo>
                    <a:pt x="174" y="418"/>
                  </a:lnTo>
                  <a:lnTo>
                    <a:pt x="171" y="418"/>
                  </a:lnTo>
                  <a:lnTo>
                    <a:pt x="166" y="414"/>
                  </a:lnTo>
                  <a:lnTo>
                    <a:pt x="166" y="406"/>
                  </a:lnTo>
                  <a:lnTo>
                    <a:pt x="174" y="396"/>
                  </a:lnTo>
                  <a:lnTo>
                    <a:pt x="174" y="393"/>
                  </a:lnTo>
                  <a:lnTo>
                    <a:pt x="177" y="390"/>
                  </a:lnTo>
                  <a:lnTo>
                    <a:pt x="177" y="389"/>
                  </a:lnTo>
                  <a:lnTo>
                    <a:pt x="188" y="377"/>
                  </a:lnTo>
                  <a:lnTo>
                    <a:pt x="190" y="375"/>
                  </a:lnTo>
                  <a:lnTo>
                    <a:pt x="189" y="355"/>
                  </a:lnTo>
                  <a:lnTo>
                    <a:pt x="192" y="352"/>
                  </a:lnTo>
                  <a:lnTo>
                    <a:pt x="195" y="347"/>
                  </a:lnTo>
                  <a:lnTo>
                    <a:pt x="195" y="346"/>
                  </a:lnTo>
                  <a:lnTo>
                    <a:pt x="197" y="344"/>
                  </a:lnTo>
                  <a:lnTo>
                    <a:pt x="197" y="342"/>
                  </a:lnTo>
                  <a:lnTo>
                    <a:pt x="199" y="340"/>
                  </a:lnTo>
                  <a:lnTo>
                    <a:pt x="199" y="339"/>
                  </a:lnTo>
                  <a:lnTo>
                    <a:pt x="197" y="337"/>
                  </a:lnTo>
                  <a:lnTo>
                    <a:pt x="194" y="337"/>
                  </a:lnTo>
                  <a:lnTo>
                    <a:pt x="192" y="336"/>
                  </a:lnTo>
                  <a:lnTo>
                    <a:pt x="186" y="336"/>
                  </a:lnTo>
                  <a:lnTo>
                    <a:pt x="184" y="337"/>
                  </a:lnTo>
                  <a:lnTo>
                    <a:pt x="181" y="338"/>
                  </a:lnTo>
                  <a:lnTo>
                    <a:pt x="179" y="336"/>
                  </a:lnTo>
                  <a:lnTo>
                    <a:pt x="179" y="330"/>
                  </a:lnTo>
                  <a:lnTo>
                    <a:pt x="180" y="329"/>
                  </a:lnTo>
                  <a:lnTo>
                    <a:pt x="181" y="319"/>
                  </a:lnTo>
                  <a:lnTo>
                    <a:pt x="183" y="319"/>
                  </a:lnTo>
                  <a:lnTo>
                    <a:pt x="182" y="309"/>
                  </a:lnTo>
                  <a:lnTo>
                    <a:pt x="175" y="306"/>
                  </a:lnTo>
                  <a:lnTo>
                    <a:pt x="163" y="305"/>
                  </a:lnTo>
                  <a:lnTo>
                    <a:pt x="161" y="304"/>
                  </a:lnTo>
                  <a:lnTo>
                    <a:pt x="161" y="300"/>
                  </a:lnTo>
                  <a:lnTo>
                    <a:pt x="157" y="301"/>
                  </a:lnTo>
                  <a:lnTo>
                    <a:pt x="153" y="309"/>
                  </a:lnTo>
                  <a:lnTo>
                    <a:pt x="145" y="311"/>
                  </a:lnTo>
                  <a:lnTo>
                    <a:pt x="141" y="307"/>
                  </a:lnTo>
                  <a:lnTo>
                    <a:pt x="131" y="308"/>
                  </a:lnTo>
                  <a:lnTo>
                    <a:pt x="126" y="314"/>
                  </a:lnTo>
                  <a:lnTo>
                    <a:pt x="126" y="316"/>
                  </a:lnTo>
                  <a:lnTo>
                    <a:pt x="117" y="325"/>
                  </a:lnTo>
                  <a:lnTo>
                    <a:pt x="117" y="327"/>
                  </a:lnTo>
                  <a:lnTo>
                    <a:pt x="113" y="332"/>
                  </a:lnTo>
                  <a:lnTo>
                    <a:pt x="113" y="335"/>
                  </a:lnTo>
                  <a:lnTo>
                    <a:pt x="110" y="337"/>
                  </a:lnTo>
                  <a:lnTo>
                    <a:pt x="107" y="335"/>
                  </a:lnTo>
                  <a:lnTo>
                    <a:pt x="105" y="335"/>
                  </a:lnTo>
                  <a:lnTo>
                    <a:pt x="99" y="333"/>
                  </a:lnTo>
                  <a:lnTo>
                    <a:pt x="96" y="329"/>
                  </a:lnTo>
                  <a:lnTo>
                    <a:pt x="96" y="323"/>
                  </a:lnTo>
                  <a:lnTo>
                    <a:pt x="87" y="319"/>
                  </a:lnTo>
                  <a:lnTo>
                    <a:pt x="82" y="324"/>
                  </a:lnTo>
                  <a:lnTo>
                    <a:pt x="82" y="325"/>
                  </a:lnTo>
                  <a:lnTo>
                    <a:pt x="76" y="334"/>
                  </a:lnTo>
                  <a:lnTo>
                    <a:pt x="74" y="346"/>
                  </a:lnTo>
                  <a:lnTo>
                    <a:pt x="69" y="348"/>
                  </a:lnTo>
                  <a:lnTo>
                    <a:pt x="67" y="344"/>
                  </a:lnTo>
                  <a:lnTo>
                    <a:pt x="67" y="342"/>
                  </a:lnTo>
                  <a:lnTo>
                    <a:pt x="62" y="338"/>
                  </a:lnTo>
                  <a:lnTo>
                    <a:pt x="57" y="339"/>
                  </a:lnTo>
                  <a:lnTo>
                    <a:pt x="56" y="340"/>
                  </a:lnTo>
                  <a:lnTo>
                    <a:pt x="53" y="340"/>
                  </a:lnTo>
                  <a:lnTo>
                    <a:pt x="51" y="338"/>
                  </a:lnTo>
                  <a:close/>
                </a:path>
              </a:pathLst>
            </a:custGeom>
            <a:grpFill/>
            <a:ln w="28575">
              <a:noFill/>
              <a:prstDash val="sysDot"/>
              <a:round/>
              <a:headEnd/>
              <a:tailEnd/>
            </a:ln>
          </p:spPr>
          <p:txBody>
            <a:bodyPr/>
            <a:lstStyle/>
            <a:p>
              <a:endParaRPr lang="zh-CN" altLang="en-US" kern="0" dirty="0">
                <a:solidFill>
                  <a:prstClr val="black"/>
                </a:solidFill>
                <a:ea typeface="微软雅黑" pitchFamily="34" charset="-122"/>
              </a:endParaRPr>
            </a:p>
          </p:txBody>
        </p:sp>
        <p:sp>
          <p:nvSpPr>
            <p:cNvPr id="39" name="Freeform 39"/>
            <p:cNvSpPr>
              <a:spLocks/>
            </p:cNvSpPr>
            <p:nvPr/>
          </p:nvSpPr>
          <p:spPr bwMode="auto">
            <a:xfrm>
              <a:off x="5755412" y="3651361"/>
              <a:ext cx="625475" cy="779463"/>
            </a:xfrm>
            <a:custGeom>
              <a:avLst/>
              <a:gdLst>
                <a:gd name="T0" fmla="*/ 2147483647 w 342"/>
                <a:gd name="T1" fmla="*/ 2147483647 h 408"/>
                <a:gd name="T2" fmla="*/ 2147483647 w 342"/>
                <a:gd name="T3" fmla="*/ 2147483647 h 408"/>
                <a:gd name="T4" fmla="*/ 2147483647 w 342"/>
                <a:gd name="T5" fmla="*/ 2147483647 h 408"/>
                <a:gd name="T6" fmla="*/ 2147483647 w 342"/>
                <a:gd name="T7" fmla="*/ 2147483647 h 408"/>
                <a:gd name="T8" fmla="*/ 2147483647 w 342"/>
                <a:gd name="T9" fmla="*/ 2147483647 h 408"/>
                <a:gd name="T10" fmla="*/ 2147483647 w 342"/>
                <a:gd name="T11" fmla="*/ 2147483647 h 408"/>
                <a:gd name="T12" fmla="*/ 2147483647 w 342"/>
                <a:gd name="T13" fmla="*/ 2147483647 h 408"/>
                <a:gd name="T14" fmla="*/ 2147483647 w 342"/>
                <a:gd name="T15" fmla="*/ 2147483647 h 408"/>
                <a:gd name="T16" fmla="*/ 2147483647 w 342"/>
                <a:gd name="T17" fmla="*/ 2147483647 h 408"/>
                <a:gd name="T18" fmla="*/ 2147483647 w 342"/>
                <a:gd name="T19" fmla="*/ 2147483647 h 408"/>
                <a:gd name="T20" fmla="*/ 2147483647 w 342"/>
                <a:gd name="T21" fmla="*/ 2147483647 h 408"/>
                <a:gd name="T22" fmla="*/ 2147483647 w 342"/>
                <a:gd name="T23" fmla="*/ 2147483647 h 408"/>
                <a:gd name="T24" fmla="*/ 2147483647 w 342"/>
                <a:gd name="T25" fmla="*/ 2147483647 h 408"/>
                <a:gd name="T26" fmla="*/ 2147483647 w 342"/>
                <a:gd name="T27" fmla="*/ 2147483647 h 408"/>
                <a:gd name="T28" fmla="*/ 2147483647 w 342"/>
                <a:gd name="T29" fmla="*/ 2147483647 h 408"/>
                <a:gd name="T30" fmla="*/ 2147483647 w 342"/>
                <a:gd name="T31" fmla="*/ 2147483647 h 408"/>
                <a:gd name="T32" fmla="*/ 2147483647 w 342"/>
                <a:gd name="T33" fmla="*/ 2147483647 h 408"/>
                <a:gd name="T34" fmla="*/ 2147483647 w 342"/>
                <a:gd name="T35" fmla="*/ 2147483647 h 408"/>
                <a:gd name="T36" fmla="*/ 2147483647 w 342"/>
                <a:gd name="T37" fmla="*/ 2147483647 h 408"/>
                <a:gd name="T38" fmla="*/ 2147483647 w 342"/>
                <a:gd name="T39" fmla="*/ 2147483647 h 408"/>
                <a:gd name="T40" fmla="*/ 2147483647 w 342"/>
                <a:gd name="T41" fmla="*/ 2147483647 h 408"/>
                <a:gd name="T42" fmla="*/ 2147483647 w 342"/>
                <a:gd name="T43" fmla="*/ 2147483647 h 408"/>
                <a:gd name="T44" fmla="*/ 2147483647 w 342"/>
                <a:gd name="T45" fmla="*/ 2147483647 h 408"/>
                <a:gd name="T46" fmla="*/ 2147483647 w 342"/>
                <a:gd name="T47" fmla="*/ 2147483647 h 408"/>
                <a:gd name="T48" fmla="*/ 2147483647 w 342"/>
                <a:gd name="T49" fmla="*/ 2147483647 h 408"/>
                <a:gd name="T50" fmla="*/ 2147483647 w 342"/>
                <a:gd name="T51" fmla="*/ 2147483647 h 408"/>
                <a:gd name="T52" fmla="*/ 2147483647 w 342"/>
                <a:gd name="T53" fmla="*/ 2147483647 h 408"/>
                <a:gd name="T54" fmla="*/ 2147483647 w 342"/>
                <a:gd name="T55" fmla="*/ 2147483647 h 408"/>
                <a:gd name="T56" fmla="*/ 2147483647 w 342"/>
                <a:gd name="T57" fmla="*/ 2147483647 h 408"/>
                <a:gd name="T58" fmla="*/ 2147483647 w 342"/>
                <a:gd name="T59" fmla="*/ 2147483647 h 408"/>
                <a:gd name="T60" fmla="*/ 2147483647 w 342"/>
                <a:gd name="T61" fmla="*/ 2147483647 h 408"/>
                <a:gd name="T62" fmla="*/ 2147483647 w 342"/>
                <a:gd name="T63" fmla="*/ 2147483647 h 408"/>
                <a:gd name="T64" fmla="*/ 2147483647 w 342"/>
                <a:gd name="T65" fmla="*/ 2147483647 h 408"/>
                <a:gd name="T66" fmla="*/ 2147483647 w 342"/>
                <a:gd name="T67" fmla="*/ 2147483647 h 408"/>
                <a:gd name="T68" fmla="*/ 2147483647 w 342"/>
                <a:gd name="T69" fmla="*/ 2147483647 h 408"/>
                <a:gd name="T70" fmla="*/ 2147483647 w 342"/>
                <a:gd name="T71" fmla="*/ 2147483647 h 408"/>
                <a:gd name="T72" fmla="*/ 2147483647 w 342"/>
                <a:gd name="T73" fmla="*/ 2147483647 h 408"/>
                <a:gd name="T74" fmla="*/ 2147483647 w 342"/>
                <a:gd name="T75" fmla="*/ 2147483647 h 408"/>
                <a:gd name="T76" fmla="*/ 2147483647 w 342"/>
                <a:gd name="T77" fmla="*/ 2147483647 h 408"/>
                <a:gd name="T78" fmla="*/ 2147483647 w 342"/>
                <a:gd name="T79" fmla="*/ 2147483647 h 408"/>
                <a:gd name="T80" fmla="*/ 2147483647 w 342"/>
                <a:gd name="T81" fmla="*/ 2147483647 h 408"/>
                <a:gd name="T82" fmla="*/ 2147483647 w 342"/>
                <a:gd name="T83" fmla="*/ 2147483647 h 408"/>
                <a:gd name="T84" fmla="*/ 2147483647 w 342"/>
                <a:gd name="T85" fmla="*/ 2147483647 h 408"/>
                <a:gd name="T86" fmla="*/ 2147483647 w 342"/>
                <a:gd name="T87" fmla="*/ 2147483647 h 408"/>
                <a:gd name="T88" fmla="*/ 2147483647 w 342"/>
                <a:gd name="T89" fmla="*/ 2147483647 h 408"/>
                <a:gd name="T90" fmla="*/ 2147483647 w 342"/>
                <a:gd name="T91" fmla="*/ 2147483647 h 408"/>
                <a:gd name="T92" fmla="*/ 2147483647 w 342"/>
                <a:gd name="T93" fmla="*/ 2147483647 h 408"/>
                <a:gd name="T94" fmla="*/ 0 w 342"/>
                <a:gd name="T95" fmla="*/ 2147483647 h 408"/>
                <a:gd name="T96" fmla="*/ 2147483647 w 342"/>
                <a:gd name="T97" fmla="*/ 2147483647 h 408"/>
                <a:gd name="T98" fmla="*/ 2147483647 w 342"/>
                <a:gd name="T99" fmla="*/ 2147483647 h 408"/>
                <a:gd name="T100" fmla="*/ 2147483647 w 342"/>
                <a:gd name="T101" fmla="*/ 2147483647 h 408"/>
                <a:gd name="T102" fmla="*/ 2147483647 w 342"/>
                <a:gd name="T103" fmla="*/ 2147483647 h 408"/>
                <a:gd name="T104" fmla="*/ 2147483647 w 342"/>
                <a:gd name="T105" fmla="*/ 2147483647 h 408"/>
                <a:gd name="T106" fmla="*/ 2147483647 w 342"/>
                <a:gd name="T107" fmla="*/ 2147483647 h 40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342"/>
                <a:gd name="T163" fmla="*/ 0 h 408"/>
                <a:gd name="T164" fmla="*/ 342 w 342"/>
                <a:gd name="T165" fmla="*/ 408 h 408"/>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342" h="408">
                  <a:moveTo>
                    <a:pt x="44" y="269"/>
                  </a:moveTo>
                  <a:lnTo>
                    <a:pt x="48" y="274"/>
                  </a:lnTo>
                  <a:lnTo>
                    <a:pt x="52" y="276"/>
                  </a:lnTo>
                  <a:lnTo>
                    <a:pt x="59" y="287"/>
                  </a:lnTo>
                  <a:lnTo>
                    <a:pt x="65" y="287"/>
                  </a:lnTo>
                  <a:lnTo>
                    <a:pt x="68" y="284"/>
                  </a:lnTo>
                  <a:lnTo>
                    <a:pt x="69" y="284"/>
                  </a:lnTo>
                  <a:lnTo>
                    <a:pt x="72" y="287"/>
                  </a:lnTo>
                  <a:lnTo>
                    <a:pt x="76" y="289"/>
                  </a:lnTo>
                  <a:lnTo>
                    <a:pt x="80" y="289"/>
                  </a:lnTo>
                  <a:lnTo>
                    <a:pt x="83" y="287"/>
                  </a:lnTo>
                  <a:lnTo>
                    <a:pt x="91" y="295"/>
                  </a:lnTo>
                  <a:lnTo>
                    <a:pt x="95" y="295"/>
                  </a:lnTo>
                  <a:lnTo>
                    <a:pt x="90" y="301"/>
                  </a:lnTo>
                  <a:lnTo>
                    <a:pt x="88" y="301"/>
                  </a:lnTo>
                  <a:lnTo>
                    <a:pt x="82" y="307"/>
                  </a:lnTo>
                  <a:lnTo>
                    <a:pt x="82" y="314"/>
                  </a:lnTo>
                  <a:lnTo>
                    <a:pt x="79" y="319"/>
                  </a:lnTo>
                  <a:lnTo>
                    <a:pt x="79" y="327"/>
                  </a:lnTo>
                  <a:lnTo>
                    <a:pt x="89" y="333"/>
                  </a:lnTo>
                  <a:lnTo>
                    <a:pt x="89" y="337"/>
                  </a:lnTo>
                  <a:lnTo>
                    <a:pt x="90" y="339"/>
                  </a:lnTo>
                  <a:lnTo>
                    <a:pt x="91" y="353"/>
                  </a:lnTo>
                  <a:lnTo>
                    <a:pt x="99" y="356"/>
                  </a:lnTo>
                  <a:lnTo>
                    <a:pt x="105" y="363"/>
                  </a:lnTo>
                  <a:lnTo>
                    <a:pt x="106" y="376"/>
                  </a:lnTo>
                  <a:lnTo>
                    <a:pt x="109" y="382"/>
                  </a:lnTo>
                  <a:lnTo>
                    <a:pt x="111" y="390"/>
                  </a:lnTo>
                  <a:lnTo>
                    <a:pt x="123" y="388"/>
                  </a:lnTo>
                  <a:lnTo>
                    <a:pt x="139" y="376"/>
                  </a:lnTo>
                  <a:lnTo>
                    <a:pt x="139" y="372"/>
                  </a:lnTo>
                  <a:lnTo>
                    <a:pt x="140" y="371"/>
                  </a:lnTo>
                  <a:lnTo>
                    <a:pt x="139" y="365"/>
                  </a:lnTo>
                  <a:lnTo>
                    <a:pt x="140" y="364"/>
                  </a:lnTo>
                  <a:lnTo>
                    <a:pt x="146" y="363"/>
                  </a:lnTo>
                  <a:lnTo>
                    <a:pt x="148" y="365"/>
                  </a:lnTo>
                  <a:lnTo>
                    <a:pt x="151" y="364"/>
                  </a:lnTo>
                  <a:lnTo>
                    <a:pt x="165" y="371"/>
                  </a:lnTo>
                  <a:lnTo>
                    <a:pt x="165" y="377"/>
                  </a:lnTo>
                  <a:lnTo>
                    <a:pt x="164" y="379"/>
                  </a:lnTo>
                  <a:lnTo>
                    <a:pt x="151" y="393"/>
                  </a:lnTo>
                  <a:lnTo>
                    <a:pt x="151" y="397"/>
                  </a:lnTo>
                  <a:lnTo>
                    <a:pt x="155" y="402"/>
                  </a:lnTo>
                  <a:lnTo>
                    <a:pt x="160" y="403"/>
                  </a:lnTo>
                  <a:lnTo>
                    <a:pt x="168" y="396"/>
                  </a:lnTo>
                  <a:lnTo>
                    <a:pt x="170" y="396"/>
                  </a:lnTo>
                  <a:lnTo>
                    <a:pt x="178" y="390"/>
                  </a:lnTo>
                  <a:lnTo>
                    <a:pt x="180" y="385"/>
                  </a:lnTo>
                  <a:lnTo>
                    <a:pt x="177" y="382"/>
                  </a:lnTo>
                  <a:lnTo>
                    <a:pt x="177" y="379"/>
                  </a:lnTo>
                  <a:lnTo>
                    <a:pt x="186" y="369"/>
                  </a:lnTo>
                  <a:lnTo>
                    <a:pt x="191" y="377"/>
                  </a:lnTo>
                  <a:lnTo>
                    <a:pt x="193" y="377"/>
                  </a:lnTo>
                  <a:lnTo>
                    <a:pt x="194" y="376"/>
                  </a:lnTo>
                  <a:lnTo>
                    <a:pt x="200" y="375"/>
                  </a:lnTo>
                  <a:lnTo>
                    <a:pt x="203" y="377"/>
                  </a:lnTo>
                  <a:lnTo>
                    <a:pt x="212" y="394"/>
                  </a:lnTo>
                  <a:lnTo>
                    <a:pt x="214" y="393"/>
                  </a:lnTo>
                  <a:lnTo>
                    <a:pt x="215" y="395"/>
                  </a:lnTo>
                  <a:lnTo>
                    <a:pt x="217" y="393"/>
                  </a:lnTo>
                  <a:lnTo>
                    <a:pt x="223" y="396"/>
                  </a:lnTo>
                  <a:lnTo>
                    <a:pt x="248" y="395"/>
                  </a:lnTo>
                  <a:lnTo>
                    <a:pt x="253" y="398"/>
                  </a:lnTo>
                  <a:lnTo>
                    <a:pt x="253" y="403"/>
                  </a:lnTo>
                  <a:lnTo>
                    <a:pt x="259" y="408"/>
                  </a:lnTo>
                  <a:lnTo>
                    <a:pt x="260" y="402"/>
                  </a:lnTo>
                  <a:lnTo>
                    <a:pt x="272" y="398"/>
                  </a:lnTo>
                  <a:lnTo>
                    <a:pt x="277" y="396"/>
                  </a:lnTo>
                  <a:lnTo>
                    <a:pt x="281" y="392"/>
                  </a:lnTo>
                  <a:lnTo>
                    <a:pt x="280" y="390"/>
                  </a:lnTo>
                  <a:lnTo>
                    <a:pt x="289" y="381"/>
                  </a:lnTo>
                  <a:lnTo>
                    <a:pt x="289" y="379"/>
                  </a:lnTo>
                  <a:lnTo>
                    <a:pt x="294" y="374"/>
                  </a:lnTo>
                  <a:lnTo>
                    <a:pt x="295" y="367"/>
                  </a:lnTo>
                  <a:lnTo>
                    <a:pt x="304" y="354"/>
                  </a:lnTo>
                  <a:lnTo>
                    <a:pt x="304" y="347"/>
                  </a:lnTo>
                  <a:lnTo>
                    <a:pt x="301" y="340"/>
                  </a:lnTo>
                  <a:lnTo>
                    <a:pt x="300" y="338"/>
                  </a:lnTo>
                  <a:lnTo>
                    <a:pt x="299" y="336"/>
                  </a:lnTo>
                  <a:lnTo>
                    <a:pt x="302" y="332"/>
                  </a:lnTo>
                  <a:lnTo>
                    <a:pt x="301" y="329"/>
                  </a:lnTo>
                  <a:lnTo>
                    <a:pt x="298" y="326"/>
                  </a:lnTo>
                  <a:lnTo>
                    <a:pt x="304" y="321"/>
                  </a:lnTo>
                  <a:lnTo>
                    <a:pt x="306" y="323"/>
                  </a:lnTo>
                  <a:lnTo>
                    <a:pt x="309" y="322"/>
                  </a:lnTo>
                  <a:lnTo>
                    <a:pt x="315" y="324"/>
                  </a:lnTo>
                  <a:lnTo>
                    <a:pt x="320" y="324"/>
                  </a:lnTo>
                  <a:lnTo>
                    <a:pt x="326" y="318"/>
                  </a:lnTo>
                  <a:lnTo>
                    <a:pt x="328" y="318"/>
                  </a:lnTo>
                  <a:lnTo>
                    <a:pt x="334" y="314"/>
                  </a:lnTo>
                  <a:lnTo>
                    <a:pt x="334" y="313"/>
                  </a:lnTo>
                  <a:lnTo>
                    <a:pt x="330" y="308"/>
                  </a:lnTo>
                  <a:lnTo>
                    <a:pt x="330" y="306"/>
                  </a:lnTo>
                  <a:lnTo>
                    <a:pt x="328" y="305"/>
                  </a:lnTo>
                  <a:lnTo>
                    <a:pt x="328" y="303"/>
                  </a:lnTo>
                  <a:lnTo>
                    <a:pt x="322" y="300"/>
                  </a:lnTo>
                  <a:lnTo>
                    <a:pt x="321" y="298"/>
                  </a:lnTo>
                  <a:lnTo>
                    <a:pt x="328" y="292"/>
                  </a:lnTo>
                  <a:lnTo>
                    <a:pt x="334" y="289"/>
                  </a:lnTo>
                  <a:lnTo>
                    <a:pt x="336" y="285"/>
                  </a:lnTo>
                  <a:lnTo>
                    <a:pt x="336" y="281"/>
                  </a:lnTo>
                  <a:lnTo>
                    <a:pt x="337" y="280"/>
                  </a:lnTo>
                  <a:lnTo>
                    <a:pt x="337" y="277"/>
                  </a:lnTo>
                  <a:lnTo>
                    <a:pt x="338" y="275"/>
                  </a:lnTo>
                  <a:lnTo>
                    <a:pt x="338" y="272"/>
                  </a:lnTo>
                  <a:lnTo>
                    <a:pt x="339" y="270"/>
                  </a:lnTo>
                  <a:lnTo>
                    <a:pt x="339" y="266"/>
                  </a:lnTo>
                  <a:lnTo>
                    <a:pt x="340" y="265"/>
                  </a:lnTo>
                  <a:lnTo>
                    <a:pt x="342" y="260"/>
                  </a:lnTo>
                  <a:lnTo>
                    <a:pt x="341" y="250"/>
                  </a:lnTo>
                  <a:lnTo>
                    <a:pt x="336" y="248"/>
                  </a:lnTo>
                  <a:lnTo>
                    <a:pt x="331" y="248"/>
                  </a:lnTo>
                  <a:lnTo>
                    <a:pt x="323" y="248"/>
                  </a:lnTo>
                  <a:lnTo>
                    <a:pt x="321" y="246"/>
                  </a:lnTo>
                  <a:lnTo>
                    <a:pt x="321" y="242"/>
                  </a:lnTo>
                  <a:lnTo>
                    <a:pt x="317" y="241"/>
                  </a:lnTo>
                  <a:lnTo>
                    <a:pt x="316" y="242"/>
                  </a:lnTo>
                  <a:lnTo>
                    <a:pt x="308" y="243"/>
                  </a:lnTo>
                  <a:lnTo>
                    <a:pt x="305" y="242"/>
                  </a:lnTo>
                  <a:lnTo>
                    <a:pt x="298" y="247"/>
                  </a:lnTo>
                  <a:lnTo>
                    <a:pt x="285" y="250"/>
                  </a:lnTo>
                  <a:lnTo>
                    <a:pt x="280" y="250"/>
                  </a:lnTo>
                  <a:lnTo>
                    <a:pt x="277" y="247"/>
                  </a:lnTo>
                  <a:lnTo>
                    <a:pt x="277" y="245"/>
                  </a:lnTo>
                  <a:lnTo>
                    <a:pt x="282" y="241"/>
                  </a:lnTo>
                  <a:lnTo>
                    <a:pt x="282" y="240"/>
                  </a:lnTo>
                  <a:lnTo>
                    <a:pt x="286" y="234"/>
                  </a:lnTo>
                  <a:lnTo>
                    <a:pt x="285" y="227"/>
                  </a:lnTo>
                  <a:lnTo>
                    <a:pt x="282" y="223"/>
                  </a:lnTo>
                  <a:lnTo>
                    <a:pt x="271" y="215"/>
                  </a:lnTo>
                  <a:lnTo>
                    <a:pt x="255" y="207"/>
                  </a:lnTo>
                  <a:lnTo>
                    <a:pt x="244" y="198"/>
                  </a:lnTo>
                  <a:lnTo>
                    <a:pt x="246" y="195"/>
                  </a:lnTo>
                  <a:lnTo>
                    <a:pt x="244" y="181"/>
                  </a:lnTo>
                  <a:lnTo>
                    <a:pt x="246" y="180"/>
                  </a:lnTo>
                  <a:lnTo>
                    <a:pt x="254" y="179"/>
                  </a:lnTo>
                  <a:lnTo>
                    <a:pt x="260" y="176"/>
                  </a:lnTo>
                  <a:lnTo>
                    <a:pt x="262" y="174"/>
                  </a:lnTo>
                  <a:lnTo>
                    <a:pt x="263" y="171"/>
                  </a:lnTo>
                  <a:lnTo>
                    <a:pt x="263" y="158"/>
                  </a:lnTo>
                  <a:lnTo>
                    <a:pt x="261" y="156"/>
                  </a:lnTo>
                  <a:lnTo>
                    <a:pt x="259" y="156"/>
                  </a:lnTo>
                  <a:lnTo>
                    <a:pt x="251" y="148"/>
                  </a:lnTo>
                  <a:lnTo>
                    <a:pt x="251" y="147"/>
                  </a:lnTo>
                  <a:lnTo>
                    <a:pt x="271" y="145"/>
                  </a:lnTo>
                  <a:lnTo>
                    <a:pt x="271" y="146"/>
                  </a:lnTo>
                  <a:lnTo>
                    <a:pt x="281" y="151"/>
                  </a:lnTo>
                  <a:lnTo>
                    <a:pt x="288" y="140"/>
                  </a:lnTo>
                  <a:lnTo>
                    <a:pt x="290" y="132"/>
                  </a:lnTo>
                  <a:lnTo>
                    <a:pt x="288" y="122"/>
                  </a:lnTo>
                  <a:lnTo>
                    <a:pt x="278" y="112"/>
                  </a:lnTo>
                  <a:lnTo>
                    <a:pt x="268" y="112"/>
                  </a:lnTo>
                  <a:lnTo>
                    <a:pt x="264" y="115"/>
                  </a:lnTo>
                  <a:lnTo>
                    <a:pt x="264" y="117"/>
                  </a:lnTo>
                  <a:lnTo>
                    <a:pt x="262" y="118"/>
                  </a:lnTo>
                  <a:lnTo>
                    <a:pt x="262" y="120"/>
                  </a:lnTo>
                  <a:lnTo>
                    <a:pt x="258" y="124"/>
                  </a:lnTo>
                  <a:lnTo>
                    <a:pt x="259" y="130"/>
                  </a:lnTo>
                  <a:lnTo>
                    <a:pt x="258" y="132"/>
                  </a:lnTo>
                  <a:lnTo>
                    <a:pt x="254" y="132"/>
                  </a:lnTo>
                  <a:lnTo>
                    <a:pt x="254" y="133"/>
                  </a:lnTo>
                  <a:lnTo>
                    <a:pt x="250" y="134"/>
                  </a:lnTo>
                  <a:lnTo>
                    <a:pt x="249" y="135"/>
                  </a:lnTo>
                  <a:lnTo>
                    <a:pt x="235" y="136"/>
                  </a:lnTo>
                  <a:lnTo>
                    <a:pt x="228" y="125"/>
                  </a:lnTo>
                  <a:lnTo>
                    <a:pt x="227" y="117"/>
                  </a:lnTo>
                  <a:lnTo>
                    <a:pt x="225" y="112"/>
                  </a:lnTo>
                  <a:lnTo>
                    <a:pt x="223" y="104"/>
                  </a:lnTo>
                  <a:lnTo>
                    <a:pt x="211" y="106"/>
                  </a:lnTo>
                  <a:lnTo>
                    <a:pt x="209" y="105"/>
                  </a:lnTo>
                  <a:lnTo>
                    <a:pt x="207" y="107"/>
                  </a:lnTo>
                  <a:lnTo>
                    <a:pt x="207" y="105"/>
                  </a:lnTo>
                  <a:lnTo>
                    <a:pt x="202" y="101"/>
                  </a:lnTo>
                  <a:lnTo>
                    <a:pt x="202" y="97"/>
                  </a:lnTo>
                  <a:lnTo>
                    <a:pt x="206" y="90"/>
                  </a:lnTo>
                  <a:lnTo>
                    <a:pt x="206" y="83"/>
                  </a:lnTo>
                  <a:lnTo>
                    <a:pt x="209" y="79"/>
                  </a:lnTo>
                  <a:lnTo>
                    <a:pt x="210" y="66"/>
                  </a:lnTo>
                  <a:lnTo>
                    <a:pt x="211" y="64"/>
                  </a:lnTo>
                  <a:lnTo>
                    <a:pt x="211" y="58"/>
                  </a:lnTo>
                  <a:lnTo>
                    <a:pt x="209" y="56"/>
                  </a:lnTo>
                  <a:lnTo>
                    <a:pt x="203" y="56"/>
                  </a:lnTo>
                  <a:lnTo>
                    <a:pt x="202" y="57"/>
                  </a:lnTo>
                  <a:lnTo>
                    <a:pt x="198" y="57"/>
                  </a:lnTo>
                  <a:lnTo>
                    <a:pt x="193" y="60"/>
                  </a:lnTo>
                  <a:lnTo>
                    <a:pt x="190" y="61"/>
                  </a:lnTo>
                  <a:lnTo>
                    <a:pt x="189" y="62"/>
                  </a:lnTo>
                  <a:lnTo>
                    <a:pt x="185" y="62"/>
                  </a:lnTo>
                  <a:lnTo>
                    <a:pt x="184" y="64"/>
                  </a:lnTo>
                  <a:lnTo>
                    <a:pt x="182" y="57"/>
                  </a:lnTo>
                  <a:lnTo>
                    <a:pt x="181" y="56"/>
                  </a:lnTo>
                  <a:lnTo>
                    <a:pt x="181" y="50"/>
                  </a:lnTo>
                  <a:lnTo>
                    <a:pt x="179" y="47"/>
                  </a:lnTo>
                  <a:lnTo>
                    <a:pt x="175" y="45"/>
                  </a:lnTo>
                  <a:lnTo>
                    <a:pt x="174" y="42"/>
                  </a:lnTo>
                  <a:lnTo>
                    <a:pt x="171" y="39"/>
                  </a:lnTo>
                  <a:lnTo>
                    <a:pt x="168" y="42"/>
                  </a:lnTo>
                  <a:lnTo>
                    <a:pt x="163" y="38"/>
                  </a:lnTo>
                  <a:lnTo>
                    <a:pt x="161" y="39"/>
                  </a:lnTo>
                  <a:lnTo>
                    <a:pt x="159" y="41"/>
                  </a:lnTo>
                  <a:lnTo>
                    <a:pt x="154" y="37"/>
                  </a:lnTo>
                  <a:lnTo>
                    <a:pt x="149" y="37"/>
                  </a:lnTo>
                  <a:lnTo>
                    <a:pt x="145" y="39"/>
                  </a:lnTo>
                  <a:lnTo>
                    <a:pt x="142" y="39"/>
                  </a:lnTo>
                  <a:lnTo>
                    <a:pt x="136" y="36"/>
                  </a:lnTo>
                  <a:lnTo>
                    <a:pt x="136" y="35"/>
                  </a:lnTo>
                  <a:lnTo>
                    <a:pt x="133" y="33"/>
                  </a:lnTo>
                  <a:lnTo>
                    <a:pt x="132" y="29"/>
                  </a:lnTo>
                  <a:lnTo>
                    <a:pt x="129" y="26"/>
                  </a:lnTo>
                  <a:lnTo>
                    <a:pt x="127" y="22"/>
                  </a:lnTo>
                  <a:lnTo>
                    <a:pt x="126" y="21"/>
                  </a:lnTo>
                  <a:lnTo>
                    <a:pt x="126" y="19"/>
                  </a:lnTo>
                  <a:lnTo>
                    <a:pt x="122" y="15"/>
                  </a:lnTo>
                  <a:lnTo>
                    <a:pt x="116" y="16"/>
                  </a:lnTo>
                  <a:lnTo>
                    <a:pt x="114" y="17"/>
                  </a:lnTo>
                  <a:lnTo>
                    <a:pt x="109" y="12"/>
                  </a:lnTo>
                  <a:lnTo>
                    <a:pt x="98" y="10"/>
                  </a:lnTo>
                  <a:lnTo>
                    <a:pt x="84" y="0"/>
                  </a:lnTo>
                  <a:lnTo>
                    <a:pt x="75" y="6"/>
                  </a:lnTo>
                  <a:lnTo>
                    <a:pt x="75" y="8"/>
                  </a:lnTo>
                  <a:lnTo>
                    <a:pt x="72" y="12"/>
                  </a:lnTo>
                  <a:lnTo>
                    <a:pt x="72" y="14"/>
                  </a:lnTo>
                  <a:lnTo>
                    <a:pt x="70" y="16"/>
                  </a:lnTo>
                  <a:lnTo>
                    <a:pt x="71" y="23"/>
                  </a:lnTo>
                  <a:lnTo>
                    <a:pt x="88" y="33"/>
                  </a:lnTo>
                  <a:lnTo>
                    <a:pt x="94" y="33"/>
                  </a:lnTo>
                  <a:lnTo>
                    <a:pt x="95" y="30"/>
                  </a:lnTo>
                  <a:lnTo>
                    <a:pt x="96" y="30"/>
                  </a:lnTo>
                  <a:lnTo>
                    <a:pt x="98" y="32"/>
                  </a:lnTo>
                  <a:lnTo>
                    <a:pt x="99" y="35"/>
                  </a:lnTo>
                  <a:lnTo>
                    <a:pt x="97" y="37"/>
                  </a:lnTo>
                  <a:lnTo>
                    <a:pt x="97" y="41"/>
                  </a:lnTo>
                  <a:lnTo>
                    <a:pt x="108" y="55"/>
                  </a:lnTo>
                  <a:lnTo>
                    <a:pt x="109" y="56"/>
                  </a:lnTo>
                  <a:lnTo>
                    <a:pt x="109" y="59"/>
                  </a:lnTo>
                  <a:lnTo>
                    <a:pt x="108" y="60"/>
                  </a:lnTo>
                  <a:lnTo>
                    <a:pt x="97" y="65"/>
                  </a:lnTo>
                  <a:lnTo>
                    <a:pt x="95" y="68"/>
                  </a:lnTo>
                  <a:lnTo>
                    <a:pt x="95" y="73"/>
                  </a:lnTo>
                  <a:lnTo>
                    <a:pt x="79" y="77"/>
                  </a:lnTo>
                  <a:lnTo>
                    <a:pt x="76" y="77"/>
                  </a:lnTo>
                  <a:lnTo>
                    <a:pt x="69" y="68"/>
                  </a:lnTo>
                  <a:lnTo>
                    <a:pt x="69" y="67"/>
                  </a:lnTo>
                  <a:lnTo>
                    <a:pt x="66" y="63"/>
                  </a:lnTo>
                  <a:lnTo>
                    <a:pt x="66" y="61"/>
                  </a:lnTo>
                  <a:lnTo>
                    <a:pt x="64" y="56"/>
                  </a:lnTo>
                  <a:lnTo>
                    <a:pt x="62" y="56"/>
                  </a:lnTo>
                  <a:lnTo>
                    <a:pt x="60" y="55"/>
                  </a:lnTo>
                  <a:lnTo>
                    <a:pt x="58" y="55"/>
                  </a:lnTo>
                  <a:lnTo>
                    <a:pt x="49" y="51"/>
                  </a:lnTo>
                  <a:lnTo>
                    <a:pt x="45" y="50"/>
                  </a:lnTo>
                  <a:lnTo>
                    <a:pt x="43" y="52"/>
                  </a:lnTo>
                  <a:lnTo>
                    <a:pt x="41" y="52"/>
                  </a:lnTo>
                  <a:lnTo>
                    <a:pt x="39" y="54"/>
                  </a:lnTo>
                  <a:lnTo>
                    <a:pt x="35" y="53"/>
                  </a:lnTo>
                  <a:lnTo>
                    <a:pt x="36" y="57"/>
                  </a:lnTo>
                  <a:lnTo>
                    <a:pt x="36" y="59"/>
                  </a:lnTo>
                  <a:lnTo>
                    <a:pt x="34" y="64"/>
                  </a:lnTo>
                  <a:lnTo>
                    <a:pt x="34" y="68"/>
                  </a:lnTo>
                  <a:lnTo>
                    <a:pt x="38" y="73"/>
                  </a:lnTo>
                  <a:lnTo>
                    <a:pt x="39" y="75"/>
                  </a:lnTo>
                  <a:lnTo>
                    <a:pt x="37" y="78"/>
                  </a:lnTo>
                  <a:lnTo>
                    <a:pt x="37" y="80"/>
                  </a:lnTo>
                  <a:lnTo>
                    <a:pt x="39" y="81"/>
                  </a:lnTo>
                  <a:lnTo>
                    <a:pt x="39" y="86"/>
                  </a:lnTo>
                  <a:lnTo>
                    <a:pt x="41" y="87"/>
                  </a:lnTo>
                  <a:lnTo>
                    <a:pt x="40" y="91"/>
                  </a:lnTo>
                  <a:lnTo>
                    <a:pt x="42" y="91"/>
                  </a:lnTo>
                  <a:lnTo>
                    <a:pt x="40" y="96"/>
                  </a:lnTo>
                  <a:lnTo>
                    <a:pt x="37" y="97"/>
                  </a:lnTo>
                  <a:lnTo>
                    <a:pt x="32" y="97"/>
                  </a:lnTo>
                  <a:lnTo>
                    <a:pt x="30" y="99"/>
                  </a:lnTo>
                  <a:lnTo>
                    <a:pt x="28" y="99"/>
                  </a:lnTo>
                  <a:lnTo>
                    <a:pt x="26" y="101"/>
                  </a:lnTo>
                  <a:lnTo>
                    <a:pt x="25" y="108"/>
                  </a:lnTo>
                  <a:lnTo>
                    <a:pt x="26" y="109"/>
                  </a:lnTo>
                  <a:lnTo>
                    <a:pt x="26" y="113"/>
                  </a:lnTo>
                  <a:lnTo>
                    <a:pt x="28" y="114"/>
                  </a:lnTo>
                  <a:lnTo>
                    <a:pt x="28" y="121"/>
                  </a:lnTo>
                  <a:lnTo>
                    <a:pt x="27" y="123"/>
                  </a:lnTo>
                  <a:lnTo>
                    <a:pt x="27" y="126"/>
                  </a:lnTo>
                  <a:lnTo>
                    <a:pt x="23" y="134"/>
                  </a:lnTo>
                  <a:lnTo>
                    <a:pt x="18" y="136"/>
                  </a:lnTo>
                  <a:lnTo>
                    <a:pt x="16" y="137"/>
                  </a:lnTo>
                  <a:lnTo>
                    <a:pt x="5" y="138"/>
                  </a:lnTo>
                  <a:lnTo>
                    <a:pt x="2" y="135"/>
                  </a:lnTo>
                  <a:lnTo>
                    <a:pt x="0" y="137"/>
                  </a:lnTo>
                  <a:lnTo>
                    <a:pt x="0" y="140"/>
                  </a:lnTo>
                  <a:lnTo>
                    <a:pt x="2" y="141"/>
                  </a:lnTo>
                  <a:lnTo>
                    <a:pt x="3" y="146"/>
                  </a:lnTo>
                  <a:lnTo>
                    <a:pt x="5" y="148"/>
                  </a:lnTo>
                  <a:lnTo>
                    <a:pt x="16" y="150"/>
                  </a:lnTo>
                  <a:lnTo>
                    <a:pt x="21" y="153"/>
                  </a:lnTo>
                  <a:lnTo>
                    <a:pt x="21" y="172"/>
                  </a:lnTo>
                  <a:lnTo>
                    <a:pt x="29" y="172"/>
                  </a:lnTo>
                  <a:lnTo>
                    <a:pt x="30" y="174"/>
                  </a:lnTo>
                  <a:lnTo>
                    <a:pt x="36" y="173"/>
                  </a:lnTo>
                  <a:lnTo>
                    <a:pt x="45" y="178"/>
                  </a:lnTo>
                  <a:lnTo>
                    <a:pt x="45" y="180"/>
                  </a:lnTo>
                  <a:lnTo>
                    <a:pt x="48" y="185"/>
                  </a:lnTo>
                  <a:lnTo>
                    <a:pt x="52" y="186"/>
                  </a:lnTo>
                  <a:lnTo>
                    <a:pt x="55" y="184"/>
                  </a:lnTo>
                  <a:lnTo>
                    <a:pt x="57" y="179"/>
                  </a:lnTo>
                  <a:lnTo>
                    <a:pt x="67" y="174"/>
                  </a:lnTo>
                  <a:lnTo>
                    <a:pt x="68" y="178"/>
                  </a:lnTo>
                  <a:lnTo>
                    <a:pt x="70" y="181"/>
                  </a:lnTo>
                  <a:lnTo>
                    <a:pt x="70" y="187"/>
                  </a:lnTo>
                  <a:lnTo>
                    <a:pt x="72" y="188"/>
                  </a:lnTo>
                  <a:lnTo>
                    <a:pt x="74" y="200"/>
                  </a:lnTo>
                  <a:lnTo>
                    <a:pt x="75" y="201"/>
                  </a:lnTo>
                  <a:lnTo>
                    <a:pt x="75" y="207"/>
                  </a:lnTo>
                  <a:lnTo>
                    <a:pt x="77" y="208"/>
                  </a:lnTo>
                  <a:lnTo>
                    <a:pt x="77" y="220"/>
                  </a:lnTo>
                  <a:lnTo>
                    <a:pt x="76" y="222"/>
                  </a:lnTo>
                  <a:lnTo>
                    <a:pt x="77" y="231"/>
                  </a:lnTo>
                  <a:lnTo>
                    <a:pt x="75" y="232"/>
                  </a:lnTo>
                  <a:lnTo>
                    <a:pt x="57" y="235"/>
                  </a:lnTo>
                  <a:lnTo>
                    <a:pt x="57" y="239"/>
                  </a:lnTo>
                  <a:lnTo>
                    <a:pt x="54" y="240"/>
                  </a:lnTo>
                  <a:lnTo>
                    <a:pt x="52" y="243"/>
                  </a:lnTo>
                  <a:lnTo>
                    <a:pt x="49" y="250"/>
                  </a:lnTo>
                  <a:lnTo>
                    <a:pt x="45" y="256"/>
                  </a:lnTo>
                  <a:lnTo>
                    <a:pt x="44" y="260"/>
                  </a:lnTo>
                  <a:lnTo>
                    <a:pt x="45" y="266"/>
                  </a:lnTo>
                  <a:lnTo>
                    <a:pt x="44" y="269"/>
                  </a:lnTo>
                  <a:close/>
                </a:path>
              </a:pathLst>
            </a:custGeom>
            <a:grpFill/>
            <a:ln w="28575">
              <a:noFill/>
              <a:prstDash val="sysDot"/>
              <a:round/>
              <a:headEnd/>
              <a:tailEnd/>
            </a:ln>
          </p:spPr>
          <p:txBody>
            <a:bodyPr/>
            <a:lstStyle/>
            <a:p>
              <a:endParaRPr lang="zh-CN" altLang="en-US" kern="0" dirty="0">
                <a:solidFill>
                  <a:prstClr val="black"/>
                </a:solidFill>
                <a:ea typeface="微软雅黑" pitchFamily="34" charset="-122"/>
              </a:endParaRPr>
            </a:p>
          </p:txBody>
        </p:sp>
        <p:sp>
          <p:nvSpPr>
            <p:cNvPr id="40" name="Freeform 40"/>
            <p:cNvSpPr>
              <a:spLocks/>
            </p:cNvSpPr>
            <p:nvPr/>
          </p:nvSpPr>
          <p:spPr bwMode="auto">
            <a:xfrm>
              <a:off x="6004649" y="4581636"/>
              <a:ext cx="566738" cy="757238"/>
            </a:xfrm>
            <a:custGeom>
              <a:avLst/>
              <a:gdLst>
                <a:gd name="T0" fmla="*/ 2147483647 w 309"/>
                <a:gd name="T1" fmla="*/ 2147483647 h 397"/>
                <a:gd name="T2" fmla="*/ 2147483647 w 309"/>
                <a:gd name="T3" fmla="*/ 2147483647 h 397"/>
                <a:gd name="T4" fmla="*/ 2147483647 w 309"/>
                <a:gd name="T5" fmla="*/ 2147483647 h 397"/>
                <a:gd name="T6" fmla="*/ 2147483647 w 309"/>
                <a:gd name="T7" fmla="*/ 2147483647 h 397"/>
                <a:gd name="T8" fmla="*/ 2147483647 w 309"/>
                <a:gd name="T9" fmla="*/ 2147483647 h 397"/>
                <a:gd name="T10" fmla="*/ 2147483647 w 309"/>
                <a:gd name="T11" fmla="*/ 2147483647 h 397"/>
                <a:gd name="T12" fmla="*/ 2147483647 w 309"/>
                <a:gd name="T13" fmla="*/ 2147483647 h 397"/>
                <a:gd name="T14" fmla="*/ 2147483647 w 309"/>
                <a:gd name="T15" fmla="*/ 2147483647 h 397"/>
                <a:gd name="T16" fmla="*/ 2147483647 w 309"/>
                <a:gd name="T17" fmla="*/ 2147483647 h 397"/>
                <a:gd name="T18" fmla="*/ 2147483647 w 309"/>
                <a:gd name="T19" fmla="*/ 2147483647 h 397"/>
                <a:gd name="T20" fmla="*/ 2147483647 w 309"/>
                <a:gd name="T21" fmla="*/ 2147483647 h 397"/>
                <a:gd name="T22" fmla="*/ 2147483647 w 309"/>
                <a:gd name="T23" fmla="*/ 2147483647 h 397"/>
                <a:gd name="T24" fmla="*/ 2147483647 w 309"/>
                <a:gd name="T25" fmla="*/ 2147483647 h 397"/>
                <a:gd name="T26" fmla="*/ 2147483647 w 309"/>
                <a:gd name="T27" fmla="*/ 2147483647 h 397"/>
                <a:gd name="T28" fmla="*/ 2147483647 w 309"/>
                <a:gd name="T29" fmla="*/ 2147483647 h 397"/>
                <a:gd name="T30" fmla="*/ 2147483647 w 309"/>
                <a:gd name="T31" fmla="*/ 2147483647 h 397"/>
                <a:gd name="T32" fmla="*/ 2147483647 w 309"/>
                <a:gd name="T33" fmla="*/ 2147483647 h 397"/>
                <a:gd name="T34" fmla="*/ 2147483647 w 309"/>
                <a:gd name="T35" fmla="*/ 2147483647 h 397"/>
                <a:gd name="T36" fmla="*/ 2147483647 w 309"/>
                <a:gd name="T37" fmla="*/ 2147483647 h 397"/>
                <a:gd name="T38" fmla="*/ 2147483647 w 309"/>
                <a:gd name="T39" fmla="*/ 2147483647 h 397"/>
                <a:gd name="T40" fmla="*/ 2147483647 w 309"/>
                <a:gd name="T41" fmla="*/ 2147483647 h 397"/>
                <a:gd name="T42" fmla="*/ 2147483647 w 309"/>
                <a:gd name="T43" fmla="*/ 2147483647 h 397"/>
                <a:gd name="T44" fmla="*/ 2147483647 w 309"/>
                <a:gd name="T45" fmla="*/ 2147483647 h 397"/>
                <a:gd name="T46" fmla="*/ 2147483647 w 309"/>
                <a:gd name="T47" fmla="*/ 2147483647 h 397"/>
                <a:gd name="T48" fmla="*/ 2147483647 w 309"/>
                <a:gd name="T49" fmla="*/ 2147483647 h 397"/>
                <a:gd name="T50" fmla="*/ 2147483647 w 309"/>
                <a:gd name="T51" fmla="*/ 2147483647 h 397"/>
                <a:gd name="T52" fmla="*/ 2147483647 w 309"/>
                <a:gd name="T53" fmla="*/ 2147483647 h 397"/>
                <a:gd name="T54" fmla="*/ 2147483647 w 309"/>
                <a:gd name="T55" fmla="*/ 2147483647 h 397"/>
                <a:gd name="T56" fmla="*/ 2147483647 w 309"/>
                <a:gd name="T57" fmla="*/ 2147483647 h 397"/>
                <a:gd name="T58" fmla="*/ 2147483647 w 309"/>
                <a:gd name="T59" fmla="*/ 2147483647 h 397"/>
                <a:gd name="T60" fmla="*/ 2147483647 w 309"/>
                <a:gd name="T61" fmla="*/ 2147483647 h 397"/>
                <a:gd name="T62" fmla="*/ 2147483647 w 309"/>
                <a:gd name="T63" fmla="*/ 2147483647 h 397"/>
                <a:gd name="T64" fmla="*/ 2147483647 w 309"/>
                <a:gd name="T65" fmla="*/ 2147483647 h 397"/>
                <a:gd name="T66" fmla="*/ 2147483647 w 309"/>
                <a:gd name="T67" fmla="*/ 2147483647 h 397"/>
                <a:gd name="T68" fmla="*/ 2147483647 w 309"/>
                <a:gd name="T69" fmla="*/ 2147483647 h 397"/>
                <a:gd name="T70" fmla="*/ 2147483647 w 309"/>
                <a:gd name="T71" fmla="*/ 2147483647 h 397"/>
                <a:gd name="T72" fmla="*/ 2147483647 w 309"/>
                <a:gd name="T73" fmla="*/ 2147483647 h 397"/>
                <a:gd name="T74" fmla="*/ 2147483647 w 309"/>
                <a:gd name="T75" fmla="*/ 2147483647 h 397"/>
                <a:gd name="T76" fmla="*/ 2147483647 w 309"/>
                <a:gd name="T77" fmla="*/ 2147483647 h 397"/>
                <a:gd name="T78" fmla="*/ 2147483647 w 309"/>
                <a:gd name="T79" fmla="*/ 2147483647 h 397"/>
                <a:gd name="T80" fmla="*/ 2147483647 w 309"/>
                <a:gd name="T81" fmla="*/ 2147483647 h 397"/>
                <a:gd name="T82" fmla="*/ 2147483647 w 309"/>
                <a:gd name="T83" fmla="*/ 2147483647 h 397"/>
                <a:gd name="T84" fmla="*/ 2147483647 w 309"/>
                <a:gd name="T85" fmla="*/ 2147483647 h 397"/>
                <a:gd name="T86" fmla="*/ 2147483647 w 309"/>
                <a:gd name="T87" fmla="*/ 2147483647 h 397"/>
                <a:gd name="T88" fmla="*/ 2147483647 w 309"/>
                <a:gd name="T89" fmla="*/ 2147483647 h 397"/>
                <a:gd name="T90" fmla="*/ 2147483647 w 309"/>
                <a:gd name="T91" fmla="*/ 2147483647 h 397"/>
                <a:gd name="T92" fmla="*/ 2147483647 w 309"/>
                <a:gd name="T93" fmla="*/ 2147483647 h 397"/>
                <a:gd name="T94" fmla="*/ 2147483647 w 309"/>
                <a:gd name="T95" fmla="*/ 2147483647 h 397"/>
                <a:gd name="T96" fmla="*/ 2147483647 w 309"/>
                <a:gd name="T97" fmla="*/ 2147483647 h 397"/>
                <a:gd name="T98" fmla="*/ 2147483647 w 309"/>
                <a:gd name="T99" fmla="*/ 2147483647 h 397"/>
                <a:gd name="T100" fmla="*/ 2147483647 w 309"/>
                <a:gd name="T101" fmla="*/ 2147483647 h 397"/>
                <a:gd name="T102" fmla="*/ 2147483647 w 309"/>
                <a:gd name="T103" fmla="*/ 2147483647 h 397"/>
                <a:gd name="T104" fmla="*/ 2147483647 w 309"/>
                <a:gd name="T105" fmla="*/ 2147483647 h 397"/>
                <a:gd name="T106" fmla="*/ 2147483647 w 309"/>
                <a:gd name="T107" fmla="*/ 2147483647 h 397"/>
                <a:gd name="T108" fmla="*/ 2147483647 w 309"/>
                <a:gd name="T109" fmla="*/ 2147483647 h 397"/>
                <a:gd name="T110" fmla="*/ 2147483647 w 309"/>
                <a:gd name="T111" fmla="*/ 2147483647 h 397"/>
                <a:gd name="T112" fmla="*/ 2147483647 w 309"/>
                <a:gd name="T113" fmla="*/ 2147483647 h 397"/>
                <a:gd name="T114" fmla="*/ 2147483647 w 309"/>
                <a:gd name="T115" fmla="*/ 2147483647 h 397"/>
                <a:gd name="T116" fmla="*/ 2147483647 w 309"/>
                <a:gd name="T117" fmla="*/ 2147483647 h 397"/>
                <a:gd name="T118" fmla="*/ 2147483647 w 309"/>
                <a:gd name="T119" fmla="*/ 2147483647 h 397"/>
                <a:gd name="T120" fmla="*/ 2147483647 w 309"/>
                <a:gd name="T121" fmla="*/ 2147483647 h 397"/>
                <a:gd name="T122" fmla="*/ 2147483647 w 309"/>
                <a:gd name="T123" fmla="*/ 2147483647 h 397"/>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309"/>
                <a:gd name="T187" fmla="*/ 0 h 397"/>
                <a:gd name="T188" fmla="*/ 309 w 309"/>
                <a:gd name="T189" fmla="*/ 397 h 397"/>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309" h="397">
                  <a:moveTo>
                    <a:pt x="4" y="300"/>
                  </a:moveTo>
                  <a:lnTo>
                    <a:pt x="12" y="301"/>
                  </a:lnTo>
                  <a:lnTo>
                    <a:pt x="13" y="303"/>
                  </a:lnTo>
                  <a:lnTo>
                    <a:pt x="17" y="302"/>
                  </a:lnTo>
                  <a:lnTo>
                    <a:pt x="19" y="304"/>
                  </a:lnTo>
                  <a:lnTo>
                    <a:pt x="28" y="304"/>
                  </a:lnTo>
                  <a:lnTo>
                    <a:pt x="30" y="306"/>
                  </a:lnTo>
                  <a:lnTo>
                    <a:pt x="34" y="306"/>
                  </a:lnTo>
                  <a:lnTo>
                    <a:pt x="36" y="307"/>
                  </a:lnTo>
                  <a:lnTo>
                    <a:pt x="37" y="303"/>
                  </a:lnTo>
                  <a:lnTo>
                    <a:pt x="37" y="300"/>
                  </a:lnTo>
                  <a:lnTo>
                    <a:pt x="39" y="299"/>
                  </a:lnTo>
                  <a:lnTo>
                    <a:pt x="42" y="298"/>
                  </a:lnTo>
                  <a:lnTo>
                    <a:pt x="44" y="306"/>
                  </a:lnTo>
                  <a:lnTo>
                    <a:pt x="55" y="319"/>
                  </a:lnTo>
                  <a:lnTo>
                    <a:pt x="63" y="313"/>
                  </a:lnTo>
                  <a:lnTo>
                    <a:pt x="71" y="313"/>
                  </a:lnTo>
                  <a:lnTo>
                    <a:pt x="73" y="317"/>
                  </a:lnTo>
                  <a:lnTo>
                    <a:pt x="74" y="327"/>
                  </a:lnTo>
                  <a:lnTo>
                    <a:pt x="76" y="328"/>
                  </a:lnTo>
                  <a:lnTo>
                    <a:pt x="80" y="331"/>
                  </a:lnTo>
                  <a:lnTo>
                    <a:pt x="83" y="335"/>
                  </a:lnTo>
                  <a:lnTo>
                    <a:pt x="85" y="340"/>
                  </a:lnTo>
                  <a:lnTo>
                    <a:pt x="90" y="348"/>
                  </a:lnTo>
                  <a:lnTo>
                    <a:pt x="94" y="350"/>
                  </a:lnTo>
                  <a:lnTo>
                    <a:pt x="94" y="355"/>
                  </a:lnTo>
                  <a:lnTo>
                    <a:pt x="89" y="358"/>
                  </a:lnTo>
                  <a:lnTo>
                    <a:pt x="90" y="360"/>
                  </a:lnTo>
                  <a:lnTo>
                    <a:pt x="92" y="370"/>
                  </a:lnTo>
                  <a:lnTo>
                    <a:pt x="94" y="371"/>
                  </a:lnTo>
                  <a:lnTo>
                    <a:pt x="95" y="379"/>
                  </a:lnTo>
                  <a:lnTo>
                    <a:pt x="98" y="382"/>
                  </a:lnTo>
                  <a:lnTo>
                    <a:pt x="98" y="384"/>
                  </a:lnTo>
                  <a:lnTo>
                    <a:pt x="101" y="389"/>
                  </a:lnTo>
                  <a:lnTo>
                    <a:pt x="103" y="390"/>
                  </a:lnTo>
                  <a:lnTo>
                    <a:pt x="109" y="395"/>
                  </a:lnTo>
                  <a:lnTo>
                    <a:pt x="109" y="394"/>
                  </a:lnTo>
                  <a:lnTo>
                    <a:pt x="110" y="394"/>
                  </a:lnTo>
                  <a:lnTo>
                    <a:pt x="110" y="393"/>
                  </a:lnTo>
                  <a:lnTo>
                    <a:pt x="111" y="392"/>
                  </a:lnTo>
                  <a:lnTo>
                    <a:pt x="111" y="391"/>
                  </a:lnTo>
                  <a:lnTo>
                    <a:pt x="111" y="390"/>
                  </a:lnTo>
                  <a:lnTo>
                    <a:pt x="112" y="389"/>
                  </a:lnTo>
                  <a:lnTo>
                    <a:pt x="112" y="388"/>
                  </a:lnTo>
                  <a:lnTo>
                    <a:pt x="112" y="387"/>
                  </a:lnTo>
                  <a:lnTo>
                    <a:pt x="113" y="386"/>
                  </a:lnTo>
                  <a:lnTo>
                    <a:pt x="113" y="385"/>
                  </a:lnTo>
                  <a:lnTo>
                    <a:pt x="113" y="384"/>
                  </a:lnTo>
                  <a:lnTo>
                    <a:pt x="114" y="383"/>
                  </a:lnTo>
                  <a:lnTo>
                    <a:pt x="114" y="382"/>
                  </a:lnTo>
                  <a:lnTo>
                    <a:pt x="115" y="381"/>
                  </a:lnTo>
                  <a:lnTo>
                    <a:pt x="115" y="380"/>
                  </a:lnTo>
                  <a:lnTo>
                    <a:pt x="115" y="379"/>
                  </a:lnTo>
                  <a:lnTo>
                    <a:pt x="116" y="379"/>
                  </a:lnTo>
                  <a:lnTo>
                    <a:pt x="116" y="378"/>
                  </a:lnTo>
                  <a:lnTo>
                    <a:pt x="117" y="378"/>
                  </a:lnTo>
                  <a:lnTo>
                    <a:pt x="118" y="378"/>
                  </a:lnTo>
                  <a:lnTo>
                    <a:pt x="118" y="379"/>
                  </a:lnTo>
                  <a:lnTo>
                    <a:pt x="119" y="379"/>
                  </a:lnTo>
                  <a:lnTo>
                    <a:pt x="119" y="380"/>
                  </a:lnTo>
                  <a:lnTo>
                    <a:pt x="120" y="381"/>
                  </a:lnTo>
                  <a:lnTo>
                    <a:pt x="120" y="382"/>
                  </a:lnTo>
                  <a:lnTo>
                    <a:pt x="120" y="383"/>
                  </a:lnTo>
                  <a:lnTo>
                    <a:pt x="120" y="384"/>
                  </a:lnTo>
                  <a:lnTo>
                    <a:pt x="120" y="385"/>
                  </a:lnTo>
                  <a:lnTo>
                    <a:pt x="120" y="386"/>
                  </a:lnTo>
                  <a:lnTo>
                    <a:pt x="119" y="387"/>
                  </a:lnTo>
                  <a:lnTo>
                    <a:pt x="119" y="388"/>
                  </a:lnTo>
                  <a:lnTo>
                    <a:pt x="118" y="389"/>
                  </a:lnTo>
                  <a:lnTo>
                    <a:pt x="118" y="390"/>
                  </a:lnTo>
                  <a:lnTo>
                    <a:pt x="117" y="391"/>
                  </a:lnTo>
                  <a:lnTo>
                    <a:pt x="117" y="392"/>
                  </a:lnTo>
                  <a:lnTo>
                    <a:pt x="117" y="393"/>
                  </a:lnTo>
                  <a:lnTo>
                    <a:pt x="117" y="394"/>
                  </a:lnTo>
                  <a:lnTo>
                    <a:pt x="118" y="395"/>
                  </a:lnTo>
                  <a:lnTo>
                    <a:pt x="119" y="396"/>
                  </a:lnTo>
                  <a:lnTo>
                    <a:pt x="120" y="396"/>
                  </a:lnTo>
                  <a:lnTo>
                    <a:pt x="120" y="397"/>
                  </a:lnTo>
                  <a:lnTo>
                    <a:pt x="121" y="397"/>
                  </a:lnTo>
                  <a:lnTo>
                    <a:pt x="122" y="397"/>
                  </a:lnTo>
                  <a:lnTo>
                    <a:pt x="123" y="397"/>
                  </a:lnTo>
                  <a:lnTo>
                    <a:pt x="123" y="396"/>
                  </a:lnTo>
                  <a:lnTo>
                    <a:pt x="124" y="396"/>
                  </a:lnTo>
                  <a:lnTo>
                    <a:pt x="125" y="396"/>
                  </a:lnTo>
                  <a:lnTo>
                    <a:pt x="125" y="395"/>
                  </a:lnTo>
                  <a:lnTo>
                    <a:pt x="126" y="395"/>
                  </a:lnTo>
                  <a:lnTo>
                    <a:pt x="126" y="394"/>
                  </a:lnTo>
                  <a:lnTo>
                    <a:pt x="127" y="394"/>
                  </a:lnTo>
                  <a:lnTo>
                    <a:pt x="127" y="393"/>
                  </a:lnTo>
                  <a:lnTo>
                    <a:pt x="127" y="392"/>
                  </a:lnTo>
                  <a:lnTo>
                    <a:pt x="128" y="392"/>
                  </a:lnTo>
                  <a:lnTo>
                    <a:pt x="128" y="391"/>
                  </a:lnTo>
                  <a:lnTo>
                    <a:pt x="129" y="390"/>
                  </a:lnTo>
                  <a:lnTo>
                    <a:pt x="129" y="389"/>
                  </a:lnTo>
                  <a:lnTo>
                    <a:pt x="129" y="388"/>
                  </a:lnTo>
                  <a:lnTo>
                    <a:pt x="129" y="387"/>
                  </a:lnTo>
                  <a:lnTo>
                    <a:pt x="129" y="386"/>
                  </a:lnTo>
                  <a:lnTo>
                    <a:pt x="129" y="385"/>
                  </a:lnTo>
                  <a:lnTo>
                    <a:pt x="129" y="384"/>
                  </a:lnTo>
                  <a:lnTo>
                    <a:pt x="128" y="383"/>
                  </a:lnTo>
                  <a:lnTo>
                    <a:pt x="128" y="382"/>
                  </a:lnTo>
                  <a:lnTo>
                    <a:pt x="127" y="380"/>
                  </a:lnTo>
                  <a:lnTo>
                    <a:pt x="127" y="379"/>
                  </a:lnTo>
                  <a:lnTo>
                    <a:pt x="127" y="378"/>
                  </a:lnTo>
                  <a:lnTo>
                    <a:pt x="126" y="377"/>
                  </a:lnTo>
                  <a:lnTo>
                    <a:pt x="126" y="376"/>
                  </a:lnTo>
                  <a:lnTo>
                    <a:pt x="126" y="375"/>
                  </a:lnTo>
                  <a:lnTo>
                    <a:pt x="126" y="374"/>
                  </a:lnTo>
                  <a:lnTo>
                    <a:pt x="126" y="373"/>
                  </a:lnTo>
                  <a:lnTo>
                    <a:pt x="126" y="372"/>
                  </a:lnTo>
                  <a:lnTo>
                    <a:pt x="125" y="372"/>
                  </a:lnTo>
                  <a:lnTo>
                    <a:pt x="125" y="371"/>
                  </a:lnTo>
                  <a:lnTo>
                    <a:pt x="125" y="370"/>
                  </a:lnTo>
                  <a:lnTo>
                    <a:pt x="124" y="370"/>
                  </a:lnTo>
                  <a:lnTo>
                    <a:pt x="124" y="369"/>
                  </a:lnTo>
                  <a:lnTo>
                    <a:pt x="123" y="369"/>
                  </a:lnTo>
                  <a:lnTo>
                    <a:pt x="122" y="368"/>
                  </a:lnTo>
                  <a:lnTo>
                    <a:pt x="121" y="367"/>
                  </a:lnTo>
                  <a:lnTo>
                    <a:pt x="120" y="366"/>
                  </a:lnTo>
                  <a:lnTo>
                    <a:pt x="120" y="365"/>
                  </a:lnTo>
                  <a:lnTo>
                    <a:pt x="121" y="365"/>
                  </a:lnTo>
                  <a:lnTo>
                    <a:pt x="122" y="364"/>
                  </a:lnTo>
                  <a:lnTo>
                    <a:pt x="123" y="364"/>
                  </a:lnTo>
                  <a:lnTo>
                    <a:pt x="124" y="364"/>
                  </a:lnTo>
                  <a:lnTo>
                    <a:pt x="124" y="363"/>
                  </a:lnTo>
                  <a:lnTo>
                    <a:pt x="125" y="363"/>
                  </a:lnTo>
                  <a:lnTo>
                    <a:pt x="126" y="363"/>
                  </a:lnTo>
                  <a:lnTo>
                    <a:pt x="127" y="363"/>
                  </a:lnTo>
                  <a:lnTo>
                    <a:pt x="128" y="363"/>
                  </a:lnTo>
                  <a:lnTo>
                    <a:pt x="129" y="363"/>
                  </a:lnTo>
                  <a:lnTo>
                    <a:pt x="130" y="363"/>
                  </a:lnTo>
                  <a:lnTo>
                    <a:pt x="131" y="363"/>
                  </a:lnTo>
                  <a:lnTo>
                    <a:pt x="132" y="363"/>
                  </a:lnTo>
                  <a:lnTo>
                    <a:pt x="132" y="364"/>
                  </a:lnTo>
                  <a:lnTo>
                    <a:pt x="133" y="364"/>
                  </a:lnTo>
                  <a:lnTo>
                    <a:pt x="134" y="365"/>
                  </a:lnTo>
                  <a:lnTo>
                    <a:pt x="134" y="366"/>
                  </a:lnTo>
                  <a:lnTo>
                    <a:pt x="135" y="366"/>
                  </a:lnTo>
                  <a:lnTo>
                    <a:pt x="135" y="367"/>
                  </a:lnTo>
                  <a:lnTo>
                    <a:pt x="135" y="368"/>
                  </a:lnTo>
                  <a:lnTo>
                    <a:pt x="135" y="369"/>
                  </a:lnTo>
                  <a:lnTo>
                    <a:pt x="135" y="370"/>
                  </a:lnTo>
                  <a:lnTo>
                    <a:pt x="135" y="371"/>
                  </a:lnTo>
                  <a:lnTo>
                    <a:pt x="134" y="372"/>
                  </a:lnTo>
                  <a:lnTo>
                    <a:pt x="134" y="374"/>
                  </a:lnTo>
                  <a:lnTo>
                    <a:pt x="134" y="375"/>
                  </a:lnTo>
                  <a:lnTo>
                    <a:pt x="134" y="376"/>
                  </a:lnTo>
                  <a:lnTo>
                    <a:pt x="133" y="377"/>
                  </a:lnTo>
                  <a:lnTo>
                    <a:pt x="133" y="378"/>
                  </a:lnTo>
                  <a:lnTo>
                    <a:pt x="133" y="379"/>
                  </a:lnTo>
                  <a:lnTo>
                    <a:pt x="133" y="380"/>
                  </a:lnTo>
                  <a:lnTo>
                    <a:pt x="133" y="381"/>
                  </a:lnTo>
                  <a:lnTo>
                    <a:pt x="133" y="380"/>
                  </a:lnTo>
                  <a:lnTo>
                    <a:pt x="134" y="380"/>
                  </a:lnTo>
                  <a:lnTo>
                    <a:pt x="135" y="379"/>
                  </a:lnTo>
                  <a:lnTo>
                    <a:pt x="135" y="378"/>
                  </a:lnTo>
                  <a:lnTo>
                    <a:pt x="136" y="378"/>
                  </a:lnTo>
                  <a:lnTo>
                    <a:pt x="137" y="377"/>
                  </a:lnTo>
                  <a:lnTo>
                    <a:pt x="137" y="376"/>
                  </a:lnTo>
                  <a:lnTo>
                    <a:pt x="138" y="375"/>
                  </a:lnTo>
                  <a:lnTo>
                    <a:pt x="138" y="374"/>
                  </a:lnTo>
                  <a:lnTo>
                    <a:pt x="139" y="373"/>
                  </a:lnTo>
                  <a:lnTo>
                    <a:pt x="139" y="372"/>
                  </a:lnTo>
                  <a:lnTo>
                    <a:pt x="139" y="371"/>
                  </a:lnTo>
                  <a:lnTo>
                    <a:pt x="139" y="370"/>
                  </a:lnTo>
                  <a:lnTo>
                    <a:pt x="139" y="369"/>
                  </a:lnTo>
                  <a:lnTo>
                    <a:pt x="139" y="368"/>
                  </a:lnTo>
                  <a:lnTo>
                    <a:pt x="139" y="367"/>
                  </a:lnTo>
                  <a:lnTo>
                    <a:pt x="138" y="365"/>
                  </a:lnTo>
                  <a:lnTo>
                    <a:pt x="138" y="364"/>
                  </a:lnTo>
                  <a:lnTo>
                    <a:pt x="138" y="363"/>
                  </a:lnTo>
                  <a:lnTo>
                    <a:pt x="138" y="362"/>
                  </a:lnTo>
                  <a:lnTo>
                    <a:pt x="138" y="361"/>
                  </a:lnTo>
                  <a:lnTo>
                    <a:pt x="138" y="360"/>
                  </a:lnTo>
                  <a:lnTo>
                    <a:pt x="138" y="359"/>
                  </a:lnTo>
                  <a:lnTo>
                    <a:pt x="138" y="358"/>
                  </a:lnTo>
                  <a:lnTo>
                    <a:pt x="138" y="357"/>
                  </a:lnTo>
                  <a:lnTo>
                    <a:pt x="138" y="356"/>
                  </a:lnTo>
                  <a:lnTo>
                    <a:pt x="138" y="355"/>
                  </a:lnTo>
                  <a:lnTo>
                    <a:pt x="139" y="355"/>
                  </a:lnTo>
                  <a:lnTo>
                    <a:pt x="139" y="354"/>
                  </a:lnTo>
                  <a:lnTo>
                    <a:pt x="140" y="354"/>
                  </a:lnTo>
                  <a:lnTo>
                    <a:pt x="141" y="353"/>
                  </a:lnTo>
                  <a:lnTo>
                    <a:pt x="141" y="354"/>
                  </a:lnTo>
                  <a:lnTo>
                    <a:pt x="142" y="354"/>
                  </a:lnTo>
                  <a:lnTo>
                    <a:pt x="143" y="354"/>
                  </a:lnTo>
                  <a:lnTo>
                    <a:pt x="143" y="355"/>
                  </a:lnTo>
                  <a:lnTo>
                    <a:pt x="144" y="355"/>
                  </a:lnTo>
                  <a:lnTo>
                    <a:pt x="145" y="356"/>
                  </a:lnTo>
                  <a:lnTo>
                    <a:pt x="145" y="357"/>
                  </a:lnTo>
                  <a:lnTo>
                    <a:pt x="146" y="358"/>
                  </a:lnTo>
                  <a:lnTo>
                    <a:pt x="146" y="359"/>
                  </a:lnTo>
                  <a:lnTo>
                    <a:pt x="146" y="360"/>
                  </a:lnTo>
                  <a:lnTo>
                    <a:pt x="146" y="361"/>
                  </a:lnTo>
                  <a:lnTo>
                    <a:pt x="146" y="362"/>
                  </a:lnTo>
                  <a:lnTo>
                    <a:pt x="146" y="363"/>
                  </a:lnTo>
                  <a:lnTo>
                    <a:pt x="146" y="364"/>
                  </a:lnTo>
                  <a:lnTo>
                    <a:pt x="146" y="365"/>
                  </a:lnTo>
                  <a:lnTo>
                    <a:pt x="146" y="366"/>
                  </a:lnTo>
                  <a:lnTo>
                    <a:pt x="147" y="366"/>
                  </a:lnTo>
                  <a:lnTo>
                    <a:pt x="147" y="365"/>
                  </a:lnTo>
                  <a:lnTo>
                    <a:pt x="148" y="365"/>
                  </a:lnTo>
                  <a:lnTo>
                    <a:pt x="148" y="364"/>
                  </a:lnTo>
                  <a:lnTo>
                    <a:pt x="148" y="363"/>
                  </a:lnTo>
                  <a:lnTo>
                    <a:pt x="149" y="362"/>
                  </a:lnTo>
                  <a:lnTo>
                    <a:pt x="149" y="361"/>
                  </a:lnTo>
                  <a:lnTo>
                    <a:pt x="150" y="360"/>
                  </a:lnTo>
                  <a:lnTo>
                    <a:pt x="150" y="359"/>
                  </a:lnTo>
                  <a:lnTo>
                    <a:pt x="151" y="358"/>
                  </a:lnTo>
                  <a:lnTo>
                    <a:pt x="152" y="356"/>
                  </a:lnTo>
                  <a:lnTo>
                    <a:pt x="153" y="355"/>
                  </a:lnTo>
                  <a:lnTo>
                    <a:pt x="153" y="354"/>
                  </a:lnTo>
                  <a:lnTo>
                    <a:pt x="154" y="353"/>
                  </a:lnTo>
                  <a:lnTo>
                    <a:pt x="155" y="352"/>
                  </a:lnTo>
                  <a:lnTo>
                    <a:pt x="156" y="351"/>
                  </a:lnTo>
                  <a:lnTo>
                    <a:pt x="156" y="350"/>
                  </a:lnTo>
                  <a:lnTo>
                    <a:pt x="156" y="349"/>
                  </a:lnTo>
                  <a:lnTo>
                    <a:pt x="156" y="348"/>
                  </a:lnTo>
                  <a:lnTo>
                    <a:pt x="156" y="347"/>
                  </a:lnTo>
                  <a:lnTo>
                    <a:pt x="156" y="346"/>
                  </a:lnTo>
                  <a:lnTo>
                    <a:pt x="156" y="345"/>
                  </a:lnTo>
                  <a:lnTo>
                    <a:pt x="156" y="343"/>
                  </a:lnTo>
                  <a:lnTo>
                    <a:pt x="156" y="342"/>
                  </a:lnTo>
                  <a:lnTo>
                    <a:pt x="156" y="341"/>
                  </a:lnTo>
                  <a:lnTo>
                    <a:pt x="156" y="340"/>
                  </a:lnTo>
                  <a:lnTo>
                    <a:pt x="157" y="339"/>
                  </a:lnTo>
                  <a:lnTo>
                    <a:pt x="157" y="338"/>
                  </a:lnTo>
                  <a:lnTo>
                    <a:pt x="158" y="338"/>
                  </a:lnTo>
                  <a:lnTo>
                    <a:pt x="159" y="338"/>
                  </a:lnTo>
                  <a:lnTo>
                    <a:pt x="159" y="337"/>
                  </a:lnTo>
                  <a:lnTo>
                    <a:pt x="160" y="337"/>
                  </a:lnTo>
                  <a:lnTo>
                    <a:pt x="161" y="337"/>
                  </a:lnTo>
                  <a:lnTo>
                    <a:pt x="163" y="336"/>
                  </a:lnTo>
                  <a:lnTo>
                    <a:pt x="164" y="336"/>
                  </a:lnTo>
                  <a:lnTo>
                    <a:pt x="165" y="336"/>
                  </a:lnTo>
                  <a:lnTo>
                    <a:pt x="166" y="336"/>
                  </a:lnTo>
                  <a:lnTo>
                    <a:pt x="167" y="336"/>
                  </a:lnTo>
                  <a:lnTo>
                    <a:pt x="168" y="336"/>
                  </a:lnTo>
                  <a:lnTo>
                    <a:pt x="168" y="335"/>
                  </a:lnTo>
                  <a:lnTo>
                    <a:pt x="169" y="335"/>
                  </a:lnTo>
                  <a:lnTo>
                    <a:pt x="169" y="334"/>
                  </a:lnTo>
                  <a:lnTo>
                    <a:pt x="170" y="334"/>
                  </a:lnTo>
                  <a:lnTo>
                    <a:pt x="170" y="333"/>
                  </a:lnTo>
                  <a:lnTo>
                    <a:pt x="170" y="332"/>
                  </a:lnTo>
                  <a:lnTo>
                    <a:pt x="170" y="331"/>
                  </a:lnTo>
                  <a:lnTo>
                    <a:pt x="170" y="330"/>
                  </a:lnTo>
                  <a:lnTo>
                    <a:pt x="169" y="330"/>
                  </a:lnTo>
                  <a:lnTo>
                    <a:pt x="169" y="329"/>
                  </a:lnTo>
                  <a:lnTo>
                    <a:pt x="169" y="328"/>
                  </a:lnTo>
                  <a:lnTo>
                    <a:pt x="168" y="328"/>
                  </a:lnTo>
                  <a:lnTo>
                    <a:pt x="168" y="327"/>
                  </a:lnTo>
                  <a:lnTo>
                    <a:pt x="168" y="326"/>
                  </a:lnTo>
                  <a:lnTo>
                    <a:pt x="167" y="326"/>
                  </a:lnTo>
                  <a:lnTo>
                    <a:pt x="166" y="326"/>
                  </a:lnTo>
                  <a:lnTo>
                    <a:pt x="166" y="325"/>
                  </a:lnTo>
                  <a:lnTo>
                    <a:pt x="165" y="325"/>
                  </a:lnTo>
                  <a:lnTo>
                    <a:pt x="164" y="325"/>
                  </a:lnTo>
                  <a:lnTo>
                    <a:pt x="163" y="324"/>
                  </a:lnTo>
                  <a:lnTo>
                    <a:pt x="162" y="324"/>
                  </a:lnTo>
                  <a:lnTo>
                    <a:pt x="161" y="324"/>
                  </a:lnTo>
                  <a:lnTo>
                    <a:pt x="160" y="325"/>
                  </a:lnTo>
                  <a:lnTo>
                    <a:pt x="159" y="325"/>
                  </a:lnTo>
                  <a:lnTo>
                    <a:pt x="158" y="325"/>
                  </a:lnTo>
                  <a:lnTo>
                    <a:pt x="157" y="325"/>
                  </a:lnTo>
                  <a:lnTo>
                    <a:pt x="156" y="326"/>
                  </a:lnTo>
                  <a:lnTo>
                    <a:pt x="155" y="327"/>
                  </a:lnTo>
                  <a:lnTo>
                    <a:pt x="154" y="327"/>
                  </a:lnTo>
                  <a:lnTo>
                    <a:pt x="153" y="328"/>
                  </a:lnTo>
                  <a:lnTo>
                    <a:pt x="152" y="328"/>
                  </a:lnTo>
                  <a:lnTo>
                    <a:pt x="151" y="328"/>
                  </a:lnTo>
                  <a:lnTo>
                    <a:pt x="150" y="327"/>
                  </a:lnTo>
                  <a:lnTo>
                    <a:pt x="150" y="326"/>
                  </a:lnTo>
                  <a:lnTo>
                    <a:pt x="149" y="326"/>
                  </a:lnTo>
                  <a:lnTo>
                    <a:pt x="149" y="325"/>
                  </a:lnTo>
                  <a:lnTo>
                    <a:pt x="148" y="325"/>
                  </a:lnTo>
                  <a:lnTo>
                    <a:pt x="148" y="324"/>
                  </a:lnTo>
                  <a:lnTo>
                    <a:pt x="147" y="323"/>
                  </a:lnTo>
                  <a:lnTo>
                    <a:pt x="146" y="322"/>
                  </a:lnTo>
                  <a:lnTo>
                    <a:pt x="146" y="321"/>
                  </a:lnTo>
                  <a:lnTo>
                    <a:pt x="145" y="321"/>
                  </a:lnTo>
                  <a:lnTo>
                    <a:pt x="144" y="321"/>
                  </a:lnTo>
                  <a:lnTo>
                    <a:pt x="144" y="320"/>
                  </a:lnTo>
                  <a:lnTo>
                    <a:pt x="143" y="320"/>
                  </a:lnTo>
                  <a:lnTo>
                    <a:pt x="142" y="320"/>
                  </a:lnTo>
                  <a:lnTo>
                    <a:pt x="141" y="319"/>
                  </a:lnTo>
                  <a:lnTo>
                    <a:pt x="140" y="319"/>
                  </a:lnTo>
                  <a:lnTo>
                    <a:pt x="139" y="319"/>
                  </a:lnTo>
                  <a:lnTo>
                    <a:pt x="138" y="319"/>
                  </a:lnTo>
                  <a:lnTo>
                    <a:pt x="137" y="318"/>
                  </a:lnTo>
                  <a:lnTo>
                    <a:pt x="136" y="318"/>
                  </a:lnTo>
                  <a:lnTo>
                    <a:pt x="136" y="317"/>
                  </a:lnTo>
                  <a:lnTo>
                    <a:pt x="137" y="316"/>
                  </a:lnTo>
                  <a:lnTo>
                    <a:pt x="138" y="316"/>
                  </a:lnTo>
                  <a:lnTo>
                    <a:pt x="138" y="315"/>
                  </a:lnTo>
                  <a:lnTo>
                    <a:pt x="139" y="315"/>
                  </a:lnTo>
                  <a:lnTo>
                    <a:pt x="140" y="315"/>
                  </a:lnTo>
                  <a:lnTo>
                    <a:pt x="141" y="314"/>
                  </a:lnTo>
                  <a:lnTo>
                    <a:pt x="142" y="314"/>
                  </a:lnTo>
                  <a:lnTo>
                    <a:pt x="143" y="314"/>
                  </a:lnTo>
                  <a:lnTo>
                    <a:pt x="144" y="314"/>
                  </a:lnTo>
                  <a:lnTo>
                    <a:pt x="145" y="314"/>
                  </a:lnTo>
                  <a:lnTo>
                    <a:pt x="146" y="314"/>
                  </a:lnTo>
                  <a:lnTo>
                    <a:pt x="146" y="315"/>
                  </a:lnTo>
                  <a:lnTo>
                    <a:pt x="147" y="315"/>
                  </a:lnTo>
                  <a:lnTo>
                    <a:pt x="148" y="315"/>
                  </a:lnTo>
                  <a:lnTo>
                    <a:pt x="149" y="316"/>
                  </a:lnTo>
                  <a:lnTo>
                    <a:pt x="150" y="317"/>
                  </a:lnTo>
                  <a:lnTo>
                    <a:pt x="151" y="317"/>
                  </a:lnTo>
                  <a:lnTo>
                    <a:pt x="152" y="318"/>
                  </a:lnTo>
                  <a:lnTo>
                    <a:pt x="153" y="319"/>
                  </a:lnTo>
                  <a:lnTo>
                    <a:pt x="154" y="319"/>
                  </a:lnTo>
                  <a:lnTo>
                    <a:pt x="154" y="320"/>
                  </a:lnTo>
                  <a:lnTo>
                    <a:pt x="155" y="320"/>
                  </a:lnTo>
                  <a:lnTo>
                    <a:pt x="156" y="320"/>
                  </a:lnTo>
                  <a:lnTo>
                    <a:pt x="157" y="320"/>
                  </a:lnTo>
                  <a:lnTo>
                    <a:pt x="158" y="320"/>
                  </a:lnTo>
                  <a:lnTo>
                    <a:pt x="159" y="320"/>
                  </a:lnTo>
                  <a:lnTo>
                    <a:pt x="159" y="319"/>
                  </a:lnTo>
                  <a:lnTo>
                    <a:pt x="160" y="319"/>
                  </a:lnTo>
                  <a:lnTo>
                    <a:pt x="160" y="318"/>
                  </a:lnTo>
                  <a:lnTo>
                    <a:pt x="161" y="317"/>
                  </a:lnTo>
                  <a:lnTo>
                    <a:pt x="161" y="316"/>
                  </a:lnTo>
                  <a:lnTo>
                    <a:pt x="160" y="316"/>
                  </a:lnTo>
                  <a:lnTo>
                    <a:pt x="160" y="315"/>
                  </a:lnTo>
                  <a:lnTo>
                    <a:pt x="159" y="314"/>
                  </a:lnTo>
                  <a:lnTo>
                    <a:pt x="158" y="313"/>
                  </a:lnTo>
                  <a:lnTo>
                    <a:pt x="157" y="313"/>
                  </a:lnTo>
                  <a:lnTo>
                    <a:pt x="157" y="312"/>
                  </a:lnTo>
                  <a:lnTo>
                    <a:pt x="157" y="311"/>
                  </a:lnTo>
                  <a:lnTo>
                    <a:pt x="158" y="311"/>
                  </a:lnTo>
                  <a:lnTo>
                    <a:pt x="158" y="310"/>
                  </a:lnTo>
                  <a:lnTo>
                    <a:pt x="159" y="310"/>
                  </a:lnTo>
                  <a:lnTo>
                    <a:pt x="160" y="310"/>
                  </a:lnTo>
                  <a:lnTo>
                    <a:pt x="161" y="310"/>
                  </a:lnTo>
                  <a:lnTo>
                    <a:pt x="161" y="311"/>
                  </a:lnTo>
                  <a:lnTo>
                    <a:pt x="162" y="311"/>
                  </a:lnTo>
                  <a:lnTo>
                    <a:pt x="163" y="311"/>
                  </a:lnTo>
                  <a:lnTo>
                    <a:pt x="163" y="312"/>
                  </a:lnTo>
                  <a:lnTo>
                    <a:pt x="164" y="313"/>
                  </a:lnTo>
                  <a:lnTo>
                    <a:pt x="165" y="314"/>
                  </a:lnTo>
                  <a:lnTo>
                    <a:pt x="166" y="315"/>
                  </a:lnTo>
                  <a:lnTo>
                    <a:pt x="167" y="316"/>
                  </a:lnTo>
                  <a:lnTo>
                    <a:pt x="168" y="316"/>
                  </a:lnTo>
                  <a:lnTo>
                    <a:pt x="168" y="315"/>
                  </a:lnTo>
                  <a:lnTo>
                    <a:pt x="169" y="315"/>
                  </a:lnTo>
                  <a:lnTo>
                    <a:pt x="170" y="314"/>
                  </a:lnTo>
                  <a:lnTo>
                    <a:pt x="171" y="313"/>
                  </a:lnTo>
                  <a:lnTo>
                    <a:pt x="171" y="312"/>
                  </a:lnTo>
                  <a:lnTo>
                    <a:pt x="170" y="311"/>
                  </a:lnTo>
                  <a:lnTo>
                    <a:pt x="170" y="310"/>
                  </a:lnTo>
                  <a:lnTo>
                    <a:pt x="169" y="310"/>
                  </a:lnTo>
                  <a:lnTo>
                    <a:pt x="168" y="310"/>
                  </a:lnTo>
                  <a:lnTo>
                    <a:pt x="168" y="309"/>
                  </a:lnTo>
                  <a:lnTo>
                    <a:pt x="167" y="309"/>
                  </a:lnTo>
                  <a:lnTo>
                    <a:pt x="166" y="308"/>
                  </a:lnTo>
                  <a:lnTo>
                    <a:pt x="165" y="307"/>
                  </a:lnTo>
                  <a:lnTo>
                    <a:pt x="164" y="306"/>
                  </a:lnTo>
                  <a:lnTo>
                    <a:pt x="163" y="305"/>
                  </a:lnTo>
                  <a:lnTo>
                    <a:pt x="163" y="304"/>
                  </a:lnTo>
                  <a:lnTo>
                    <a:pt x="162" y="303"/>
                  </a:lnTo>
                  <a:lnTo>
                    <a:pt x="162" y="302"/>
                  </a:lnTo>
                  <a:lnTo>
                    <a:pt x="162" y="301"/>
                  </a:lnTo>
                  <a:lnTo>
                    <a:pt x="162" y="300"/>
                  </a:lnTo>
                  <a:lnTo>
                    <a:pt x="162" y="299"/>
                  </a:lnTo>
                  <a:lnTo>
                    <a:pt x="162" y="298"/>
                  </a:lnTo>
                  <a:lnTo>
                    <a:pt x="162" y="297"/>
                  </a:lnTo>
                  <a:lnTo>
                    <a:pt x="163" y="297"/>
                  </a:lnTo>
                  <a:lnTo>
                    <a:pt x="163" y="296"/>
                  </a:lnTo>
                  <a:lnTo>
                    <a:pt x="164" y="296"/>
                  </a:lnTo>
                  <a:lnTo>
                    <a:pt x="164" y="295"/>
                  </a:lnTo>
                  <a:lnTo>
                    <a:pt x="165" y="295"/>
                  </a:lnTo>
                  <a:lnTo>
                    <a:pt x="166" y="295"/>
                  </a:lnTo>
                  <a:lnTo>
                    <a:pt x="167" y="295"/>
                  </a:lnTo>
                  <a:lnTo>
                    <a:pt x="168" y="295"/>
                  </a:lnTo>
                  <a:lnTo>
                    <a:pt x="169" y="296"/>
                  </a:lnTo>
                  <a:lnTo>
                    <a:pt x="170" y="296"/>
                  </a:lnTo>
                  <a:lnTo>
                    <a:pt x="170" y="297"/>
                  </a:lnTo>
                  <a:lnTo>
                    <a:pt x="171" y="297"/>
                  </a:lnTo>
                  <a:lnTo>
                    <a:pt x="171" y="298"/>
                  </a:lnTo>
                  <a:lnTo>
                    <a:pt x="171" y="299"/>
                  </a:lnTo>
                  <a:lnTo>
                    <a:pt x="172" y="300"/>
                  </a:lnTo>
                  <a:lnTo>
                    <a:pt x="172" y="301"/>
                  </a:lnTo>
                  <a:lnTo>
                    <a:pt x="172" y="302"/>
                  </a:lnTo>
                  <a:lnTo>
                    <a:pt x="172" y="303"/>
                  </a:lnTo>
                  <a:lnTo>
                    <a:pt x="172" y="304"/>
                  </a:lnTo>
                  <a:lnTo>
                    <a:pt x="172" y="305"/>
                  </a:lnTo>
                  <a:lnTo>
                    <a:pt x="172" y="306"/>
                  </a:lnTo>
                  <a:lnTo>
                    <a:pt x="172" y="307"/>
                  </a:lnTo>
                  <a:lnTo>
                    <a:pt x="173" y="307"/>
                  </a:lnTo>
                  <a:lnTo>
                    <a:pt x="173" y="308"/>
                  </a:lnTo>
                  <a:lnTo>
                    <a:pt x="174" y="308"/>
                  </a:lnTo>
                  <a:lnTo>
                    <a:pt x="175" y="308"/>
                  </a:lnTo>
                  <a:lnTo>
                    <a:pt x="176" y="308"/>
                  </a:lnTo>
                  <a:lnTo>
                    <a:pt x="177" y="308"/>
                  </a:lnTo>
                  <a:lnTo>
                    <a:pt x="178" y="308"/>
                  </a:lnTo>
                  <a:lnTo>
                    <a:pt x="179" y="308"/>
                  </a:lnTo>
                  <a:lnTo>
                    <a:pt x="180" y="307"/>
                  </a:lnTo>
                  <a:lnTo>
                    <a:pt x="181" y="307"/>
                  </a:lnTo>
                  <a:lnTo>
                    <a:pt x="182" y="306"/>
                  </a:lnTo>
                  <a:lnTo>
                    <a:pt x="183" y="306"/>
                  </a:lnTo>
                  <a:lnTo>
                    <a:pt x="183" y="305"/>
                  </a:lnTo>
                  <a:lnTo>
                    <a:pt x="183" y="304"/>
                  </a:lnTo>
                  <a:lnTo>
                    <a:pt x="184" y="304"/>
                  </a:lnTo>
                  <a:lnTo>
                    <a:pt x="184" y="303"/>
                  </a:lnTo>
                  <a:lnTo>
                    <a:pt x="184" y="302"/>
                  </a:lnTo>
                  <a:lnTo>
                    <a:pt x="184" y="301"/>
                  </a:lnTo>
                  <a:lnTo>
                    <a:pt x="184" y="299"/>
                  </a:lnTo>
                  <a:lnTo>
                    <a:pt x="184" y="298"/>
                  </a:lnTo>
                  <a:lnTo>
                    <a:pt x="184" y="297"/>
                  </a:lnTo>
                  <a:lnTo>
                    <a:pt x="185" y="296"/>
                  </a:lnTo>
                  <a:lnTo>
                    <a:pt x="185" y="295"/>
                  </a:lnTo>
                  <a:lnTo>
                    <a:pt x="185" y="294"/>
                  </a:lnTo>
                  <a:lnTo>
                    <a:pt x="186" y="294"/>
                  </a:lnTo>
                  <a:lnTo>
                    <a:pt x="186" y="293"/>
                  </a:lnTo>
                  <a:lnTo>
                    <a:pt x="187" y="293"/>
                  </a:lnTo>
                  <a:lnTo>
                    <a:pt x="187" y="292"/>
                  </a:lnTo>
                  <a:lnTo>
                    <a:pt x="188" y="292"/>
                  </a:lnTo>
                  <a:lnTo>
                    <a:pt x="188" y="293"/>
                  </a:lnTo>
                  <a:lnTo>
                    <a:pt x="189" y="293"/>
                  </a:lnTo>
                  <a:lnTo>
                    <a:pt x="189" y="294"/>
                  </a:lnTo>
                  <a:lnTo>
                    <a:pt x="189" y="295"/>
                  </a:lnTo>
                  <a:lnTo>
                    <a:pt x="190" y="295"/>
                  </a:lnTo>
                  <a:lnTo>
                    <a:pt x="190" y="296"/>
                  </a:lnTo>
                  <a:lnTo>
                    <a:pt x="191" y="297"/>
                  </a:lnTo>
                  <a:lnTo>
                    <a:pt x="191" y="298"/>
                  </a:lnTo>
                  <a:lnTo>
                    <a:pt x="192" y="299"/>
                  </a:lnTo>
                  <a:lnTo>
                    <a:pt x="192" y="300"/>
                  </a:lnTo>
                  <a:lnTo>
                    <a:pt x="193" y="301"/>
                  </a:lnTo>
                  <a:lnTo>
                    <a:pt x="193" y="302"/>
                  </a:lnTo>
                  <a:lnTo>
                    <a:pt x="194" y="303"/>
                  </a:lnTo>
                  <a:lnTo>
                    <a:pt x="195" y="304"/>
                  </a:lnTo>
                  <a:lnTo>
                    <a:pt x="195" y="305"/>
                  </a:lnTo>
                  <a:lnTo>
                    <a:pt x="196" y="306"/>
                  </a:lnTo>
                  <a:lnTo>
                    <a:pt x="197" y="306"/>
                  </a:lnTo>
                  <a:lnTo>
                    <a:pt x="197" y="307"/>
                  </a:lnTo>
                  <a:lnTo>
                    <a:pt x="198" y="307"/>
                  </a:lnTo>
                  <a:lnTo>
                    <a:pt x="199" y="307"/>
                  </a:lnTo>
                  <a:lnTo>
                    <a:pt x="199" y="308"/>
                  </a:lnTo>
                  <a:lnTo>
                    <a:pt x="200" y="308"/>
                  </a:lnTo>
                  <a:lnTo>
                    <a:pt x="201" y="308"/>
                  </a:lnTo>
                  <a:lnTo>
                    <a:pt x="202" y="308"/>
                  </a:lnTo>
                  <a:lnTo>
                    <a:pt x="203" y="307"/>
                  </a:lnTo>
                  <a:lnTo>
                    <a:pt x="204" y="307"/>
                  </a:lnTo>
                  <a:lnTo>
                    <a:pt x="204" y="306"/>
                  </a:lnTo>
                  <a:lnTo>
                    <a:pt x="205" y="306"/>
                  </a:lnTo>
                  <a:lnTo>
                    <a:pt x="205" y="305"/>
                  </a:lnTo>
                  <a:lnTo>
                    <a:pt x="205" y="304"/>
                  </a:lnTo>
                  <a:lnTo>
                    <a:pt x="205" y="303"/>
                  </a:lnTo>
                  <a:lnTo>
                    <a:pt x="205" y="302"/>
                  </a:lnTo>
                  <a:lnTo>
                    <a:pt x="205" y="301"/>
                  </a:lnTo>
                  <a:lnTo>
                    <a:pt x="205" y="300"/>
                  </a:lnTo>
                  <a:lnTo>
                    <a:pt x="204" y="299"/>
                  </a:lnTo>
                  <a:lnTo>
                    <a:pt x="204" y="298"/>
                  </a:lnTo>
                  <a:lnTo>
                    <a:pt x="203" y="297"/>
                  </a:lnTo>
                  <a:lnTo>
                    <a:pt x="203" y="296"/>
                  </a:lnTo>
                  <a:lnTo>
                    <a:pt x="203" y="295"/>
                  </a:lnTo>
                  <a:lnTo>
                    <a:pt x="203" y="294"/>
                  </a:lnTo>
                  <a:lnTo>
                    <a:pt x="204" y="294"/>
                  </a:lnTo>
                  <a:lnTo>
                    <a:pt x="205" y="294"/>
                  </a:lnTo>
                  <a:lnTo>
                    <a:pt x="206" y="293"/>
                  </a:lnTo>
                  <a:lnTo>
                    <a:pt x="207" y="293"/>
                  </a:lnTo>
                  <a:lnTo>
                    <a:pt x="208" y="292"/>
                  </a:lnTo>
                  <a:lnTo>
                    <a:pt x="209" y="292"/>
                  </a:lnTo>
                  <a:lnTo>
                    <a:pt x="210" y="292"/>
                  </a:lnTo>
                  <a:lnTo>
                    <a:pt x="210" y="291"/>
                  </a:lnTo>
                  <a:lnTo>
                    <a:pt x="211" y="290"/>
                  </a:lnTo>
                  <a:lnTo>
                    <a:pt x="211" y="289"/>
                  </a:lnTo>
                  <a:lnTo>
                    <a:pt x="212" y="289"/>
                  </a:lnTo>
                  <a:lnTo>
                    <a:pt x="212" y="288"/>
                  </a:lnTo>
                  <a:lnTo>
                    <a:pt x="212" y="287"/>
                  </a:lnTo>
                  <a:lnTo>
                    <a:pt x="212" y="286"/>
                  </a:lnTo>
                  <a:lnTo>
                    <a:pt x="212" y="285"/>
                  </a:lnTo>
                  <a:lnTo>
                    <a:pt x="212" y="284"/>
                  </a:lnTo>
                  <a:lnTo>
                    <a:pt x="211" y="284"/>
                  </a:lnTo>
                  <a:lnTo>
                    <a:pt x="211" y="283"/>
                  </a:lnTo>
                  <a:lnTo>
                    <a:pt x="210" y="283"/>
                  </a:lnTo>
                  <a:lnTo>
                    <a:pt x="210" y="282"/>
                  </a:lnTo>
                  <a:lnTo>
                    <a:pt x="209" y="282"/>
                  </a:lnTo>
                  <a:lnTo>
                    <a:pt x="208" y="282"/>
                  </a:lnTo>
                  <a:lnTo>
                    <a:pt x="207" y="282"/>
                  </a:lnTo>
                  <a:lnTo>
                    <a:pt x="206" y="282"/>
                  </a:lnTo>
                  <a:lnTo>
                    <a:pt x="205" y="283"/>
                  </a:lnTo>
                  <a:lnTo>
                    <a:pt x="204" y="283"/>
                  </a:lnTo>
                  <a:lnTo>
                    <a:pt x="203" y="284"/>
                  </a:lnTo>
                  <a:lnTo>
                    <a:pt x="202" y="284"/>
                  </a:lnTo>
                  <a:lnTo>
                    <a:pt x="202" y="285"/>
                  </a:lnTo>
                  <a:lnTo>
                    <a:pt x="201" y="285"/>
                  </a:lnTo>
                  <a:lnTo>
                    <a:pt x="200" y="285"/>
                  </a:lnTo>
                  <a:lnTo>
                    <a:pt x="199" y="285"/>
                  </a:lnTo>
                  <a:lnTo>
                    <a:pt x="199" y="284"/>
                  </a:lnTo>
                  <a:lnTo>
                    <a:pt x="198" y="284"/>
                  </a:lnTo>
                  <a:lnTo>
                    <a:pt x="198" y="283"/>
                  </a:lnTo>
                  <a:lnTo>
                    <a:pt x="197" y="283"/>
                  </a:lnTo>
                  <a:lnTo>
                    <a:pt x="197" y="282"/>
                  </a:lnTo>
                  <a:lnTo>
                    <a:pt x="196" y="281"/>
                  </a:lnTo>
                  <a:lnTo>
                    <a:pt x="196" y="280"/>
                  </a:lnTo>
                  <a:lnTo>
                    <a:pt x="196" y="279"/>
                  </a:lnTo>
                  <a:lnTo>
                    <a:pt x="196" y="278"/>
                  </a:lnTo>
                  <a:lnTo>
                    <a:pt x="197" y="277"/>
                  </a:lnTo>
                  <a:lnTo>
                    <a:pt x="197" y="276"/>
                  </a:lnTo>
                  <a:lnTo>
                    <a:pt x="198" y="275"/>
                  </a:lnTo>
                  <a:lnTo>
                    <a:pt x="199" y="275"/>
                  </a:lnTo>
                  <a:lnTo>
                    <a:pt x="199" y="274"/>
                  </a:lnTo>
                  <a:lnTo>
                    <a:pt x="200" y="274"/>
                  </a:lnTo>
                  <a:lnTo>
                    <a:pt x="200" y="273"/>
                  </a:lnTo>
                  <a:lnTo>
                    <a:pt x="201" y="273"/>
                  </a:lnTo>
                  <a:lnTo>
                    <a:pt x="202" y="273"/>
                  </a:lnTo>
                  <a:lnTo>
                    <a:pt x="203" y="273"/>
                  </a:lnTo>
                  <a:lnTo>
                    <a:pt x="203" y="272"/>
                  </a:lnTo>
                  <a:lnTo>
                    <a:pt x="204" y="272"/>
                  </a:lnTo>
                  <a:lnTo>
                    <a:pt x="205" y="272"/>
                  </a:lnTo>
                  <a:lnTo>
                    <a:pt x="205" y="273"/>
                  </a:lnTo>
                  <a:lnTo>
                    <a:pt x="206" y="273"/>
                  </a:lnTo>
                  <a:lnTo>
                    <a:pt x="207" y="273"/>
                  </a:lnTo>
                  <a:lnTo>
                    <a:pt x="207" y="274"/>
                  </a:lnTo>
                  <a:lnTo>
                    <a:pt x="208" y="274"/>
                  </a:lnTo>
                  <a:lnTo>
                    <a:pt x="209" y="275"/>
                  </a:lnTo>
                  <a:lnTo>
                    <a:pt x="210" y="275"/>
                  </a:lnTo>
                  <a:lnTo>
                    <a:pt x="210" y="276"/>
                  </a:lnTo>
                  <a:lnTo>
                    <a:pt x="211" y="276"/>
                  </a:lnTo>
                  <a:lnTo>
                    <a:pt x="212" y="276"/>
                  </a:lnTo>
                  <a:lnTo>
                    <a:pt x="213" y="277"/>
                  </a:lnTo>
                  <a:lnTo>
                    <a:pt x="214" y="277"/>
                  </a:lnTo>
                  <a:lnTo>
                    <a:pt x="215" y="277"/>
                  </a:lnTo>
                  <a:lnTo>
                    <a:pt x="216" y="277"/>
                  </a:lnTo>
                  <a:lnTo>
                    <a:pt x="217" y="277"/>
                  </a:lnTo>
                  <a:lnTo>
                    <a:pt x="218" y="276"/>
                  </a:lnTo>
                  <a:lnTo>
                    <a:pt x="219" y="276"/>
                  </a:lnTo>
                  <a:lnTo>
                    <a:pt x="220" y="276"/>
                  </a:lnTo>
                  <a:lnTo>
                    <a:pt x="221" y="276"/>
                  </a:lnTo>
                  <a:lnTo>
                    <a:pt x="221" y="275"/>
                  </a:lnTo>
                  <a:lnTo>
                    <a:pt x="222" y="275"/>
                  </a:lnTo>
                  <a:lnTo>
                    <a:pt x="223" y="275"/>
                  </a:lnTo>
                  <a:lnTo>
                    <a:pt x="223" y="274"/>
                  </a:lnTo>
                  <a:lnTo>
                    <a:pt x="224" y="273"/>
                  </a:lnTo>
                  <a:lnTo>
                    <a:pt x="224" y="272"/>
                  </a:lnTo>
                  <a:lnTo>
                    <a:pt x="224" y="271"/>
                  </a:lnTo>
                  <a:lnTo>
                    <a:pt x="223" y="270"/>
                  </a:lnTo>
                  <a:lnTo>
                    <a:pt x="223" y="269"/>
                  </a:lnTo>
                  <a:lnTo>
                    <a:pt x="222" y="268"/>
                  </a:lnTo>
                  <a:lnTo>
                    <a:pt x="221" y="268"/>
                  </a:lnTo>
                  <a:lnTo>
                    <a:pt x="221" y="267"/>
                  </a:lnTo>
                  <a:lnTo>
                    <a:pt x="220" y="266"/>
                  </a:lnTo>
                  <a:lnTo>
                    <a:pt x="219" y="265"/>
                  </a:lnTo>
                  <a:lnTo>
                    <a:pt x="218" y="264"/>
                  </a:lnTo>
                  <a:lnTo>
                    <a:pt x="217" y="263"/>
                  </a:lnTo>
                  <a:lnTo>
                    <a:pt x="217" y="262"/>
                  </a:lnTo>
                  <a:lnTo>
                    <a:pt x="216" y="261"/>
                  </a:lnTo>
                  <a:lnTo>
                    <a:pt x="216" y="260"/>
                  </a:lnTo>
                  <a:lnTo>
                    <a:pt x="216" y="259"/>
                  </a:lnTo>
                  <a:lnTo>
                    <a:pt x="216" y="258"/>
                  </a:lnTo>
                  <a:lnTo>
                    <a:pt x="217" y="258"/>
                  </a:lnTo>
                  <a:lnTo>
                    <a:pt x="217" y="257"/>
                  </a:lnTo>
                  <a:lnTo>
                    <a:pt x="218" y="257"/>
                  </a:lnTo>
                  <a:lnTo>
                    <a:pt x="219" y="256"/>
                  </a:lnTo>
                  <a:lnTo>
                    <a:pt x="220" y="255"/>
                  </a:lnTo>
                  <a:lnTo>
                    <a:pt x="221" y="255"/>
                  </a:lnTo>
                  <a:lnTo>
                    <a:pt x="221" y="254"/>
                  </a:lnTo>
                  <a:lnTo>
                    <a:pt x="221" y="253"/>
                  </a:lnTo>
                  <a:lnTo>
                    <a:pt x="221" y="252"/>
                  </a:lnTo>
                  <a:lnTo>
                    <a:pt x="220" y="252"/>
                  </a:lnTo>
                  <a:lnTo>
                    <a:pt x="220" y="251"/>
                  </a:lnTo>
                  <a:lnTo>
                    <a:pt x="219" y="250"/>
                  </a:lnTo>
                  <a:lnTo>
                    <a:pt x="218" y="249"/>
                  </a:lnTo>
                  <a:lnTo>
                    <a:pt x="217" y="248"/>
                  </a:lnTo>
                  <a:lnTo>
                    <a:pt x="216" y="247"/>
                  </a:lnTo>
                  <a:lnTo>
                    <a:pt x="216" y="246"/>
                  </a:lnTo>
                  <a:lnTo>
                    <a:pt x="215" y="246"/>
                  </a:lnTo>
                  <a:lnTo>
                    <a:pt x="215" y="245"/>
                  </a:lnTo>
                  <a:lnTo>
                    <a:pt x="215" y="244"/>
                  </a:lnTo>
                  <a:lnTo>
                    <a:pt x="216" y="243"/>
                  </a:lnTo>
                  <a:lnTo>
                    <a:pt x="217" y="242"/>
                  </a:lnTo>
                  <a:lnTo>
                    <a:pt x="218" y="241"/>
                  </a:lnTo>
                  <a:lnTo>
                    <a:pt x="219" y="241"/>
                  </a:lnTo>
                  <a:lnTo>
                    <a:pt x="220" y="240"/>
                  </a:lnTo>
                  <a:lnTo>
                    <a:pt x="221" y="240"/>
                  </a:lnTo>
                  <a:lnTo>
                    <a:pt x="222" y="240"/>
                  </a:lnTo>
                  <a:lnTo>
                    <a:pt x="223" y="240"/>
                  </a:lnTo>
                  <a:lnTo>
                    <a:pt x="224" y="240"/>
                  </a:lnTo>
                  <a:lnTo>
                    <a:pt x="224" y="241"/>
                  </a:lnTo>
                  <a:lnTo>
                    <a:pt x="225" y="241"/>
                  </a:lnTo>
                  <a:lnTo>
                    <a:pt x="225" y="242"/>
                  </a:lnTo>
                  <a:lnTo>
                    <a:pt x="226" y="242"/>
                  </a:lnTo>
                  <a:lnTo>
                    <a:pt x="226" y="243"/>
                  </a:lnTo>
                  <a:lnTo>
                    <a:pt x="226" y="244"/>
                  </a:lnTo>
                  <a:lnTo>
                    <a:pt x="226" y="245"/>
                  </a:lnTo>
                  <a:lnTo>
                    <a:pt x="227" y="246"/>
                  </a:lnTo>
                  <a:lnTo>
                    <a:pt x="227" y="248"/>
                  </a:lnTo>
                  <a:lnTo>
                    <a:pt x="227" y="249"/>
                  </a:lnTo>
                  <a:lnTo>
                    <a:pt x="227" y="250"/>
                  </a:lnTo>
                  <a:lnTo>
                    <a:pt x="227" y="251"/>
                  </a:lnTo>
                  <a:lnTo>
                    <a:pt x="228" y="251"/>
                  </a:lnTo>
                  <a:lnTo>
                    <a:pt x="228" y="252"/>
                  </a:lnTo>
                  <a:lnTo>
                    <a:pt x="229" y="252"/>
                  </a:lnTo>
                  <a:lnTo>
                    <a:pt x="229" y="253"/>
                  </a:lnTo>
                  <a:lnTo>
                    <a:pt x="230" y="253"/>
                  </a:lnTo>
                  <a:lnTo>
                    <a:pt x="231" y="253"/>
                  </a:lnTo>
                  <a:lnTo>
                    <a:pt x="232" y="253"/>
                  </a:lnTo>
                  <a:lnTo>
                    <a:pt x="233" y="253"/>
                  </a:lnTo>
                  <a:lnTo>
                    <a:pt x="234" y="253"/>
                  </a:lnTo>
                  <a:lnTo>
                    <a:pt x="235" y="252"/>
                  </a:lnTo>
                  <a:lnTo>
                    <a:pt x="236" y="252"/>
                  </a:lnTo>
                  <a:lnTo>
                    <a:pt x="237" y="252"/>
                  </a:lnTo>
                  <a:lnTo>
                    <a:pt x="238" y="251"/>
                  </a:lnTo>
                  <a:lnTo>
                    <a:pt x="239" y="251"/>
                  </a:lnTo>
                  <a:lnTo>
                    <a:pt x="239" y="250"/>
                  </a:lnTo>
                  <a:lnTo>
                    <a:pt x="240" y="249"/>
                  </a:lnTo>
                  <a:lnTo>
                    <a:pt x="241" y="249"/>
                  </a:lnTo>
                  <a:lnTo>
                    <a:pt x="242" y="248"/>
                  </a:lnTo>
                  <a:lnTo>
                    <a:pt x="243" y="248"/>
                  </a:lnTo>
                  <a:lnTo>
                    <a:pt x="243" y="247"/>
                  </a:lnTo>
                  <a:lnTo>
                    <a:pt x="244" y="246"/>
                  </a:lnTo>
                  <a:lnTo>
                    <a:pt x="244" y="245"/>
                  </a:lnTo>
                  <a:lnTo>
                    <a:pt x="244" y="244"/>
                  </a:lnTo>
                  <a:lnTo>
                    <a:pt x="244" y="243"/>
                  </a:lnTo>
                  <a:lnTo>
                    <a:pt x="244" y="242"/>
                  </a:lnTo>
                  <a:lnTo>
                    <a:pt x="243" y="242"/>
                  </a:lnTo>
                  <a:lnTo>
                    <a:pt x="243" y="241"/>
                  </a:lnTo>
                  <a:lnTo>
                    <a:pt x="242" y="240"/>
                  </a:lnTo>
                  <a:lnTo>
                    <a:pt x="241" y="240"/>
                  </a:lnTo>
                  <a:lnTo>
                    <a:pt x="240" y="239"/>
                  </a:lnTo>
                  <a:lnTo>
                    <a:pt x="238" y="237"/>
                  </a:lnTo>
                  <a:lnTo>
                    <a:pt x="237" y="237"/>
                  </a:lnTo>
                  <a:lnTo>
                    <a:pt x="236" y="236"/>
                  </a:lnTo>
                  <a:lnTo>
                    <a:pt x="235" y="235"/>
                  </a:lnTo>
                  <a:lnTo>
                    <a:pt x="234" y="235"/>
                  </a:lnTo>
                  <a:lnTo>
                    <a:pt x="234" y="234"/>
                  </a:lnTo>
                  <a:lnTo>
                    <a:pt x="233" y="234"/>
                  </a:lnTo>
                  <a:lnTo>
                    <a:pt x="233" y="233"/>
                  </a:lnTo>
                  <a:lnTo>
                    <a:pt x="232" y="233"/>
                  </a:lnTo>
                  <a:lnTo>
                    <a:pt x="232" y="232"/>
                  </a:lnTo>
                  <a:lnTo>
                    <a:pt x="232" y="231"/>
                  </a:lnTo>
                  <a:lnTo>
                    <a:pt x="232" y="230"/>
                  </a:lnTo>
                  <a:lnTo>
                    <a:pt x="232" y="229"/>
                  </a:lnTo>
                  <a:lnTo>
                    <a:pt x="232" y="228"/>
                  </a:lnTo>
                  <a:lnTo>
                    <a:pt x="232" y="227"/>
                  </a:lnTo>
                  <a:lnTo>
                    <a:pt x="232" y="226"/>
                  </a:lnTo>
                  <a:lnTo>
                    <a:pt x="233" y="225"/>
                  </a:lnTo>
                  <a:lnTo>
                    <a:pt x="234" y="224"/>
                  </a:lnTo>
                  <a:lnTo>
                    <a:pt x="234" y="223"/>
                  </a:lnTo>
                  <a:lnTo>
                    <a:pt x="235" y="222"/>
                  </a:lnTo>
                  <a:lnTo>
                    <a:pt x="236" y="222"/>
                  </a:lnTo>
                  <a:lnTo>
                    <a:pt x="236" y="221"/>
                  </a:lnTo>
                  <a:lnTo>
                    <a:pt x="237" y="220"/>
                  </a:lnTo>
                  <a:lnTo>
                    <a:pt x="238" y="219"/>
                  </a:lnTo>
                  <a:lnTo>
                    <a:pt x="239" y="219"/>
                  </a:lnTo>
                  <a:lnTo>
                    <a:pt x="240" y="218"/>
                  </a:lnTo>
                  <a:lnTo>
                    <a:pt x="241" y="217"/>
                  </a:lnTo>
                  <a:lnTo>
                    <a:pt x="242" y="217"/>
                  </a:lnTo>
                  <a:lnTo>
                    <a:pt x="243" y="217"/>
                  </a:lnTo>
                  <a:lnTo>
                    <a:pt x="244" y="217"/>
                  </a:lnTo>
                  <a:lnTo>
                    <a:pt x="244" y="216"/>
                  </a:lnTo>
                  <a:lnTo>
                    <a:pt x="245" y="216"/>
                  </a:lnTo>
                  <a:lnTo>
                    <a:pt x="246" y="216"/>
                  </a:lnTo>
                  <a:lnTo>
                    <a:pt x="247" y="216"/>
                  </a:lnTo>
                  <a:lnTo>
                    <a:pt x="247" y="217"/>
                  </a:lnTo>
                  <a:lnTo>
                    <a:pt x="248" y="217"/>
                  </a:lnTo>
                  <a:lnTo>
                    <a:pt x="249" y="218"/>
                  </a:lnTo>
                  <a:lnTo>
                    <a:pt x="250" y="219"/>
                  </a:lnTo>
                  <a:lnTo>
                    <a:pt x="251" y="220"/>
                  </a:lnTo>
                  <a:lnTo>
                    <a:pt x="251" y="221"/>
                  </a:lnTo>
                  <a:lnTo>
                    <a:pt x="252" y="221"/>
                  </a:lnTo>
                  <a:lnTo>
                    <a:pt x="252" y="222"/>
                  </a:lnTo>
                  <a:lnTo>
                    <a:pt x="253" y="224"/>
                  </a:lnTo>
                  <a:lnTo>
                    <a:pt x="254" y="224"/>
                  </a:lnTo>
                  <a:lnTo>
                    <a:pt x="254" y="225"/>
                  </a:lnTo>
                  <a:lnTo>
                    <a:pt x="255" y="226"/>
                  </a:lnTo>
                  <a:lnTo>
                    <a:pt x="256" y="227"/>
                  </a:lnTo>
                  <a:lnTo>
                    <a:pt x="257" y="228"/>
                  </a:lnTo>
                  <a:lnTo>
                    <a:pt x="258" y="229"/>
                  </a:lnTo>
                  <a:lnTo>
                    <a:pt x="259" y="229"/>
                  </a:lnTo>
                  <a:lnTo>
                    <a:pt x="260" y="230"/>
                  </a:lnTo>
                  <a:lnTo>
                    <a:pt x="261" y="230"/>
                  </a:lnTo>
                  <a:lnTo>
                    <a:pt x="262" y="231"/>
                  </a:lnTo>
                  <a:lnTo>
                    <a:pt x="263" y="231"/>
                  </a:lnTo>
                  <a:lnTo>
                    <a:pt x="264" y="231"/>
                  </a:lnTo>
                  <a:lnTo>
                    <a:pt x="265" y="231"/>
                  </a:lnTo>
                  <a:lnTo>
                    <a:pt x="266" y="231"/>
                  </a:lnTo>
                  <a:lnTo>
                    <a:pt x="267" y="231"/>
                  </a:lnTo>
                  <a:lnTo>
                    <a:pt x="268" y="231"/>
                  </a:lnTo>
                  <a:lnTo>
                    <a:pt x="269" y="231"/>
                  </a:lnTo>
                  <a:lnTo>
                    <a:pt x="269" y="230"/>
                  </a:lnTo>
                  <a:lnTo>
                    <a:pt x="270" y="230"/>
                  </a:lnTo>
                  <a:lnTo>
                    <a:pt x="270" y="229"/>
                  </a:lnTo>
                  <a:lnTo>
                    <a:pt x="270" y="228"/>
                  </a:lnTo>
                  <a:lnTo>
                    <a:pt x="270" y="227"/>
                  </a:lnTo>
                  <a:lnTo>
                    <a:pt x="270" y="226"/>
                  </a:lnTo>
                  <a:lnTo>
                    <a:pt x="269" y="225"/>
                  </a:lnTo>
                  <a:lnTo>
                    <a:pt x="269" y="224"/>
                  </a:lnTo>
                  <a:lnTo>
                    <a:pt x="268" y="223"/>
                  </a:lnTo>
                  <a:lnTo>
                    <a:pt x="268" y="222"/>
                  </a:lnTo>
                  <a:lnTo>
                    <a:pt x="267" y="221"/>
                  </a:lnTo>
                  <a:lnTo>
                    <a:pt x="266" y="220"/>
                  </a:lnTo>
                  <a:lnTo>
                    <a:pt x="266" y="219"/>
                  </a:lnTo>
                  <a:lnTo>
                    <a:pt x="265" y="219"/>
                  </a:lnTo>
                  <a:lnTo>
                    <a:pt x="264" y="218"/>
                  </a:lnTo>
                  <a:lnTo>
                    <a:pt x="263" y="217"/>
                  </a:lnTo>
                  <a:lnTo>
                    <a:pt x="262" y="216"/>
                  </a:lnTo>
                  <a:lnTo>
                    <a:pt x="261" y="215"/>
                  </a:lnTo>
                  <a:lnTo>
                    <a:pt x="260" y="215"/>
                  </a:lnTo>
                  <a:lnTo>
                    <a:pt x="260" y="214"/>
                  </a:lnTo>
                  <a:lnTo>
                    <a:pt x="259" y="214"/>
                  </a:lnTo>
                  <a:lnTo>
                    <a:pt x="258" y="214"/>
                  </a:lnTo>
                  <a:lnTo>
                    <a:pt x="257" y="213"/>
                  </a:lnTo>
                  <a:lnTo>
                    <a:pt x="256" y="212"/>
                  </a:lnTo>
                  <a:lnTo>
                    <a:pt x="255" y="212"/>
                  </a:lnTo>
                  <a:lnTo>
                    <a:pt x="255" y="211"/>
                  </a:lnTo>
                  <a:lnTo>
                    <a:pt x="255" y="210"/>
                  </a:lnTo>
                  <a:lnTo>
                    <a:pt x="254" y="210"/>
                  </a:lnTo>
                  <a:lnTo>
                    <a:pt x="254" y="209"/>
                  </a:lnTo>
                  <a:lnTo>
                    <a:pt x="254" y="208"/>
                  </a:lnTo>
                  <a:lnTo>
                    <a:pt x="254" y="207"/>
                  </a:lnTo>
                  <a:lnTo>
                    <a:pt x="254" y="206"/>
                  </a:lnTo>
                  <a:lnTo>
                    <a:pt x="254" y="205"/>
                  </a:lnTo>
                  <a:lnTo>
                    <a:pt x="255" y="205"/>
                  </a:lnTo>
                  <a:lnTo>
                    <a:pt x="255" y="204"/>
                  </a:lnTo>
                  <a:lnTo>
                    <a:pt x="255" y="203"/>
                  </a:lnTo>
                  <a:lnTo>
                    <a:pt x="256" y="203"/>
                  </a:lnTo>
                  <a:lnTo>
                    <a:pt x="257" y="203"/>
                  </a:lnTo>
                  <a:lnTo>
                    <a:pt x="257" y="202"/>
                  </a:lnTo>
                  <a:lnTo>
                    <a:pt x="258" y="202"/>
                  </a:lnTo>
                  <a:lnTo>
                    <a:pt x="259" y="202"/>
                  </a:lnTo>
                  <a:lnTo>
                    <a:pt x="260" y="202"/>
                  </a:lnTo>
                  <a:lnTo>
                    <a:pt x="261" y="202"/>
                  </a:lnTo>
                  <a:lnTo>
                    <a:pt x="262" y="202"/>
                  </a:lnTo>
                  <a:lnTo>
                    <a:pt x="263" y="202"/>
                  </a:lnTo>
                  <a:lnTo>
                    <a:pt x="264" y="202"/>
                  </a:lnTo>
                  <a:lnTo>
                    <a:pt x="265" y="201"/>
                  </a:lnTo>
                  <a:lnTo>
                    <a:pt x="265" y="200"/>
                  </a:lnTo>
                  <a:lnTo>
                    <a:pt x="264" y="200"/>
                  </a:lnTo>
                  <a:lnTo>
                    <a:pt x="264" y="199"/>
                  </a:lnTo>
                  <a:lnTo>
                    <a:pt x="264" y="198"/>
                  </a:lnTo>
                  <a:lnTo>
                    <a:pt x="264" y="197"/>
                  </a:lnTo>
                  <a:lnTo>
                    <a:pt x="263" y="196"/>
                  </a:lnTo>
                  <a:lnTo>
                    <a:pt x="263" y="195"/>
                  </a:lnTo>
                  <a:lnTo>
                    <a:pt x="263" y="194"/>
                  </a:lnTo>
                  <a:lnTo>
                    <a:pt x="263" y="193"/>
                  </a:lnTo>
                  <a:lnTo>
                    <a:pt x="262" y="192"/>
                  </a:lnTo>
                  <a:lnTo>
                    <a:pt x="262" y="191"/>
                  </a:lnTo>
                  <a:lnTo>
                    <a:pt x="262" y="190"/>
                  </a:lnTo>
                  <a:lnTo>
                    <a:pt x="262" y="189"/>
                  </a:lnTo>
                  <a:lnTo>
                    <a:pt x="262" y="188"/>
                  </a:lnTo>
                  <a:lnTo>
                    <a:pt x="263" y="188"/>
                  </a:lnTo>
                  <a:lnTo>
                    <a:pt x="263" y="187"/>
                  </a:lnTo>
                  <a:lnTo>
                    <a:pt x="264" y="186"/>
                  </a:lnTo>
                  <a:lnTo>
                    <a:pt x="265" y="185"/>
                  </a:lnTo>
                  <a:lnTo>
                    <a:pt x="265" y="184"/>
                  </a:lnTo>
                  <a:lnTo>
                    <a:pt x="266" y="183"/>
                  </a:lnTo>
                  <a:lnTo>
                    <a:pt x="266" y="182"/>
                  </a:lnTo>
                  <a:lnTo>
                    <a:pt x="266" y="181"/>
                  </a:lnTo>
                  <a:lnTo>
                    <a:pt x="267" y="180"/>
                  </a:lnTo>
                  <a:lnTo>
                    <a:pt x="267" y="179"/>
                  </a:lnTo>
                  <a:lnTo>
                    <a:pt x="266" y="178"/>
                  </a:lnTo>
                  <a:lnTo>
                    <a:pt x="266" y="177"/>
                  </a:lnTo>
                  <a:lnTo>
                    <a:pt x="266" y="176"/>
                  </a:lnTo>
                  <a:lnTo>
                    <a:pt x="265" y="176"/>
                  </a:lnTo>
                  <a:lnTo>
                    <a:pt x="264" y="175"/>
                  </a:lnTo>
                  <a:lnTo>
                    <a:pt x="263" y="175"/>
                  </a:lnTo>
                  <a:lnTo>
                    <a:pt x="262" y="175"/>
                  </a:lnTo>
                  <a:lnTo>
                    <a:pt x="261" y="175"/>
                  </a:lnTo>
                  <a:lnTo>
                    <a:pt x="261" y="176"/>
                  </a:lnTo>
                  <a:lnTo>
                    <a:pt x="260" y="176"/>
                  </a:lnTo>
                  <a:lnTo>
                    <a:pt x="259" y="176"/>
                  </a:lnTo>
                  <a:lnTo>
                    <a:pt x="258" y="176"/>
                  </a:lnTo>
                  <a:lnTo>
                    <a:pt x="257" y="175"/>
                  </a:lnTo>
                  <a:lnTo>
                    <a:pt x="256" y="175"/>
                  </a:lnTo>
                  <a:lnTo>
                    <a:pt x="256" y="174"/>
                  </a:lnTo>
                  <a:lnTo>
                    <a:pt x="256" y="173"/>
                  </a:lnTo>
                  <a:lnTo>
                    <a:pt x="255" y="173"/>
                  </a:lnTo>
                  <a:lnTo>
                    <a:pt x="255" y="172"/>
                  </a:lnTo>
                  <a:lnTo>
                    <a:pt x="255" y="171"/>
                  </a:lnTo>
                  <a:lnTo>
                    <a:pt x="255" y="170"/>
                  </a:lnTo>
                  <a:lnTo>
                    <a:pt x="254" y="169"/>
                  </a:lnTo>
                  <a:lnTo>
                    <a:pt x="254" y="168"/>
                  </a:lnTo>
                  <a:lnTo>
                    <a:pt x="254" y="167"/>
                  </a:lnTo>
                  <a:lnTo>
                    <a:pt x="254" y="166"/>
                  </a:lnTo>
                  <a:lnTo>
                    <a:pt x="255" y="165"/>
                  </a:lnTo>
                  <a:lnTo>
                    <a:pt x="255" y="164"/>
                  </a:lnTo>
                  <a:lnTo>
                    <a:pt x="255" y="163"/>
                  </a:lnTo>
                  <a:lnTo>
                    <a:pt x="256" y="162"/>
                  </a:lnTo>
                  <a:lnTo>
                    <a:pt x="256" y="161"/>
                  </a:lnTo>
                  <a:lnTo>
                    <a:pt x="256" y="160"/>
                  </a:lnTo>
                  <a:lnTo>
                    <a:pt x="257" y="160"/>
                  </a:lnTo>
                  <a:lnTo>
                    <a:pt x="257" y="159"/>
                  </a:lnTo>
                  <a:lnTo>
                    <a:pt x="258" y="158"/>
                  </a:lnTo>
                  <a:lnTo>
                    <a:pt x="259" y="157"/>
                  </a:lnTo>
                  <a:lnTo>
                    <a:pt x="260" y="157"/>
                  </a:lnTo>
                  <a:lnTo>
                    <a:pt x="261" y="156"/>
                  </a:lnTo>
                  <a:lnTo>
                    <a:pt x="262" y="156"/>
                  </a:lnTo>
                  <a:lnTo>
                    <a:pt x="263" y="156"/>
                  </a:lnTo>
                  <a:lnTo>
                    <a:pt x="265" y="156"/>
                  </a:lnTo>
                  <a:lnTo>
                    <a:pt x="266" y="156"/>
                  </a:lnTo>
                  <a:lnTo>
                    <a:pt x="266" y="155"/>
                  </a:lnTo>
                  <a:lnTo>
                    <a:pt x="267" y="155"/>
                  </a:lnTo>
                  <a:lnTo>
                    <a:pt x="268" y="155"/>
                  </a:lnTo>
                  <a:lnTo>
                    <a:pt x="269" y="155"/>
                  </a:lnTo>
                  <a:lnTo>
                    <a:pt x="270" y="154"/>
                  </a:lnTo>
                  <a:lnTo>
                    <a:pt x="271" y="154"/>
                  </a:lnTo>
                  <a:lnTo>
                    <a:pt x="272" y="153"/>
                  </a:lnTo>
                  <a:lnTo>
                    <a:pt x="273" y="152"/>
                  </a:lnTo>
                  <a:lnTo>
                    <a:pt x="274" y="151"/>
                  </a:lnTo>
                  <a:lnTo>
                    <a:pt x="275" y="150"/>
                  </a:lnTo>
                  <a:lnTo>
                    <a:pt x="275" y="149"/>
                  </a:lnTo>
                  <a:lnTo>
                    <a:pt x="275" y="148"/>
                  </a:lnTo>
                  <a:lnTo>
                    <a:pt x="275" y="147"/>
                  </a:lnTo>
                  <a:lnTo>
                    <a:pt x="275" y="146"/>
                  </a:lnTo>
                  <a:lnTo>
                    <a:pt x="274" y="146"/>
                  </a:lnTo>
                  <a:lnTo>
                    <a:pt x="274" y="145"/>
                  </a:lnTo>
                  <a:lnTo>
                    <a:pt x="273" y="144"/>
                  </a:lnTo>
                  <a:lnTo>
                    <a:pt x="272" y="142"/>
                  </a:lnTo>
                  <a:lnTo>
                    <a:pt x="271" y="141"/>
                  </a:lnTo>
                  <a:lnTo>
                    <a:pt x="269" y="138"/>
                  </a:lnTo>
                  <a:lnTo>
                    <a:pt x="268" y="137"/>
                  </a:lnTo>
                  <a:lnTo>
                    <a:pt x="267" y="135"/>
                  </a:lnTo>
                  <a:lnTo>
                    <a:pt x="266" y="135"/>
                  </a:lnTo>
                  <a:lnTo>
                    <a:pt x="266" y="134"/>
                  </a:lnTo>
                  <a:lnTo>
                    <a:pt x="265" y="134"/>
                  </a:lnTo>
                  <a:lnTo>
                    <a:pt x="265" y="133"/>
                  </a:lnTo>
                  <a:lnTo>
                    <a:pt x="264" y="133"/>
                  </a:lnTo>
                  <a:lnTo>
                    <a:pt x="263" y="132"/>
                  </a:lnTo>
                  <a:lnTo>
                    <a:pt x="262" y="131"/>
                  </a:lnTo>
                  <a:lnTo>
                    <a:pt x="261" y="131"/>
                  </a:lnTo>
                  <a:lnTo>
                    <a:pt x="261" y="130"/>
                  </a:lnTo>
                  <a:lnTo>
                    <a:pt x="260" y="130"/>
                  </a:lnTo>
                  <a:lnTo>
                    <a:pt x="259" y="130"/>
                  </a:lnTo>
                  <a:lnTo>
                    <a:pt x="258" y="129"/>
                  </a:lnTo>
                  <a:lnTo>
                    <a:pt x="257" y="129"/>
                  </a:lnTo>
                  <a:lnTo>
                    <a:pt x="256" y="129"/>
                  </a:lnTo>
                  <a:lnTo>
                    <a:pt x="255" y="129"/>
                  </a:lnTo>
                  <a:lnTo>
                    <a:pt x="254" y="129"/>
                  </a:lnTo>
                  <a:lnTo>
                    <a:pt x="253" y="129"/>
                  </a:lnTo>
                  <a:lnTo>
                    <a:pt x="252" y="128"/>
                  </a:lnTo>
                  <a:lnTo>
                    <a:pt x="251" y="128"/>
                  </a:lnTo>
                  <a:lnTo>
                    <a:pt x="250" y="128"/>
                  </a:lnTo>
                  <a:lnTo>
                    <a:pt x="249" y="128"/>
                  </a:lnTo>
                  <a:lnTo>
                    <a:pt x="248" y="128"/>
                  </a:lnTo>
                  <a:lnTo>
                    <a:pt x="247" y="128"/>
                  </a:lnTo>
                  <a:lnTo>
                    <a:pt x="246" y="128"/>
                  </a:lnTo>
                  <a:lnTo>
                    <a:pt x="245" y="127"/>
                  </a:lnTo>
                  <a:lnTo>
                    <a:pt x="244" y="127"/>
                  </a:lnTo>
                  <a:lnTo>
                    <a:pt x="244" y="126"/>
                  </a:lnTo>
                  <a:lnTo>
                    <a:pt x="244" y="125"/>
                  </a:lnTo>
                  <a:lnTo>
                    <a:pt x="244" y="124"/>
                  </a:lnTo>
                  <a:lnTo>
                    <a:pt x="244" y="123"/>
                  </a:lnTo>
                  <a:lnTo>
                    <a:pt x="244" y="122"/>
                  </a:lnTo>
                  <a:lnTo>
                    <a:pt x="244" y="121"/>
                  </a:lnTo>
                  <a:lnTo>
                    <a:pt x="244" y="120"/>
                  </a:lnTo>
                  <a:lnTo>
                    <a:pt x="244" y="119"/>
                  </a:lnTo>
                  <a:lnTo>
                    <a:pt x="244" y="118"/>
                  </a:lnTo>
                  <a:lnTo>
                    <a:pt x="245" y="117"/>
                  </a:lnTo>
                  <a:lnTo>
                    <a:pt x="245" y="116"/>
                  </a:lnTo>
                  <a:lnTo>
                    <a:pt x="246" y="116"/>
                  </a:lnTo>
                  <a:lnTo>
                    <a:pt x="246" y="115"/>
                  </a:lnTo>
                  <a:lnTo>
                    <a:pt x="247" y="115"/>
                  </a:lnTo>
                  <a:lnTo>
                    <a:pt x="248" y="115"/>
                  </a:lnTo>
                  <a:lnTo>
                    <a:pt x="249" y="115"/>
                  </a:lnTo>
                  <a:lnTo>
                    <a:pt x="250" y="115"/>
                  </a:lnTo>
                  <a:lnTo>
                    <a:pt x="251" y="116"/>
                  </a:lnTo>
                  <a:lnTo>
                    <a:pt x="252" y="116"/>
                  </a:lnTo>
                  <a:lnTo>
                    <a:pt x="253" y="117"/>
                  </a:lnTo>
                  <a:lnTo>
                    <a:pt x="254" y="118"/>
                  </a:lnTo>
                  <a:lnTo>
                    <a:pt x="255" y="118"/>
                  </a:lnTo>
                  <a:lnTo>
                    <a:pt x="256" y="119"/>
                  </a:lnTo>
                  <a:lnTo>
                    <a:pt x="257" y="119"/>
                  </a:lnTo>
                  <a:lnTo>
                    <a:pt x="258" y="120"/>
                  </a:lnTo>
                  <a:lnTo>
                    <a:pt x="259" y="120"/>
                  </a:lnTo>
                  <a:lnTo>
                    <a:pt x="260" y="120"/>
                  </a:lnTo>
                  <a:lnTo>
                    <a:pt x="262" y="120"/>
                  </a:lnTo>
                  <a:lnTo>
                    <a:pt x="263" y="120"/>
                  </a:lnTo>
                  <a:lnTo>
                    <a:pt x="264" y="121"/>
                  </a:lnTo>
                  <a:lnTo>
                    <a:pt x="265" y="121"/>
                  </a:lnTo>
                  <a:lnTo>
                    <a:pt x="266" y="121"/>
                  </a:lnTo>
                  <a:lnTo>
                    <a:pt x="267" y="122"/>
                  </a:lnTo>
                  <a:lnTo>
                    <a:pt x="268" y="122"/>
                  </a:lnTo>
                  <a:lnTo>
                    <a:pt x="269" y="122"/>
                  </a:lnTo>
                  <a:lnTo>
                    <a:pt x="270" y="123"/>
                  </a:lnTo>
                  <a:lnTo>
                    <a:pt x="271" y="123"/>
                  </a:lnTo>
                  <a:lnTo>
                    <a:pt x="274" y="125"/>
                  </a:lnTo>
                  <a:lnTo>
                    <a:pt x="275" y="126"/>
                  </a:lnTo>
                  <a:lnTo>
                    <a:pt x="277" y="127"/>
                  </a:lnTo>
                  <a:lnTo>
                    <a:pt x="278" y="127"/>
                  </a:lnTo>
                  <a:lnTo>
                    <a:pt x="279" y="127"/>
                  </a:lnTo>
                  <a:lnTo>
                    <a:pt x="280" y="128"/>
                  </a:lnTo>
                  <a:lnTo>
                    <a:pt x="281" y="128"/>
                  </a:lnTo>
                  <a:lnTo>
                    <a:pt x="282" y="128"/>
                  </a:lnTo>
                  <a:lnTo>
                    <a:pt x="283" y="128"/>
                  </a:lnTo>
                  <a:lnTo>
                    <a:pt x="283" y="129"/>
                  </a:lnTo>
                  <a:lnTo>
                    <a:pt x="284" y="129"/>
                  </a:lnTo>
                  <a:lnTo>
                    <a:pt x="285" y="129"/>
                  </a:lnTo>
                  <a:lnTo>
                    <a:pt x="286" y="129"/>
                  </a:lnTo>
                  <a:lnTo>
                    <a:pt x="287" y="128"/>
                  </a:lnTo>
                  <a:lnTo>
                    <a:pt x="288" y="128"/>
                  </a:lnTo>
                  <a:lnTo>
                    <a:pt x="289" y="128"/>
                  </a:lnTo>
                  <a:lnTo>
                    <a:pt x="290" y="127"/>
                  </a:lnTo>
                  <a:lnTo>
                    <a:pt x="291" y="127"/>
                  </a:lnTo>
                  <a:lnTo>
                    <a:pt x="292" y="127"/>
                  </a:lnTo>
                  <a:lnTo>
                    <a:pt x="292" y="126"/>
                  </a:lnTo>
                  <a:lnTo>
                    <a:pt x="293" y="126"/>
                  </a:lnTo>
                  <a:lnTo>
                    <a:pt x="293" y="125"/>
                  </a:lnTo>
                  <a:lnTo>
                    <a:pt x="293" y="124"/>
                  </a:lnTo>
                  <a:lnTo>
                    <a:pt x="292" y="124"/>
                  </a:lnTo>
                  <a:lnTo>
                    <a:pt x="292" y="123"/>
                  </a:lnTo>
                  <a:lnTo>
                    <a:pt x="291" y="123"/>
                  </a:lnTo>
                  <a:lnTo>
                    <a:pt x="290" y="123"/>
                  </a:lnTo>
                  <a:lnTo>
                    <a:pt x="289" y="122"/>
                  </a:lnTo>
                  <a:lnTo>
                    <a:pt x="288" y="122"/>
                  </a:lnTo>
                  <a:lnTo>
                    <a:pt x="287" y="121"/>
                  </a:lnTo>
                  <a:lnTo>
                    <a:pt x="286" y="120"/>
                  </a:lnTo>
                  <a:lnTo>
                    <a:pt x="286" y="119"/>
                  </a:lnTo>
                  <a:lnTo>
                    <a:pt x="286" y="118"/>
                  </a:lnTo>
                  <a:lnTo>
                    <a:pt x="286" y="117"/>
                  </a:lnTo>
                  <a:lnTo>
                    <a:pt x="286" y="116"/>
                  </a:lnTo>
                  <a:lnTo>
                    <a:pt x="286" y="115"/>
                  </a:lnTo>
                  <a:lnTo>
                    <a:pt x="287" y="114"/>
                  </a:lnTo>
                  <a:lnTo>
                    <a:pt x="287" y="113"/>
                  </a:lnTo>
                  <a:lnTo>
                    <a:pt x="287" y="112"/>
                  </a:lnTo>
                  <a:lnTo>
                    <a:pt x="287" y="111"/>
                  </a:lnTo>
                  <a:lnTo>
                    <a:pt x="287" y="110"/>
                  </a:lnTo>
                  <a:lnTo>
                    <a:pt x="287" y="109"/>
                  </a:lnTo>
                  <a:lnTo>
                    <a:pt x="287" y="108"/>
                  </a:lnTo>
                  <a:lnTo>
                    <a:pt x="286" y="108"/>
                  </a:lnTo>
                  <a:lnTo>
                    <a:pt x="286" y="107"/>
                  </a:lnTo>
                  <a:lnTo>
                    <a:pt x="285" y="107"/>
                  </a:lnTo>
                  <a:lnTo>
                    <a:pt x="284" y="106"/>
                  </a:lnTo>
                  <a:lnTo>
                    <a:pt x="282" y="105"/>
                  </a:lnTo>
                  <a:lnTo>
                    <a:pt x="281" y="105"/>
                  </a:lnTo>
                  <a:lnTo>
                    <a:pt x="281" y="104"/>
                  </a:lnTo>
                  <a:lnTo>
                    <a:pt x="280" y="104"/>
                  </a:lnTo>
                  <a:lnTo>
                    <a:pt x="280" y="103"/>
                  </a:lnTo>
                  <a:lnTo>
                    <a:pt x="281" y="103"/>
                  </a:lnTo>
                  <a:lnTo>
                    <a:pt x="281" y="102"/>
                  </a:lnTo>
                  <a:lnTo>
                    <a:pt x="282" y="102"/>
                  </a:lnTo>
                  <a:lnTo>
                    <a:pt x="283" y="102"/>
                  </a:lnTo>
                  <a:lnTo>
                    <a:pt x="283" y="101"/>
                  </a:lnTo>
                  <a:lnTo>
                    <a:pt x="284" y="100"/>
                  </a:lnTo>
                  <a:lnTo>
                    <a:pt x="285" y="100"/>
                  </a:lnTo>
                  <a:lnTo>
                    <a:pt x="286" y="100"/>
                  </a:lnTo>
                  <a:lnTo>
                    <a:pt x="287" y="99"/>
                  </a:lnTo>
                  <a:lnTo>
                    <a:pt x="288" y="98"/>
                  </a:lnTo>
                  <a:lnTo>
                    <a:pt x="289" y="98"/>
                  </a:lnTo>
                  <a:lnTo>
                    <a:pt x="290" y="97"/>
                  </a:lnTo>
                  <a:lnTo>
                    <a:pt x="291" y="97"/>
                  </a:lnTo>
                  <a:lnTo>
                    <a:pt x="291" y="96"/>
                  </a:lnTo>
                  <a:lnTo>
                    <a:pt x="292" y="96"/>
                  </a:lnTo>
                  <a:lnTo>
                    <a:pt x="293" y="95"/>
                  </a:lnTo>
                  <a:lnTo>
                    <a:pt x="294" y="94"/>
                  </a:lnTo>
                  <a:lnTo>
                    <a:pt x="294" y="93"/>
                  </a:lnTo>
                  <a:lnTo>
                    <a:pt x="295" y="93"/>
                  </a:lnTo>
                  <a:lnTo>
                    <a:pt x="295" y="92"/>
                  </a:lnTo>
                  <a:lnTo>
                    <a:pt x="295" y="91"/>
                  </a:lnTo>
                  <a:lnTo>
                    <a:pt x="295" y="90"/>
                  </a:lnTo>
                  <a:lnTo>
                    <a:pt x="295" y="89"/>
                  </a:lnTo>
                  <a:lnTo>
                    <a:pt x="295" y="88"/>
                  </a:lnTo>
                  <a:lnTo>
                    <a:pt x="295" y="87"/>
                  </a:lnTo>
                  <a:lnTo>
                    <a:pt x="294" y="86"/>
                  </a:lnTo>
                  <a:lnTo>
                    <a:pt x="294" y="85"/>
                  </a:lnTo>
                  <a:lnTo>
                    <a:pt x="294" y="84"/>
                  </a:lnTo>
                  <a:lnTo>
                    <a:pt x="293" y="84"/>
                  </a:lnTo>
                  <a:lnTo>
                    <a:pt x="293" y="83"/>
                  </a:lnTo>
                  <a:lnTo>
                    <a:pt x="293" y="82"/>
                  </a:lnTo>
                  <a:lnTo>
                    <a:pt x="294" y="82"/>
                  </a:lnTo>
                  <a:lnTo>
                    <a:pt x="294" y="81"/>
                  </a:lnTo>
                  <a:lnTo>
                    <a:pt x="295" y="81"/>
                  </a:lnTo>
                  <a:lnTo>
                    <a:pt x="296" y="81"/>
                  </a:lnTo>
                  <a:lnTo>
                    <a:pt x="297" y="82"/>
                  </a:lnTo>
                  <a:lnTo>
                    <a:pt x="299" y="82"/>
                  </a:lnTo>
                  <a:lnTo>
                    <a:pt x="300" y="82"/>
                  </a:lnTo>
                  <a:lnTo>
                    <a:pt x="301" y="82"/>
                  </a:lnTo>
                  <a:lnTo>
                    <a:pt x="302" y="82"/>
                  </a:lnTo>
                  <a:lnTo>
                    <a:pt x="303" y="82"/>
                  </a:lnTo>
                  <a:lnTo>
                    <a:pt x="304" y="82"/>
                  </a:lnTo>
                  <a:lnTo>
                    <a:pt x="305" y="81"/>
                  </a:lnTo>
                  <a:lnTo>
                    <a:pt x="306" y="81"/>
                  </a:lnTo>
                  <a:lnTo>
                    <a:pt x="307" y="81"/>
                  </a:lnTo>
                  <a:lnTo>
                    <a:pt x="307" y="80"/>
                  </a:lnTo>
                  <a:lnTo>
                    <a:pt x="308" y="80"/>
                  </a:lnTo>
                  <a:lnTo>
                    <a:pt x="308" y="79"/>
                  </a:lnTo>
                  <a:lnTo>
                    <a:pt x="309" y="79"/>
                  </a:lnTo>
                  <a:lnTo>
                    <a:pt x="309" y="78"/>
                  </a:lnTo>
                  <a:lnTo>
                    <a:pt x="303" y="66"/>
                  </a:lnTo>
                  <a:lnTo>
                    <a:pt x="303" y="64"/>
                  </a:lnTo>
                  <a:lnTo>
                    <a:pt x="299" y="60"/>
                  </a:lnTo>
                  <a:lnTo>
                    <a:pt x="297" y="60"/>
                  </a:lnTo>
                  <a:lnTo>
                    <a:pt x="295" y="59"/>
                  </a:lnTo>
                  <a:lnTo>
                    <a:pt x="287" y="59"/>
                  </a:lnTo>
                  <a:lnTo>
                    <a:pt x="280" y="67"/>
                  </a:lnTo>
                  <a:lnTo>
                    <a:pt x="277" y="67"/>
                  </a:lnTo>
                  <a:lnTo>
                    <a:pt x="275" y="66"/>
                  </a:lnTo>
                  <a:lnTo>
                    <a:pt x="274" y="68"/>
                  </a:lnTo>
                  <a:lnTo>
                    <a:pt x="271" y="71"/>
                  </a:lnTo>
                  <a:lnTo>
                    <a:pt x="261" y="70"/>
                  </a:lnTo>
                  <a:lnTo>
                    <a:pt x="254" y="65"/>
                  </a:lnTo>
                  <a:lnTo>
                    <a:pt x="254" y="59"/>
                  </a:lnTo>
                  <a:lnTo>
                    <a:pt x="245" y="42"/>
                  </a:lnTo>
                  <a:lnTo>
                    <a:pt x="237" y="46"/>
                  </a:lnTo>
                  <a:lnTo>
                    <a:pt x="236" y="50"/>
                  </a:lnTo>
                  <a:lnTo>
                    <a:pt x="232" y="56"/>
                  </a:lnTo>
                  <a:lnTo>
                    <a:pt x="228" y="56"/>
                  </a:lnTo>
                  <a:lnTo>
                    <a:pt x="227" y="57"/>
                  </a:lnTo>
                  <a:lnTo>
                    <a:pt x="222" y="67"/>
                  </a:lnTo>
                  <a:lnTo>
                    <a:pt x="215" y="67"/>
                  </a:lnTo>
                  <a:lnTo>
                    <a:pt x="213" y="64"/>
                  </a:lnTo>
                  <a:lnTo>
                    <a:pt x="203" y="64"/>
                  </a:lnTo>
                  <a:lnTo>
                    <a:pt x="202" y="66"/>
                  </a:lnTo>
                  <a:lnTo>
                    <a:pt x="200" y="66"/>
                  </a:lnTo>
                  <a:lnTo>
                    <a:pt x="199" y="67"/>
                  </a:lnTo>
                  <a:lnTo>
                    <a:pt x="197" y="67"/>
                  </a:lnTo>
                  <a:lnTo>
                    <a:pt x="194" y="65"/>
                  </a:lnTo>
                  <a:lnTo>
                    <a:pt x="195" y="61"/>
                  </a:lnTo>
                  <a:lnTo>
                    <a:pt x="195" y="54"/>
                  </a:lnTo>
                  <a:lnTo>
                    <a:pt x="192" y="49"/>
                  </a:lnTo>
                  <a:lnTo>
                    <a:pt x="191" y="46"/>
                  </a:lnTo>
                  <a:lnTo>
                    <a:pt x="190" y="44"/>
                  </a:lnTo>
                  <a:lnTo>
                    <a:pt x="190" y="41"/>
                  </a:lnTo>
                  <a:lnTo>
                    <a:pt x="188" y="39"/>
                  </a:lnTo>
                  <a:lnTo>
                    <a:pt x="189" y="36"/>
                  </a:lnTo>
                  <a:lnTo>
                    <a:pt x="178" y="28"/>
                  </a:lnTo>
                  <a:lnTo>
                    <a:pt x="178" y="24"/>
                  </a:lnTo>
                  <a:lnTo>
                    <a:pt x="179" y="23"/>
                  </a:lnTo>
                  <a:lnTo>
                    <a:pt x="179" y="21"/>
                  </a:lnTo>
                  <a:lnTo>
                    <a:pt x="181" y="20"/>
                  </a:lnTo>
                  <a:lnTo>
                    <a:pt x="180" y="13"/>
                  </a:lnTo>
                  <a:lnTo>
                    <a:pt x="179" y="13"/>
                  </a:lnTo>
                  <a:lnTo>
                    <a:pt x="179" y="12"/>
                  </a:lnTo>
                  <a:lnTo>
                    <a:pt x="180" y="11"/>
                  </a:lnTo>
                  <a:lnTo>
                    <a:pt x="180" y="7"/>
                  </a:lnTo>
                  <a:lnTo>
                    <a:pt x="171" y="0"/>
                  </a:lnTo>
                  <a:lnTo>
                    <a:pt x="154" y="1"/>
                  </a:lnTo>
                  <a:lnTo>
                    <a:pt x="150" y="7"/>
                  </a:lnTo>
                  <a:lnTo>
                    <a:pt x="148" y="7"/>
                  </a:lnTo>
                  <a:lnTo>
                    <a:pt x="146" y="9"/>
                  </a:lnTo>
                  <a:lnTo>
                    <a:pt x="145" y="11"/>
                  </a:lnTo>
                  <a:lnTo>
                    <a:pt x="147" y="13"/>
                  </a:lnTo>
                  <a:lnTo>
                    <a:pt x="147" y="15"/>
                  </a:lnTo>
                  <a:lnTo>
                    <a:pt x="148" y="17"/>
                  </a:lnTo>
                  <a:lnTo>
                    <a:pt x="148" y="21"/>
                  </a:lnTo>
                  <a:lnTo>
                    <a:pt x="146" y="23"/>
                  </a:lnTo>
                  <a:lnTo>
                    <a:pt x="138" y="24"/>
                  </a:lnTo>
                  <a:lnTo>
                    <a:pt x="130" y="33"/>
                  </a:lnTo>
                  <a:lnTo>
                    <a:pt x="123" y="33"/>
                  </a:lnTo>
                  <a:lnTo>
                    <a:pt x="118" y="38"/>
                  </a:lnTo>
                  <a:lnTo>
                    <a:pt x="112" y="41"/>
                  </a:lnTo>
                  <a:lnTo>
                    <a:pt x="112" y="43"/>
                  </a:lnTo>
                  <a:lnTo>
                    <a:pt x="109" y="48"/>
                  </a:lnTo>
                  <a:lnTo>
                    <a:pt x="105" y="50"/>
                  </a:lnTo>
                  <a:lnTo>
                    <a:pt x="93" y="39"/>
                  </a:lnTo>
                  <a:lnTo>
                    <a:pt x="90" y="39"/>
                  </a:lnTo>
                  <a:lnTo>
                    <a:pt x="89" y="40"/>
                  </a:lnTo>
                  <a:lnTo>
                    <a:pt x="77" y="54"/>
                  </a:lnTo>
                  <a:lnTo>
                    <a:pt x="76" y="57"/>
                  </a:lnTo>
                  <a:lnTo>
                    <a:pt x="72" y="62"/>
                  </a:lnTo>
                  <a:lnTo>
                    <a:pt x="72" y="64"/>
                  </a:lnTo>
                  <a:lnTo>
                    <a:pt x="67" y="67"/>
                  </a:lnTo>
                  <a:lnTo>
                    <a:pt x="62" y="69"/>
                  </a:lnTo>
                  <a:lnTo>
                    <a:pt x="59" y="72"/>
                  </a:lnTo>
                  <a:lnTo>
                    <a:pt x="59" y="76"/>
                  </a:lnTo>
                  <a:lnTo>
                    <a:pt x="65" y="80"/>
                  </a:lnTo>
                  <a:lnTo>
                    <a:pt x="67" y="85"/>
                  </a:lnTo>
                  <a:lnTo>
                    <a:pt x="68" y="86"/>
                  </a:lnTo>
                  <a:lnTo>
                    <a:pt x="68" y="96"/>
                  </a:lnTo>
                  <a:lnTo>
                    <a:pt x="72" y="101"/>
                  </a:lnTo>
                  <a:lnTo>
                    <a:pt x="70" y="103"/>
                  </a:lnTo>
                  <a:lnTo>
                    <a:pt x="66" y="112"/>
                  </a:lnTo>
                  <a:lnTo>
                    <a:pt x="59" y="121"/>
                  </a:lnTo>
                  <a:lnTo>
                    <a:pt x="56" y="121"/>
                  </a:lnTo>
                  <a:lnTo>
                    <a:pt x="52" y="124"/>
                  </a:lnTo>
                  <a:lnTo>
                    <a:pt x="49" y="124"/>
                  </a:lnTo>
                  <a:lnTo>
                    <a:pt x="46" y="127"/>
                  </a:lnTo>
                  <a:lnTo>
                    <a:pt x="42" y="127"/>
                  </a:lnTo>
                  <a:lnTo>
                    <a:pt x="34" y="138"/>
                  </a:lnTo>
                  <a:lnTo>
                    <a:pt x="33" y="146"/>
                  </a:lnTo>
                  <a:lnTo>
                    <a:pt x="32" y="148"/>
                  </a:lnTo>
                  <a:lnTo>
                    <a:pt x="32" y="154"/>
                  </a:lnTo>
                  <a:lnTo>
                    <a:pt x="35" y="157"/>
                  </a:lnTo>
                  <a:lnTo>
                    <a:pt x="35" y="162"/>
                  </a:lnTo>
                  <a:lnTo>
                    <a:pt x="37" y="163"/>
                  </a:lnTo>
                  <a:lnTo>
                    <a:pt x="36" y="165"/>
                  </a:lnTo>
                  <a:lnTo>
                    <a:pt x="42" y="166"/>
                  </a:lnTo>
                  <a:lnTo>
                    <a:pt x="45" y="170"/>
                  </a:lnTo>
                  <a:lnTo>
                    <a:pt x="44" y="176"/>
                  </a:lnTo>
                  <a:lnTo>
                    <a:pt x="36" y="180"/>
                  </a:lnTo>
                  <a:lnTo>
                    <a:pt x="30" y="191"/>
                  </a:lnTo>
                  <a:lnTo>
                    <a:pt x="30" y="193"/>
                  </a:lnTo>
                  <a:lnTo>
                    <a:pt x="38" y="198"/>
                  </a:lnTo>
                  <a:lnTo>
                    <a:pt x="38" y="202"/>
                  </a:lnTo>
                  <a:lnTo>
                    <a:pt x="37" y="204"/>
                  </a:lnTo>
                  <a:lnTo>
                    <a:pt x="33" y="209"/>
                  </a:lnTo>
                  <a:lnTo>
                    <a:pt x="27" y="214"/>
                  </a:lnTo>
                  <a:lnTo>
                    <a:pt x="25" y="216"/>
                  </a:lnTo>
                  <a:lnTo>
                    <a:pt x="23" y="216"/>
                  </a:lnTo>
                  <a:lnTo>
                    <a:pt x="20" y="220"/>
                  </a:lnTo>
                  <a:lnTo>
                    <a:pt x="18" y="220"/>
                  </a:lnTo>
                  <a:lnTo>
                    <a:pt x="14" y="226"/>
                  </a:lnTo>
                  <a:lnTo>
                    <a:pt x="14" y="232"/>
                  </a:lnTo>
                  <a:lnTo>
                    <a:pt x="10" y="241"/>
                  </a:lnTo>
                  <a:lnTo>
                    <a:pt x="11" y="246"/>
                  </a:lnTo>
                  <a:lnTo>
                    <a:pt x="10" y="248"/>
                  </a:lnTo>
                  <a:lnTo>
                    <a:pt x="10" y="251"/>
                  </a:lnTo>
                  <a:lnTo>
                    <a:pt x="8" y="253"/>
                  </a:lnTo>
                  <a:lnTo>
                    <a:pt x="9" y="256"/>
                  </a:lnTo>
                  <a:lnTo>
                    <a:pt x="7" y="257"/>
                  </a:lnTo>
                  <a:lnTo>
                    <a:pt x="8" y="267"/>
                  </a:lnTo>
                  <a:lnTo>
                    <a:pt x="7" y="268"/>
                  </a:lnTo>
                  <a:lnTo>
                    <a:pt x="7" y="275"/>
                  </a:lnTo>
                  <a:lnTo>
                    <a:pt x="0" y="282"/>
                  </a:lnTo>
                  <a:lnTo>
                    <a:pt x="4" y="287"/>
                  </a:lnTo>
                  <a:lnTo>
                    <a:pt x="4" y="300"/>
                  </a:lnTo>
                  <a:close/>
                </a:path>
              </a:pathLst>
            </a:custGeom>
            <a:grpFill/>
            <a:ln w="28575">
              <a:noFill/>
              <a:prstDash val="sysDot"/>
              <a:round/>
              <a:headEnd/>
              <a:tailEnd/>
            </a:ln>
          </p:spPr>
          <p:txBody>
            <a:bodyPr/>
            <a:lstStyle/>
            <a:p>
              <a:endParaRPr lang="zh-CN" altLang="en-US" kern="0" dirty="0">
                <a:solidFill>
                  <a:prstClr val="black"/>
                </a:solidFill>
                <a:ea typeface="微软雅黑" pitchFamily="34" charset="-122"/>
              </a:endParaRPr>
            </a:p>
          </p:txBody>
        </p:sp>
        <p:sp>
          <p:nvSpPr>
            <p:cNvPr id="41" name="Freeform 41"/>
            <p:cNvSpPr>
              <a:spLocks/>
            </p:cNvSpPr>
            <p:nvPr/>
          </p:nvSpPr>
          <p:spPr bwMode="auto">
            <a:xfrm>
              <a:off x="5663337" y="4345099"/>
              <a:ext cx="623887" cy="904875"/>
            </a:xfrm>
            <a:custGeom>
              <a:avLst/>
              <a:gdLst>
                <a:gd name="T0" fmla="*/ 2147483647 w 341"/>
                <a:gd name="T1" fmla="*/ 2147483647 h 475"/>
                <a:gd name="T2" fmla="*/ 2147483647 w 341"/>
                <a:gd name="T3" fmla="*/ 2147483647 h 475"/>
                <a:gd name="T4" fmla="*/ 2147483647 w 341"/>
                <a:gd name="T5" fmla="*/ 2147483647 h 475"/>
                <a:gd name="T6" fmla="*/ 2147483647 w 341"/>
                <a:gd name="T7" fmla="*/ 2147483647 h 475"/>
                <a:gd name="T8" fmla="*/ 2147483647 w 341"/>
                <a:gd name="T9" fmla="*/ 2147483647 h 475"/>
                <a:gd name="T10" fmla="*/ 2147483647 w 341"/>
                <a:gd name="T11" fmla="*/ 2147483647 h 475"/>
                <a:gd name="T12" fmla="*/ 2147483647 w 341"/>
                <a:gd name="T13" fmla="*/ 2147483647 h 475"/>
                <a:gd name="T14" fmla="*/ 2147483647 w 341"/>
                <a:gd name="T15" fmla="*/ 0 h 475"/>
                <a:gd name="T16" fmla="*/ 2147483647 w 341"/>
                <a:gd name="T17" fmla="*/ 2147483647 h 475"/>
                <a:gd name="T18" fmla="*/ 2147483647 w 341"/>
                <a:gd name="T19" fmla="*/ 2147483647 h 475"/>
                <a:gd name="T20" fmla="*/ 2147483647 w 341"/>
                <a:gd name="T21" fmla="*/ 2147483647 h 475"/>
                <a:gd name="T22" fmla="*/ 2147483647 w 341"/>
                <a:gd name="T23" fmla="*/ 2147483647 h 475"/>
                <a:gd name="T24" fmla="*/ 2147483647 w 341"/>
                <a:gd name="T25" fmla="*/ 2147483647 h 475"/>
                <a:gd name="T26" fmla="*/ 2147483647 w 341"/>
                <a:gd name="T27" fmla="*/ 2147483647 h 475"/>
                <a:gd name="T28" fmla="*/ 2147483647 w 341"/>
                <a:gd name="T29" fmla="*/ 2147483647 h 475"/>
                <a:gd name="T30" fmla="*/ 2147483647 w 341"/>
                <a:gd name="T31" fmla="*/ 2147483647 h 475"/>
                <a:gd name="T32" fmla="*/ 2147483647 w 341"/>
                <a:gd name="T33" fmla="*/ 2147483647 h 475"/>
                <a:gd name="T34" fmla="*/ 2147483647 w 341"/>
                <a:gd name="T35" fmla="*/ 2147483647 h 475"/>
                <a:gd name="T36" fmla="*/ 2147483647 w 341"/>
                <a:gd name="T37" fmla="*/ 2147483647 h 475"/>
                <a:gd name="T38" fmla="*/ 2147483647 w 341"/>
                <a:gd name="T39" fmla="*/ 2147483647 h 475"/>
                <a:gd name="T40" fmla="*/ 2147483647 w 341"/>
                <a:gd name="T41" fmla="*/ 2147483647 h 475"/>
                <a:gd name="T42" fmla="*/ 2147483647 w 341"/>
                <a:gd name="T43" fmla="*/ 2147483647 h 475"/>
                <a:gd name="T44" fmla="*/ 2147483647 w 341"/>
                <a:gd name="T45" fmla="*/ 2147483647 h 475"/>
                <a:gd name="T46" fmla="*/ 2147483647 w 341"/>
                <a:gd name="T47" fmla="*/ 2147483647 h 475"/>
                <a:gd name="T48" fmla="*/ 2147483647 w 341"/>
                <a:gd name="T49" fmla="*/ 2147483647 h 475"/>
                <a:gd name="T50" fmla="*/ 2147483647 w 341"/>
                <a:gd name="T51" fmla="*/ 2147483647 h 475"/>
                <a:gd name="T52" fmla="*/ 2147483647 w 341"/>
                <a:gd name="T53" fmla="*/ 2147483647 h 475"/>
                <a:gd name="T54" fmla="*/ 2147483647 w 341"/>
                <a:gd name="T55" fmla="*/ 2147483647 h 475"/>
                <a:gd name="T56" fmla="*/ 2147483647 w 341"/>
                <a:gd name="T57" fmla="*/ 2147483647 h 475"/>
                <a:gd name="T58" fmla="*/ 2147483647 w 341"/>
                <a:gd name="T59" fmla="*/ 2147483647 h 475"/>
                <a:gd name="T60" fmla="*/ 2147483647 w 341"/>
                <a:gd name="T61" fmla="*/ 2147483647 h 475"/>
                <a:gd name="T62" fmla="*/ 2147483647 w 341"/>
                <a:gd name="T63" fmla="*/ 2147483647 h 475"/>
                <a:gd name="T64" fmla="*/ 2147483647 w 341"/>
                <a:gd name="T65" fmla="*/ 2147483647 h 475"/>
                <a:gd name="T66" fmla="*/ 2147483647 w 341"/>
                <a:gd name="T67" fmla="*/ 2147483647 h 475"/>
                <a:gd name="T68" fmla="*/ 2147483647 w 341"/>
                <a:gd name="T69" fmla="*/ 2147483647 h 475"/>
                <a:gd name="T70" fmla="*/ 2147483647 w 341"/>
                <a:gd name="T71" fmla="*/ 2147483647 h 475"/>
                <a:gd name="T72" fmla="*/ 2147483647 w 341"/>
                <a:gd name="T73" fmla="*/ 2147483647 h 475"/>
                <a:gd name="T74" fmla="*/ 2147483647 w 341"/>
                <a:gd name="T75" fmla="*/ 2147483647 h 475"/>
                <a:gd name="T76" fmla="*/ 2147483647 w 341"/>
                <a:gd name="T77" fmla="*/ 2147483647 h 475"/>
                <a:gd name="T78" fmla="*/ 2147483647 w 341"/>
                <a:gd name="T79" fmla="*/ 2147483647 h 475"/>
                <a:gd name="T80" fmla="*/ 2147483647 w 341"/>
                <a:gd name="T81" fmla="*/ 2147483647 h 475"/>
                <a:gd name="T82" fmla="*/ 2147483647 w 341"/>
                <a:gd name="T83" fmla="*/ 2147483647 h 475"/>
                <a:gd name="T84" fmla="*/ 2147483647 w 341"/>
                <a:gd name="T85" fmla="*/ 2147483647 h 475"/>
                <a:gd name="T86" fmla="*/ 2147483647 w 341"/>
                <a:gd name="T87" fmla="*/ 2147483647 h 475"/>
                <a:gd name="T88" fmla="*/ 2147483647 w 341"/>
                <a:gd name="T89" fmla="*/ 2147483647 h 475"/>
                <a:gd name="T90" fmla="*/ 2147483647 w 341"/>
                <a:gd name="T91" fmla="*/ 2147483647 h 475"/>
                <a:gd name="T92" fmla="*/ 2147483647 w 341"/>
                <a:gd name="T93" fmla="*/ 2147483647 h 475"/>
                <a:gd name="T94" fmla="*/ 2147483647 w 341"/>
                <a:gd name="T95" fmla="*/ 2147483647 h 475"/>
                <a:gd name="T96" fmla="*/ 2147483647 w 341"/>
                <a:gd name="T97" fmla="*/ 2147483647 h 475"/>
                <a:gd name="T98" fmla="*/ 2147483647 w 341"/>
                <a:gd name="T99" fmla="*/ 2147483647 h 475"/>
                <a:gd name="T100" fmla="*/ 2147483647 w 341"/>
                <a:gd name="T101" fmla="*/ 2147483647 h 475"/>
                <a:gd name="T102" fmla="*/ 2147483647 w 341"/>
                <a:gd name="T103" fmla="*/ 2147483647 h 475"/>
                <a:gd name="T104" fmla="*/ 2147483647 w 341"/>
                <a:gd name="T105" fmla="*/ 2147483647 h 475"/>
                <a:gd name="T106" fmla="*/ 2147483647 w 341"/>
                <a:gd name="T107" fmla="*/ 2147483647 h 475"/>
                <a:gd name="T108" fmla="*/ 2147483647 w 341"/>
                <a:gd name="T109" fmla="*/ 2147483647 h 47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341"/>
                <a:gd name="T166" fmla="*/ 0 h 475"/>
                <a:gd name="T167" fmla="*/ 341 w 341"/>
                <a:gd name="T168" fmla="*/ 475 h 475"/>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341" h="475">
                  <a:moveTo>
                    <a:pt x="341" y="125"/>
                  </a:moveTo>
                  <a:lnTo>
                    <a:pt x="340" y="123"/>
                  </a:lnTo>
                  <a:lnTo>
                    <a:pt x="340" y="119"/>
                  </a:lnTo>
                  <a:lnTo>
                    <a:pt x="339" y="118"/>
                  </a:lnTo>
                  <a:lnTo>
                    <a:pt x="338" y="115"/>
                  </a:lnTo>
                  <a:lnTo>
                    <a:pt x="336" y="113"/>
                  </a:lnTo>
                  <a:lnTo>
                    <a:pt x="337" y="110"/>
                  </a:lnTo>
                  <a:lnTo>
                    <a:pt x="335" y="105"/>
                  </a:lnTo>
                  <a:lnTo>
                    <a:pt x="332" y="97"/>
                  </a:lnTo>
                  <a:lnTo>
                    <a:pt x="324" y="89"/>
                  </a:lnTo>
                  <a:lnTo>
                    <a:pt x="324" y="87"/>
                  </a:lnTo>
                  <a:lnTo>
                    <a:pt x="316" y="79"/>
                  </a:lnTo>
                  <a:lnTo>
                    <a:pt x="314" y="78"/>
                  </a:lnTo>
                  <a:lnTo>
                    <a:pt x="309" y="78"/>
                  </a:lnTo>
                  <a:lnTo>
                    <a:pt x="306" y="75"/>
                  </a:lnTo>
                  <a:lnTo>
                    <a:pt x="300" y="66"/>
                  </a:lnTo>
                  <a:lnTo>
                    <a:pt x="301" y="56"/>
                  </a:lnTo>
                  <a:lnTo>
                    <a:pt x="309" y="45"/>
                  </a:lnTo>
                  <a:lnTo>
                    <a:pt x="303" y="40"/>
                  </a:lnTo>
                  <a:lnTo>
                    <a:pt x="303" y="35"/>
                  </a:lnTo>
                  <a:lnTo>
                    <a:pt x="298" y="32"/>
                  </a:lnTo>
                  <a:lnTo>
                    <a:pt x="273" y="33"/>
                  </a:lnTo>
                  <a:lnTo>
                    <a:pt x="267" y="30"/>
                  </a:lnTo>
                  <a:lnTo>
                    <a:pt x="265" y="32"/>
                  </a:lnTo>
                  <a:lnTo>
                    <a:pt x="264" y="30"/>
                  </a:lnTo>
                  <a:lnTo>
                    <a:pt x="262" y="31"/>
                  </a:lnTo>
                  <a:lnTo>
                    <a:pt x="253" y="14"/>
                  </a:lnTo>
                  <a:lnTo>
                    <a:pt x="250" y="12"/>
                  </a:lnTo>
                  <a:lnTo>
                    <a:pt x="244" y="13"/>
                  </a:lnTo>
                  <a:lnTo>
                    <a:pt x="243" y="14"/>
                  </a:lnTo>
                  <a:lnTo>
                    <a:pt x="241" y="14"/>
                  </a:lnTo>
                  <a:lnTo>
                    <a:pt x="236" y="6"/>
                  </a:lnTo>
                  <a:lnTo>
                    <a:pt x="227" y="16"/>
                  </a:lnTo>
                  <a:lnTo>
                    <a:pt x="227" y="19"/>
                  </a:lnTo>
                  <a:lnTo>
                    <a:pt x="230" y="22"/>
                  </a:lnTo>
                  <a:lnTo>
                    <a:pt x="228" y="27"/>
                  </a:lnTo>
                  <a:lnTo>
                    <a:pt x="220" y="33"/>
                  </a:lnTo>
                  <a:lnTo>
                    <a:pt x="218" y="33"/>
                  </a:lnTo>
                  <a:lnTo>
                    <a:pt x="210" y="40"/>
                  </a:lnTo>
                  <a:lnTo>
                    <a:pt x="205" y="39"/>
                  </a:lnTo>
                  <a:lnTo>
                    <a:pt x="201" y="34"/>
                  </a:lnTo>
                  <a:lnTo>
                    <a:pt x="201" y="30"/>
                  </a:lnTo>
                  <a:lnTo>
                    <a:pt x="214" y="16"/>
                  </a:lnTo>
                  <a:lnTo>
                    <a:pt x="215" y="14"/>
                  </a:lnTo>
                  <a:lnTo>
                    <a:pt x="215" y="8"/>
                  </a:lnTo>
                  <a:lnTo>
                    <a:pt x="201" y="1"/>
                  </a:lnTo>
                  <a:lnTo>
                    <a:pt x="198" y="2"/>
                  </a:lnTo>
                  <a:lnTo>
                    <a:pt x="196" y="0"/>
                  </a:lnTo>
                  <a:lnTo>
                    <a:pt x="190" y="1"/>
                  </a:lnTo>
                  <a:lnTo>
                    <a:pt x="189" y="2"/>
                  </a:lnTo>
                  <a:lnTo>
                    <a:pt x="190" y="8"/>
                  </a:lnTo>
                  <a:lnTo>
                    <a:pt x="189" y="9"/>
                  </a:lnTo>
                  <a:lnTo>
                    <a:pt x="189" y="13"/>
                  </a:lnTo>
                  <a:lnTo>
                    <a:pt x="173" y="25"/>
                  </a:lnTo>
                  <a:lnTo>
                    <a:pt x="161" y="27"/>
                  </a:lnTo>
                  <a:lnTo>
                    <a:pt x="159" y="31"/>
                  </a:lnTo>
                  <a:lnTo>
                    <a:pt x="158" y="31"/>
                  </a:lnTo>
                  <a:lnTo>
                    <a:pt x="152" y="35"/>
                  </a:lnTo>
                  <a:lnTo>
                    <a:pt x="150" y="35"/>
                  </a:lnTo>
                  <a:lnTo>
                    <a:pt x="148" y="34"/>
                  </a:lnTo>
                  <a:lnTo>
                    <a:pt x="143" y="34"/>
                  </a:lnTo>
                  <a:lnTo>
                    <a:pt x="134" y="28"/>
                  </a:lnTo>
                  <a:lnTo>
                    <a:pt x="116" y="28"/>
                  </a:lnTo>
                  <a:lnTo>
                    <a:pt x="117" y="32"/>
                  </a:lnTo>
                  <a:lnTo>
                    <a:pt x="115" y="33"/>
                  </a:lnTo>
                  <a:lnTo>
                    <a:pt x="115" y="38"/>
                  </a:lnTo>
                  <a:lnTo>
                    <a:pt x="114" y="38"/>
                  </a:lnTo>
                  <a:lnTo>
                    <a:pt x="114" y="41"/>
                  </a:lnTo>
                  <a:lnTo>
                    <a:pt x="104" y="47"/>
                  </a:lnTo>
                  <a:lnTo>
                    <a:pt x="100" y="46"/>
                  </a:lnTo>
                  <a:lnTo>
                    <a:pt x="95" y="46"/>
                  </a:lnTo>
                  <a:lnTo>
                    <a:pt x="93" y="49"/>
                  </a:lnTo>
                  <a:lnTo>
                    <a:pt x="93" y="51"/>
                  </a:lnTo>
                  <a:lnTo>
                    <a:pt x="95" y="53"/>
                  </a:lnTo>
                  <a:lnTo>
                    <a:pt x="94" y="57"/>
                  </a:lnTo>
                  <a:lnTo>
                    <a:pt x="88" y="55"/>
                  </a:lnTo>
                  <a:lnTo>
                    <a:pt x="80" y="56"/>
                  </a:lnTo>
                  <a:lnTo>
                    <a:pt x="78" y="60"/>
                  </a:lnTo>
                  <a:lnTo>
                    <a:pt x="77" y="61"/>
                  </a:lnTo>
                  <a:lnTo>
                    <a:pt x="77" y="68"/>
                  </a:lnTo>
                  <a:lnTo>
                    <a:pt x="75" y="69"/>
                  </a:lnTo>
                  <a:lnTo>
                    <a:pt x="70" y="69"/>
                  </a:lnTo>
                  <a:lnTo>
                    <a:pt x="63" y="71"/>
                  </a:lnTo>
                  <a:lnTo>
                    <a:pt x="59" y="71"/>
                  </a:lnTo>
                  <a:lnTo>
                    <a:pt x="55" y="73"/>
                  </a:lnTo>
                  <a:lnTo>
                    <a:pt x="51" y="78"/>
                  </a:lnTo>
                  <a:lnTo>
                    <a:pt x="48" y="77"/>
                  </a:lnTo>
                  <a:lnTo>
                    <a:pt x="42" y="78"/>
                  </a:lnTo>
                  <a:lnTo>
                    <a:pt x="41" y="76"/>
                  </a:lnTo>
                  <a:lnTo>
                    <a:pt x="36" y="77"/>
                  </a:lnTo>
                  <a:lnTo>
                    <a:pt x="33" y="80"/>
                  </a:lnTo>
                  <a:lnTo>
                    <a:pt x="34" y="84"/>
                  </a:lnTo>
                  <a:lnTo>
                    <a:pt x="32" y="87"/>
                  </a:lnTo>
                  <a:lnTo>
                    <a:pt x="29" y="90"/>
                  </a:lnTo>
                  <a:lnTo>
                    <a:pt x="21" y="90"/>
                  </a:lnTo>
                  <a:lnTo>
                    <a:pt x="20" y="91"/>
                  </a:lnTo>
                  <a:lnTo>
                    <a:pt x="21" y="93"/>
                  </a:lnTo>
                  <a:lnTo>
                    <a:pt x="14" y="102"/>
                  </a:lnTo>
                  <a:lnTo>
                    <a:pt x="15" y="104"/>
                  </a:lnTo>
                  <a:lnTo>
                    <a:pt x="12" y="109"/>
                  </a:lnTo>
                  <a:lnTo>
                    <a:pt x="15" y="111"/>
                  </a:lnTo>
                  <a:lnTo>
                    <a:pt x="16" y="114"/>
                  </a:lnTo>
                  <a:lnTo>
                    <a:pt x="19" y="115"/>
                  </a:lnTo>
                  <a:lnTo>
                    <a:pt x="23" y="118"/>
                  </a:lnTo>
                  <a:lnTo>
                    <a:pt x="23" y="122"/>
                  </a:lnTo>
                  <a:lnTo>
                    <a:pt x="26" y="125"/>
                  </a:lnTo>
                  <a:lnTo>
                    <a:pt x="28" y="124"/>
                  </a:lnTo>
                  <a:lnTo>
                    <a:pt x="32" y="126"/>
                  </a:lnTo>
                  <a:lnTo>
                    <a:pt x="32" y="128"/>
                  </a:lnTo>
                  <a:lnTo>
                    <a:pt x="31" y="129"/>
                  </a:lnTo>
                  <a:lnTo>
                    <a:pt x="31" y="138"/>
                  </a:lnTo>
                  <a:lnTo>
                    <a:pt x="29" y="141"/>
                  </a:lnTo>
                  <a:lnTo>
                    <a:pt x="30" y="144"/>
                  </a:lnTo>
                  <a:lnTo>
                    <a:pt x="42" y="156"/>
                  </a:lnTo>
                  <a:lnTo>
                    <a:pt x="43" y="162"/>
                  </a:lnTo>
                  <a:lnTo>
                    <a:pt x="34" y="174"/>
                  </a:lnTo>
                  <a:lnTo>
                    <a:pt x="32" y="174"/>
                  </a:lnTo>
                  <a:lnTo>
                    <a:pt x="31" y="176"/>
                  </a:lnTo>
                  <a:lnTo>
                    <a:pt x="29" y="176"/>
                  </a:lnTo>
                  <a:lnTo>
                    <a:pt x="27" y="178"/>
                  </a:lnTo>
                  <a:lnTo>
                    <a:pt x="27" y="181"/>
                  </a:lnTo>
                  <a:lnTo>
                    <a:pt x="29" y="183"/>
                  </a:lnTo>
                  <a:lnTo>
                    <a:pt x="29" y="186"/>
                  </a:lnTo>
                  <a:lnTo>
                    <a:pt x="27" y="189"/>
                  </a:lnTo>
                  <a:lnTo>
                    <a:pt x="25" y="191"/>
                  </a:lnTo>
                  <a:lnTo>
                    <a:pt x="22" y="192"/>
                  </a:lnTo>
                  <a:lnTo>
                    <a:pt x="21" y="194"/>
                  </a:lnTo>
                  <a:lnTo>
                    <a:pt x="18" y="194"/>
                  </a:lnTo>
                  <a:lnTo>
                    <a:pt x="12" y="198"/>
                  </a:lnTo>
                  <a:lnTo>
                    <a:pt x="12" y="200"/>
                  </a:lnTo>
                  <a:lnTo>
                    <a:pt x="11" y="200"/>
                  </a:lnTo>
                  <a:lnTo>
                    <a:pt x="11" y="204"/>
                  </a:lnTo>
                  <a:lnTo>
                    <a:pt x="7" y="206"/>
                  </a:lnTo>
                  <a:lnTo>
                    <a:pt x="7" y="211"/>
                  </a:lnTo>
                  <a:lnTo>
                    <a:pt x="0" y="224"/>
                  </a:lnTo>
                  <a:lnTo>
                    <a:pt x="0" y="245"/>
                  </a:lnTo>
                  <a:lnTo>
                    <a:pt x="2" y="248"/>
                  </a:lnTo>
                  <a:lnTo>
                    <a:pt x="13" y="249"/>
                  </a:lnTo>
                  <a:lnTo>
                    <a:pt x="18" y="246"/>
                  </a:lnTo>
                  <a:lnTo>
                    <a:pt x="20" y="248"/>
                  </a:lnTo>
                  <a:lnTo>
                    <a:pt x="20" y="254"/>
                  </a:lnTo>
                  <a:lnTo>
                    <a:pt x="19" y="256"/>
                  </a:lnTo>
                  <a:lnTo>
                    <a:pt x="19" y="260"/>
                  </a:lnTo>
                  <a:lnTo>
                    <a:pt x="16" y="263"/>
                  </a:lnTo>
                  <a:lnTo>
                    <a:pt x="16" y="267"/>
                  </a:lnTo>
                  <a:lnTo>
                    <a:pt x="28" y="273"/>
                  </a:lnTo>
                  <a:lnTo>
                    <a:pt x="29" y="285"/>
                  </a:lnTo>
                  <a:lnTo>
                    <a:pt x="25" y="291"/>
                  </a:lnTo>
                  <a:lnTo>
                    <a:pt x="27" y="298"/>
                  </a:lnTo>
                  <a:lnTo>
                    <a:pt x="30" y="302"/>
                  </a:lnTo>
                  <a:lnTo>
                    <a:pt x="36" y="303"/>
                  </a:lnTo>
                  <a:lnTo>
                    <a:pt x="41" y="303"/>
                  </a:lnTo>
                  <a:lnTo>
                    <a:pt x="46" y="306"/>
                  </a:lnTo>
                  <a:lnTo>
                    <a:pt x="47" y="319"/>
                  </a:lnTo>
                  <a:lnTo>
                    <a:pt x="46" y="320"/>
                  </a:lnTo>
                  <a:lnTo>
                    <a:pt x="45" y="329"/>
                  </a:lnTo>
                  <a:lnTo>
                    <a:pt x="42" y="334"/>
                  </a:lnTo>
                  <a:lnTo>
                    <a:pt x="40" y="336"/>
                  </a:lnTo>
                  <a:lnTo>
                    <a:pt x="40" y="339"/>
                  </a:lnTo>
                  <a:lnTo>
                    <a:pt x="43" y="340"/>
                  </a:lnTo>
                  <a:lnTo>
                    <a:pt x="51" y="334"/>
                  </a:lnTo>
                  <a:lnTo>
                    <a:pt x="57" y="334"/>
                  </a:lnTo>
                  <a:lnTo>
                    <a:pt x="59" y="335"/>
                  </a:lnTo>
                  <a:lnTo>
                    <a:pt x="54" y="344"/>
                  </a:lnTo>
                  <a:lnTo>
                    <a:pt x="49" y="346"/>
                  </a:lnTo>
                  <a:lnTo>
                    <a:pt x="48" y="347"/>
                  </a:lnTo>
                  <a:lnTo>
                    <a:pt x="46" y="347"/>
                  </a:lnTo>
                  <a:lnTo>
                    <a:pt x="45" y="350"/>
                  </a:lnTo>
                  <a:lnTo>
                    <a:pt x="42" y="351"/>
                  </a:lnTo>
                  <a:lnTo>
                    <a:pt x="42" y="353"/>
                  </a:lnTo>
                  <a:lnTo>
                    <a:pt x="44" y="355"/>
                  </a:lnTo>
                  <a:lnTo>
                    <a:pt x="45" y="361"/>
                  </a:lnTo>
                  <a:lnTo>
                    <a:pt x="41" y="366"/>
                  </a:lnTo>
                  <a:lnTo>
                    <a:pt x="40" y="372"/>
                  </a:lnTo>
                  <a:lnTo>
                    <a:pt x="37" y="374"/>
                  </a:lnTo>
                  <a:lnTo>
                    <a:pt x="37" y="382"/>
                  </a:lnTo>
                  <a:lnTo>
                    <a:pt x="42" y="387"/>
                  </a:lnTo>
                  <a:lnTo>
                    <a:pt x="43" y="392"/>
                  </a:lnTo>
                  <a:lnTo>
                    <a:pt x="42" y="393"/>
                  </a:lnTo>
                  <a:lnTo>
                    <a:pt x="40" y="399"/>
                  </a:lnTo>
                  <a:lnTo>
                    <a:pt x="44" y="405"/>
                  </a:lnTo>
                  <a:lnTo>
                    <a:pt x="46" y="408"/>
                  </a:lnTo>
                  <a:lnTo>
                    <a:pt x="45" y="409"/>
                  </a:lnTo>
                  <a:lnTo>
                    <a:pt x="49" y="414"/>
                  </a:lnTo>
                  <a:lnTo>
                    <a:pt x="49" y="415"/>
                  </a:lnTo>
                  <a:lnTo>
                    <a:pt x="56" y="413"/>
                  </a:lnTo>
                  <a:lnTo>
                    <a:pt x="57" y="412"/>
                  </a:lnTo>
                  <a:lnTo>
                    <a:pt x="61" y="413"/>
                  </a:lnTo>
                  <a:lnTo>
                    <a:pt x="66" y="413"/>
                  </a:lnTo>
                  <a:lnTo>
                    <a:pt x="71" y="410"/>
                  </a:lnTo>
                  <a:lnTo>
                    <a:pt x="73" y="410"/>
                  </a:lnTo>
                  <a:lnTo>
                    <a:pt x="74" y="408"/>
                  </a:lnTo>
                  <a:lnTo>
                    <a:pt x="76" y="408"/>
                  </a:lnTo>
                  <a:lnTo>
                    <a:pt x="84" y="404"/>
                  </a:lnTo>
                  <a:lnTo>
                    <a:pt x="89" y="399"/>
                  </a:lnTo>
                  <a:lnTo>
                    <a:pt x="90" y="404"/>
                  </a:lnTo>
                  <a:lnTo>
                    <a:pt x="93" y="407"/>
                  </a:lnTo>
                  <a:lnTo>
                    <a:pt x="100" y="407"/>
                  </a:lnTo>
                  <a:lnTo>
                    <a:pt x="102" y="408"/>
                  </a:lnTo>
                  <a:lnTo>
                    <a:pt x="100" y="412"/>
                  </a:lnTo>
                  <a:lnTo>
                    <a:pt x="98" y="413"/>
                  </a:lnTo>
                  <a:lnTo>
                    <a:pt x="99" y="416"/>
                  </a:lnTo>
                  <a:lnTo>
                    <a:pt x="101" y="418"/>
                  </a:lnTo>
                  <a:lnTo>
                    <a:pt x="98" y="424"/>
                  </a:lnTo>
                  <a:lnTo>
                    <a:pt x="94" y="424"/>
                  </a:lnTo>
                  <a:lnTo>
                    <a:pt x="93" y="426"/>
                  </a:lnTo>
                  <a:lnTo>
                    <a:pt x="91" y="426"/>
                  </a:lnTo>
                  <a:lnTo>
                    <a:pt x="89" y="428"/>
                  </a:lnTo>
                  <a:lnTo>
                    <a:pt x="87" y="428"/>
                  </a:lnTo>
                  <a:lnTo>
                    <a:pt x="82" y="434"/>
                  </a:lnTo>
                  <a:lnTo>
                    <a:pt x="81" y="439"/>
                  </a:lnTo>
                  <a:lnTo>
                    <a:pt x="78" y="443"/>
                  </a:lnTo>
                  <a:lnTo>
                    <a:pt x="79" y="447"/>
                  </a:lnTo>
                  <a:lnTo>
                    <a:pt x="75" y="453"/>
                  </a:lnTo>
                  <a:lnTo>
                    <a:pt x="75" y="454"/>
                  </a:lnTo>
                  <a:lnTo>
                    <a:pt x="72" y="458"/>
                  </a:lnTo>
                  <a:lnTo>
                    <a:pt x="66" y="459"/>
                  </a:lnTo>
                  <a:lnTo>
                    <a:pt x="65" y="462"/>
                  </a:lnTo>
                  <a:lnTo>
                    <a:pt x="65" y="465"/>
                  </a:lnTo>
                  <a:lnTo>
                    <a:pt x="75" y="472"/>
                  </a:lnTo>
                  <a:lnTo>
                    <a:pt x="78" y="471"/>
                  </a:lnTo>
                  <a:lnTo>
                    <a:pt x="82" y="471"/>
                  </a:lnTo>
                  <a:lnTo>
                    <a:pt x="86" y="475"/>
                  </a:lnTo>
                  <a:lnTo>
                    <a:pt x="93" y="473"/>
                  </a:lnTo>
                  <a:lnTo>
                    <a:pt x="94" y="471"/>
                  </a:lnTo>
                  <a:lnTo>
                    <a:pt x="98" y="471"/>
                  </a:lnTo>
                  <a:lnTo>
                    <a:pt x="99" y="470"/>
                  </a:lnTo>
                  <a:lnTo>
                    <a:pt x="101" y="470"/>
                  </a:lnTo>
                  <a:lnTo>
                    <a:pt x="106" y="467"/>
                  </a:lnTo>
                  <a:lnTo>
                    <a:pt x="113" y="465"/>
                  </a:lnTo>
                  <a:lnTo>
                    <a:pt x="114" y="466"/>
                  </a:lnTo>
                  <a:lnTo>
                    <a:pt x="119" y="465"/>
                  </a:lnTo>
                  <a:lnTo>
                    <a:pt x="126" y="455"/>
                  </a:lnTo>
                  <a:lnTo>
                    <a:pt x="142" y="453"/>
                  </a:lnTo>
                  <a:lnTo>
                    <a:pt x="147" y="449"/>
                  </a:lnTo>
                  <a:lnTo>
                    <a:pt x="153" y="447"/>
                  </a:lnTo>
                  <a:lnTo>
                    <a:pt x="156" y="445"/>
                  </a:lnTo>
                  <a:lnTo>
                    <a:pt x="158" y="445"/>
                  </a:lnTo>
                  <a:lnTo>
                    <a:pt x="166" y="451"/>
                  </a:lnTo>
                  <a:lnTo>
                    <a:pt x="166" y="453"/>
                  </a:lnTo>
                  <a:lnTo>
                    <a:pt x="173" y="458"/>
                  </a:lnTo>
                  <a:lnTo>
                    <a:pt x="177" y="459"/>
                  </a:lnTo>
                  <a:lnTo>
                    <a:pt x="180" y="463"/>
                  </a:lnTo>
                  <a:lnTo>
                    <a:pt x="185" y="462"/>
                  </a:lnTo>
                  <a:lnTo>
                    <a:pt x="189" y="459"/>
                  </a:lnTo>
                  <a:lnTo>
                    <a:pt x="189" y="453"/>
                  </a:lnTo>
                  <a:lnTo>
                    <a:pt x="184" y="447"/>
                  </a:lnTo>
                  <a:lnTo>
                    <a:pt x="185" y="431"/>
                  </a:lnTo>
                  <a:lnTo>
                    <a:pt x="187" y="431"/>
                  </a:lnTo>
                  <a:lnTo>
                    <a:pt x="188" y="429"/>
                  </a:lnTo>
                  <a:lnTo>
                    <a:pt x="190" y="429"/>
                  </a:lnTo>
                  <a:lnTo>
                    <a:pt x="192" y="427"/>
                  </a:lnTo>
                  <a:lnTo>
                    <a:pt x="191" y="424"/>
                  </a:lnTo>
                  <a:lnTo>
                    <a:pt x="191" y="411"/>
                  </a:lnTo>
                  <a:lnTo>
                    <a:pt x="187" y="406"/>
                  </a:lnTo>
                  <a:lnTo>
                    <a:pt x="194" y="399"/>
                  </a:lnTo>
                  <a:lnTo>
                    <a:pt x="194" y="392"/>
                  </a:lnTo>
                  <a:lnTo>
                    <a:pt x="195" y="391"/>
                  </a:lnTo>
                  <a:lnTo>
                    <a:pt x="194" y="381"/>
                  </a:lnTo>
                  <a:lnTo>
                    <a:pt x="196" y="380"/>
                  </a:lnTo>
                  <a:lnTo>
                    <a:pt x="195" y="377"/>
                  </a:lnTo>
                  <a:lnTo>
                    <a:pt x="197" y="375"/>
                  </a:lnTo>
                  <a:lnTo>
                    <a:pt x="197" y="372"/>
                  </a:lnTo>
                  <a:lnTo>
                    <a:pt x="198" y="370"/>
                  </a:lnTo>
                  <a:lnTo>
                    <a:pt x="197" y="365"/>
                  </a:lnTo>
                  <a:lnTo>
                    <a:pt x="201" y="356"/>
                  </a:lnTo>
                  <a:lnTo>
                    <a:pt x="201" y="350"/>
                  </a:lnTo>
                  <a:lnTo>
                    <a:pt x="205" y="344"/>
                  </a:lnTo>
                  <a:lnTo>
                    <a:pt x="207" y="344"/>
                  </a:lnTo>
                  <a:lnTo>
                    <a:pt x="210" y="340"/>
                  </a:lnTo>
                  <a:lnTo>
                    <a:pt x="212" y="340"/>
                  </a:lnTo>
                  <a:lnTo>
                    <a:pt x="214" y="338"/>
                  </a:lnTo>
                  <a:lnTo>
                    <a:pt x="220" y="333"/>
                  </a:lnTo>
                  <a:lnTo>
                    <a:pt x="224" y="328"/>
                  </a:lnTo>
                  <a:lnTo>
                    <a:pt x="225" y="326"/>
                  </a:lnTo>
                  <a:lnTo>
                    <a:pt x="225" y="322"/>
                  </a:lnTo>
                  <a:lnTo>
                    <a:pt x="217" y="317"/>
                  </a:lnTo>
                  <a:lnTo>
                    <a:pt x="217" y="315"/>
                  </a:lnTo>
                  <a:lnTo>
                    <a:pt x="223" y="304"/>
                  </a:lnTo>
                  <a:lnTo>
                    <a:pt x="231" y="300"/>
                  </a:lnTo>
                  <a:lnTo>
                    <a:pt x="232" y="294"/>
                  </a:lnTo>
                  <a:lnTo>
                    <a:pt x="229" y="290"/>
                  </a:lnTo>
                  <a:lnTo>
                    <a:pt x="223" y="289"/>
                  </a:lnTo>
                  <a:lnTo>
                    <a:pt x="224" y="287"/>
                  </a:lnTo>
                  <a:lnTo>
                    <a:pt x="222" y="286"/>
                  </a:lnTo>
                  <a:lnTo>
                    <a:pt x="222" y="281"/>
                  </a:lnTo>
                  <a:lnTo>
                    <a:pt x="219" y="278"/>
                  </a:lnTo>
                  <a:lnTo>
                    <a:pt x="219" y="272"/>
                  </a:lnTo>
                  <a:lnTo>
                    <a:pt x="220" y="270"/>
                  </a:lnTo>
                  <a:lnTo>
                    <a:pt x="221" y="262"/>
                  </a:lnTo>
                  <a:lnTo>
                    <a:pt x="229" y="251"/>
                  </a:lnTo>
                  <a:lnTo>
                    <a:pt x="233" y="251"/>
                  </a:lnTo>
                  <a:lnTo>
                    <a:pt x="236" y="248"/>
                  </a:lnTo>
                  <a:lnTo>
                    <a:pt x="239" y="248"/>
                  </a:lnTo>
                  <a:lnTo>
                    <a:pt x="243" y="245"/>
                  </a:lnTo>
                  <a:lnTo>
                    <a:pt x="246" y="245"/>
                  </a:lnTo>
                  <a:lnTo>
                    <a:pt x="253" y="236"/>
                  </a:lnTo>
                  <a:lnTo>
                    <a:pt x="257" y="227"/>
                  </a:lnTo>
                  <a:lnTo>
                    <a:pt x="259" y="225"/>
                  </a:lnTo>
                  <a:lnTo>
                    <a:pt x="255" y="220"/>
                  </a:lnTo>
                  <a:lnTo>
                    <a:pt x="255" y="210"/>
                  </a:lnTo>
                  <a:lnTo>
                    <a:pt x="254" y="209"/>
                  </a:lnTo>
                  <a:lnTo>
                    <a:pt x="252" y="204"/>
                  </a:lnTo>
                  <a:lnTo>
                    <a:pt x="246" y="200"/>
                  </a:lnTo>
                  <a:lnTo>
                    <a:pt x="246" y="196"/>
                  </a:lnTo>
                  <a:lnTo>
                    <a:pt x="249" y="193"/>
                  </a:lnTo>
                  <a:lnTo>
                    <a:pt x="254" y="191"/>
                  </a:lnTo>
                  <a:lnTo>
                    <a:pt x="259" y="188"/>
                  </a:lnTo>
                  <a:lnTo>
                    <a:pt x="259" y="186"/>
                  </a:lnTo>
                  <a:lnTo>
                    <a:pt x="263" y="181"/>
                  </a:lnTo>
                  <a:lnTo>
                    <a:pt x="264" y="178"/>
                  </a:lnTo>
                  <a:lnTo>
                    <a:pt x="276" y="164"/>
                  </a:lnTo>
                  <a:lnTo>
                    <a:pt x="277" y="163"/>
                  </a:lnTo>
                  <a:lnTo>
                    <a:pt x="280" y="163"/>
                  </a:lnTo>
                  <a:lnTo>
                    <a:pt x="292" y="174"/>
                  </a:lnTo>
                  <a:lnTo>
                    <a:pt x="296" y="172"/>
                  </a:lnTo>
                  <a:lnTo>
                    <a:pt x="299" y="167"/>
                  </a:lnTo>
                  <a:lnTo>
                    <a:pt x="299" y="165"/>
                  </a:lnTo>
                  <a:lnTo>
                    <a:pt x="305" y="162"/>
                  </a:lnTo>
                  <a:lnTo>
                    <a:pt x="310" y="157"/>
                  </a:lnTo>
                  <a:lnTo>
                    <a:pt x="317" y="157"/>
                  </a:lnTo>
                  <a:lnTo>
                    <a:pt x="325" y="148"/>
                  </a:lnTo>
                  <a:lnTo>
                    <a:pt x="333" y="147"/>
                  </a:lnTo>
                  <a:lnTo>
                    <a:pt x="335" y="145"/>
                  </a:lnTo>
                  <a:lnTo>
                    <a:pt x="335" y="141"/>
                  </a:lnTo>
                  <a:lnTo>
                    <a:pt x="334" y="139"/>
                  </a:lnTo>
                  <a:lnTo>
                    <a:pt x="334" y="137"/>
                  </a:lnTo>
                  <a:lnTo>
                    <a:pt x="332" y="135"/>
                  </a:lnTo>
                  <a:lnTo>
                    <a:pt x="333" y="133"/>
                  </a:lnTo>
                  <a:lnTo>
                    <a:pt x="335" y="131"/>
                  </a:lnTo>
                  <a:lnTo>
                    <a:pt x="337" y="131"/>
                  </a:lnTo>
                  <a:lnTo>
                    <a:pt x="341" y="125"/>
                  </a:lnTo>
                  <a:close/>
                </a:path>
              </a:pathLst>
            </a:custGeom>
            <a:grpFill/>
            <a:ln w="28575">
              <a:noFill/>
              <a:prstDash val="sysDot"/>
              <a:round/>
              <a:headEnd/>
              <a:tailEnd/>
            </a:ln>
          </p:spPr>
          <p:txBody>
            <a:bodyPr/>
            <a:lstStyle/>
            <a:p>
              <a:endParaRPr lang="zh-CN" altLang="en-US" kern="0" dirty="0">
                <a:solidFill>
                  <a:prstClr val="black"/>
                </a:solidFill>
                <a:ea typeface="微软雅黑" pitchFamily="34" charset="-122"/>
              </a:endParaRPr>
            </a:p>
          </p:txBody>
        </p:sp>
        <p:sp>
          <p:nvSpPr>
            <p:cNvPr id="42" name="Freeform 42"/>
            <p:cNvSpPr>
              <a:spLocks/>
            </p:cNvSpPr>
            <p:nvPr/>
          </p:nvSpPr>
          <p:spPr bwMode="auto">
            <a:xfrm>
              <a:off x="6212612" y="4118086"/>
              <a:ext cx="498475" cy="611188"/>
            </a:xfrm>
            <a:custGeom>
              <a:avLst/>
              <a:gdLst>
                <a:gd name="T0" fmla="*/ 2147483647 w 273"/>
                <a:gd name="T1" fmla="*/ 2147483647 h 321"/>
                <a:gd name="T2" fmla="*/ 2147483647 w 273"/>
                <a:gd name="T3" fmla="*/ 2147483647 h 321"/>
                <a:gd name="T4" fmla="*/ 2147483647 w 273"/>
                <a:gd name="T5" fmla="*/ 2147483647 h 321"/>
                <a:gd name="T6" fmla="*/ 2147483647 w 273"/>
                <a:gd name="T7" fmla="*/ 2147483647 h 321"/>
                <a:gd name="T8" fmla="*/ 2147483647 w 273"/>
                <a:gd name="T9" fmla="*/ 2147483647 h 321"/>
                <a:gd name="T10" fmla="*/ 2147483647 w 273"/>
                <a:gd name="T11" fmla="*/ 2147483647 h 321"/>
                <a:gd name="T12" fmla="*/ 2147483647 w 273"/>
                <a:gd name="T13" fmla="*/ 2147483647 h 321"/>
                <a:gd name="T14" fmla="*/ 2147483647 w 273"/>
                <a:gd name="T15" fmla="*/ 2147483647 h 321"/>
                <a:gd name="T16" fmla="*/ 2147483647 w 273"/>
                <a:gd name="T17" fmla="*/ 2147483647 h 321"/>
                <a:gd name="T18" fmla="*/ 2147483647 w 273"/>
                <a:gd name="T19" fmla="*/ 2147483647 h 321"/>
                <a:gd name="T20" fmla="*/ 2147483647 w 273"/>
                <a:gd name="T21" fmla="*/ 2147483647 h 321"/>
                <a:gd name="T22" fmla="*/ 2147483647 w 273"/>
                <a:gd name="T23" fmla="*/ 2147483647 h 321"/>
                <a:gd name="T24" fmla="*/ 2147483647 w 273"/>
                <a:gd name="T25" fmla="*/ 2147483647 h 321"/>
                <a:gd name="T26" fmla="*/ 2147483647 w 273"/>
                <a:gd name="T27" fmla="*/ 2147483647 h 321"/>
                <a:gd name="T28" fmla="*/ 2147483647 w 273"/>
                <a:gd name="T29" fmla="*/ 2147483647 h 321"/>
                <a:gd name="T30" fmla="*/ 2147483647 w 273"/>
                <a:gd name="T31" fmla="*/ 2147483647 h 321"/>
                <a:gd name="T32" fmla="*/ 2147483647 w 273"/>
                <a:gd name="T33" fmla="*/ 2147483647 h 321"/>
                <a:gd name="T34" fmla="*/ 2147483647 w 273"/>
                <a:gd name="T35" fmla="*/ 2147483647 h 321"/>
                <a:gd name="T36" fmla="*/ 2147483647 w 273"/>
                <a:gd name="T37" fmla="*/ 2147483647 h 321"/>
                <a:gd name="T38" fmla="*/ 2147483647 w 273"/>
                <a:gd name="T39" fmla="*/ 2147483647 h 321"/>
                <a:gd name="T40" fmla="*/ 2147483647 w 273"/>
                <a:gd name="T41" fmla="*/ 2147483647 h 321"/>
                <a:gd name="T42" fmla="*/ 2147483647 w 273"/>
                <a:gd name="T43" fmla="*/ 2147483647 h 321"/>
                <a:gd name="T44" fmla="*/ 2147483647 w 273"/>
                <a:gd name="T45" fmla="*/ 2147483647 h 321"/>
                <a:gd name="T46" fmla="*/ 2147483647 w 273"/>
                <a:gd name="T47" fmla="*/ 2147483647 h 321"/>
                <a:gd name="T48" fmla="*/ 2147483647 w 273"/>
                <a:gd name="T49" fmla="*/ 2147483647 h 321"/>
                <a:gd name="T50" fmla="*/ 2147483647 w 273"/>
                <a:gd name="T51" fmla="*/ 2147483647 h 321"/>
                <a:gd name="T52" fmla="*/ 2147483647 w 273"/>
                <a:gd name="T53" fmla="*/ 2147483647 h 321"/>
                <a:gd name="T54" fmla="*/ 2147483647 w 273"/>
                <a:gd name="T55" fmla="*/ 2147483647 h 321"/>
                <a:gd name="T56" fmla="*/ 2147483647 w 273"/>
                <a:gd name="T57" fmla="*/ 2147483647 h 321"/>
                <a:gd name="T58" fmla="*/ 2147483647 w 273"/>
                <a:gd name="T59" fmla="*/ 2147483647 h 321"/>
                <a:gd name="T60" fmla="*/ 2147483647 w 273"/>
                <a:gd name="T61" fmla="*/ 2147483647 h 321"/>
                <a:gd name="T62" fmla="*/ 2147483647 w 273"/>
                <a:gd name="T63" fmla="*/ 2147483647 h 321"/>
                <a:gd name="T64" fmla="*/ 2147483647 w 273"/>
                <a:gd name="T65" fmla="*/ 2147483647 h 321"/>
                <a:gd name="T66" fmla="*/ 2147483647 w 273"/>
                <a:gd name="T67" fmla="*/ 2147483647 h 321"/>
                <a:gd name="T68" fmla="*/ 2147483647 w 273"/>
                <a:gd name="T69" fmla="*/ 2147483647 h 321"/>
                <a:gd name="T70" fmla="*/ 2147483647 w 273"/>
                <a:gd name="T71" fmla="*/ 2147483647 h 321"/>
                <a:gd name="T72" fmla="*/ 2147483647 w 273"/>
                <a:gd name="T73" fmla="*/ 2147483647 h 321"/>
                <a:gd name="T74" fmla="*/ 2147483647 w 273"/>
                <a:gd name="T75" fmla="*/ 2147483647 h 321"/>
                <a:gd name="T76" fmla="*/ 2147483647 w 273"/>
                <a:gd name="T77" fmla="*/ 2147483647 h 321"/>
                <a:gd name="T78" fmla="*/ 2147483647 w 273"/>
                <a:gd name="T79" fmla="*/ 2147483647 h 321"/>
                <a:gd name="T80" fmla="*/ 2147483647 w 273"/>
                <a:gd name="T81" fmla="*/ 2147483647 h 321"/>
                <a:gd name="T82" fmla="*/ 2147483647 w 273"/>
                <a:gd name="T83" fmla="*/ 2147483647 h 321"/>
                <a:gd name="T84" fmla="*/ 2147483647 w 273"/>
                <a:gd name="T85" fmla="*/ 2147483647 h 321"/>
                <a:gd name="T86" fmla="*/ 2147483647 w 273"/>
                <a:gd name="T87" fmla="*/ 2147483647 h 321"/>
                <a:gd name="T88" fmla="*/ 2147483647 w 273"/>
                <a:gd name="T89" fmla="*/ 2147483647 h 321"/>
                <a:gd name="T90" fmla="*/ 2147483647 w 273"/>
                <a:gd name="T91" fmla="*/ 2147483647 h 321"/>
                <a:gd name="T92" fmla="*/ 2147483647 w 273"/>
                <a:gd name="T93" fmla="*/ 2147483647 h 321"/>
                <a:gd name="T94" fmla="*/ 2147483647 w 273"/>
                <a:gd name="T95" fmla="*/ 2147483647 h 321"/>
                <a:gd name="T96" fmla="*/ 2147483647 w 273"/>
                <a:gd name="T97" fmla="*/ 2147483647 h 321"/>
                <a:gd name="T98" fmla="*/ 2147483647 w 273"/>
                <a:gd name="T99" fmla="*/ 2147483647 h 321"/>
                <a:gd name="T100" fmla="*/ 2147483647 w 273"/>
                <a:gd name="T101" fmla="*/ 2147483647 h 321"/>
                <a:gd name="T102" fmla="*/ 2147483647 w 273"/>
                <a:gd name="T103" fmla="*/ 2147483647 h 321"/>
                <a:gd name="T104" fmla="*/ 2147483647 w 273"/>
                <a:gd name="T105" fmla="*/ 2147483647 h 321"/>
                <a:gd name="T106" fmla="*/ 2147483647 w 273"/>
                <a:gd name="T107" fmla="*/ 2147483647 h 321"/>
                <a:gd name="T108" fmla="*/ 2147483647 w 273"/>
                <a:gd name="T109" fmla="*/ 2147483647 h 321"/>
                <a:gd name="T110" fmla="*/ 2147483647 w 273"/>
                <a:gd name="T111" fmla="*/ 2147483647 h 321"/>
                <a:gd name="T112" fmla="*/ 2147483647 w 273"/>
                <a:gd name="T113" fmla="*/ 2147483647 h 321"/>
                <a:gd name="T114" fmla="*/ 2147483647 w 273"/>
                <a:gd name="T115" fmla="*/ 2147483647 h 321"/>
                <a:gd name="T116" fmla="*/ 2147483647 w 273"/>
                <a:gd name="T117" fmla="*/ 2147483647 h 321"/>
                <a:gd name="T118" fmla="*/ 2147483647 w 273"/>
                <a:gd name="T119" fmla="*/ 2147483647 h 321"/>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73"/>
                <a:gd name="T181" fmla="*/ 0 h 321"/>
                <a:gd name="T182" fmla="*/ 273 w 273"/>
                <a:gd name="T183" fmla="*/ 321 h 321"/>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73" h="321">
                  <a:moveTo>
                    <a:pt x="218" y="28"/>
                  </a:moveTo>
                  <a:lnTo>
                    <a:pt x="205" y="15"/>
                  </a:lnTo>
                  <a:lnTo>
                    <a:pt x="199" y="17"/>
                  </a:lnTo>
                  <a:lnTo>
                    <a:pt x="199" y="12"/>
                  </a:lnTo>
                  <a:lnTo>
                    <a:pt x="191" y="13"/>
                  </a:lnTo>
                  <a:lnTo>
                    <a:pt x="187" y="6"/>
                  </a:lnTo>
                  <a:lnTo>
                    <a:pt x="187" y="2"/>
                  </a:lnTo>
                  <a:lnTo>
                    <a:pt x="180" y="0"/>
                  </a:lnTo>
                  <a:lnTo>
                    <a:pt x="170" y="6"/>
                  </a:lnTo>
                  <a:lnTo>
                    <a:pt x="167" y="10"/>
                  </a:lnTo>
                  <a:lnTo>
                    <a:pt x="169" y="12"/>
                  </a:lnTo>
                  <a:lnTo>
                    <a:pt x="166" y="16"/>
                  </a:lnTo>
                  <a:lnTo>
                    <a:pt x="164" y="16"/>
                  </a:lnTo>
                  <a:lnTo>
                    <a:pt x="155" y="25"/>
                  </a:lnTo>
                  <a:lnTo>
                    <a:pt x="153" y="26"/>
                  </a:lnTo>
                  <a:lnTo>
                    <a:pt x="150" y="24"/>
                  </a:lnTo>
                  <a:lnTo>
                    <a:pt x="147" y="18"/>
                  </a:lnTo>
                  <a:lnTo>
                    <a:pt x="146" y="20"/>
                  </a:lnTo>
                  <a:lnTo>
                    <a:pt x="143" y="20"/>
                  </a:lnTo>
                  <a:lnTo>
                    <a:pt x="141" y="19"/>
                  </a:lnTo>
                  <a:lnTo>
                    <a:pt x="139" y="16"/>
                  </a:lnTo>
                  <a:lnTo>
                    <a:pt x="137" y="18"/>
                  </a:lnTo>
                  <a:lnTo>
                    <a:pt x="129" y="18"/>
                  </a:lnTo>
                  <a:lnTo>
                    <a:pt x="128" y="17"/>
                  </a:lnTo>
                  <a:lnTo>
                    <a:pt x="122" y="16"/>
                  </a:lnTo>
                  <a:lnTo>
                    <a:pt x="115" y="12"/>
                  </a:lnTo>
                  <a:lnTo>
                    <a:pt x="111" y="8"/>
                  </a:lnTo>
                  <a:lnTo>
                    <a:pt x="110" y="5"/>
                  </a:lnTo>
                  <a:lnTo>
                    <a:pt x="109" y="4"/>
                  </a:lnTo>
                  <a:lnTo>
                    <a:pt x="109" y="2"/>
                  </a:lnTo>
                  <a:lnTo>
                    <a:pt x="108" y="2"/>
                  </a:lnTo>
                  <a:lnTo>
                    <a:pt x="98" y="2"/>
                  </a:lnTo>
                  <a:lnTo>
                    <a:pt x="97" y="4"/>
                  </a:lnTo>
                  <a:lnTo>
                    <a:pt x="94" y="3"/>
                  </a:lnTo>
                  <a:lnTo>
                    <a:pt x="91" y="6"/>
                  </a:lnTo>
                  <a:lnTo>
                    <a:pt x="92" y="16"/>
                  </a:lnTo>
                  <a:lnTo>
                    <a:pt x="90" y="21"/>
                  </a:lnTo>
                  <a:lnTo>
                    <a:pt x="89" y="22"/>
                  </a:lnTo>
                  <a:lnTo>
                    <a:pt x="89" y="26"/>
                  </a:lnTo>
                  <a:lnTo>
                    <a:pt x="88" y="28"/>
                  </a:lnTo>
                  <a:lnTo>
                    <a:pt x="88" y="31"/>
                  </a:lnTo>
                  <a:lnTo>
                    <a:pt x="87" y="33"/>
                  </a:lnTo>
                  <a:lnTo>
                    <a:pt x="87" y="36"/>
                  </a:lnTo>
                  <a:lnTo>
                    <a:pt x="86" y="37"/>
                  </a:lnTo>
                  <a:lnTo>
                    <a:pt x="86" y="41"/>
                  </a:lnTo>
                  <a:lnTo>
                    <a:pt x="84" y="45"/>
                  </a:lnTo>
                  <a:lnTo>
                    <a:pt x="78" y="48"/>
                  </a:lnTo>
                  <a:lnTo>
                    <a:pt x="71" y="54"/>
                  </a:lnTo>
                  <a:lnTo>
                    <a:pt x="72" y="56"/>
                  </a:lnTo>
                  <a:lnTo>
                    <a:pt x="78" y="59"/>
                  </a:lnTo>
                  <a:lnTo>
                    <a:pt x="78" y="61"/>
                  </a:lnTo>
                  <a:lnTo>
                    <a:pt x="80" y="62"/>
                  </a:lnTo>
                  <a:lnTo>
                    <a:pt x="80" y="64"/>
                  </a:lnTo>
                  <a:lnTo>
                    <a:pt x="84" y="69"/>
                  </a:lnTo>
                  <a:lnTo>
                    <a:pt x="84" y="70"/>
                  </a:lnTo>
                  <a:lnTo>
                    <a:pt x="78" y="74"/>
                  </a:lnTo>
                  <a:lnTo>
                    <a:pt x="76" y="74"/>
                  </a:lnTo>
                  <a:lnTo>
                    <a:pt x="70" y="80"/>
                  </a:lnTo>
                  <a:lnTo>
                    <a:pt x="65" y="80"/>
                  </a:lnTo>
                  <a:lnTo>
                    <a:pt x="59" y="78"/>
                  </a:lnTo>
                  <a:lnTo>
                    <a:pt x="56" y="79"/>
                  </a:lnTo>
                  <a:lnTo>
                    <a:pt x="54" y="77"/>
                  </a:lnTo>
                  <a:lnTo>
                    <a:pt x="48" y="82"/>
                  </a:lnTo>
                  <a:lnTo>
                    <a:pt x="51" y="85"/>
                  </a:lnTo>
                  <a:lnTo>
                    <a:pt x="52" y="88"/>
                  </a:lnTo>
                  <a:lnTo>
                    <a:pt x="49" y="92"/>
                  </a:lnTo>
                  <a:lnTo>
                    <a:pt x="50" y="94"/>
                  </a:lnTo>
                  <a:lnTo>
                    <a:pt x="51" y="96"/>
                  </a:lnTo>
                  <a:lnTo>
                    <a:pt x="54" y="103"/>
                  </a:lnTo>
                  <a:lnTo>
                    <a:pt x="54" y="110"/>
                  </a:lnTo>
                  <a:lnTo>
                    <a:pt x="45" y="123"/>
                  </a:lnTo>
                  <a:lnTo>
                    <a:pt x="44" y="130"/>
                  </a:lnTo>
                  <a:lnTo>
                    <a:pt x="39" y="135"/>
                  </a:lnTo>
                  <a:lnTo>
                    <a:pt x="39" y="137"/>
                  </a:lnTo>
                  <a:lnTo>
                    <a:pt x="30" y="146"/>
                  </a:lnTo>
                  <a:lnTo>
                    <a:pt x="31" y="148"/>
                  </a:lnTo>
                  <a:lnTo>
                    <a:pt x="27" y="152"/>
                  </a:lnTo>
                  <a:lnTo>
                    <a:pt x="22" y="154"/>
                  </a:lnTo>
                  <a:lnTo>
                    <a:pt x="10" y="158"/>
                  </a:lnTo>
                  <a:lnTo>
                    <a:pt x="9" y="164"/>
                  </a:lnTo>
                  <a:lnTo>
                    <a:pt x="1" y="175"/>
                  </a:lnTo>
                  <a:lnTo>
                    <a:pt x="0" y="185"/>
                  </a:lnTo>
                  <a:lnTo>
                    <a:pt x="6" y="194"/>
                  </a:lnTo>
                  <a:lnTo>
                    <a:pt x="9" y="197"/>
                  </a:lnTo>
                  <a:lnTo>
                    <a:pt x="14" y="197"/>
                  </a:lnTo>
                  <a:lnTo>
                    <a:pt x="16" y="198"/>
                  </a:lnTo>
                  <a:lnTo>
                    <a:pt x="24" y="206"/>
                  </a:lnTo>
                  <a:lnTo>
                    <a:pt x="24" y="208"/>
                  </a:lnTo>
                  <a:lnTo>
                    <a:pt x="32" y="216"/>
                  </a:lnTo>
                  <a:lnTo>
                    <a:pt x="35" y="224"/>
                  </a:lnTo>
                  <a:lnTo>
                    <a:pt x="37" y="229"/>
                  </a:lnTo>
                  <a:lnTo>
                    <a:pt x="36" y="232"/>
                  </a:lnTo>
                  <a:lnTo>
                    <a:pt x="38" y="234"/>
                  </a:lnTo>
                  <a:lnTo>
                    <a:pt x="39" y="237"/>
                  </a:lnTo>
                  <a:lnTo>
                    <a:pt x="40" y="238"/>
                  </a:lnTo>
                  <a:lnTo>
                    <a:pt x="40" y="242"/>
                  </a:lnTo>
                  <a:lnTo>
                    <a:pt x="41" y="244"/>
                  </a:lnTo>
                  <a:lnTo>
                    <a:pt x="58" y="243"/>
                  </a:lnTo>
                  <a:lnTo>
                    <a:pt x="67" y="250"/>
                  </a:lnTo>
                  <a:lnTo>
                    <a:pt x="67" y="254"/>
                  </a:lnTo>
                  <a:lnTo>
                    <a:pt x="66" y="255"/>
                  </a:lnTo>
                  <a:lnTo>
                    <a:pt x="66" y="256"/>
                  </a:lnTo>
                  <a:lnTo>
                    <a:pt x="67" y="256"/>
                  </a:lnTo>
                  <a:lnTo>
                    <a:pt x="68" y="263"/>
                  </a:lnTo>
                  <a:lnTo>
                    <a:pt x="66" y="264"/>
                  </a:lnTo>
                  <a:lnTo>
                    <a:pt x="66" y="266"/>
                  </a:lnTo>
                  <a:lnTo>
                    <a:pt x="65" y="267"/>
                  </a:lnTo>
                  <a:lnTo>
                    <a:pt x="65" y="271"/>
                  </a:lnTo>
                  <a:lnTo>
                    <a:pt x="76" y="279"/>
                  </a:lnTo>
                  <a:lnTo>
                    <a:pt x="75" y="282"/>
                  </a:lnTo>
                  <a:lnTo>
                    <a:pt x="77" y="284"/>
                  </a:lnTo>
                  <a:lnTo>
                    <a:pt x="77" y="287"/>
                  </a:lnTo>
                  <a:lnTo>
                    <a:pt x="78" y="289"/>
                  </a:lnTo>
                  <a:lnTo>
                    <a:pt x="79" y="292"/>
                  </a:lnTo>
                  <a:lnTo>
                    <a:pt x="82" y="297"/>
                  </a:lnTo>
                  <a:lnTo>
                    <a:pt x="82" y="304"/>
                  </a:lnTo>
                  <a:lnTo>
                    <a:pt x="81" y="308"/>
                  </a:lnTo>
                  <a:lnTo>
                    <a:pt x="84" y="310"/>
                  </a:lnTo>
                  <a:lnTo>
                    <a:pt x="86" y="310"/>
                  </a:lnTo>
                  <a:lnTo>
                    <a:pt x="87" y="309"/>
                  </a:lnTo>
                  <a:lnTo>
                    <a:pt x="89" y="309"/>
                  </a:lnTo>
                  <a:lnTo>
                    <a:pt x="90" y="307"/>
                  </a:lnTo>
                  <a:lnTo>
                    <a:pt x="100" y="307"/>
                  </a:lnTo>
                  <a:lnTo>
                    <a:pt x="102" y="310"/>
                  </a:lnTo>
                  <a:lnTo>
                    <a:pt x="109" y="310"/>
                  </a:lnTo>
                  <a:lnTo>
                    <a:pt x="114" y="300"/>
                  </a:lnTo>
                  <a:lnTo>
                    <a:pt x="115" y="299"/>
                  </a:lnTo>
                  <a:lnTo>
                    <a:pt x="119" y="299"/>
                  </a:lnTo>
                  <a:lnTo>
                    <a:pt x="123" y="293"/>
                  </a:lnTo>
                  <a:lnTo>
                    <a:pt x="124" y="289"/>
                  </a:lnTo>
                  <a:lnTo>
                    <a:pt x="132" y="285"/>
                  </a:lnTo>
                  <a:lnTo>
                    <a:pt x="141" y="302"/>
                  </a:lnTo>
                  <a:lnTo>
                    <a:pt x="141" y="308"/>
                  </a:lnTo>
                  <a:lnTo>
                    <a:pt x="148" y="313"/>
                  </a:lnTo>
                  <a:lnTo>
                    <a:pt x="158" y="314"/>
                  </a:lnTo>
                  <a:lnTo>
                    <a:pt x="161" y="311"/>
                  </a:lnTo>
                  <a:lnTo>
                    <a:pt x="162" y="309"/>
                  </a:lnTo>
                  <a:lnTo>
                    <a:pt x="164" y="310"/>
                  </a:lnTo>
                  <a:lnTo>
                    <a:pt x="167" y="310"/>
                  </a:lnTo>
                  <a:lnTo>
                    <a:pt x="174" y="302"/>
                  </a:lnTo>
                  <a:lnTo>
                    <a:pt x="182" y="302"/>
                  </a:lnTo>
                  <a:lnTo>
                    <a:pt x="184" y="303"/>
                  </a:lnTo>
                  <a:lnTo>
                    <a:pt x="186" y="303"/>
                  </a:lnTo>
                  <a:lnTo>
                    <a:pt x="190" y="307"/>
                  </a:lnTo>
                  <a:lnTo>
                    <a:pt x="190" y="309"/>
                  </a:lnTo>
                  <a:lnTo>
                    <a:pt x="196" y="321"/>
                  </a:lnTo>
                  <a:lnTo>
                    <a:pt x="196" y="320"/>
                  </a:lnTo>
                  <a:lnTo>
                    <a:pt x="197" y="320"/>
                  </a:lnTo>
                  <a:lnTo>
                    <a:pt x="197" y="319"/>
                  </a:lnTo>
                  <a:lnTo>
                    <a:pt x="197" y="318"/>
                  </a:lnTo>
                  <a:lnTo>
                    <a:pt x="197" y="317"/>
                  </a:lnTo>
                  <a:lnTo>
                    <a:pt x="198" y="317"/>
                  </a:lnTo>
                  <a:lnTo>
                    <a:pt x="198" y="316"/>
                  </a:lnTo>
                  <a:lnTo>
                    <a:pt x="198" y="315"/>
                  </a:lnTo>
                  <a:lnTo>
                    <a:pt x="197" y="314"/>
                  </a:lnTo>
                  <a:lnTo>
                    <a:pt x="197" y="313"/>
                  </a:lnTo>
                  <a:lnTo>
                    <a:pt x="197" y="312"/>
                  </a:lnTo>
                  <a:lnTo>
                    <a:pt x="197" y="311"/>
                  </a:lnTo>
                  <a:lnTo>
                    <a:pt x="196" y="310"/>
                  </a:lnTo>
                  <a:lnTo>
                    <a:pt x="196" y="309"/>
                  </a:lnTo>
                  <a:lnTo>
                    <a:pt x="195" y="308"/>
                  </a:lnTo>
                  <a:lnTo>
                    <a:pt x="195" y="307"/>
                  </a:lnTo>
                  <a:lnTo>
                    <a:pt x="194" y="306"/>
                  </a:lnTo>
                  <a:lnTo>
                    <a:pt x="194" y="305"/>
                  </a:lnTo>
                  <a:lnTo>
                    <a:pt x="194" y="304"/>
                  </a:lnTo>
                  <a:lnTo>
                    <a:pt x="193" y="304"/>
                  </a:lnTo>
                  <a:lnTo>
                    <a:pt x="193" y="303"/>
                  </a:lnTo>
                  <a:lnTo>
                    <a:pt x="193" y="302"/>
                  </a:lnTo>
                  <a:lnTo>
                    <a:pt x="193" y="301"/>
                  </a:lnTo>
                  <a:lnTo>
                    <a:pt x="194" y="301"/>
                  </a:lnTo>
                  <a:lnTo>
                    <a:pt x="195" y="301"/>
                  </a:lnTo>
                  <a:lnTo>
                    <a:pt x="197" y="301"/>
                  </a:lnTo>
                  <a:lnTo>
                    <a:pt x="198" y="300"/>
                  </a:lnTo>
                  <a:lnTo>
                    <a:pt x="199" y="300"/>
                  </a:lnTo>
                  <a:lnTo>
                    <a:pt x="200" y="300"/>
                  </a:lnTo>
                  <a:lnTo>
                    <a:pt x="201" y="300"/>
                  </a:lnTo>
                  <a:lnTo>
                    <a:pt x="201" y="299"/>
                  </a:lnTo>
                  <a:lnTo>
                    <a:pt x="202" y="299"/>
                  </a:lnTo>
                  <a:lnTo>
                    <a:pt x="202" y="298"/>
                  </a:lnTo>
                  <a:lnTo>
                    <a:pt x="203" y="298"/>
                  </a:lnTo>
                  <a:lnTo>
                    <a:pt x="203" y="297"/>
                  </a:lnTo>
                  <a:lnTo>
                    <a:pt x="203" y="296"/>
                  </a:lnTo>
                  <a:lnTo>
                    <a:pt x="204" y="296"/>
                  </a:lnTo>
                  <a:lnTo>
                    <a:pt x="204" y="295"/>
                  </a:lnTo>
                  <a:lnTo>
                    <a:pt x="204" y="294"/>
                  </a:lnTo>
                  <a:lnTo>
                    <a:pt x="204" y="293"/>
                  </a:lnTo>
                  <a:lnTo>
                    <a:pt x="203" y="292"/>
                  </a:lnTo>
                  <a:lnTo>
                    <a:pt x="203" y="291"/>
                  </a:lnTo>
                  <a:lnTo>
                    <a:pt x="202" y="291"/>
                  </a:lnTo>
                  <a:lnTo>
                    <a:pt x="201" y="290"/>
                  </a:lnTo>
                  <a:lnTo>
                    <a:pt x="200" y="290"/>
                  </a:lnTo>
                  <a:lnTo>
                    <a:pt x="199" y="290"/>
                  </a:lnTo>
                  <a:lnTo>
                    <a:pt x="198" y="290"/>
                  </a:lnTo>
                  <a:lnTo>
                    <a:pt x="197" y="290"/>
                  </a:lnTo>
                  <a:lnTo>
                    <a:pt x="197" y="289"/>
                  </a:lnTo>
                  <a:lnTo>
                    <a:pt x="197" y="288"/>
                  </a:lnTo>
                  <a:lnTo>
                    <a:pt x="197" y="287"/>
                  </a:lnTo>
                  <a:lnTo>
                    <a:pt x="197" y="286"/>
                  </a:lnTo>
                  <a:lnTo>
                    <a:pt x="198" y="286"/>
                  </a:lnTo>
                  <a:lnTo>
                    <a:pt x="198" y="285"/>
                  </a:lnTo>
                  <a:lnTo>
                    <a:pt x="199" y="284"/>
                  </a:lnTo>
                  <a:lnTo>
                    <a:pt x="199" y="283"/>
                  </a:lnTo>
                  <a:lnTo>
                    <a:pt x="200" y="282"/>
                  </a:lnTo>
                  <a:lnTo>
                    <a:pt x="201" y="281"/>
                  </a:lnTo>
                  <a:lnTo>
                    <a:pt x="201" y="280"/>
                  </a:lnTo>
                  <a:lnTo>
                    <a:pt x="202" y="279"/>
                  </a:lnTo>
                  <a:lnTo>
                    <a:pt x="203" y="278"/>
                  </a:lnTo>
                  <a:lnTo>
                    <a:pt x="204" y="277"/>
                  </a:lnTo>
                  <a:lnTo>
                    <a:pt x="205" y="276"/>
                  </a:lnTo>
                  <a:lnTo>
                    <a:pt x="206" y="275"/>
                  </a:lnTo>
                  <a:lnTo>
                    <a:pt x="207" y="274"/>
                  </a:lnTo>
                  <a:lnTo>
                    <a:pt x="208" y="273"/>
                  </a:lnTo>
                  <a:lnTo>
                    <a:pt x="209" y="272"/>
                  </a:lnTo>
                  <a:lnTo>
                    <a:pt x="209" y="271"/>
                  </a:lnTo>
                  <a:lnTo>
                    <a:pt x="210" y="271"/>
                  </a:lnTo>
                  <a:lnTo>
                    <a:pt x="211" y="270"/>
                  </a:lnTo>
                  <a:lnTo>
                    <a:pt x="211" y="269"/>
                  </a:lnTo>
                  <a:lnTo>
                    <a:pt x="212" y="268"/>
                  </a:lnTo>
                  <a:lnTo>
                    <a:pt x="212" y="267"/>
                  </a:lnTo>
                  <a:lnTo>
                    <a:pt x="213" y="266"/>
                  </a:lnTo>
                  <a:lnTo>
                    <a:pt x="213" y="265"/>
                  </a:lnTo>
                  <a:lnTo>
                    <a:pt x="213" y="264"/>
                  </a:lnTo>
                  <a:lnTo>
                    <a:pt x="213" y="263"/>
                  </a:lnTo>
                  <a:lnTo>
                    <a:pt x="212" y="263"/>
                  </a:lnTo>
                  <a:lnTo>
                    <a:pt x="212" y="262"/>
                  </a:lnTo>
                  <a:lnTo>
                    <a:pt x="212" y="261"/>
                  </a:lnTo>
                  <a:lnTo>
                    <a:pt x="211" y="261"/>
                  </a:lnTo>
                  <a:lnTo>
                    <a:pt x="211" y="260"/>
                  </a:lnTo>
                  <a:lnTo>
                    <a:pt x="210" y="260"/>
                  </a:lnTo>
                  <a:lnTo>
                    <a:pt x="209" y="259"/>
                  </a:lnTo>
                  <a:lnTo>
                    <a:pt x="209" y="258"/>
                  </a:lnTo>
                  <a:lnTo>
                    <a:pt x="208" y="258"/>
                  </a:lnTo>
                  <a:lnTo>
                    <a:pt x="207" y="257"/>
                  </a:lnTo>
                  <a:lnTo>
                    <a:pt x="206" y="257"/>
                  </a:lnTo>
                  <a:lnTo>
                    <a:pt x="205" y="256"/>
                  </a:lnTo>
                  <a:lnTo>
                    <a:pt x="204" y="256"/>
                  </a:lnTo>
                  <a:lnTo>
                    <a:pt x="204" y="255"/>
                  </a:lnTo>
                  <a:lnTo>
                    <a:pt x="203" y="255"/>
                  </a:lnTo>
                  <a:lnTo>
                    <a:pt x="203" y="254"/>
                  </a:lnTo>
                  <a:lnTo>
                    <a:pt x="202" y="254"/>
                  </a:lnTo>
                  <a:lnTo>
                    <a:pt x="202" y="253"/>
                  </a:lnTo>
                  <a:lnTo>
                    <a:pt x="202" y="252"/>
                  </a:lnTo>
                  <a:lnTo>
                    <a:pt x="203" y="252"/>
                  </a:lnTo>
                  <a:lnTo>
                    <a:pt x="204" y="252"/>
                  </a:lnTo>
                  <a:lnTo>
                    <a:pt x="205" y="252"/>
                  </a:lnTo>
                  <a:lnTo>
                    <a:pt x="206" y="252"/>
                  </a:lnTo>
                  <a:lnTo>
                    <a:pt x="207" y="252"/>
                  </a:lnTo>
                  <a:lnTo>
                    <a:pt x="208" y="252"/>
                  </a:lnTo>
                  <a:lnTo>
                    <a:pt x="209" y="252"/>
                  </a:lnTo>
                  <a:lnTo>
                    <a:pt x="210" y="252"/>
                  </a:lnTo>
                  <a:lnTo>
                    <a:pt x="211" y="251"/>
                  </a:lnTo>
                  <a:lnTo>
                    <a:pt x="212" y="251"/>
                  </a:lnTo>
                  <a:lnTo>
                    <a:pt x="213" y="251"/>
                  </a:lnTo>
                  <a:lnTo>
                    <a:pt x="214" y="251"/>
                  </a:lnTo>
                  <a:lnTo>
                    <a:pt x="215" y="251"/>
                  </a:lnTo>
                  <a:lnTo>
                    <a:pt x="215" y="250"/>
                  </a:lnTo>
                  <a:lnTo>
                    <a:pt x="216" y="250"/>
                  </a:lnTo>
                  <a:lnTo>
                    <a:pt x="217" y="249"/>
                  </a:lnTo>
                  <a:lnTo>
                    <a:pt x="218" y="248"/>
                  </a:lnTo>
                  <a:lnTo>
                    <a:pt x="218" y="247"/>
                  </a:lnTo>
                  <a:lnTo>
                    <a:pt x="219" y="246"/>
                  </a:lnTo>
                  <a:lnTo>
                    <a:pt x="220" y="245"/>
                  </a:lnTo>
                  <a:lnTo>
                    <a:pt x="220" y="244"/>
                  </a:lnTo>
                  <a:lnTo>
                    <a:pt x="220" y="243"/>
                  </a:lnTo>
                  <a:lnTo>
                    <a:pt x="220" y="242"/>
                  </a:lnTo>
                  <a:lnTo>
                    <a:pt x="221" y="241"/>
                  </a:lnTo>
                  <a:lnTo>
                    <a:pt x="221" y="239"/>
                  </a:lnTo>
                  <a:lnTo>
                    <a:pt x="221" y="237"/>
                  </a:lnTo>
                  <a:lnTo>
                    <a:pt x="222" y="236"/>
                  </a:lnTo>
                  <a:lnTo>
                    <a:pt x="222" y="234"/>
                  </a:lnTo>
                  <a:lnTo>
                    <a:pt x="223" y="232"/>
                  </a:lnTo>
                  <a:lnTo>
                    <a:pt x="223" y="231"/>
                  </a:lnTo>
                  <a:lnTo>
                    <a:pt x="223" y="230"/>
                  </a:lnTo>
                  <a:lnTo>
                    <a:pt x="223" y="229"/>
                  </a:lnTo>
                  <a:lnTo>
                    <a:pt x="223" y="228"/>
                  </a:lnTo>
                  <a:lnTo>
                    <a:pt x="223" y="227"/>
                  </a:lnTo>
                  <a:lnTo>
                    <a:pt x="223" y="226"/>
                  </a:lnTo>
                  <a:lnTo>
                    <a:pt x="223" y="225"/>
                  </a:lnTo>
                  <a:lnTo>
                    <a:pt x="223" y="224"/>
                  </a:lnTo>
                  <a:lnTo>
                    <a:pt x="224" y="223"/>
                  </a:lnTo>
                  <a:lnTo>
                    <a:pt x="224" y="222"/>
                  </a:lnTo>
                  <a:lnTo>
                    <a:pt x="224" y="221"/>
                  </a:lnTo>
                  <a:lnTo>
                    <a:pt x="225" y="221"/>
                  </a:lnTo>
                  <a:lnTo>
                    <a:pt x="226" y="220"/>
                  </a:lnTo>
                  <a:lnTo>
                    <a:pt x="227" y="220"/>
                  </a:lnTo>
                  <a:lnTo>
                    <a:pt x="228" y="220"/>
                  </a:lnTo>
                  <a:lnTo>
                    <a:pt x="229" y="220"/>
                  </a:lnTo>
                  <a:lnTo>
                    <a:pt x="230" y="220"/>
                  </a:lnTo>
                  <a:lnTo>
                    <a:pt x="231" y="220"/>
                  </a:lnTo>
                  <a:lnTo>
                    <a:pt x="231" y="221"/>
                  </a:lnTo>
                  <a:lnTo>
                    <a:pt x="232" y="221"/>
                  </a:lnTo>
                  <a:lnTo>
                    <a:pt x="232" y="222"/>
                  </a:lnTo>
                  <a:lnTo>
                    <a:pt x="233" y="223"/>
                  </a:lnTo>
                  <a:lnTo>
                    <a:pt x="233" y="224"/>
                  </a:lnTo>
                  <a:lnTo>
                    <a:pt x="234" y="225"/>
                  </a:lnTo>
                  <a:lnTo>
                    <a:pt x="234" y="226"/>
                  </a:lnTo>
                  <a:lnTo>
                    <a:pt x="235" y="227"/>
                  </a:lnTo>
                  <a:lnTo>
                    <a:pt x="235" y="228"/>
                  </a:lnTo>
                  <a:lnTo>
                    <a:pt x="236" y="229"/>
                  </a:lnTo>
                  <a:lnTo>
                    <a:pt x="236" y="230"/>
                  </a:lnTo>
                  <a:lnTo>
                    <a:pt x="237" y="231"/>
                  </a:lnTo>
                  <a:lnTo>
                    <a:pt x="238" y="232"/>
                  </a:lnTo>
                  <a:lnTo>
                    <a:pt x="238" y="233"/>
                  </a:lnTo>
                  <a:lnTo>
                    <a:pt x="239" y="233"/>
                  </a:lnTo>
                  <a:lnTo>
                    <a:pt x="239" y="234"/>
                  </a:lnTo>
                  <a:lnTo>
                    <a:pt x="240" y="234"/>
                  </a:lnTo>
                  <a:lnTo>
                    <a:pt x="240" y="235"/>
                  </a:lnTo>
                  <a:lnTo>
                    <a:pt x="241" y="235"/>
                  </a:lnTo>
                  <a:lnTo>
                    <a:pt x="242" y="235"/>
                  </a:lnTo>
                  <a:lnTo>
                    <a:pt x="243" y="235"/>
                  </a:lnTo>
                  <a:lnTo>
                    <a:pt x="244" y="234"/>
                  </a:lnTo>
                  <a:lnTo>
                    <a:pt x="245" y="233"/>
                  </a:lnTo>
                  <a:lnTo>
                    <a:pt x="245" y="232"/>
                  </a:lnTo>
                  <a:lnTo>
                    <a:pt x="245" y="231"/>
                  </a:lnTo>
                  <a:lnTo>
                    <a:pt x="246" y="230"/>
                  </a:lnTo>
                  <a:lnTo>
                    <a:pt x="246" y="229"/>
                  </a:lnTo>
                  <a:lnTo>
                    <a:pt x="247" y="227"/>
                  </a:lnTo>
                  <a:lnTo>
                    <a:pt x="247" y="226"/>
                  </a:lnTo>
                  <a:lnTo>
                    <a:pt x="248" y="225"/>
                  </a:lnTo>
                  <a:lnTo>
                    <a:pt x="248" y="224"/>
                  </a:lnTo>
                  <a:lnTo>
                    <a:pt x="249" y="223"/>
                  </a:lnTo>
                  <a:lnTo>
                    <a:pt x="249" y="222"/>
                  </a:lnTo>
                  <a:lnTo>
                    <a:pt x="250" y="221"/>
                  </a:lnTo>
                  <a:lnTo>
                    <a:pt x="250" y="220"/>
                  </a:lnTo>
                  <a:lnTo>
                    <a:pt x="251" y="218"/>
                  </a:lnTo>
                  <a:lnTo>
                    <a:pt x="251" y="217"/>
                  </a:lnTo>
                  <a:lnTo>
                    <a:pt x="252" y="217"/>
                  </a:lnTo>
                  <a:lnTo>
                    <a:pt x="252" y="216"/>
                  </a:lnTo>
                  <a:lnTo>
                    <a:pt x="252" y="215"/>
                  </a:lnTo>
                  <a:lnTo>
                    <a:pt x="252" y="214"/>
                  </a:lnTo>
                  <a:lnTo>
                    <a:pt x="253" y="214"/>
                  </a:lnTo>
                  <a:lnTo>
                    <a:pt x="253" y="213"/>
                  </a:lnTo>
                  <a:lnTo>
                    <a:pt x="253" y="212"/>
                  </a:lnTo>
                  <a:lnTo>
                    <a:pt x="253" y="211"/>
                  </a:lnTo>
                  <a:lnTo>
                    <a:pt x="253" y="210"/>
                  </a:lnTo>
                  <a:lnTo>
                    <a:pt x="253" y="209"/>
                  </a:lnTo>
                  <a:lnTo>
                    <a:pt x="253" y="208"/>
                  </a:lnTo>
                  <a:lnTo>
                    <a:pt x="253" y="207"/>
                  </a:lnTo>
                  <a:lnTo>
                    <a:pt x="253" y="206"/>
                  </a:lnTo>
                  <a:lnTo>
                    <a:pt x="253" y="205"/>
                  </a:lnTo>
                  <a:lnTo>
                    <a:pt x="253" y="204"/>
                  </a:lnTo>
                  <a:lnTo>
                    <a:pt x="252" y="203"/>
                  </a:lnTo>
                  <a:lnTo>
                    <a:pt x="252" y="202"/>
                  </a:lnTo>
                  <a:lnTo>
                    <a:pt x="251" y="201"/>
                  </a:lnTo>
                  <a:lnTo>
                    <a:pt x="251" y="200"/>
                  </a:lnTo>
                  <a:lnTo>
                    <a:pt x="250" y="199"/>
                  </a:lnTo>
                  <a:lnTo>
                    <a:pt x="249" y="198"/>
                  </a:lnTo>
                  <a:lnTo>
                    <a:pt x="248" y="198"/>
                  </a:lnTo>
                  <a:lnTo>
                    <a:pt x="248" y="197"/>
                  </a:lnTo>
                  <a:lnTo>
                    <a:pt x="247" y="197"/>
                  </a:lnTo>
                  <a:lnTo>
                    <a:pt x="246" y="196"/>
                  </a:lnTo>
                  <a:lnTo>
                    <a:pt x="245" y="196"/>
                  </a:lnTo>
                  <a:lnTo>
                    <a:pt x="244" y="195"/>
                  </a:lnTo>
                  <a:lnTo>
                    <a:pt x="243" y="195"/>
                  </a:lnTo>
                  <a:lnTo>
                    <a:pt x="242" y="195"/>
                  </a:lnTo>
                  <a:lnTo>
                    <a:pt x="241" y="194"/>
                  </a:lnTo>
                  <a:lnTo>
                    <a:pt x="240" y="194"/>
                  </a:lnTo>
                  <a:lnTo>
                    <a:pt x="239" y="194"/>
                  </a:lnTo>
                  <a:lnTo>
                    <a:pt x="239" y="193"/>
                  </a:lnTo>
                  <a:lnTo>
                    <a:pt x="238" y="193"/>
                  </a:lnTo>
                  <a:lnTo>
                    <a:pt x="237" y="192"/>
                  </a:lnTo>
                  <a:lnTo>
                    <a:pt x="237" y="191"/>
                  </a:lnTo>
                  <a:lnTo>
                    <a:pt x="238" y="190"/>
                  </a:lnTo>
                  <a:lnTo>
                    <a:pt x="239" y="190"/>
                  </a:lnTo>
                  <a:lnTo>
                    <a:pt x="239" y="189"/>
                  </a:lnTo>
                  <a:lnTo>
                    <a:pt x="240" y="189"/>
                  </a:lnTo>
                  <a:lnTo>
                    <a:pt x="241" y="189"/>
                  </a:lnTo>
                  <a:lnTo>
                    <a:pt x="242" y="188"/>
                  </a:lnTo>
                  <a:lnTo>
                    <a:pt x="243" y="188"/>
                  </a:lnTo>
                  <a:lnTo>
                    <a:pt x="244" y="188"/>
                  </a:lnTo>
                  <a:lnTo>
                    <a:pt x="245" y="188"/>
                  </a:lnTo>
                  <a:lnTo>
                    <a:pt x="246" y="188"/>
                  </a:lnTo>
                  <a:lnTo>
                    <a:pt x="247" y="189"/>
                  </a:lnTo>
                  <a:lnTo>
                    <a:pt x="248" y="189"/>
                  </a:lnTo>
                  <a:lnTo>
                    <a:pt x="249" y="189"/>
                  </a:lnTo>
                  <a:lnTo>
                    <a:pt x="250" y="189"/>
                  </a:lnTo>
                  <a:lnTo>
                    <a:pt x="251" y="190"/>
                  </a:lnTo>
                  <a:lnTo>
                    <a:pt x="252" y="190"/>
                  </a:lnTo>
                  <a:lnTo>
                    <a:pt x="253" y="190"/>
                  </a:lnTo>
                  <a:lnTo>
                    <a:pt x="254" y="189"/>
                  </a:lnTo>
                  <a:lnTo>
                    <a:pt x="255" y="189"/>
                  </a:lnTo>
                  <a:lnTo>
                    <a:pt x="255" y="188"/>
                  </a:lnTo>
                  <a:lnTo>
                    <a:pt x="255" y="187"/>
                  </a:lnTo>
                  <a:lnTo>
                    <a:pt x="256" y="186"/>
                  </a:lnTo>
                  <a:lnTo>
                    <a:pt x="256" y="185"/>
                  </a:lnTo>
                  <a:lnTo>
                    <a:pt x="256" y="184"/>
                  </a:lnTo>
                  <a:lnTo>
                    <a:pt x="256" y="183"/>
                  </a:lnTo>
                  <a:lnTo>
                    <a:pt x="256" y="182"/>
                  </a:lnTo>
                  <a:lnTo>
                    <a:pt x="256" y="181"/>
                  </a:lnTo>
                  <a:lnTo>
                    <a:pt x="256" y="179"/>
                  </a:lnTo>
                  <a:lnTo>
                    <a:pt x="256" y="178"/>
                  </a:lnTo>
                  <a:lnTo>
                    <a:pt x="256" y="176"/>
                  </a:lnTo>
                  <a:lnTo>
                    <a:pt x="256" y="175"/>
                  </a:lnTo>
                  <a:lnTo>
                    <a:pt x="255" y="174"/>
                  </a:lnTo>
                  <a:lnTo>
                    <a:pt x="255" y="173"/>
                  </a:lnTo>
                  <a:lnTo>
                    <a:pt x="255" y="172"/>
                  </a:lnTo>
                  <a:lnTo>
                    <a:pt x="255" y="171"/>
                  </a:lnTo>
                  <a:lnTo>
                    <a:pt x="255" y="170"/>
                  </a:lnTo>
                  <a:lnTo>
                    <a:pt x="254" y="170"/>
                  </a:lnTo>
                  <a:lnTo>
                    <a:pt x="254" y="169"/>
                  </a:lnTo>
                  <a:lnTo>
                    <a:pt x="254" y="168"/>
                  </a:lnTo>
                  <a:lnTo>
                    <a:pt x="253" y="168"/>
                  </a:lnTo>
                  <a:lnTo>
                    <a:pt x="253" y="167"/>
                  </a:lnTo>
                  <a:lnTo>
                    <a:pt x="252" y="166"/>
                  </a:lnTo>
                  <a:lnTo>
                    <a:pt x="251" y="165"/>
                  </a:lnTo>
                  <a:lnTo>
                    <a:pt x="250" y="165"/>
                  </a:lnTo>
                  <a:lnTo>
                    <a:pt x="250" y="164"/>
                  </a:lnTo>
                  <a:lnTo>
                    <a:pt x="248" y="164"/>
                  </a:lnTo>
                  <a:lnTo>
                    <a:pt x="247" y="163"/>
                  </a:lnTo>
                  <a:lnTo>
                    <a:pt x="246" y="162"/>
                  </a:lnTo>
                  <a:lnTo>
                    <a:pt x="246" y="161"/>
                  </a:lnTo>
                  <a:lnTo>
                    <a:pt x="245" y="161"/>
                  </a:lnTo>
                  <a:lnTo>
                    <a:pt x="246" y="160"/>
                  </a:lnTo>
                  <a:lnTo>
                    <a:pt x="246" y="159"/>
                  </a:lnTo>
                  <a:lnTo>
                    <a:pt x="247" y="159"/>
                  </a:lnTo>
                  <a:lnTo>
                    <a:pt x="247" y="158"/>
                  </a:lnTo>
                  <a:lnTo>
                    <a:pt x="248" y="158"/>
                  </a:lnTo>
                  <a:lnTo>
                    <a:pt x="248" y="157"/>
                  </a:lnTo>
                  <a:lnTo>
                    <a:pt x="249" y="157"/>
                  </a:lnTo>
                  <a:lnTo>
                    <a:pt x="249" y="156"/>
                  </a:lnTo>
                  <a:lnTo>
                    <a:pt x="248" y="156"/>
                  </a:lnTo>
                  <a:lnTo>
                    <a:pt x="247" y="156"/>
                  </a:lnTo>
                  <a:lnTo>
                    <a:pt x="246" y="156"/>
                  </a:lnTo>
                  <a:lnTo>
                    <a:pt x="245" y="157"/>
                  </a:lnTo>
                  <a:lnTo>
                    <a:pt x="244" y="157"/>
                  </a:lnTo>
                  <a:lnTo>
                    <a:pt x="243" y="157"/>
                  </a:lnTo>
                  <a:lnTo>
                    <a:pt x="242" y="157"/>
                  </a:lnTo>
                  <a:lnTo>
                    <a:pt x="241" y="157"/>
                  </a:lnTo>
                  <a:lnTo>
                    <a:pt x="240" y="157"/>
                  </a:lnTo>
                  <a:lnTo>
                    <a:pt x="239" y="157"/>
                  </a:lnTo>
                  <a:lnTo>
                    <a:pt x="238" y="157"/>
                  </a:lnTo>
                  <a:lnTo>
                    <a:pt x="238" y="156"/>
                  </a:lnTo>
                  <a:lnTo>
                    <a:pt x="237" y="156"/>
                  </a:lnTo>
                  <a:lnTo>
                    <a:pt x="237" y="155"/>
                  </a:lnTo>
                  <a:lnTo>
                    <a:pt x="237" y="154"/>
                  </a:lnTo>
                  <a:lnTo>
                    <a:pt x="237" y="153"/>
                  </a:lnTo>
                  <a:lnTo>
                    <a:pt x="236" y="153"/>
                  </a:lnTo>
                  <a:lnTo>
                    <a:pt x="236" y="152"/>
                  </a:lnTo>
                  <a:lnTo>
                    <a:pt x="237" y="152"/>
                  </a:lnTo>
                  <a:lnTo>
                    <a:pt x="237" y="151"/>
                  </a:lnTo>
                  <a:lnTo>
                    <a:pt x="237" y="150"/>
                  </a:lnTo>
                  <a:lnTo>
                    <a:pt x="237" y="149"/>
                  </a:lnTo>
                  <a:lnTo>
                    <a:pt x="238" y="148"/>
                  </a:lnTo>
                  <a:lnTo>
                    <a:pt x="238" y="147"/>
                  </a:lnTo>
                  <a:lnTo>
                    <a:pt x="238" y="146"/>
                  </a:lnTo>
                  <a:lnTo>
                    <a:pt x="239" y="146"/>
                  </a:lnTo>
                  <a:lnTo>
                    <a:pt x="239" y="145"/>
                  </a:lnTo>
                  <a:lnTo>
                    <a:pt x="240" y="145"/>
                  </a:lnTo>
                  <a:lnTo>
                    <a:pt x="240" y="144"/>
                  </a:lnTo>
                  <a:lnTo>
                    <a:pt x="241" y="144"/>
                  </a:lnTo>
                  <a:lnTo>
                    <a:pt x="242" y="144"/>
                  </a:lnTo>
                  <a:lnTo>
                    <a:pt x="243" y="144"/>
                  </a:lnTo>
                  <a:lnTo>
                    <a:pt x="244" y="144"/>
                  </a:lnTo>
                  <a:lnTo>
                    <a:pt x="245" y="144"/>
                  </a:lnTo>
                  <a:lnTo>
                    <a:pt x="246" y="145"/>
                  </a:lnTo>
                  <a:lnTo>
                    <a:pt x="247" y="145"/>
                  </a:lnTo>
                  <a:lnTo>
                    <a:pt x="249" y="146"/>
                  </a:lnTo>
                  <a:lnTo>
                    <a:pt x="250" y="146"/>
                  </a:lnTo>
                  <a:lnTo>
                    <a:pt x="250" y="147"/>
                  </a:lnTo>
                  <a:lnTo>
                    <a:pt x="251" y="147"/>
                  </a:lnTo>
                  <a:lnTo>
                    <a:pt x="252" y="147"/>
                  </a:lnTo>
                  <a:lnTo>
                    <a:pt x="253" y="148"/>
                  </a:lnTo>
                  <a:lnTo>
                    <a:pt x="253" y="147"/>
                  </a:lnTo>
                  <a:lnTo>
                    <a:pt x="254" y="147"/>
                  </a:lnTo>
                  <a:lnTo>
                    <a:pt x="255" y="147"/>
                  </a:lnTo>
                  <a:lnTo>
                    <a:pt x="255" y="146"/>
                  </a:lnTo>
                  <a:lnTo>
                    <a:pt x="256" y="146"/>
                  </a:lnTo>
                  <a:lnTo>
                    <a:pt x="257" y="145"/>
                  </a:lnTo>
                  <a:lnTo>
                    <a:pt x="257" y="144"/>
                  </a:lnTo>
                  <a:lnTo>
                    <a:pt x="258" y="144"/>
                  </a:lnTo>
                  <a:lnTo>
                    <a:pt x="259" y="143"/>
                  </a:lnTo>
                  <a:lnTo>
                    <a:pt x="259" y="142"/>
                  </a:lnTo>
                  <a:lnTo>
                    <a:pt x="260" y="142"/>
                  </a:lnTo>
                  <a:lnTo>
                    <a:pt x="260" y="141"/>
                  </a:lnTo>
                  <a:lnTo>
                    <a:pt x="261" y="141"/>
                  </a:lnTo>
                  <a:lnTo>
                    <a:pt x="262" y="141"/>
                  </a:lnTo>
                  <a:lnTo>
                    <a:pt x="263" y="140"/>
                  </a:lnTo>
                  <a:lnTo>
                    <a:pt x="264" y="140"/>
                  </a:lnTo>
                  <a:lnTo>
                    <a:pt x="265" y="140"/>
                  </a:lnTo>
                  <a:lnTo>
                    <a:pt x="266" y="140"/>
                  </a:lnTo>
                  <a:lnTo>
                    <a:pt x="267" y="140"/>
                  </a:lnTo>
                  <a:lnTo>
                    <a:pt x="268" y="140"/>
                  </a:lnTo>
                  <a:lnTo>
                    <a:pt x="269" y="140"/>
                  </a:lnTo>
                  <a:lnTo>
                    <a:pt x="270" y="140"/>
                  </a:lnTo>
                  <a:lnTo>
                    <a:pt x="271" y="140"/>
                  </a:lnTo>
                  <a:lnTo>
                    <a:pt x="272" y="140"/>
                  </a:lnTo>
                  <a:lnTo>
                    <a:pt x="272" y="139"/>
                  </a:lnTo>
                  <a:lnTo>
                    <a:pt x="273" y="139"/>
                  </a:lnTo>
                  <a:lnTo>
                    <a:pt x="273" y="138"/>
                  </a:lnTo>
                  <a:lnTo>
                    <a:pt x="273" y="137"/>
                  </a:lnTo>
                  <a:lnTo>
                    <a:pt x="272" y="137"/>
                  </a:lnTo>
                  <a:lnTo>
                    <a:pt x="272" y="136"/>
                  </a:lnTo>
                  <a:lnTo>
                    <a:pt x="272" y="135"/>
                  </a:lnTo>
                  <a:lnTo>
                    <a:pt x="271" y="134"/>
                  </a:lnTo>
                  <a:lnTo>
                    <a:pt x="270" y="133"/>
                  </a:lnTo>
                  <a:lnTo>
                    <a:pt x="269" y="132"/>
                  </a:lnTo>
                  <a:lnTo>
                    <a:pt x="268" y="130"/>
                  </a:lnTo>
                  <a:lnTo>
                    <a:pt x="268" y="129"/>
                  </a:lnTo>
                  <a:lnTo>
                    <a:pt x="267" y="128"/>
                  </a:lnTo>
                  <a:lnTo>
                    <a:pt x="267" y="127"/>
                  </a:lnTo>
                  <a:lnTo>
                    <a:pt x="266" y="127"/>
                  </a:lnTo>
                  <a:lnTo>
                    <a:pt x="266" y="126"/>
                  </a:lnTo>
                  <a:lnTo>
                    <a:pt x="266" y="125"/>
                  </a:lnTo>
                  <a:lnTo>
                    <a:pt x="265" y="124"/>
                  </a:lnTo>
                  <a:lnTo>
                    <a:pt x="265" y="123"/>
                  </a:lnTo>
                  <a:lnTo>
                    <a:pt x="265" y="122"/>
                  </a:lnTo>
                  <a:lnTo>
                    <a:pt x="265" y="121"/>
                  </a:lnTo>
                  <a:lnTo>
                    <a:pt x="265" y="120"/>
                  </a:lnTo>
                  <a:lnTo>
                    <a:pt x="265" y="119"/>
                  </a:lnTo>
                  <a:lnTo>
                    <a:pt x="265" y="118"/>
                  </a:lnTo>
                  <a:lnTo>
                    <a:pt x="265" y="117"/>
                  </a:lnTo>
                  <a:lnTo>
                    <a:pt x="265" y="116"/>
                  </a:lnTo>
                  <a:lnTo>
                    <a:pt x="265" y="115"/>
                  </a:lnTo>
                  <a:lnTo>
                    <a:pt x="265" y="114"/>
                  </a:lnTo>
                  <a:lnTo>
                    <a:pt x="266" y="112"/>
                  </a:lnTo>
                  <a:lnTo>
                    <a:pt x="266" y="111"/>
                  </a:lnTo>
                  <a:lnTo>
                    <a:pt x="266" y="110"/>
                  </a:lnTo>
                  <a:lnTo>
                    <a:pt x="266" y="109"/>
                  </a:lnTo>
                  <a:lnTo>
                    <a:pt x="266" y="108"/>
                  </a:lnTo>
                  <a:lnTo>
                    <a:pt x="266" y="107"/>
                  </a:lnTo>
                  <a:lnTo>
                    <a:pt x="266" y="106"/>
                  </a:lnTo>
                  <a:lnTo>
                    <a:pt x="265" y="106"/>
                  </a:lnTo>
                  <a:lnTo>
                    <a:pt x="265" y="105"/>
                  </a:lnTo>
                  <a:lnTo>
                    <a:pt x="264" y="104"/>
                  </a:lnTo>
                  <a:lnTo>
                    <a:pt x="263" y="104"/>
                  </a:lnTo>
                  <a:lnTo>
                    <a:pt x="263" y="103"/>
                  </a:lnTo>
                  <a:lnTo>
                    <a:pt x="262" y="103"/>
                  </a:lnTo>
                  <a:lnTo>
                    <a:pt x="261" y="103"/>
                  </a:lnTo>
                  <a:lnTo>
                    <a:pt x="260" y="103"/>
                  </a:lnTo>
                  <a:lnTo>
                    <a:pt x="259" y="103"/>
                  </a:lnTo>
                  <a:lnTo>
                    <a:pt x="258" y="103"/>
                  </a:lnTo>
                  <a:lnTo>
                    <a:pt x="257" y="103"/>
                  </a:lnTo>
                  <a:lnTo>
                    <a:pt x="256" y="103"/>
                  </a:lnTo>
                  <a:lnTo>
                    <a:pt x="255" y="104"/>
                  </a:lnTo>
                  <a:lnTo>
                    <a:pt x="254" y="105"/>
                  </a:lnTo>
                  <a:lnTo>
                    <a:pt x="253" y="106"/>
                  </a:lnTo>
                  <a:lnTo>
                    <a:pt x="253" y="107"/>
                  </a:lnTo>
                  <a:lnTo>
                    <a:pt x="252" y="107"/>
                  </a:lnTo>
                  <a:lnTo>
                    <a:pt x="252" y="108"/>
                  </a:lnTo>
                  <a:lnTo>
                    <a:pt x="252" y="109"/>
                  </a:lnTo>
                  <a:lnTo>
                    <a:pt x="252" y="110"/>
                  </a:lnTo>
                  <a:lnTo>
                    <a:pt x="251" y="111"/>
                  </a:lnTo>
                  <a:lnTo>
                    <a:pt x="251" y="112"/>
                  </a:lnTo>
                  <a:lnTo>
                    <a:pt x="250" y="113"/>
                  </a:lnTo>
                  <a:lnTo>
                    <a:pt x="249" y="114"/>
                  </a:lnTo>
                  <a:lnTo>
                    <a:pt x="248" y="115"/>
                  </a:lnTo>
                  <a:lnTo>
                    <a:pt x="247" y="116"/>
                  </a:lnTo>
                  <a:lnTo>
                    <a:pt x="246" y="116"/>
                  </a:lnTo>
                  <a:lnTo>
                    <a:pt x="245" y="117"/>
                  </a:lnTo>
                  <a:lnTo>
                    <a:pt x="244" y="117"/>
                  </a:lnTo>
                  <a:lnTo>
                    <a:pt x="243" y="118"/>
                  </a:lnTo>
                  <a:lnTo>
                    <a:pt x="242" y="118"/>
                  </a:lnTo>
                  <a:lnTo>
                    <a:pt x="241" y="118"/>
                  </a:lnTo>
                  <a:lnTo>
                    <a:pt x="240" y="119"/>
                  </a:lnTo>
                  <a:lnTo>
                    <a:pt x="239" y="119"/>
                  </a:lnTo>
                  <a:lnTo>
                    <a:pt x="238" y="120"/>
                  </a:lnTo>
                  <a:lnTo>
                    <a:pt x="237" y="120"/>
                  </a:lnTo>
                  <a:lnTo>
                    <a:pt x="236" y="121"/>
                  </a:lnTo>
                  <a:lnTo>
                    <a:pt x="235" y="121"/>
                  </a:lnTo>
                  <a:lnTo>
                    <a:pt x="234" y="122"/>
                  </a:lnTo>
                  <a:lnTo>
                    <a:pt x="233" y="123"/>
                  </a:lnTo>
                  <a:lnTo>
                    <a:pt x="232" y="123"/>
                  </a:lnTo>
                  <a:lnTo>
                    <a:pt x="232" y="124"/>
                  </a:lnTo>
                  <a:lnTo>
                    <a:pt x="231" y="124"/>
                  </a:lnTo>
                  <a:lnTo>
                    <a:pt x="230" y="124"/>
                  </a:lnTo>
                  <a:lnTo>
                    <a:pt x="229" y="123"/>
                  </a:lnTo>
                  <a:lnTo>
                    <a:pt x="229" y="122"/>
                  </a:lnTo>
                  <a:lnTo>
                    <a:pt x="229" y="121"/>
                  </a:lnTo>
                  <a:lnTo>
                    <a:pt x="229" y="120"/>
                  </a:lnTo>
                  <a:lnTo>
                    <a:pt x="229" y="119"/>
                  </a:lnTo>
                  <a:lnTo>
                    <a:pt x="230" y="119"/>
                  </a:lnTo>
                  <a:lnTo>
                    <a:pt x="230" y="118"/>
                  </a:lnTo>
                  <a:lnTo>
                    <a:pt x="230" y="117"/>
                  </a:lnTo>
                  <a:lnTo>
                    <a:pt x="231" y="117"/>
                  </a:lnTo>
                  <a:lnTo>
                    <a:pt x="231" y="116"/>
                  </a:lnTo>
                  <a:lnTo>
                    <a:pt x="232" y="116"/>
                  </a:lnTo>
                  <a:lnTo>
                    <a:pt x="232" y="115"/>
                  </a:lnTo>
                  <a:lnTo>
                    <a:pt x="233" y="115"/>
                  </a:lnTo>
                  <a:lnTo>
                    <a:pt x="234" y="115"/>
                  </a:lnTo>
                  <a:lnTo>
                    <a:pt x="235" y="114"/>
                  </a:lnTo>
                  <a:lnTo>
                    <a:pt x="236" y="114"/>
                  </a:lnTo>
                  <a:lnTo>
                    <a:pt x="238" y="113"/>
                  </a:lnTo>
                  <a:lnTo>
                    <a:pt x="240" y="113"/>
                  </a:lnTo>
                  <a:lnTo>
                    <a:pt x="241" y="113"/>
                  </a:lnTo>
                  <a:lnTo>
                    <a:pt x="242" y="112"/>
                  </a:lnTo>
                  <a:lnTo>
                    <a:pt x="243" y="112"/>
                  </a:lnTo>
                  <a:lnTo>
                    <a:pt x="244" y="112"/>
                  </a:lnTo>
                  <a:lnTo>
                    <a:pt x="245" y="111"/>
                  </a:lnTo>
                  <a:lnTo>
                    <a:pt x="246" y="110"/>
                  </a:lnTo>
                  <a:lnTo>
                    <a:pt x="247" y="110"/>
                  </a:lnTo>
                  <a:lnTo>
                    <a:pt x="247" y="109"/>
                  </a:lnTo>
                  <a:lnTo>
                    <a:pt x="248" y="109"/>
                  </a:lnTo>
                  <a:lnTo>
                    <a:pt x="249" y="108"/>
                  </a:lnTo>
                  <a:lnTo>
                    <a:pt x="249" y="107"/>
                  </a:lnTo>
                  <a:lnTo>
                    <a:pt x="250" y="107"/>
                  </a:lnTo>
                  <a:lnTo>
                    <a:pt x="250" y="106"/>
                  </a:lnTo>
                  <a:lnTo>
                    <a:pt x="250" y="105"/>
                  </a:lnTo>
                  <a:lnTo>
                    <a:pt x="251" y="105"/>
                  </a:lnTo>
                  <a:lnTo>
                    <a:pt x="251" y="104"/>
                  </a:lnTo>
                  <a:lnTo>
                    <a:pt x="252" y="102"/>
                  </a:lnTo>
                  <a:lnTo>
                    <a:pt x="252" y="101"/>
                  </a:lnTo>
                  <a:lnTo>
                    <a:pt x="253" y="99"/>
                  </a:lnTo>
                  <a:lnTo>
                    <a:pt x="254" y="98"/>
                  </a:lnTo>
                  <a:lnTo>
                    <a:pt x="254" y="97"/>
                  </a:lnTo>
                  <a:lnTo>
                    <a:pt x="254" y="96"/>
                  </a:lnTo>
                  <a:lnTo>
                    <a:pt x="255" y="95"/>
                  </a:lnTo>
                  <a:lnTo>
                    <a:pt x="256" y="94"/>
                  </a:lnTo>
                  <a:lnTo>
                    <a:pt x="256" y="93"/>
                  </a:lnTo>
                  <a:lnTo>
                    <a:pt x="257" y="93"/>
                  </a:lnTo>
                  <a:lnTo>
                    <a:pt x="258" y="92"/>
                  </a:lnTo>
                  <a:lnTo>
                    <a:pt x="259" y="91"/>
                  </a:lnTo>
                  <a:lnTo>
                    <a:pt x="260" y="91"/>
                  </a:lnTo>
                  <a:lnTo>
                    <a:pt x="261" y="90"/>
                  </a:lnTo>
                  <a:lnTo>
                    <a:pt x="263" y="89"/>
                  </a:lnTo>
                  <a:lnTo>
                    <a:pt x="264" y="88"/>
                  </a:lnTo>
                  <a:lnTo>
                    <a:pt x="265" y="88"/>
                  </a:lnTo>
                  <a:lnTo>
                    <a:pt x="266" y="88"/>
                  </a:lnTo>
                  <a:lnTo>
                    <a:pt x="267" y="87"/>
                  </a:lnTo>
                  <a:lnTo>
                    <a:pt x="268" y="86"/>
                  </a:lnTo>
                  <a:lnTo>
                    <a:pt x="269" y="86"/>
                  </a:lnTo>
                  <a:lnTo>
                    <a:pt x="269" y="85"/>
                  </a:lnTo>
                  <a:lnTo>
                    <a:pt x="270" y="84"/>
                  </a:lnTo>
                  <a:lnTo>
                    <a:pt x="271" y="83"/>
                  </a:lnTo>
                  <a:lnTo>
                    <a:pt x="271" y="82"/>
                  </a:lnTo>
                  <a:lnTo>
                    <a:pt x="272" y="81"/>
                  </a:lnTo>
                  <a:lnTo>
                    <a:pt x="271" y="81"/>
                  </a:lnTo>
                  <a:lnTo>
                    <a:pt x="271" y="80"/>
                  </a:lnTo>
                  <a:lnTo>
                    <a:pt x="270" y="80"/>
                  </a:lnTo>
                  <a:lnTo>
                    <a:pt x="269" y="80"/>
                  </a:lnTo>
                  <a:lnTo>
                    <a:pt x="268" y="80"/>
                  </a:lnTo>
                  <a:lnTo>
                    <a:pt x="267" y="81"/>
                  </a:lnTo>
                  <a:lnTo>
                    <a:pt x="266" y="81"/>
                  </a:lnTo>
                  <a:lnTo>
                    <a:pt x="265" y="81"/>
                  </a:lnTo>
                  <a:lnTo>
                    <a:pt x="263" y="82"/>
                  </a:lnTo>
                  <a:lnTo>
                    <a:pt x="262" y="82"/>
                  </a:lnTo>
                  <a:lnTo>
                    <a:pt x="260" y="82"/>
                  </a:lnTo>
                  <a:lnTo>
                    <a:pt x="258" y="82"/>
                  </a:lnTo>
                  <a:lnTo>
                    <a:pt x="257" y="82"/>
                  </a:lnTo>
                  <a:lnTo>
                    <a:pt x="257" y="83"/>
                  </a:lnTo>
                  <a:lnTo>
                    <a:pt x="256" y="82"/>
                  </a:lnTo>
                  <a:lnTo>
                    <a:pt x="255" y="82"/>
                  </a:lnTo>
                  <a:lnTo>
                    <a:pt x="254" y="82"/>
                  </a:lnTo>
                  <a:lnTo>
                    <a:pt x="253" y="82"/>
                  </a:lnTo>
                  <a:lnTo>
                    <a:pt x="252" y="82"/>
                  </a:lnTo>
                  <a:lnTo>
                    <a:pt x="251" y="82"/>
                  </a:lnTo>
                  <a:lnTo>
                    <a:pt x="250" y="81"/>
                  </a:lnTo>
                  <a:lnTo>
                    <a:pt x="249" y="81"/>
                  </a:lnTo>
                  <a:lnTo>
                    <a:pt x="247" y="80"/>
                  </a:lnTo>
                  <a:lnTo>
                    <a:pt x="246" y="80"/>
                  </a:lnTo>
                  <a:lnTo>
                    <a:pt x="244" y="79"/>
                  </a:lnTo>
                  <a:lnTo>
                    <a:pt x="243" y="79"/>
                  </a:lnTo>
                  <a:lnTo>
                    <a:pt x="241" y="78"/>
                  </a:lnTo>
                  <a:lnTo>
                    <a:pt x="240" y="78"/>
                  </a:lnTo>
                  <a:lnTo>
                    <a:pt x="238" y="77"/>
                  </a:lnTo>
                  <a:lnTo>
                    <a:pt x="237" y="77"/>
                  </a:lnTo>
                  <a:lnTo>
                    <a:pt x="235" y="76"/>
                  </a:lnTo>
                  <a:lnTo>
                    <a:pt x="233" y="75"/>
                  </a:lnTo>
                  <a:lnTo>
                    <a:pt x="232" y="75"/>
                  </a:lnTo>
                  <a:lnTo>
                    <a:pt x="229" y="73"/>
                  </a:lnTo>
                  <a:lnTo>
                    <a:pt x="226" y="71"/>
                  </a:lnTo>
                  <a:lnTo>
                    <a:pt x="223" y="70"/>
                  </a:lnTo>
                  <a:lnTo>
                    <a:pt x="222" y="69"/>
                  </a:lnTo>
                  <a:lnTo>
                    <a:pt x="220" y="68"/>
                  </a:lnTo>
                  <a:lnTo>
                    <a:pt x="219" y="68"/>
                  </a:lnTo>
                  <a:lnTo>
                    <a:pt x="217" y="67"/>
                  </a:lnTo>
                  <a:lnTo>
                    <a:pt x="216" y="67"/>
                  </a:lnTo>
                  <a:lnTo>
                    <a:pt x="215" y="66"/>
                  </a:lnTo>
                  <a:lnTo>
                    <a:pt x="211" y="65"/>
                  </a:lnTo>
                  <a:lnTo>
                    <a:pt x="210" y="64"/>
                  </a:lnTo>
                  <a:lnTo>
                    <a:pt x="208" y="64"/>
                  </a:lnTo>
                  <a:lnTo>
                    <a:pt x="206" y="63"/>
                  </a:lnTo>
                  <a:lnTo>
                    <a:pt x="205" y="62"/>
                  </a:lnTo>
                  <a:lnTo>
                    <a:pt x="204" y="62"/>
                  </a:lnTo>
                  <a:lnTo>
                    <a:pt x="203" y="62"/>
                  </a:lnTo>
                  <a:lnTo>
                    <a:pt x="203" y="61"/>
                  </a:lnTo>
                  <a:lnTo>
                    <a:pt x="202" y="61"/>
                  </a:lnTo>
                  <a:lnTo>
                    <a:pt x="201" y="61"/>
                  </a:lnTo>
                  <a:lnTo>
                    <a:pt x="201" y="60"/>
                  </a:lnTo>
                  <a:lnTo>
                    <a:pt x="200" y="59"/>
                  </a:lnTo>
                  <a:lnTo>
                    <a:pt x="199" y="59"/>
                  </a:lnTo>
                  <a:lnTo>
                    <a:pt x="198" y="58"/>
                  </a:lnTo>
                  <a:lnTo>
                    <a:pt x="198" y="57"/>
                  </a:lnTo>
                  <a:lnTo>
                    <a:pt x="197" y="56"/>
                  </a:lnTo>
                  <a:lnTo>
                    <a:pt x="196" y="56"/>
                  </a:lnTo>
                  <a:lnTo>
                    <a:pt x="196" y="55"/>
                  </a:lnTo>
                  <a:lnTo>
                    <a:pt x="196" y="54"/>
                  </a:lnTo>
                  <a:lnTo>
                    <a:pt x="195" y="54"/>
                  </a:lnTo>
                  <a:lnTo>
                    <a:pt x="195" y="53"/>
                  </a:lnTo>
                  <a:lnTo>
                    <a:pt x="194" y="52"/>
                  </a:lnTo>
                  <a:lnTo>
                    <a:pt x="194" y="51"/>
                  </a:lnTo>
                  <a:lnTo>
                    <a:pt x="194" y="50"/>
                  </a:lnTo>
                  <a:lnTo>
                    <a:pt x="194" y="49"/>
                  </a:lnTo>
                  <a:lnTo>
                    <a:pt x="194" y="48"/>
                  </a:lnTo>
                  <a:lnTo>
                    <a:pt x="194" y="47"/>
                  </a:lnTo>
                  <a:lnTo>
                    <a:pt x="194" y="46"/>
                  </a:lnTo>
                  <a:lnTo>
                    <a:pt x="194" y="45"/>
                  </a:lnTo>
                  <a:lnTo>
                    <a:pt x="195" y="44"/>
                  </a:lnTo>
                  <a:lnTo>
                    <a:pt x="195" y="43"/>
                  </a:lnTo>
                  <a:lnTo>
                    <a:pt x="196" y="43"/>
                  </a:lnTo>
                  <a:lnTo>
                    <a:pt x="196" y="42"/>
                  </a:lnTo>
                  <a:lnTo>
                    <a:pt x="196" y="41"/>
                  </a:lnTo>
                  <a:lnTo>
                    <a:pt x="197" y="41"/>
                  </a:lnTo>
                  <a:lnTo>
                    <a:pt x="198" y="40"/>
                  </a:lnTo>
                  <a:lnTo>
                    <a:pt x="199" y="39"/>
                  </a:lnTo>
                  <a:lnTo>
                    <a:pt x="200" y="38"/>
                  </a:lnTo>
                  <a:lnTo>
                    <a:pt x="201" y="37"/>
                  </a:lnTo>
                  <a:lnTo>
                    <a:pt x="203" y="36"/>
                  </a:lnTo>
                  <a:lnTo>
                    <a:pt x="204" y="34"/>
                  </a:lnTo>
                  <a:lnTo>
                    <a:pt x="205" y="33"/>
                  </a:lnTo>
                  <a:lnTo>
                    <a:pt x="206" y="33"/>
                  </a:lnTo>
                  <a:lnTo>
                    <a:pt x="206" y="32"/>
                  </a:lnTo>
                  <a:lnTo>
                    <a:pt x="207" y="32"/>
                  </a:lnTo>
                  <a:lnTo>
                    <a:pt x="208" y="32"/>
                  </a:lnTo>
                  <a:lnTo>
                    <a:pt x="209" y="31"/>
                  </a:lnTo>
                  <a:lnTo>
                    <a:pt x="210" y="30"/>
                  </a:lnTo>
                  <a:lnTo>
                    <a:pt x="211" y="30"/>
                  </a:lnTo>
                  <a:lnTo>
                    <a:pt x="212" y="30"/>
                  </a:lnTo>
                  <a:lnTo>
                    <a:pt x="213" y="30"/>
                  </a:lnTo>
                  <a:lnTo>
                    <a:pt x="214" y="29"/>
                  </a:lnTo>
                  <a:lnTo>
                    <a:pt x="215" y="29"/>
                  </a:lnTo>
                  <a:lnTo>
                    <a:pt x="216" y="29"/>
                  </a:lnTo>
                  <a:lnTo>
                    <a:pt x="217" y="29"/>
                  </a:lnTo>
                  <a:lnTo>
                    <a:pt x="218" y="28"/>
                  </a:lnTo>
                  <a:close/>
                </a:path>
              </a:pathLst>
            </a:custGeom>
            <a:grpFill/>
            <a:ln w="28575">
              <a:noFill/>
              <a:prstDash val="sysDot"/>
              <a:round/>
              <a:headEnd/>
              <a:tailEnd/>
            </a:ln>
          </p:spPr>
          <p:txBody>
            <a:bodyPr/>
            <a:lstStyle/>
            <a:p>
              <a:endParaRPr lang="zh-CN" altLang="en-US" kern="0" dirty="0">
                <a:solidFill>
                  <a:prstClr val="black"/>
                </a:solidFill>
                <a:ea typeface="微软雅黑" pitchFamily="34" charset="-122"/>
              </a:endParaRPr>
            </a:p>
          </p:txBody>
        </p:sp>
      </p:grpSp>
      <p:grpSp>
        <p:nvGrpSpPr>
          <p:cNvPr id="43" name="组合 42"/>
          <p:cNvGrpSpPr/>
          <p:nvPr/>
        </p:nvGrpSpPr>
        <p:grpSpPr>
          <a:xfrm>
            <a:off x="6734019" y="746023"/>
            <a:ext cx="1855036" cy="1799715"/>
            <a:chOff x="8978692" y="987528"/>
            <a:chExt cx="2473381" cy="2399620"/>
          </a:xfrm>
        </p:grpSpPr>
        <p:grpSp>
          <p:nvGrpSpPr>
            <p:cNvPr id="44" name="组合 43"/>
            <p:cNvGrpSpPr/>
            <p:nvPr/>
          </p:nvGrpSpPr>
          <p:grpSpPr>
            <a:xfrm rot="4695475">
              <a:off x="9362823" y="991370"/>
              <a:ext cx="1369772" cy="1362087"/>
              <a:chOff x="543245" y="2625020"/>
              <a:chExt cx="1755781" cy="1745931"/>
            </a:xfrm>
          </p:grpSpPr>
          <p:sp>
            <p:nvSpPr>
              <p:cNvPr id="47" name="同心圆 46"/>
              <p:cNvSpPr/>
              <p:nvPr/>
            </p:nvSpPr>
            <p:spPr>
              <a:xfrm>
                <a:off x="553096" y="2625021"/>
                <a:ext cx="1745930" cy="1745930"/>
              </a:xfrm>
              <a:prstGeom prst="donut">
                <a:avLst>
                  <a:gd name="adj" fmla="val 10008"/>
                </a:avLst>
              </a:prstGeom>
              <a:solidFill>
                <a:schemeClr val="bg1">
                  <a:lumMod val="65000"/>
                </a:schemeClr>
              </a:solidFill>
              <a:ln w="25400" cap="flat" cmpd="sng" algn="ctr">
                <a:noFill/>
                <a:prstDash val="solid"/>
              </a:ln>
              <a:effectLst/>
            </p:spPr>
            <p:txBody>
              <a:bodyPr rtlCol="0" anchor="ctr"/>
              <a:lstStyle/>
              <a:p>
                <a:pPr algn="ctr">
                  <a:defRPr/>
                </a:pPr>
                <a:endParaRPr lang="zh-CN" altLang="en-US" kern="0" dirty="0">
                  <a:solidFill>
                    <a:prstClr val="black"/>
                  </a:solidFill>
                  <a:ea typeface="微软雅黑" pitchFamily="34" charset="-122"/>
                </a:endParaRPr>
              </a:p>
            </p:txBody>
          </p:sp>
          <p:sp>
            <p:nvSpPr>
              <p:cNvPr id="48" name="空心弧 47"/>
              <p:cNvSpPr/>
              <p:nvPr/>
            </p:nvSpPr>
            <p:spPr>
              <a:xfrm rot="10485789">
                <a:off x="543245" y="2625020"/>
                <a:ext cx="1745930" cy="1745930"/>
              </a:xfrm>
              <a:prstGeom prst="blockArc">
                <a:avLst>
                  <a:gd name="adj1" fmla="val 2871872"/>
                  <a:gd name="adj2" fmla="val 8282207"/>
                  <a:gd name="adj3" fmla="val 10834"/>
                </a:avLst>
              </a:prstGeom>
              <a:solidFill>
                <a:srgbClr val="054487"/>
              </a:solidFill>
              <a:ln w="25400" cap="flat" cmpd="sng" algn="ctr">
                <a:noFill/>
                <a:prstDash val="solid"/>
              </a:ln>
              <a:effectLst/>
            </p:spPr>
            <p:txBody>
              <a:bodyPr rtlCol="0" anchor="ctr"/>
              <a:lstStyle/>
              <a:p>
                <a:pPr algn="ctr">
                  <a:defRPr/>
                </a:pPr>
                <a:endParaRPr lang="zh-CN" altLang="en-US" kern="0" dirty="0">
                  <a:solidFill>
                    <a:prstClr val="black"/>
                  </a:solidFill>
                  <a:ea typeface="微软雅黑" pitchFamily="34" charset="-122"/>
                </a:endParaRPr>
              </a:p>
            </p:txBody>
          </p:sp>
        </p:grpSp>
        <p:sp>
          <p:nvSpPr>
            <p:cNvPr id="45" name="文本框 321"/>
            <p:cNvSpPr txBox="1"/>
            <p:nvPr/>
          </p:nvSpPr>
          <p:spPr>
            <a:xfrm>
              <a:off x="9541775" y="1399271"/>
              <a:ext cx="1043307" cy="533480"/>
            </a:xfrm>
            <a:prstGeom prst="rect">
              <a:avLst/>
            </a:prstGeom>
            <a:noFill/>
          </p:spPr>
          <p:txBody>
            <a:bodyPr wrap="square" rtlCol="0">
              <a:spAutoFit/>
            </a:bodyPr>
            <a:lstStyle/>
            <a:p>
              <a:pPr>
                <a:defRPr/>
              </a:pPr>
              <a:r>
                <a:rPr lang="en-US" altLang="zh-CN" sz="2000" kern="0" dirty="0">
                  <a:solidFill>
                    <a:prstClr val="black"/>
                  </a:solidFill>
                  <a:latin typeface="微软雅黑" panose="020B0503020204020204" pitchFamily="34" charset="-122"/>
                  <a:ea typeface="微软雅黑" panose="020B0503020204020204" pitchFamily="34" charset="-122"/>
                </a:rPr>
                <a:t>15%</a:t>
              </a:r>
              <a:endParaRPr lang="zh-CN" altLang="en-US" sz="2000" kern="0" dirty="0">
                <a:solidFill>
                  <a:prstClr val="black"/>
                </a:solidFill>
                <a:latin typeface="微软雅黑" panose="020B0503020204020204" pitchFamily="34" charset="-122"/>
                <a:ea typeface="微软雅黑" panose="020B0503020204020204" pitchFamily="34" charset="-122"/>
              </a:endParaRPr>
            </a:p>
          </p:txBody>
        </p:sp>
        <p:sp>
          <p:nvSpPr>
            <p:cNvPr id="46" name="文本框 322"/>
            <p:cNvSpPr txBox="1"/>
            <p:nvPr/>
          </p:nvSpPr>
          <p:spPr>
            <a:xfrm>
              <a:off x="8978692" y="2374905"/>
              <a:ext cx="2473381" cy="1012243"/>
            </a:xfrm>
            <a:prstGeom prst="rect">
              <a:avLst/>
            </a:prstGeom>
            <a:noFill/>
          </p:spPr>
          <p:txBody>
            <a:bodyPr wrap="square" rtlCol="0">
              <a:spAutoFit/>
            </a:bodyPr>
            <a:lstStyle/>
            <a:p>
              <a:pPr algn="ctr">
                <a:lnSpc>
                  <a:spcPts val="2625"/>
                </a:lnSpc>
                <a:defRPr/>
              </a:pPr>
              <a:r>
                <a:rPr lang="zh-CN" altLang="en-US" kern="0" dirty="0">
                  <a:solidFill>
                    <a:prstClr val="black"/>
                  </a:solidFill>
                  <a:latin typeface="方正正大黑简体" pitchFamily="2" charset="-122"/>
                  <a:ea typeface="方正正大黑简体" pitchFamily="2" charset="-122"/>
                </a:rPr>
                <a:t>点击输入小标题</a:t>
              </a:r>
              <a:endParaRPr lang="en-US" altLang="zh-CN" kern="0" dirty="0">
                <a:solidFill>
                  <a:prstClr val="black"/>
                </a:solidFill>
                <a:latin typeface="方正正大黑简体" pitchFamily="2" charset="-122"/>
                <a:ea typeface="方正正大黑简体" pitchFamily="2" charset="-122"/>
              </a:endParaRPr>
            </a:p>
            <a:p>
              <a:pPr algn="ctr">
                <a:lnSpc>
                  <a:spcPts val="2625"/>
                </a:lnSpc>
                <a:defRPr/>
              </a:pPr>
              <a:r>
                <a:rPr lang="zh-CN" altLang="en-US" sz="1500" kern="0" dirty="0">
                  <a:solidFill>
                    <a:prstClr val="black"/>
                  </a:solidFill>
                  <a:latin typeface="微软雅黑" panose="020B0503020204020204" pitchFamily="34" charset="-122"/>
                  <a:ea typeface="微软雅黑" panose="020B0503020204020204" pitchFamily="34" charset="-122"/>
                </a:rPr>
                <a:t>点击此处添加文本</a:t>
              </a:r>
              <a:endParaRPr lang="en-US" altLang="zh-CN" sz="1500" kern="0" dirty="0">
                <a:solidFill>
                  <a:prstClr val="black"/>
                </a:solidFill>
                <a:latin typeface="微软雅黑" panose="020B0503020204020204" pitchFamily="34" charset="-122"/>
                <a:ea typeface="微软雅黑" panose="020B0503020204020204" pitchFamily="34" charset="-122"/>
              </a:endParaRPr>
            </a:p>
          </p:txBody>
        </p:sp>
      </p:grpSp>
      <p:grpSp>
        <p:nvGrpSpPr>
          <p:cNvPr id="49" name="组合 48"/>
          <p:cNvGrpSpPr/>
          <p:nvPr/>
        </p:nvGrpSpPr>
        <p:grpSpPr>
          <a:xfrm>
            <a:off x="6203850" y="2800975"/>
            <a:ext cx="1855036" cy="1799715"/>
            <a:chOff x="8271799" y="3938182"/>
            <a:chExt cx="2473381" cy="2399620"/>
          </a:xfrm>
        </p:grpSpPr>
        <p:grpSp>
          <p:nvGrpSpPr>
            <p:cNvPr id="50" name="组合 49"/>
            <p:cNvGrpSpPr/>
            <p:nvPr/>
          </p:nvGrpSpPr>
          <p:grpSpPr>
            <a:xfrm rot="4695475">
              <a:off x="8655930" y="3942024"/>
              <a:ext cx="1369772" cy="1362088"/>
              <a:chOff x="543245" y="2625019"/>
              <a:chExt cx="1755781" cy="1745932"/>
            </a:xfrm>
          </p:grpSpPr>
          <p:sp>
            <p:nvSpPr>
              <p:cNvPr id="53" name="同心圆 52"/>
              <p:cNvSpPr/>
              <p:nvPr/>
            </p:nvSpPr>
            <p:spPr>
              <a:xfrm>
                <a:off x="553096" y="2625021"/>
                <a:ext cx="1745930" cy="1745930"/>
              </a:xfrm>
              <a:prstGeom prst="donut">
                <a:avLst>
                  <a:gd name="adj" fmla="val 10008"/>
                </a:avLst>
              </a:prstGeom>
              <a:solidFill>
                <a:schemeClr val="bg1">
                  <a:lumMod val="65000"/>
                </a:schemeClr>
              </a:solidFill>
              <a:ln w="25400" cap="flat" cmpd="sng" algn="ctr">
                <a:noFill/>
                <a:prstDash val="solid"/>
              </a:ln>
              <a:effectLst/>
            </p:spPr>
            <p:txBody>
              <a:bodyPr rtlCol="0" anchor="ctr"/>
              <a:lstStyle/>
              <a:p>
                <a:pPr algn="ctr">
                  <a:defRPr/>
                </a:pPr>
                <a:endParaRPr lang="zh-CN" altLang="en-US" kern="0" dirty="0">
                  <a:solidFill>
                    <a:prstClr val="black"/>
                  </a:solidFill>
                  <a:ea typeface="微软雅黑" pitchFamily="34" charset="-122"/>
                </a:endParaRPr>
              </a:p>
            </p:txBody>
          </p:sp>
          <p:sp>
            <p:nvSpPr>
              <p:cNvPr id="54" name="空心弧 53"/>
              <p:cNvSpPr/>
              <p:nvPr/>
            </p:nvSpPr>
            <p:spPr>
              <a:xfrm rot="16904525">
                <a:off x="543244" y="2625020"/>
                <a:ext cx="1745931" cy="1745929"/>
              </a:xfrm>
              <a:prstGeom prst="blockArc">
                <a:avLst>
                  <a:gd name="adj1" fmla="val 19205824"/>
                  <a:gd name="adj2" fmla="val 8282207"/>
                  <a:gd name="adj3" fmla="val 10834"/>
                </a:avLst>
              </a:prstGeom>
              <a:solidFill>
                <a:srgbClr val="054487"/>
              </a:solidFill>
              <a:ln w="25400" cap="flat" cmpd="sng" algn="ctr">
                <a:noFill/>
                <a:prstDash val="solid"/>
              </a:ln>
              <a:effectLst/>
            </p:spPr>
            <p:txBody>
              <a:bodyPr rtlCol="0" anchor="ctr"/>
              <a:lstStyle/>
              <a:p>
                <a:pPr algn="ctr">
                  <a:defRPr/>
                </a:pPr>
                <a:endParaRPr lang="zh-CN" altLang="en-US" kern="0" dirty="0">
                  <a:solidFill>
                    <a:prstClr val="black"/>
                  </a:solidFill>
                  <a:ea typeface="微软雅黑" pitchFamily="34" charset="-122"/>
                </a:endParaRPr>
              </a:p>
            </p:txBody>
          </p:sp>
        </p:grpSp>
        <p:sp>
          <p:nvSpPr>
            <p:cNvPr id="51" name="文本框 335"/>
            <p:cNvSpPr txBox="1"/>
            <p:nvPr/>
          </p:nvSpPr>
          <p:spPr>
            <a:xfrm>
              <a:off x="8834882" y="4349925"/>
              <a:ext cx="1043307" cy="533480"/>
            </a:xfrm>
            <a:prstGeom prst="rect">
              <a:avLst/>
            </a:prstGeom>
            <a:noFill/>
          </p:spPr>
          <p:txBody>
            <a:bodyPr wrap="square" rtlCol="0">
              <a:spAutoFit/>
            </a:bodyPr>
            <a:lstStyle/>
            <a:p>
              <a:pPr>
                <a:defRPr/>
              </a:pPr>
              <a:r>
                <a:rPr lang="en-US" altLang="zh-CN" sz="2000" kern="0" dirty="0">
                  <a:solidFill>
                    <a:prstClr val="black"/>
                  </a:solidFill>
                  <a:latin typeface="微软雅黑" panose="020B0503020204020204" pitchFamily="34" charset="-122"/>
                  <a:ea typeface="微软雅黑" panose="020B0503020204020204" pitchFamily="34" charset="-122"/>
                </a:rPr>
                <a:t>50%</a:t>
              </a:r>
              <a:endParaRPr lang="zh-CN" altLang="en-US" sz="2000" kern="0" dirty="0">
                <a:solidFill>
                  <a:prstClr val="black"/>
                </a:solidFill>
                <a:latin typeface="微软雅黑" panose="020B0503020204020204" pitchFamily="34" charset="-122"/>
                <a:ea typeface="微软雅黑" panose="020B0503020204020204" pitchFamily="34" charset="-122"/>
              </a:endParaRPr>
            </a:p>
          </p:txBody>
        </p:sp>
        <p:sp>
          <p:nvSpPr>
            <p:cNvPr id="52" name="文本框 336"/>
            <p:cNvSpPr txBox="1"/>
            <p:nvPr/>
          </p:nvSpPr>
          <p:spPr>
            <a:xfrm>
              <a:off x="8271799" y="5325559"/>
              <a:ext cx="2473381" cy="1012243"/>
            </a:xfrm>
            <a:prstGeom prst="rect">
              <a:avLst/>
            </a:prstGeom>
            <a:noFill/>
          </p:spPr>
          <p:txBody>
            <a:bodyPr wrap="square" rtlCol="0">
              <a:spAutoFit/>
            </a:bodyPr>
            <a:lstStyle/>
            <a:p>
              <a:pPr algn="ctr">
                <a:lnSpc>
                  <a:spcPts val="2625"/>
                </a:lnSpc>
                <a:defRPr/>
              </a:pPr>
              <a:r>
                <a:rPr lang="zh-CN" altLang="en-US" kern="0" dirty="0">
                  <a:solidFill>
                    <a:prstClr val="black"/>
                  </a:solidFill>
                  <a:latin typeface="方正正大黑简体" pitchFamily="2" charset="-122"/>
                  <a:ea typeface="方正正大黑简体" pitchFamily="2" charset="-122"/>
                </a:rPr>
                <a:t>点击输入小标题</a:t>
              </a:r>
              <a:endParaRPr lang="en-US" altLang="zh-CN" kern="0" dirty="0">
                <a:solidFill>
                  <a:prstClr val="black"/>
                </a:solidFill>
                <a:latin typeface="方正正大黑简体" pitchFamily="2" charset="-122"/>
                <a:ea typeface="方正正大黑简体" pitchFamily="2" charset="-122"/>
              </a:endParaRPr>
            </a:p>
            <a:p>
              <a:pPr algn="ctr">
                <a:lnSpc>
                  <a:spcPts val="2625"/>
                </a:lnSpc>
                <a:defRPr/>
              </a:pPr>
              <a:r>
                <a:rPr lang="zh-CN" altLang="en-US" sz="1500" kern="0" dirty="0">
                  <a:solidFill>
                    <a:prstClr val="black"/>
                  </a:solidFill>
                  <a:latin typeface="微软雅黑" panose="020B0503020204020204" pitchFamily="34" charset="-122"/>
                  <a:ea typeface="微软雅黑" panose="020B0503020204020204" pitchFamily="34" charset="-122"/>
                </a:rPr>
                <a:t>点击此处添加文本</a:t>
              </a:r>
              <a:endParaRPr lang="en-US" altLang="zh-CN" sz="1500" kern="0" dirty="0">
                <a:solidFill>
                  <a:prstClr val="black"/>
                </a:solidFill>
                <a:latin typeface="微软雅黑" panose="020B0503020204020204" pitchFamily="34" charset="-122"/>
                <a:ea typeface="微软雅黑" panose="020B0503020204020204" pitchFamily="34" charset="-122"/>
              </a:endParaRPr>
            </a:p>
          </p:txBody>
        </p:sp>
      </p:grpSp>
      <p:grpSp>
        <p:nvGrpSpPr>
          <p:cNvPr id="55" name="组合 54"/>
          <p:cNvGrpSpPr/>
          <p:nvPr/>
        </p:nvGrpSpPr>
        <p:grpSpPr>
          <a:xfrm>
            <a:off x="614061" y="1277304"/>
            <a:ext cx="1855036" cy="1710729"/>
            <a:chOff x="818748" y="1906621"/>
            <a:chExt cx="2473381" cy="2280972"/>
          </a:xfrm>
        </p:grpSpPr>
        <p:sp>
          <p:nvSpPr>
            <p:cNvPr id="56" name="文本框 3288"/>
            <p:cNvSpPr txBox="1"/>
            <p:nvPr/>
          </p:nvSpPr>
          <p:spPr>
            <a:xfrm>
              <a:off x="1771583" y="2314521"/>
              <a:ext cx="1043307" cy="533480"/>
            </a:xfrm>
            <a:prstGeom prst="rect">
              <a:avLst/>
            </a:prstGeom>
            <a:noFill/>
          </p:spPr>
          <p:txBody>
            <a:bodyPr wrap="square" rtlCol="0">
              <a:spAutoFit/>
            </a:bodyPr>
            <a:lstStyle/>
            <a:p>
              <a:pPr>
                <a:defRPr/>
              </a:pPr>
              <a:r>
                <a:rPr lang="en-US" altLang="zh-CN" sz="2000" kern="0" dirty="0">
                  <a:solidFill>
                    <a:prstClr val="black"/>
                  </a:solidFill>
                  <a:latin typeface="微软雅黑" panose="020B0503020204020204" pitchFamily="34" charset="-122"/>
                  <a:ea typeface="微软雅黑" panose="020B0503020204020204" pitchFamily="34" charset="-122"/>
                </a:rPr>
                <a:t>5%</a:t>
              </a:r>
              <a:endParaRPr lang="zh-CN" altLang="en-US" sz="2000" kern="0" dirty="0">
                <a:solidFill>
                  <a:prstClr val="black"/>
                </a:solidFill>
                <a:latin typeface="微软雅黑" panose="020B0503020204020204" pitchFamily="34" charset="-122"/>
                <a:ea typeface="微软雅黑" panose="020B0503020204020204" pitchFamily="34" charset="-122"/>
              </a:endParaRPr>
            </a:p>
          </p:txBody>
        </p:sp>
        <p:sp>
          <p:nvSpPr>
            <p:cNvPr id="57" name="文本框 317"/>
            <p:cNvSpPr txBox="1"/>
            <p:nvPr/>
          </p:nvSpPr>
          <p:spPr>
            <a:xfrm>
              <a:off x="818748" y="3175350"/>
              <a:ext cx="2473381" cy="1012243"/>
            </a:xfrm>
            <a:prstGeom prst="rect">
              <a:avLst/>
            </a:prstGeom>
            <a:noFill/>
          </p:spPr>
          <p:txBody>
            <a:bodyPr wrap="square" rtlCol="0">
              <a:spAutoFit/>
            </a:bodyPr>
            <a:lstStyle/>
            <a:p>
              <a:pPr algn="ctr">
                <a:lnSpc>
                  <a:spcPts val="2625"/>
                </a:lnSpc>
                <a:defRPr/>
              </a:pPr>
              <a:r>
                <a:rPr lang="zh-CN" altLang="en-US" kern="0" dirty="0">
                  <a:solidFill>
                    <a:prstClr val="black"/>
                  </a:solidFill>
                  <a:latin typeface="方正正大黑简体" pitchFamily="2" charset="-122"/>
                  <a:ea typeface="方正正大黑简体" pitchFamily="2" charset="-122"/>
                </a:rPr>
                <a:t>点击输入小标题</a:t>
              </a:r>
              <a:endParaRPr lang="en-US" altLang="zh-CN" kern="0" dirty="0">
                <a:solidFill>
                  <a:prstClr val="black"/>
                </a:solidFill>
                <a:latin typeface="方正正大黑简体" pitchFamily="2" charset="-122"/>
                <a:ea typeface="方正正大黑简体" pitchFamily="2" charset="-122"/>
              </a:endParaRPr>
            </a:p>
            <a:p>
              <a:pPr algn="ctr">
                <a:lnSpc>
                  <a:spcPts val="2625"/>
                </a:lnSpc>
                <a:defRPr/>
              </a:pPr>
              <a:r>
                <a:rPr lang="zh-CN" altLang="en-US" sz="1500" kern="0" dirty="0">
                  <a:solidFill>
                    <a:prstClr val="black"/>
                  </a:solidFill>
                  <a:latin typeface="微软雅黑" panose="020B0503020204020204" pitchFamily="34" charset="-122"/>
                  <a:ea typeface="微软雅黑" panose="020B0503020204020204" pitchFamily="34" charset="-122"/>
                </a:rPr>
                <a:t>点击此处添加文本</a:t>
              </a:r>
              <a:endParaRPr lang="en-US" altLang="zh-CN" sz="1500" kern="0" dirty="0">
                <a:solidFill>
                  <a:prstClr val="black"/>
                </a:solidFill>
                <a:latin typeface="微软雅黑" panose="020B0503020204020204" pitchFamily="34" charset="-122"/>
                <a:ea typeface="微软雅黑" panose="020B0503020204020204" pitchFamily="34" charset="-122"/>
              </a:endParaRPr>
            </a:p>
          </p:txBody>
        </p:sp>
        <p:grpSp>
          <p:nvGrpSpPr>
            <p:cNvPr id="58" name="组合 57"/>
            <p:cNvGrpSpPr/>
            <p:nvPr/>
          </p:nvGrpSpPr>
          <p:grpSpPr>
            <a:xfrm>
              <a:off x="1423474" y="1906621"/>
              <a:ext cx="1369772" cy="1362086"/>
              <a:chOff x="543245" y="2625021"/>
              <a:chExt cx="1755781" cy="1745930"/>
            </a:xfrm>
          </p:grpSpPr>
          <p:sp>
            <p:nvSpPr>
              <p:cNvPr id="59" name="同心圆 58"/>
              <p:cNvSpPr/>
              <p:nvPr/>
            </p:nvSpPr>
            <p:spPr>
              <a:xfrm>
                <a:off x="553096" y="2625021"/>
                <a:ext cx="1745930" cy="1745930"/>
              </a:xfrm>
              <a:prstGeom prst="donut">
                <a:avLst>
                  <a:gd name="adj" fmla="val 10008"/>
                </a:avLst>
              </a:prstGeom>
              <a:solidFill>
                <a:schemeClr val="bg1">
                  <a:lumMod val="65000"/>
                </a:schemeClr>
              </a:solidFill>
              <a:ln w="25400" cap="flat" cmpd="sng" algn="ctr">
                <a:noFill/>
                <a:prstDash val="solid"/>
              </a:ln>
              <a:effectLst/>
            </p:spPr>
            <p:txBody>
              <a:bodyPr rtlCol="0" anchor="ctr"/>
              <a:lstStyle/>
              <a:p>
                <a:pPr algn="ctr">
                  <a:defRPr/>
                </a:pPr>
                <a:endParaRPr lang="zh-CN" altLang="en-US" kern="0" dirty="0">
                  <a:solidFill>
                    <a:prstClr val="black"/>
                  </a:solidFill>
                  <a:ea typeface="微软雅黑" pitchFamily="34" charset="-122"/>
                </a:endParaRPr>
              </a:p>
            </p:txBody>
          </p:sp>
          <p:sp>
            <p:nvSpPr>
              <p:cNvPr id="60" name="空心弧 59"/>
              <p:cNvSpPr/>
              <p:nvPr/>
            </p:nvSpPr>
            <p:spPr>
              <a:xfrm rot="10485789">
                <a:off x="543245" y="2625021"/>
                <a:ext cx="1745930" cy="1745930"/>
              </a:xfrm>
              <a:prstGeom prst="blockArc">
                <a:avLst>
                  <a:gd name="adj1" fmla="val 6128974"/>
                  <a:gd name="adj2" fmla="val 8282207"/>
                  <a:gd name="adj3" fmla="val 10834"/>
                </a:avLst>
              </a:prstGeom>
              <a:solidFill>
                <a:srgbClr val="054487">
                  <a:alpha val="80000"/>
                </a:srgbClr>
              </a:solidFill>
              <a:ln w="25400" cap="flat" cmpd="sng" algn="ctr">
                <a:noFill/>
                <a:prstDash val="solid"/>
              </a:ln>
              <a:effectLst/>
            </p:spPr>
            <p:txBody>
              <a:bodyPr rtlCol="0" anchor="ctr"/>
              <a:lstStyle/>
              <a:p>
                <a:pPr algn="ctr">
                  <a:defRPr/>
                </a:pPr>
                <a:endParaRPr lang="zh-CN" altLang="en-US" kern="0" dirty="0">
                  <a:solidFill>
                    <a:prstClr val="black"/>
                  </a:solidFill>
                  <a:ea typeface="微软雅黑" pitchFamily="34" charset="-122"/>
                </a:endParaRPr>
              </a:p>
            </p:txBody>
          </p:sp>
        </p:grpSp>
      </p:grpSp>
      <p:grpSp>
        <p:nvGrpSpPr>
          <p:cNvPr id="61" name="组合 60"/>
          <p:cNvGrpSpPr/>
          <p:nvPr/>
        </p:nvGrpSpPr>
        <p:grpSpPr>
          <a:xfrm>
            <a:off x="971838" y="3658727"/>
            <a:ext cx="2885718" cy="1021565"/>
            <a:chOff x="1295784" y="5081852"/>
            <a:chExt cx="3847624" cy="1362086"/>
          </a:xfrm>
        </p:grpSpPr>
        <p:sp>
          <p:nvSpPr>
            <p:cNvPr id="62" name="文本框 327"/>
            <p:cNvSpPr txBox="1"/>
            <p:nvPr/>
          </p:nvSpPr>
          <p:spPr>
            <a:xfrm>
              <a:off x="3952588" y="5489752"/>
              <a:ext cx="1043307" cy="533480"/>
            </a:xfrm>
            <a:prstGeom prst="rect">
              <a:avLst/>
            </a:prstGeom>
            <a:noFill/>
          </p:spPr>
          <p:txBody>
            <a:bodyPr wrap="square" rtlCol="0">
              <a:spAutoFit/>
            </a:bodyPr>
            <a:lstStyle/>
            <a:p>
              <a:pPr>
                <a:defRPr/>
              </a:pPr>
              <a:r>
                <a:rPr lang="en-US" altLang="zh-CN" sz="2000" kern="0" dirty="0">
                  <a:solidFill>
                    <a:prstClr val="black"/>
                  </a:solidFill>
                  <a:latin typeface="微软雅黑" panose="020B0503020204020204" pitchFamily="34" charset="-122"/>
                  <a:ea typeface="微软雅黑" panose="020B0503020204020204" pitchFamily="34" charset="-122"/>
                </a:rPr>
                <a:t>25%</a:t>
              </a:r>
              <a:endParaRPr lang="zh-CN" altLang="en-US" sz="2000" kern="0" dirty="0">
                <a:solidFill>
                  <a:prstClr val="black"/>
                </a:solidFill>
                <a:latin typeface="微软雅黑" panose="020B0503020204020204" pitchFamily="34" charset="-122"/>
                <a:ea typeface="微软雅黑" panose="020B0503020204020204" pitchFamily="34" charset="-122"/>
              </a:endParaRPr>
            </a:p>
          </p:txBody>
        </p:sp>
        <p:sp>
          <p:nvSpPr>
            <p:cNvPr id="63" name="文本框 328"/>
            <p:cNvSpPr txBox="1"/>
            <p:nvPr/>
          </p:nvSpPr>
          <p:spPr>
            <a:xfrm>
              <a:off x="1295784" y="5284939"/>
              <a:ext cx="2473381" cy="1012242"/>
            </a:xfrm>
            <a:prstGeom prst="rect">
              <a:avLst/>
            </a:prstGeom>
            <a:noFill/>
          </p:spPr>
          <p:txBody>
            <a:bodyPr wrap="square" rtlCol="0">
              <a:spAutoFit/>
            </a:bodyPr>
            <a:lstStyle/>
            <a:p>
              <a:pPr algn="ctr">
                <a:lnSpc>
                  <a:spcPts val="2625"/>
                </a:lnSpc>
                <a:defRPr/>
              </a:pPr>
              <a:r>
                <a:rPr lang="zh-CN" altLang="en-US" kern="0" dirty="0">
                  <a:solidFill>
                    <a:prstClr val="black"/>
                  </a:solidFill>
                  <a:latin typeface="方正正大黑简体" pitchFamily="2" charset="-122"/>
                  <a:ea typeface="方正正大黑简体" pitchFamily="2" charset="-122"/>
                </a:rPr>
                <a:t>点击输入小标题</a:t>
              </a:r>
              <a:endParaRPr lang="en-US" altLang="zh-CN" kern="0" dirty="0">
                <a:solidFill>
                  <a:prstClr val="black"/>
                </a:solidFill>
                <a:latin typeface="方正正大黑简体" pitchFamily="2" charset="-122"/>
                <a:ea typeface="方正正大黑简体" pitchFamily="2" charset="-122"/>
              </a:endParaRPr>
            </a:p>
            <a:p>
              <a:pPr algn="ctr">
                <a:lnSpc>
                  <a:spcPts val="2625"/>
                </a:lnSpc>
                <a:defRPr/>
              </a:pPr>
              <a:r>
                <a:rPr lang="zh-CN" altLang="en-US" sz="1500" kern="0" dirty="0">
                  <a:solidFill>
                    <a:prstClr val="black"/>
                  </a:solidFill>
                  <a:latin typeface="微软雅黑" panose="020B0503020204020204" pitchFamily="34" charset="-122"/>
                  <a:ea typeface="微软雅黑" panose="020B0503020204020204" pitchFamily="34" charset="-122"/>
                </a:rPr>
                <a:t>点击此处添加文本</a:t>
              </a:r>
              <a:endParaRPr lang="en-US" altLang="zh-CN" sz="1500" kern="0" dirty="0">
                <a:solidFill>
                  <a:prstClr val="black"/>
                </a:solidFill>
                <a:latin typeface="微软雅黑" panose="020B0503020204020204" pitchFamily="34" charset="-122"/>
                <a:ea typeface="微软雅黑" panose="020B0503020204020204" pitchFamily="34" charset="-122"/>
              </a:endParaRPr>
            </a:p>
          </p:txBody>
        </p:sp>
        <p:grpSp>
          <p:nvGrpSpPr>
            <p:cNvPr id="64" name="组合 63"/>
            <p:cNvGrpSpPr/>
            <p:nvPr/>
          </p:nvGrpSpPr>
          <p:grpSpPr>
            <a:xfrm>
              <a:off x="3773636" y="5081852"/>
              <a:ext cx="1369772" cy="1362086"/>
              <a:chOff x="543245" y="2625021"/>
              <a:chExt cx="1755781" cy="1745930"/>
            </a:xfrm>
          </p:grpSpPr>
          <p:sp>
            <p:nvSpPr>
              <p:cNvPr id="65" name="同心圆 64"/>
              <p:cNvSpPr/>
              <p:nvPr/>
            </p:nvSpPr>
            <p:spPr>
              <a:xfrm>
                <a:off x="553096" y="2625021"/>
                <a:ext cx="1745930" cy="1745930"/>
              </a:xfrm>
              <a:prstGeom prst="donut">
                <a:avLst>
                  <a:gd name="adj" fmla="val 10008"/>
                </a:avLst>
              </a:prstGeom>
              <a:solidFill>
                <a:schemeClr val="bg1">
                  <a:lumMod val="65000"/>
                </a:schemeClr>
              </a:solidFill>
              <a:ln w="25400" cap="flat" cmpd="sng" algn="ctr">
                <a:noFill/>
                <a:prstDash val="solid"/>
              </a:ln>
              <a:effectLst/>
            </p:spPr>
            <p:txBody>
              <a:bodyPr rtlCol="0" anchor="ctr"/>
              <a:lstStyle/>
              <a:p>
                <a:pPr algn="ctr">
                  <a:defRPr/>
                </a:pPr>
                <a:endParaRPr lang="zh-CN" altLang="en-US" kern="0" dirty="0">
                  <a:solidFill>
                    <a:prstClr val="black"/>
                  </a:solidFill>
                  <a:ea typeface="微软雅黑" pitchFamily="34" charset="-122"/>
                </a:endParaRPr>
              </a:p>
            </p:txBody>
          </p:sp>
          <p:sp>
            <p:nvSpPr>
              <p:cNvPr id="66" name="空心弧 65"/>
              <p:cNvSpPr/>
              <p:nvPr/>
            </p:nvSpPr>
            <p:spPr>
              <a:xfrm rot="10485789">
                <a:off x="543245" y="2625021"/>
                <a:ext cx="1745930" cy="1745930"/>
              </a:xfrm>
              <a:prstGeom prst="blockArc">
                <a:avLst>
                  <a:gd name="adj1" fmla="val 733194"/>
                  <a:gd name="adj2" fmla="val 8282207"/>
                  <a:gd name="adj3" fmla="val 10834"/>
                </a:avLst>
              </a:prstGeom>
              <a:solidFill>
                <a:srgbClr val="054487"/>
              </a:solidFill>
              <a:ln w="25400" cap="flat" cmpd="sng" algn="ctr">
                <a:noFill/>
                <a:prstDash val="solid"/>
              </a:ln>
              <a:effectLst/>
            </p:spPr>
            <p:txBody>
              <a:bodyPr rtlCol="0" anchor="ctr"/>
              <a:lstStyle/>
              <a:p>
                <a:pPr algn="ctr">
                  <a:defRPr/>
                </a:pPr>
                <a:endParaRPr lang="zh-CN" altLang="en-US" kern="0" dirty="0">
                  <a:solidFill>
                    <a:prstClr val="black"/>
                  </a:solidFill>
                  <a:ea typeface="微软雅黑" pitchFamily="34" charset="-122"/>
                </a:endParaRPr>
              </a:p>
            </p:txBody>
          </p:sp>
        </p:grpSp>
      </p:grpSp>
    </p:spTree>
    <p:extLst>
      <p:ext uri="{BB962C8B-B14F-4D97-AF65-F5344CB8AC3E}">
        <p14:creationId xmlns:p14="http://schemas.microsoft.com/office/powerpoint/2010/main" val="8092302"/>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5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6" presetClass="entr" presetSubtype="32" fill="hold" grpId="0" nodeType="withEffect">
                                  <p:stCondLst>
                                    <p:cond delay="2000"/>
                                  </p:stCondLst>
                                  <p:childTnLst>
                                    <p:set>
                                      <p:cBhvr>
                                        <p:cTn id="9" dur="1" fill="hold">
                                          <p:stCondLst>
                                            <p:cond delay="0"/>
                                          </p:stCondLst>
                                        </p:cTn>
                                        <p:tgtEl>
                                          <p:spTgt spid="6"/>
                                        </p:tgtEl>
                                        <p:attrNameLst>
                                          <p:attrName>style.visibility</p:attrName>
                                        </p:attrNameLst>
                                      </p:cBhvr>
                                      <p:to>
                                        <p:strVal val="visible"/>
                                      </p:to>
                                    </p:set>
                                    <p:animEffect transition="in" filter="circle(out)">
                                      <p:cBhvr>
                                        <p:cTn id="10" dur="100"/>
                                        <p:tgtEl>
                                          <p:spTgt spid="6"/>
                                        </p:tgtEl>
                                      </p:cBhvr>
                                    </p:animEffect>
                                  </p:childTnLst>
                                </p:cTn>
                              </p:par>
                              <p:par>
                                <p:cTn id="11" presetID="42" presetClass="path" presetSubtype="0" decel="50000" fill="hold" grpId="3" nodeType="withEffect">
                                  <p:stCondLst>
                                    <p:cond delay="2000"/>
                                  </p:stCondLst>
                                  <p:childTnLst>
                                    <p:animMotion origin="layout" path="M 0.28893 0.2037 L 2.08333E-7 3.7037E-6 " pathEditMode="relative" rAng="0" ptsTypes="AA">
                                      <p:cBhvr>
                                        <p:cTn id="12" dur="500" fill="hold"/>
                                        <p:tgtEl>
                                          <p:spTgt spid="6"/>
                                        </p:tgtEl>
                                        <p:attrNameLst>
                                          <p:attrName>ppt_x</p:attrName>
                                          <p:attrName>ppt_y</p:attrName>
                                        </p:attrNameLst>
                                      </p:cBhvr>
                                      <p:rCtr x="-14453" y="-10185"/>
                                    </p:animMotion>
                                  </p:childTnLst>
                                </p:cTn>
                              </p:par>
                              <p:par>
                                <p:cTn id="13" presetID="53" presetClass="entr" presetSubtype="16" fill="hold" grpId="4" nodeType="withEffect">
                                  <p:stCondLst>
                                    <p:cond delay="2000"/>
                                  </p:stCondLst>
                                  <p:childTnLst>
                                    <p:set>
                                      <p:cBhvr>
                                        <p:cTn id="14" dur="1" fill="hold">
                                          <p:stCondLst>
                                            <p:cond delay="0"/>
                                          </p:stCondLst>
                                        </p:cTn>
                                        <p:tgtEl>
                                          <p:spTgt spid="6"/>
                                        </p:tgtEl>
                                        <p:attrNameLst>
                                          <p:attrName>style.visibility</p:attrName>
                                        </p:attrNameLst>
                                      </p:cBhvr>
                                      <p:to>
                                        <p:strVal val="visible"/>
                                      </p:to>
                                    </p:set>
                                    <p:anim calcmode="lin" valueType="num">
                                      <p:cBhvr>
                                        <p:cTn id="15" dur="500" fill="hold"/>
                                        <p:tgtEl>
                                          <p:spTgt spid="6"/>
                                        </p:tgtEl>
                                        <p:attrNameLst>
                                          <p:attrName>ppt_w</p:attrName>
                                        </p:attrNameLst>
                                      </p:cBhvr>
                                      <p:tavLst>
                                        <p:tav tm="0">
                                          <p:val>
                                            <p:fltVal val="0"/>
                                          </p:val>
                                        </p:tav>
                                        <p:tav tm="100000">
                                          <p:val>
                                            <p:strVal val="#ppt_w"/>
                                          </p:val>
                                        </p:tav>
                                      </p:tavLst>
                                    </p:anim>
                                    <p:anim calcmode="lin" valueType="num">
                                      <p:cBhvr>
                                        <p:cTn id="16" dur="500" fill="hold"/>
                                        <p:tgtEl>
                                          <p:spTgt spid="6"/>
                                        </p:tgtEl>
                                        <p:attrNameLst>
                                          <p:attrName>ppt_h</p:attrName>
                                        </p:attrNameLst>
                                      </p:cBhvr>
                                      <p:tavLst>
                                        <p:tav tm="0">
                                          <p:val>
                                            <p:fltVal val="0"/>
                                          </p:val>
                                        </p:tav>
                                        <p:tav tm="100000">
                                          <p:val>
                                            <p:strVal val="#ppt_h"/>
                                          </p:val>
                                        </p:tav>
                                      </p:tavLst>
                                    </p:anim>
                                    <p:animEffect transition="in" filter="fade">
                                      <p:cBhvr>
                                        <p:cTn id="17" dur="500"/>
                                        <p:tgtEl>
                                          <p:spTgt spid="6"/>
                                        </p:tgtEl>
                                      </p:cBhvr>
                                    </p:animEffect>
                                  </p:childTnLst>
                                </p:cTn>
                              </p:par>
                              <p:par>
                                <p:cTn id="18" presetID="6" presetClass="emph" presetSubtype="0" fill="hold" grpId="2" nodeType="withEffect">
                                  <p:stCondLst>
                                    <p:cond delay="2500"/>
                                  </p:stCondLst>
                                  <p:childTnLst>
                                    <p:animScale>
                                      <p:cBhvr>
                                        <p:cTn id="19" dur="500" fill="hold"/>
                                        <p:tgtEl>
                                          <p:spTgt spid="6"/>
                                        </p:tgtEl>
                                      </p:cBhvr>
                                      <p:by x="1000000" y="1000000"/>
                                    </p:animScale>
                                  </p:childTnLst>
                                </p:cTn>
                              </p:par>
                              <p:par>
                                <p:cTn id="20" presetID="10" presetClass="exit" presetSubtype="0" fill="hold" grpId="1" nodeType="withEffect">
                                  <p:stCondLst>
                                    <p:cond delay="2500"/>
                                  </p:stCondLst>
                                  <p:childTnLst>
                                    <p:animEffect transition="out" filter="fade">
                                      <p:cBhvr>
                                        <p:cTn id="21" dur="500"/>
                                        <p:tgtEl>
                                          <p:spTgt spid="6"/>
                                        </p:tgtEl>
                                      </p:cBhvr>
                                    </p:animEffect>
                                    <p:set>
                                      <p:cBhvr>
                                        <p:cTn id="22" dur="1" fill="hold">
                                          <p:stCondLst>
                                            <p:cond delay="499"/>
                                          </p:stCondLst>
                                        </p:cTn>
                                        <p:tgtEl>
                                          <p:spTgt spid="6"/>
                                        </p:tgtEl>
                                        <p:attrNameLst>
                                          <p:attrName>style.visibility</p:attrName>
                                        </p:attrNameLst>
                                      </p:cBhvr>
                                      <p:to>
                                        <p:strVal val="hidden"/>
                                      </p:to>
                                    </p:set>
                                  </p:childTnLst>
                                </p:cTn>
                              </p:par>
                              <p:par>
                                <p:cTn id="23" presetID="10" presetClass="entr" presetSubtype="0" fill="hold" nodeType="withEffect">
                                  <p:stCondLst>
                                    <p:cond delay="2500"/>
                                  </p:stCondLst>
                                  <p:childTnLst>
                                    <p:set>
                                      <p:cBhvr>
                                        <p:cTn id="24" dur="1" fill="hold">
                                          <p:stCondLst>
                                            <p:cond delay="0"/>
                                          </p:stCondLst>
                                        </p:cTn>
                                        <p:tgtEl>
                                          <p:spTgt spid="55"/>
                                        </p:tgtEl>
                                        <p:attrNameLst>
                                          <p:attrName>style.visibility</p:attrName>
                                        </p:attrNameLst>
                                      </p:cBhvr>
                                      <p:to>
                                        <p:strVal val="visible"/>
                                      </p:to>
                                    </p:set>
                                    <p:animEffect transition="in" filter="fade">
                                      <p:cBhvr>
                                        <p:cTn id="25" dur="500"/>
                                        <p:tgtEl>
                                          <p:spTgt spid="55"/>
                                        </p:tgtEl>
                                      </p:cBhvr>
                                    </p:animEffect>
                                  </p:childTnLst>
                                </p:cTn>
                              </p:par>
                              <p:par>
                                <p:cTn id="26" presetID="10" presetClass="entr" presetSubtype="0" fill="hold" nodeType="withEffect">
                                  <p:stCondLst>
                                    <p:cond delay="2900"/>
                                  </p:stCondLst>
                                  <p:childTnLst>
                                    <p:set>
                                      <p:cBhvr>
                                        <p:cTn id="27" dur="1" fill="hold">
                                          <p:stCondLst>
                                            <p:cond delay="0"/>
                                          </p:stCondLst>
                                        </p:cTn>
                                        <p:tgtEl>
                                          <p:spTgt spid="61"/>
                                        </p:tgtEl>
                                        <p:attrNameLst>
                                          <p:attrName>style.visibility</p:attrName>
                                        </p:attrNameLst>
                                      </p:cBhvr>
                                      <p:to>
                                        <p:strVal val="visible"/>
                                      </p:to>
                                    </p:set>
                                    <p:animEffect transition="in" filter="fade">
                                      <p:cBhvr>
                                        <p:cTn id="28" dur="500"/>
                                        <p:tgtEl>
                                          <p:spTgt spid="61"/>
                                        </p:tgtEl>
                                      </p:cBhvr>
                                    </p:animEffect>
                                  </p:childTnLst>
                                </p:cTn>
                              </p:par>
                              <p:par>
                                <p:cTn id="29" presetID="6" presetClass="entr" presetSubtype="32" fill="hold" grpId="0" nodeType="withEffect">
                                  <p:stCondLst>
                                    <p:cond delay="2900"/>
                                  </p:stCondLst>
                                  <p:childTnLst>
                                    <p:set>
                                      <p:cBhvr>
                                        <p:cTn id="30" dur="1" fill="hold">
                                          <p:stCondLst>
                                            <p:cond delay="0"/>
                                          </p:stCondLst>
                                        </p:cTn>
                                        <p:tgtEl>
                                          <p:spTgt spid="5"/>
                                        </p:tgtEl>
                                        <p:attrNameLst>
                                          <p:attrName>style.visibility</p:attrName>
                                        </p:attrNameLst>
                                      </p:cBhvr>
                                      <p:to>
                                        <p:strVal val="visible"/>
                                      </p:to>
                                    </p:set>
                                    <p:animEffect transition="in" filter="circle(out)">
                                      <p:cBhvr>
                                        <p:cTn id="31" dur="100"/>
                                        <p:tgtEl>
                                          <p:spTgt spid="5"/>
                                        </p:tgtEl>
                                      </p:cBhvr>
                                    </p:animEffect>
                                  </p:childTnLst>
                                </p:cTn>
                              </p:par>
                              <p:par>
                                <p:cTn id="32" presetID="42" presetClass="path" presetSubtype="0" decel="50000" fill="hold" grpId="3" nodeType="withEffect">
                                  <p:stCondLst>
                                    <p:cond delay="2900"/>
                                  </p:stCondLst>
                                  <p:childTnLst>
                                    <p:animMotion origin="layout" path="M -0.11823 -0.03611 L -3.54167E-6 -4.81481E-6 " pathEditMode="relative" rAng="0" ptsTypes="AA">
                                      <p:cBhvr>
                                        <p:cTn id="33" dur="500" fill="hold"/>
                                        <p:tgtEl>
                                          <p:spTgt spid="5"/>
                                        </p:tgtEl>
                                        <p:attrNameLst>
                                          <p:attrName>ppt_x</p:attrName>
                                          <p:attrName>ppt_y</p:attrName>
                                        </p:attrNameLst>
                                      </p:cBhvr>
                                      <p:rCtr x="5911" y="1806"/>
                                    </p:animMotion>
                                  </p:childTnLst>
                                </p:cTn>
                              </p:par>
                              <p:par>
                                <p:cTn id="34" presetID="53" presetClass="entr" presetSubtype="16" fill="hold" grpId="4" nodeType="withEffect">
                                  <p:stCondLst>
                                    <p:cond delay="2900"/>
                                  </p:stCondLst>
                                  <p:childTnLst>
                                    <p:set>
                                      <p:cBhvr>
                                        <p:cTn id="35" dur="1" fill="hold">
                                          <p:stCondLst>
                                            <p:cond delay="0"/>
                                          </p:stCondLst>
                                        </p:cTn>
                                        <p:tgtEl>
                                          <p:spTgt spid="5"/>
                                        </p:tgtEl>
                                        <p:attrNameLst>
                                          <p:attrName>style.visibility</p:attrName>
                                        </p:attrNameLst>
                                      </p:cBhvr>
                                      <p:to>
                                        <p:strVal val="visible"/>
                                      </p:to>
                                    </p:set>
                                    <p:anim calcmode="lin" valueType="num">
                                      <p:cBhvr>
                                        <p:cTn id="36" dur="500" fill="hold"/>
                                        <p:tgtEl>
                                          <p:spTgt spid="5"/>
                                        </p:tgtEl>
                                        <p:attrNameLst>
                                          <p:attrName>ppt_w</p:attrName>
                                        </p:attrNameLst>
                                      </p:cBhvr>
                                      <p:tavLst>
                                        <p:tav tm="0">
                                          <p:val>
                                            <p:fltVal val="0"/>
                                          </p:val>
                                        </p:tav>
                                        <p:tav tm="100000">
                                          <p:val>
                                            <p:strVal val="#ppt_w"/>
                                          </p:val>
                                        </p:tav>
                                      </p:tavLst>
                                    </p:anim>
                                    <p:anim calcmode="lin" valueType="num">
                                      <p:cBhvr>
                                        <p:cTn id="37" dur="500" fill="hold"/>
                                        <p:tgtEl>
                                          <p:spTgt spid="5"/>
                                        </p:tgtEl>
                                        <p:attrNameLst>
                                          <p:attrName>ppt_h</p:attrName>
                                        </p:attrNameLst>
                                      </p:cBhvr>
                                      <p:tavLst>
                                        <p:tav tm="0">
                                          <p:val>
                                            <p:fltVal val="0"/>
                                          </p:val>
                                        </p:tav>
                                        <p:tav tm="100000">
                                          <p:val>
                                            <p:strVal val="#ppt_h"/>
                                          </p:val>
                                        </p:tav>
                                      </p:tavLst>
                                    </p:anim>
                                    <p:animEffect transition="in" filter="fade">
                                      <p:cBhvr>
                                        <p:cTn id="38" dur="500"/>
                                        <p:tgtEl>
                                          <p:spTgt spid="5"/>
                                        </p:tgtEl>
                                      </p:cBhvr>
                                    </p:animEffect>
                                  </p:childTnLst>
                                </p:cTn>
                              </p:par>
                              <p:par>
                                <p:cTn id="39" presetID="6" presetClass="emph" presetSubtype="0" fill="hold" grpId="2" nodeType="withEffect">
                                  <p:stCondLst>
                                    <p:cond delay="3400"/>
                                  </p:stCondLst>
                                  <p:childTnLst>
                                    <p:animScale>
                                      <p:cBhvr>
                                        <p:cTn id="40" dur="500" fill="hold"/>
                                        <p:tgtEl>
                                          <p:spTgt spid="5"/>
                                        </p:tgtEl>
                                      </p:cBhvr>
                                      <p:by x="1000000" y="1000000"/>
                                    </p:animScale>
                                  </p:childTnLst>
                                </p:cTn>
                              </p:par>
                              <p:par>
                                <p:cTn id="41" presetID="10" presetClass="exit" presetSubtype="0" fill="hold" grpId="1" nodeType="withEffect">
                                  <p:stCondLst>
                                    <p:cond delay="3400"/>
                                  </p:stCondLst>
                                  <p:childTnLst>
                                    <p:animEffect transition="out" filter="fade">
                                      <p:cBhvr>
                                        <p:cTn id="42" dur="500"/>
                                        <p:tgtEl>
                                          <p:spTgt spid="5"/>
                                        </p:tgtEl>
                                      </p:cBhvr>
                                    </p:animEffect>
                                    <p:set>
                                      <p:cBhvr>
                                        <p:cTn id="43" dur="1" fill="hold">
                                          <p:stCondLst>
                                            <p:cond delay="499"/>
                                          </p:stCondLst>
                                        </p:cTn>
                                        <p:tgtEl>
                                          <p:spTgt spid="5"/>
                                        </p:tgtEl>
                                        <p:attrNameLst>
                                          <p:attrName>style.visibility</p:attrName>
                                        </p:attrNameLst>
                                      </p:cBhvr>
                                      <p:to>
                                        <p:strVal val="hidden"/>
                                      </p:to>
                                    </p:set>
                                  </p:childTnLst>
                                </p:cTn>
                              </p:par>
                              <p:par>
                                <p:cTn id="44" presetID="10" presetClass="entr" presetSubtype="0" fill="hold" nodeType="withEffect">
                                  <p:stCondLst>
                                    <p:cond delay="3400"/>
                                  </p:stCondLst>
                                  <p:childTnLst>
                                    <p:set>
                                      <p:cBhvr>
                                        <p:cTn id="45" dur="1" fill="hold">
                                          <p:stCondLst>
                                            <p:cond delay="0"/>
                                          </p:stCondLst>
                                        </p:cTn>
                                        <p:tgtEl>
                                          <p:spTgt spid="49"/>
                                        </p:tgtEl>
                                        <p:attrNameLst>
                                          <p:attrName>style.visibility</p:attrName>
                                        </p:attrNameLst>
                                      </p:cBhvr>
                                      <p:to>
                                        <p:strVal val="visible"/>
                                      </p:to>
                                    </p:set>
                                    <p:animEffect transition="in" filter="fade">
                                      <p:cBhvr>
                                        <p:cTn id="46" dur="500"/>
                                        <p:tgtEl>
                                          <p:spTgt spid="49"/>
                                        </p:tgtEl>
                                      </p:cBhvr>
                                    </p:animEffect>
                                  </p:childTnLst>
                                </p:cTn>
                              </p:par>
                              <p:par>
                                <p:cTn id="47" presetID="10" presetClass="entr" presetSubtype="0" fill="hold" nodeType="withEffect">
                                  <p:stCondLst>
                                    <p:cond delay="3900"/>
                                  </p:stCondLst>
                                  <p:childTnLst>
                                    <p:set>
                                      <p:cBhvr>
                                        <p:cTn id="48" dur="1" fill="hold">
                                          <p:stCondLst>
                                            <p:cond delay="0"/>
                                          </p:stCondLst>
                                        </p:cTn>
                                        <p:tgtEl>
                                          <p:spTgt spid="43"/>
                                        </p:tgtEl>
                                        <p:attrNameLst>
                                          <p:attrName>style.visibility</p:attrName>
                                        </p:attrNameLst>
                                      </p:cBhvr>
                                      <p:to>
                                        <p:strVal val="visible"/>
                                      </p:to>
                                    </p:set>
                                    <p:animEffect transition="in" filter="fade">
                                      <p:cBhvr>
                                        <p:cTn id="49"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5" grpId="2" animBg="1"/>
      <p:bldP spid="5" grpId="3" animBg="1"/>
      <p:bldP spid="5" grpId="4" animBg="1"/>
      <p:bldP spid="6" grpId="0" animBg="1"/>
      <p:bldP spid="6" grpId="1" animBg="1"/>
      <p:bldP spid="6" grpId="2" animBg="1"/>
      <p:bldP spid="6" grpId="3" animBg="1"/>
      <p:bldP spid="6" grpId="4"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95486"/>
            <a:ext cx="611560" cy="369332"/>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3"/>
          <p:cNvSpPr txBox="1"/>
          <p:nvPr/>
        </p:nvSpPr>
        <p:spPr>
          <a:xfrm>
            <a:off x="683568" y="195486"/>
            <a:ext cx="3816424" cy="646331"/>
          </a:xfrm>
          <a:prstGeom prst="rect">
            <a:avLst/>
          </a:prstGeom>
          <a:noFill/>
        </p:spPr>
        <p:txBody>
          <a:bodyPr wrap="square" rtlCol="0">
            <a:spAutoFit/>
          </a:bodyPr>
          <a:lstStyle/>
          <a:p>
            <a:r>
              <a:rPr lang="zh-CN" altLang="en-US" dirty="0">
                <a:solidFill>
                  <a:srgbClr val="054487"/>
                </a:solidFill>
                <a:latin typeface="微软雅黑" pitchFamily="34" charset="-122"/>
                <a:ea typeface="微软雅黑" pitchFamily="34" charset="-122"/>
              </a:rPr>
              <a:t>输入你的标题 </a:t>
            </a:r>
            <a:r>
              <a:rPr lang="en-US" altLang="zh-CN" dirty="0">
                <a:solidFill>
                  <a:srgbClr val="054487"/>
                </a:solidFill>
                <a:latin typeface="微软雅黑" pitchFamily="34" charset="-122"/>
                <a:ea typeface="微软雅黑" pitchFamily="34" charset="-122"/>
              </a:rPr>
              <a:t>/Add your title</a:t>
            </a:r>
            <a:endParaRPr lang="zh-CN" altLang="en-US" dirty="0">
              <a:solidFill>
                <a:srgbClr val="054487"/>
              </a:solidFill>
              <a:latin typeface="微软雅黑" pitchFamily="34" charset="-122"/>
              <a:ea typeface="微软雅黑" pitchFamily="34" charset="-122"/>
            </a:endParaRPr>
          </a:p>
          <a:p>
            <a:endParaRPr lang="zh-CN" altLang="en-US" dirty="0">
              <a:solidFill>
                <a:srgbClr val="F46970"/>
              </a:solidFill>
              <a:latin typeface="微软雅黑" pitchFamily="34" charset="-122"/>
              <a:ea typeface="微软雅黑" pitchFamily="34" charset="-122"/>
            </a:endParaRPr>
          </a:p>
        </p:txBody>
      </p:sp>
      <p:pic>
        <p:nvPicPr>
          <p:cNvPr id="5" name="Picture 17" descr="思考"/>
          <p:cNvPicPr>
            <a:picLocks noChangeAspect="1" noChangeArrowheads="1"/>
          </p:cNvPicPr>
          <p:nvPr/>
        </p:nvPicPr>
        <p:blipFill>
          <a:blip r:embed="rId2" cstate="print"/>
          <a:srcRect/>
          <a:stretch>
            <a:fillRect/>
          </a:stretch>
        </p:blipFill>
        <p:spPr bwMode="auto">
          <a:xfrm>
            <a:off x="5436096" y="1036507"/>
            <a:ext cx="2579687" cy="3761052"/>
          </a:xfrm>
          <a:prstGeom prst="rect">
            <a:avLst/>
          </a:prstGeom>
          <a:noFill/>
          <a:ln>
            <a:miter lim="800000"/>
            <a:headEnd/>
            <a:tailEnd/>
          </a:ln>
        </p:spPr>
      </p:pic>
      <p:grpSp>
        <p:nvGrpSpPr>
          <p:cNvPr id="6" name="组合 11"/>
          <p:cNvGrpSpPr/>
          <p:nvPr/>
        </p:nvGrpSpPr>
        <p:grpSpPr>
          <a:xfrm>
            <a:off x="1380038" y="1552457"/>
            <a:ext cx="3702050" cy="889000"/>
            <a:chOff x="4149748" y="1990741"/>
            <a:chExt cx="3702050" cy="1066800"/>
          </a:xfrm>
          <a:solidFill>
            <a:srgbClr val="054487"/>
          </a:solidFill>
        </p:grpSpPr>
        <p:sp>
          <p:nvSpPr>
            <p:cNvPr id="7" name="AutoShape 5"/>
            <p:cNvSpPr>
              <a:spLocks noChangeArrowheads="1"/>
            </p:cNvSpPr>
            <p:nvPr/>
          </p:nvSpPr>
          <p:spPr bwMode="gray">
            <a:xfrm>
              <a:off x="4149748" y="1990741"/>
              <a:ext cx="3702050" cy="1066800"/>
            </a:xfrm>
            <a:prstGeom prst="roundRect">
              <a:avLst>
                <a:gd name="adj" fmla="val 11921"/>
              </a:avLst>
            </a:prstGeom>
            <a:grpFill/>
            <a:ln w="25400">
              <a:solidFill>
                <a:srgbClr val="FEFEFE"/>
              </a:solidFill>
              <a:round/>
              <a:headEnd/>
              <a:tailEnd/>
            </a:ln>
            <a:effectLst>
              <a:outerShdw dist="53882" dir="2700000" algn="ctr" rotWithShape="0">
                <a:srgbClr val="000000">
                  <a:alpha val="50000"/>
                </a:srgbClr>
              </a:outerShdw>
            </a:effectLst>
          </p:spPr>
          <p:txBody>
            <a:bodyPr wrap="none" anchor="ctr"/>
            <a:lstStyle/>
            <a:p>
              <a:pPr>
                <a:defRPr/>
              </a:pPr>
              <a:endParaRPr lang="zh-CN" altLang="en-US">
                <a:solidFill>
                  <a:prstClr val="black"/>
                </a:solidFill>
                <a:latin typeface="Arial" charset="0"/>
              </a:endParaRPr>
            </a:p>
          </p:txBody>
        </p:sp>
        <p:pic>
          <p:nvPicPr>
            <p:cNvPr id="8" name="Picture 6" descr="Picture4"/>
            <p:cNvPicPr>
              <a:picLocks noChangeAspect="1" noChangeArrowheads="1"/>
            </p:cNvPicPr>
            <p:nvPr/>
          </p:nvPicPr>
          <p:blipFill>
            <a:blip r:embed="rId3"/>
            <a:srcRect/>
            <a:stretch>
              <a:fillRect/>
            </a:stretch>
          </p:blipFill>
          <p:spPr bwMode="auto">
            <a:xfrm>
              <a:off x="4216423" y="2041541"/>
              <a:ext cx="792163" cy="673100"/>
            </a:xfrm>
            <a:prstGeom prst="rect">
              <a:avLst/>
            </a:prstGeom>
            <a:grpFill/>
            <a:ln w="9525">
              <a:noFill/>
              <a:miter lim="800000"/>
              <a:headEnd/>
              <a:tailEnd/>
            </a:ln>
          </p:spPr>
        </p:pic>
      </p:grpSp>
      <p:grpSp>
        <p:nvGrpSpPr>
          <p:cNvPr id="9" name="组合 14"/>
          <p:cNvGrpSpPr/>
          <p:nvPr/>
        </p:nvGrpSpPr>
        <p:grpSpPr>
          <a:xfrm>
            <a:off x="1383213" y="2658415"/>
            <a:ext cx="3702050" cy="889000"/>
            <a:chOff x="4152923" y="3317891"/>
            <a:chExt cx="3702050" cy="1066800"/>
          </a:xfrm>
        </p:grpSpPr>
        <p:sp>
          <p:nvSpPr>
            <p:cNvPr id="10" name="AutoShape 7"/>
            <p:cNvSpPr>
              <a:spLocks noChangeArrowheads="1"/>
            </p:cNvSpPr>
            <p:nvPr/>
          </p:nvSpPr>
          <p:spPr bwMode="gray">
            <a:xfrm>
              <a:off x="4152923" y="3317891"/>
              <a:ext cx="3702050" cy="1066800"/>
            </a:xfrm>
            <a:prstGeom prst="roundRect">
              <a:avLst>
                <a:gd name="adj" fmla="val 11921"/>
              </a:avLst>
            </a:prstGeom>
            <a:solidFill>
              <a:srgbClr val="054487"/>
            </a:solidFill>
            <a:ln w="25400">
              <a:solidFill>
                <a:srgbClr val="FEFEFE"/>
              </a:solidFill>
              <a:round/>
              <a:headEnd/>
              <a:tailEnd/>
            </a:ln>
            <a:effectLst>
              <a:outerShdw dist="53882" dir="2700000" algn="ctr" rotWithShape="0">
                <a:srgbClr val="000000">
                  <a:alpha val="50000"/>
                </a:srgbClr>
              </a:outerShdw>
            </a:effectLst>
          </p:spPr>
          <p:txBody>
            <a:bodyPr wrap="none" anchor="ctr"/>
            <a:lstStyle/>
            <a:p>
              <a:pPr>
                <a:defRPr/>
              </a:pPr>
              <a:endParaRPr lang="zh-CN" altLang="en-US">
                <a:solidFill>
                  <a:prstClr val="black"/>
                </a:solidFill>
                <a:latin typeface="Arial" charset="0"/>
              </a:endParaRPr>
            </a:p>
          </p:txBody>
        </p:sp>
        <p:pic>
          <p:nvPicPr>
            <p:cNvPr id="11" name="Picture 8" descr="Picture4"/>
            <p:cNvPicPr>
              <a:picLocks noChangeAspect="1" noChangeArrowheads="1"/>
            </p:cNvPicPr>
            <p:nvPr/>
          </p:nvPicPr>
          <p:blipFill>
            <a:blip r:embed="rId3"/>
            <a:srcRect/>
            <a:stretch>
              <a:fillRect/>
            </a:stretch>
          </p:blipFill>
          <p:spPr bwMode="auto">
            <a:xfrm>
              <a:off x="4213248" y="3371866"/>
              <a:ext cx="793750" cy="673100"/>
            </a:xfrm>
            <a:prstGeom prst="rect">
              <a:avLst/>
            </a:prstGeom>
            <a:noFill/>
            <a:ln w="9525">
              <a:noFill/>
              <a:miter lim="800000"/>
              <a:headEnd/>
              <a:tailEnd/>
            </a:ln>
          </p:spPr>
        </p:pic>
      </p:grpSp>
      <p:grpSp>
        <p:nvGrpSpPr>
          <p:cNvPr id="12" name="组合 17"/>
          <p:cNvGrpSpPr/>
          <p:nvPr/>
        </p:nvGrpSpPr>
        <p:grpSpPr>
          <a:xfrm>
            <a:off x="1386388" y="3767019"/>
            <a:ext cx="3702050" cy="889000"/>
            <a:chOff x="4156098" y="4648216"/>
            <a:chExt cx="3702050" cy="1066800"/>
          </a:xfrm>
        </p:grpSpPr>
        <p:sp>
          <p:nvSpPr>
            <p:cNvPr id="13" name="AutoShape 9"/>
            <p:cNvSpPr>
              <a:spLocks noChangeArrowheads="1"/>
            </p:cNvSpPr>
            <p:nvPr/>
          </p:nvSpPr>
          <p:spPr bwMode="gray">
            <a:xfrm>
              <a:off x="4156098" y="4648216"/>
              <a:ext cx="3702050" cy="1066800"/>
            </a:xfrm>
            <a:prstGeom prst="roundRect">
              <a:avLst>
                <a:gd name="adj" fmla="val 11921"/>
              </a:avLst>
            </a:prstGeom>
            <a:solidFill>
              <a:srgbClr val="054487"/>
            </a:solidFill>
            <a:ln w="25400">
              <a:solidFill>
                <a:srgbClr val="FEFEFE"/>
              </a:solidFill>
              <a:round/>
              <a:headEnd/>
              <a:tailEnd/>
            </a:ln>
            <a:effectLst>
              <a:outerShdw dist="53882" dir="2700000" algn="ctr" rotWithShape="0">
                <a:srgbClr val="000000">
                  <a:alpha val="50000"/>
                </a:srgbClr>
              </a:outerShdw>
            </a:effectLst>
          </p:spPr>
          <p:txBody>
            <a:bodyPr wrap="none" anchor="ctr"/>
            <a:lstStyle/>
            <a:p>
              <a:pPr>
                <a:defRPr/>
              </a:pPr>
              <a:endParaRPr lang="zh-CN" altLang="en-US">
                <a:solidFill>
                  <a:schemeClr val="bg1"/>
                </a:solidFill>
                <a:latin typeface="Arial" charset="0"/>
              </a:endParaRPr>
            </a:p>
          </p:txBody>
        </p:sp>
        <p:pic>
          <p:nvPicPr>
            <p:cNvPr id="14" name="Picture 10" descr="Picture4"/>
            <p:cNvPicPr>
              <a:picLocks noChangeAspect="1" noChangeArrowheads="1"/>
            </p:cNvPicPr>
            <p:nvPr/>
          </p:nvPicPr>
          <p:blipFill>
            <a:blip r:embed="rId3"/>
            <a:srcRect/>
            <a:stretch>
              <a:fillRect/>
            </a:stretch>
          </p:blipFill>
          <p:spPr bwMode="auto">
            <a:xfrm>
              <a:off x="4211661" y="4695841"/>
              <a:ext cx="792162" cy="673100"/>
            </a:xfrm>
            <a:prstGeom prst="rect">
              <a:avLst/>
            </a:prstGeom>
            <a:noFill/>
            <a:ln w="9525">
              <a:noFill/>
              <a:miter lim="800000"/>
              <a:headEnd/>
              <a:tailEnd/>
            </a:ln>
          </p:spPr>
        </p:pic>
      </p:grpSp>
      <p:sp>
        <p:nvSpPr>
          <p:cNvPr id="15" name="Rectangle 48"/>
          <p:cNvSpPr>
            <a:spLocks noChangeArrowheads="1"/>
          </p:cNvSpPr>
          <p:nvPr/>
        </p:nvSpPr>
        <p:spPr bwMode="white">
          <a:xfrm>
            <a:off x="1514977" y="1687396"/>
            <a:ext cx="3425825" cy="683264"/>
          </a:xfrm>
          <a:prstGeom prst="rect">
            <a:avLst/>
          </a:prstGeom>
          <a:noFill/>
          <a:ln w="9525">
            <a:noFill/>
            <a:miter lim="800000"/>
            <a:headEnd/>
            <a:tailEnd/>
          </a:ln>
        </p:spPr>
        <p:txBody>
          <a:bodyPr>
            <a:spAutoFit/>
          </a:body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prstClr val="white"/>
                </a:solidFill>
                <a:effectLst/>
                <a:uLnTx/>
                <a:uFillTx/>
              </a:rPr>
              <a:t>在此添加文字内容在此添加文字内容在此添加文字内容</a:t>
            </a:r>
            <a:endParaRPr kumimoji="0" lang="en-US" altLang="zh-CN" sz="1600" b="0" i="0" u="none" strike="noStrike" kern="0" cap="none" spc="0" normalizeH="0" baseline="0" noProof="0" dirty="0">
              <a:ln>
                <a:noFill/>
              </a:ln>
              <a:solidFill>
                <a:prstClr val="white"/>
              </a:solidFill>
              <a:effectLst/>
              <a:uLnTx/>
              <a:uFillTx/>
            </a:endParaRPr>
          </a:p>
        </p:txBody>
      </p:sp>
      <p:sp>
        <p:nvSpPr>
          <p:cNvPr id="16" name="Rectangle 48"/>
          <p:cNvSpPr>
            <a:spLocks noChangeArrowheads="1"/>
          </p:cNvSpPr>
          <p:nvPr/>
        </p:nvSpPr>
        <p:spPr bwMode="white">
          <a:xfrm>
            <a:off x="1514977" y="2810539"/>
            <a:ext cx="3425825" cy="683264"/>
          </a:xfrm>
          <a:prstGeom prst="rect">
            <a:avLst/>
          </a:prstGeom>
          <a:noFill/>
          <a:ln w="9525">
            <a:noFill/>
            <a:miter lim="800000"/>
            <a:headEnd/>
            <a:tailEnd/>
          </a:ln>
        </p:spPr>
        <p:txBody>
          <a:bodyPr>
            <a:spAutoFit/>
          </a:body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chemeClr val="bg1"/>
                </a:solidFill>
                <a:effectLst/>
                <a:uLnTx/>
                <a:uFillTx/>
              </a:rPr>
              <a:t>在此添加文字内容在此添加文字内容在此添加文字内容</a:t>
            </a:r>
            <a:endParaRPr kumimoji="0" lang="en-US" altLang="zh-CN" sz="1600" b="0" i="0" u="none" strike="noStrike" kern="0" cap="none" spc="0" normalizeH="0" baseline="0" noProof="0" dirty="0">
              <a:ln>
                <a:noFill/>
              </a:ln>
              <a:solidFill>
                <a:schemeClr val="bg1"/>
              </a:solidFill>
              <a:effectLst/>
              <a:uLnTx/>
              <a:uFillTx/>
            </a:endParaRPr>
          </a:p>
        </p:txBody>
      </p:sp>
      <p:sp>
        <p:nvSpPr>
          <p:cNvPr id="17" name="Rectangle 48"/>
          <p:cNvSpPr>
            <a:spLocks noChangeArrowheads="1"/>
          </p:cNvSpPr>
          <p:nvPr/>
        </p:nvSpPr>
        <p:spPr bwMode="white">
          <a:xfrm>
            <a:off x="1514977" y="3941640"/>
            <a:ext cx="3425825" cy="683264"/>
          </a:xfrm>
          <a:prstGeom prst="rect">
            <a:avLst/>
          </a:prstGeom>
          <a:noFill/>
          <a:ln w="9525">
            <a:noFill/>
            <a:miter lim="800000"/>
            <a:headEnd/>
            <a:tailEnd/>
          </a:ln>
        </p:spPr>
        <p:txBody>
          <a:bodyPr>
            <a:spAutoFit/>
          </a:body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chemeClr val="bg1"/>
                </a:solidFill>
                <a:effectLst/>
                <a:uLnTx/>
                <a:uFillTx/>
              </a:rPr>
              <a:t>在此添加文字内容在此添加文字内容在此添加文字内容</a:t>
            </a:r>
            <a:endParaRPr kumimoji="0" lang="en-US" altLang="zh-CN" sz="1600" b="0" i="0" u="none" strike="noStrike" kern="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1325719718"/>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anim calcmode="lin" valueType="num">
                                      <p:cBhvr>
                                        <p:cTn id="13" dur="1000" fill="hold"/>
                                        <p:tgtEl>
                                          <p:spTgt spid="15"/>
                                        </p:tgtEl>
                                        <p:attrNameLst>
                                          <p:attrName>ppt_x</p:attrName>
                                        </p:attrNameLst>
                                      </p:cBhvr>
                                      <p:tavLst>
                                        <p:tav tm="0">
                                          <p:val>
                                            <p:strVal val="#ppt_x"/>
                                          </p:val>
                                        </p:tav>
                                        <p:tav tm="100000">
                                          <p:val>
                                            <p:strVal val="#ppt_x"/>
                                          </p:val>
                                        </p:tav>
                                      </p:tavLst>
                                    </p:anim>
                                    <p:anim calcmode="lin" valueType="num">
                                      <p:cBhvr>
                                        <p:cTn id="14" dur="1000" fill="hold"/>
                                        <p:tgtEl>
                                          <p:spTgt spid="15"/>
                                        </p:tgtEl>
                                        <p:attrNameLst>
                                          <p:attrName>ppt_y</p:attrName>
                                        </p:attrNameLst>
                                      </p:cBhvr>
                                      <p:tavLst>
                                        <p:tav tm="0">
                                          <p:val>
                                            <p:strVal val="#ppt_y+.1"/>
                                          </p:val>
                                        </p:tav>
                                        <p:tav tm="100000">
                                          <p:val>
                                            <p:strVal val="#ppt_y"/>
                                          </p:val>
                                        </p:tav>
                                      </p:tavLst>
                                    </p:anim>
                                  </p:childTnLst>
                                </p:cTn>
                              </p:par>
                              <p:par>
                                <p:cTn id="15" presetID="47" presetClass="entr" presetSubtype="0" fill="hold" nodeType="withEffect">
                                  <p:stCondLst>
                                    <p:cond delay="50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anim calcmode="lin" valueType="num">
                                      <p:cBhvr>
                                        <p:cTn id="18" dur="1000" fill="hold"/>
                                        <p:tgtEl>
                                          <p:spTgt spid="9"/>
                                        </p:tgtEl>
                                        <p:attrNameLst>
                                          <p:attrName>ppt_x</p:attrName>
                                        </p:attrNameLst>
                                      </p:cBhvr>
                                      <p:tavLst>
                                        <p:tav tm="0">
                                          <p:val>
                                            <p:strVal val="#ppt_x"/>
                                          </p:val>
                                        </p:tav>
                                        <p:tav tm="100000">
                                          <p:val>
                                            <p:strVal val="#ppt_x"/>
                                          </p:val>
                                        </p:tav>
                                      </p:tavLst>
                                    </p:anim>
                                    <p:anim calcmode="lin" valueType="num">
                                      <p:cBhvr>
                                        <p:cTn id="19" dur="1000" fill="hold"/>
                                        <p:tgtEl>
                                          <p:spTgt spid="9"/>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50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1000"/>
                                        <p:tgtEl>
                                          <p:spTgt spid="16"/>
                                        </p:tgtEl>
                                      </p:cBhvr>
                                    </p:animEffect>
                                    <p:anim calcmode="lin" valueType="num">
                                      <p:cBhvr>
                                        <p:cTn id="23" dur="1000" fill="hold"/>
                                        <p:tgtEl>
                                          <p:spTgt spid="16"/>
                                        </p:tgtEl>
                                        <p:attrNameLst>
                                          <p:attrName>ppt_x</p:attrName>
                                        </p:attrNameLst>
                                      </p:cBhvr>
                                      <p:tavLst>
                                        <p:tav tm="0">
                                          <p:val>
                                            <p:strVal val="#ppt_x"/>
                                          </p:val>
                                        </p:tav>
                                        <p:tav tm="100000">
                                          <p:val>
                                            <p:strVal val="#ppt_x"/>
                                          </p:val>
                                        </p:tav>
                                      </p:tavLst>
                                    </p:anim>
                                    <p:anim calcmode="lin" valueType="num">
                                      <p:cBhvr>
                                        <p:cTn id="24" dur="1000" fill="hold"/>
                                        <p:tgtEl>
                                          <p:spTgt spid="16"/>
                                        </p:tgtEl>
                                        <p:attrNameLst>
                                          <p:attrName>ppt_y</p:attrName>
                                        </p:attrNameLst>
                                      </p:cBhvr>
                                      <p:tavLst>
                                        <p:tav tm="0">
                                          <p:val>
                                            <p:strVal val="#ppt_y+.1"/>
                                          </p:val>
                                        </p:tav>
                                        <p:tav tm="100000">
                                          <p:val>
                                            <p:strVal val="#ppt_y"/>
                                          </p:val>
                                        </p:tav>
                                      </p:tavLst>
                                    </p:anim>
                                  </p:childTnLst>
                                </p:cTn>
                              </p:par>
                              <p:par>
                                <p:cTn id="25" presetID="47" presetClass="entr" presetSubtype="0" fill="hold" nodeType="withEffect">
                                  <p:stCondLst>
                                    <p:cond delay="90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1000"/>
                                        <p:tgtEl>
                                          <p:spTgt spid="12"/>
                                        </p:tgtEl>
                                      </p:cBhvr>
                                    </p:animEffect>
                                    <p:anim calcmode="lin" valueType="num">
                                      <p:cBhvr>
                                        <p:cTn id="28" dur="1000" fill="hold"/>
                                        <p:tgtEl>
                                          <p:spTgt spid="12"/>
                                        </p:tgtEl>
                                        <p:attrNameLst>
                                          <p:attrName>ppt_x</p:attrName>
                                        </p:attrNameLst>
                                      </p:cBhvr>
                                      <p:tavLst>
                                        <p:tav tm="0">
                                          <p:val>
                                            <p:strVal val="#ppt_x"/>
                                          </p:val>
                                        </p:tav>
                                        <p:tav tm="100000">
                                          <p:val>
                                            <p:strVal val="#ppt_x"/>
                                          </p:val>
                                        </p:tav>
                                      </p:tavLst>
                                    </p:anim>
                                    <p:anim calcmode="lin" valueType="num">
                                      <p:cBhvr>
                                        <p:cTn id="29" dur="1000" fill="hold"/>
                                        <p:tgtEl>
                                          <p:spTgt spid="12"/>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90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1000"/>
                                        <p:tgtEl>
                                          <p:spTgt spid="17"/>
                                        </p:tgtEl>
                                      </p:cBhvr>
                                    </p:animEffect>
                                    <p:anim calcmode="lin" valueType="num">
                                      <p:cBhvr>
                                        <p:cTn id="33" dur="1000" fill="hold"/>
                                        <p:tgtEl>
                                          <p:spTgt spid="17"/>
                                        </p:tgtEl>
                                        <p:attrNameLst>
                                          <p:attrName>ppt_x</p:attrName>
                                        </p:attrNameLst>
                                      </p:cBhvr>
                                      <p:tavLst>
                                        <p:tav tm="0">
                                          <p:val>
                                            <p:strVal val="#ppt_x"/>
                                          </p:val>
                                        </p:tav>
                                        <p:tav tm="100000">
                                          <p:val>
                                            <p:strVal val="#ppt_x"/>
                                          </p:val>
                                        </p:tav>
                                      </p:tavLst>
                                    </p:anim>
                                    <p:anim calcmode="lin" valueType="num">
                                      <p:cBhvr>
                                        <p:cTn id="34" dur="1000" fill="hold"/>
                                        <p:tgtEl>
                                          <p:spTgt spid="17"/>
                                        </p:tgtEl>
                                        <p:attrNameLst>
                                          <p:attrName>ppt_y</p:attrName>
                                        </p:attrNameLst>
                                      </p:cBhvr>
                                      <p:tavLst>
                                        <p:tav tm="0">
                                          <p:val>
                                            <p:strVal val="#ppt_y+.1"/>
                                          </p:val>
                                        </p:tav>
                                        <p:tav tm="100000">
                                          <p:val>
                                            <p:strVal val="#ppt_y"/>
                                          </p:val>
                                        </p:tav>
                                      </p:tavLst>
                                    </p:anim>
                                  </p:childTnLst>
                                </p:cTn>
                              </p:par>
                            </p:childTnLst>
                          </p:cTn>
                        </p:par>
                        <p:par>
                          <p:cTn id="35" fill="hold">
                            <p:stCondLst>
                              <p:cond delay="1900"/>
                            </p:stCondLst>
                            <p:childTnLst>
                              <p:par>
                                <p:cTn id="36" presetID="23" presetClass="entr" presetSubtype="528" fill="hold" nodeType="afterEffect">
                                  <p:stCondLst>
                                    <p:cond delay="0"/>
                                  </p:stCondLst>
                                  <p:childTnLst>
                                    <p:set>
                                      <p:cBhvr>
                                        <p:cTn id="37" dur="1" fill="hold">
                                          <p:stCondLst>
                                            <p:cond delay="0"/>
                                          </p:stCondLst>
                                        </p:cTn>
                                        <p:tgtEl>
                                          <p:spTgt spid="5"/>
                                        </p:tgtEl>
                                        <p:attrNameLst>
                                          <p:attrName>style.visibility</p:attrName>
                                        </p:attrNameLst>
                                      </p:cBhvr>
                                      <p:to>
                                        <p:strVal val="visible"/>
                                      </p:to>
                                    </p:set>
                                    <p:anim calcmode="lin" valueType="num">
                                      <p:cBhvr>
                                        <p:cTn id="38" dur="500" fill="hold"/>
                                        <p:tgtEl>
                                          <p:spTgt spid="5"/>
                                        </p:tgtEl>
                                        <p:attrNameLst>
                                          <p:attrName>ppt_w</p:attrName>
                                        </p:attrNameLst>
                                      </p:cBhvr>
                                      <p:tavLst>
                                        <p:tav tm="0">
                                          <p:val>
                                            <p:fltVal val="0"/>
                                          </p:val>
                                        </p:tav>
                                        <p:tav tm="100000">
                                          <p:val>
                                            <p:strVal val="#ppt_w"/>
                                          </p:val>
                                        </p:tav>
                                      </p:tavLst>
                                    </p:anim>
                                    <p:anim calcmode="lin" valueType="num">
                                      <p:cBhvr>
                                        <p:cTn id="39" dur="500" fill="hold"/>
                                        <p:tgtEl>
                                          <p:spTgt spid="5"/>
                                        </p:tgtEl>
                                        <p:attrNameLst>
                                          <p:attrName>ppt_h</p:attrName>
                                        </p:attrNameLst>
                                      </p:cBhvr>
                                      <p:tavLst>
                                        <p:tav tm="0">
                                          <p:val>
                                            <p:fltVal val="0"/>
                                          </p:val>
                                        </p:tav>
                                        <p:tav tm="100000">
                                          <p:val>
                                            <p:strVal val="#ppt_h"/>
                                          </p:val>
                                        </p:tav>
                                      </p:tavLst>
                                    </p:anim>
                                    <p:anim calcmode="lin" valueType="num">
                                      <p:cBhvr>
                                        <p:cTn id="40" dur="500" fill="hold"/>
                                        <p:tgtEl>
                                          <p:spTgt spid="5"/>
                                        </p:tgtEl>
                                        <p:attrNameLst>
                                          <p:attrName>ppt_x</p:attrName>
                                        </p:attrNameLst>
                                      </p:cBhvr>
                                      <p:tavLst>
                                        <p:tav tm="0">
                                          <p:val>
                                            <p:fltVal val="0.5"/>
                                          </p:val>
                                        </p:tav>
                                        <p:tav tm="100000">
                                          <p:val>
                                            <p:strVal val="#ppt_x"/>
                                          </p:val>
                                        </p:tav>
                                      </p:tavLst>
                                    </p:anim>
                                    <p:anim calcmode="lin" valueType="num">
                                      <p:cBhvr>
                                        <p:cTn id="41" dur="500" fill="hold"/>
                                        <p:tgtEl>
                                          <p:spTgt spid="5"/>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95486"/>
            <a:ext cx="611560" cy="369332"/>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3"/>
          <p:cNvSpPr txBox="1"/>
          <p:nvPr/>
        </p:nvSpPr>
        <p:spPr>
          <a:xfrm>
            <a:off x="683568" y="195486"/>
            <a:ext cx="3816424" cy="646331"/>
          </a:xfrm>
          <a:prstGeom prst="rect">
            <a:avLst/>
          </a:prstGeom>
          <a:noFill/>
        </p:spPr>
        <p:txBody>
          <a:bodyPr wrap="square" rtlCol="0">
            <a:spAutoFit/>
          </a:bodyPr>
          <a:lstStyle/>
          <a:p>
            <a:r>
              <a:rPr lang="zh-CN" altLang="en-US" dirty="0">
                <a:solidFill>
                  <a:srgbClr val="054487"/>
                </a:solidFill>
                <a:latin typeface="微软雅黑" pitchFamily="34" charset="-122"/>
                <a:ea typeface="微软雅黑" pitchFamily="34" charset="-122"/>
              </a:rPr>
              <a:t>输入你的标题 </a:t>
            </a:r>
            <a:r>
              <a:rPr lang="en-US" altLang="zh-CN" dirty="0">
                <a:solidFill>
                  <a:srgbClr val="054487"/>
                </a:solidFill>
                <a:latin typeface="微软雅黑" pitchFamily="34" charset="-122"/>
                <a:ea typeface="微软雅黑" pitchFamily="34" charset="-122"/>
              </a:rPr>
              <a:t>/Add your title</a:t>
            </a:r>
            <a:endParaRPr lang="zh-CN" altLang="en-US" dirty="0">
              <a:solidFill>
                <a:srgbClr val="054487"/>
              </a:solidFill>
              <a:latin typeface="微软雅黑" pitchFamily="34" charset="-122"/>
              <a:ea typeface="微软雅黑" pitchFamily="34" charset="-122"/>
            </a:endParaRPr>
          </a:p>
          <a:p>
            <a:endParaRPr lang="zh-CN" altLang="en-US" dirty="0">
              <a:solidFill>
                <a:srgbClr val="F46970"/>
              </a:solidFill>
              <a:latin typeface="微软雅黑" pitchFamily="34" charset="-122"/>
              <a:ea typeface="微软雅黑" pitchFamily="34" charset="-122"/>
            </a:endParaRPr>
          </a:p>
        </p:txBody>
      </p:sp>
      <p:sp>
        <p:nvSpPr>
          <p:cNvPr id="5" name="椭圆 4"/>
          <p:cNvSpPr/>
          <p:nvPr/>
        </p:nvSpPr>
        <p:spPr>
          <a:xfrm>
            <a:off x="5940152" y="3893688"/>
            <a:ext cx="1126616" cy="1126616"/>
          </a:xfrm>
          <a:prstGeom prst="ellipse">
            <a:avLst/>
          </a:prstGeom>
          <a:gradFill>
            <a:gsLst>
              <a:gs pos="15000">
                <a:srgbClr val="00B0F0"/>
              </a:gs>
              <a:gs pos="31000">
                <a:srgbClr val="0070C0"/>
              </a:gs>
              <a:gs pos="63000">
                <a:srgbClr val="FFFB6C">
                  <a:alpha val="0"/>
                </a:srgbClr>
              </a:gs>
            </a:gsLst>
            <a:path path="shape">
              <a:fillToRect l="50000" t="50000" r="50000" b="50000"/>
            </a:path>
          </a:gradFill>
          <a:ln w="25400" cap="flat" cmpd="sng" algn="ctr">
            <a:noFill/>
            <a:prstDash val="solid"/>
          </a:ln>
          <a:effectLst>
            <a:glow rad="127000">
              <a:srgbClr val="5D552C">
                <a:alpha val="4000"/>
              </a:srgbClr>
            </a:glow>
            <a:softEdge rad="0"/>
          </a:effectLst>
        </p:spPr>
        <p:txBody>
          <a:bodyPr lIns="68580" tIns="34290" rIns="68580" bIns="34290" rtlCol="0" anchor="ctr"/>
          <a:lstStyle/>
          <a:p>
            <a:pPr algn="ctr">
              <a:defRPr/>
            </a:pPr>
            <a:endParaRPr lang="zh-CN" altLang="en-US" kern="0" dirty="0">
              <a:solidFill>
                <a:prstClr val="black"/>
              </a:solidFill>
              <a:ea typeface="微软雅黑" pitchFamily="34" charset="-122"/>
            </a:endParaRPr>
          </a:p>
        </p:txBody>
      </p:sp>
      <p:sp>
        <p:nvSpPr>
          <p:cNvPr id="6" name="任意多边形 5"/>
          <p:cNvSpPr/>
          <p:nvPr/>
        </p:nvSpPr>
        <p:spPr>
          <a:xfrm>
            <a:off x="4892637" y="1255294"/>
            <a:ext cx="3146805" cy="3885177"/>
          </a:xfrm>
          <a:custGeom>
            <a:avLst/>
            <a:gdLst>
              <a:gd name="connsiteX0" fmla="*/ 1743740 w 3742661"/>
              <a:gd name="connsiteY0" fmla="*/ 4476307 h 4476307"/>
              <a:gd name="connsiteX1" fmla="*/ 1796903 w 3742661"/>
              <a:gd name="connsiteY1" fmla="*/ 3785190 h 4476307"/>
              <a:gd name="connsiteX2" fmla="*/ 1307805 w 3742661"/>
              <a:gd name="connsiteY2" fmla="*/ 3381153 h 4476307"/>
              <a:gd name="connsiteX3" fmla="*/ 31898 w 3742661"/>
              <a:gd name="connsiteY3" fmla="*/ 2945218 h 4476307"/>
              <a:gd name="connsiteX4" fmla="*/ 1127052 w 3742661"/>
              <a:gd name="connsiteY4" fmla="*/ 3242930 h 4476307"/>
              <a:gd name="connsiteX5" fmla="*/ 393405 w 3742661"/>
              <a:gd name="connsiteY5" fmla="*/ 2456121 h 4476307"/>
              <a:gd name="connsiteX6" fmla="*/ 1775638 w 3742661"/>
              <a:gd name="connsiteY6" fmla="*/ 3519376 h 4476307"/>
              <a:gd name="connsiteX7" fmla="*/ 1679945 w 3742661"/>
              <a:gd name="connsiteY7" fmla="*/ 2392325 h 4476307"/>
              <a:gd name="connsiteX8" fmla="*/ 0 w 3742661"/>
              <a:gd name="connsiteY8" fmla="*/ 754911 h 4476307"/>
              <a:gd name="connsiteX9" fmla="*/ 988828 w 3742661"/>
              <a:gd name="connsiteY9" fmla="*/ 1924493 h 4476307"/>
              <a:gd name="connsiteX10" fmla="*/ 1137684 w 3742661"/>
              <a:gd name="connsiteY10" fmla="*/ 861237 h 4476307"/>
              <a:gd name="connsiteX11" fmla="*/ 1222745 w 3742661"/>
              <a:gd name="connsiteY11" fmla="*/ 2062716 h 4476307"/>
              <a:gd name="connsiteX12" fmla="*/ 1690577 w 3742661"/>
              <a:gd name="connsiteY12" fmla="*/ 2190307 h 4476307"/>
              <a:gd name="connsiteX13" fmla="*/ 1956391 w 3742661"/>
              <a:gd name="connsiteY13" fmla="*/ 0 h 4476307"/>
              <a:gd name="connsiteX14" fmla="*/ 2083982 w 3742661"/>
              <a:gd name="connsiteY14" fmla="*/ 978195 h 4476307"/>
              <a:gd name="connsiteX15" fmla="*/ 1881963 w 3742661"/>
              <a:gd name="connsiteY15" fmla="*/ 2232837 h 4476307"/>
              <a:gd name="connsiteX16" fmla="*/ 2041452 w 3742661"/>
              <a:gd name="connsiteY16" fmla="*/ 3030279 h 4476307"/>
              <a:gd name="connsiteX17" fmla="*/ 2647507 w 3742661"/>
              <a:gd name="connsiteY17" fmla="*/ 2519916 h 4476307"/>
              <a:gd name="connsiteX18" fmla="*/ 2849526 w 3742661"/>
              <a:gd name="connsiteY18" fmla="*/ 1307804 h 4476307"/>
              <a:gd name="connsiteX19" fmla="*/ 2838893 w 3742661"/>
              <a:gd name="connsiteY19" fmla="*/ 2371060 h 4476307"/>
              <a:gd name="connsiteX20" fmla="*/ 3742661 w 3742661"/>
              <a:gd name="connsiteY20" fmla="*/ 1148316 h 4476307"/>
              <a:gd name="connsiteX21" fmla="*/ 2222205 w 3742661"/>
              <a:gd name="connsiteY21" fmla="*/ 3370521 h 4476307"/>
              <a:gd name="connsiteX22" fmla="*/ 2169042 w 3742661"/>
              <a:gd name="connsiteY22" fmla="*/ 3817088 h 4476307"/>
              <a:gd name="connsiteX23" fmla="*/ 3317358 w 3742661"/>
              <a:gd name="connsiteY23" fmla="*/ 3094074 h 4476307"/>
              <a:gd name="connsiteX24" fmla="*/ 2190307 w 3742661"/>
              <a:gd name="connsiteY24" fmla="*/ 4051004 h 4476307"/>
              <a:gd name="connsiteX25" fmla="*/ 2232838 w 3742661"/>
              <a:gd name="connsiteY25" fmla="*/ 4476307 h 4476307"/>
              <a:gd name="connsiteX26" fmla="*/ 1743740 w 3742661"/>
              <a:gd name="connsiteY26" fmla="*/ 4476307 h 4476307"/>
              <a:gd name="connsiteX0" fmla="*/ 1743740 w 3742661"/>
              <a:gd name="connsiteY0" fmla="*/ 4492350 h 4492350"/>
              <a:gd name="connsiteX1" fmla="*/ 1796903 w 3742661"/>
              <a:gd name="connsiteY1" fmla="*/ 3785190 h 4492350"/>
              <a:gd name="connsiteX2" fmla="*/ 1307805 w 3742661"/>
              <a:gd name="connsiteY2" fmla="*/ 3381153 h 4492350"/>
              <a:gd name="connsiteX3" fmla="*/ 31898 w 3742661"/>
              <a:gd name="connsiteY3" fmla="*/ 2945218 h 4492350"/>
              <a:gd name="connsiteX4" fmla="*/ 1127052 w 3742661"/>
              <a:gd name="connsiteY4" fmla="*/ 3242930 h 4492350"/>
              <a:gd name="connsiteX5" fmla="*/ 393405 w 3742661"/>
              <a:gd name="connsiteY5" fmla="*/ 2456121 h 4492350"/>
              <a:gd name="connsiteX6" fmla="*/ 1775638 w 3742661"/>
              <a:gd name="connsiteY6" fmla="*/ 3519376 h 4492350"/>
              <a:gd name="connsiteX7" fmla="*/ 1679945 w 3742661"/>
              <a:gd name="connsiteY7" fmla="*/ 2392325 h 4492350"/>
              <a:gd name="connsiteX8" fmla="*/ 0 w 3742661"/>
              <a:gd name="connsiteY8" fmla="*/ 754911 h 4492350"/>
              <a:gd name="connsiteX9" fmla="*/ 988828 w 3742661"/>
              <a:gd name="connsiteY9" fmla="*/ 1924493 h 4492350"/>
              <a:gd name="connsiteX10" fmla="*/ 1137684 w 3742661"/>
              <a:gd name="connsiteY10" fmla="*/ 861237 h 4492350"/>
              <a:gd name="connsiteX11" fmla="*/ 1222745 w 3742661"/>
              <a:gd name="connsiteY11" fmla="*/ 2062716 h 4492350"/>
              <a:gd name="connsiteX12" fmla="*/ 1690577 w 3742661"/>
              <a:gd name="connsiteY12" fmla="*/ 2190307 h 4492350"/>
              <a:gd name="connsiteX13" fmla="*/ 1956391 w 3742661"/>
              <a:gd name="connsiteY13" fmla="*/ 0 h 4492350"/>
              <a:gd name="connsiteX14" fmla="*/ 2083982 w 3742661"/>
              <a:gd name="connsiteY14" fmla="*/ 978195 h 4492350"/>
              <a:gd name="connsiteX15" fmla="*/ 1881963 w 3742661"/>
              <a:gd name="connsiteY15" fmla="*/ 2232837 h 4492350"/>
              <a:gd name="connsiteX16" fmla="*/ 2041452 w 3742661"/>
              <a:gd name="connsiteY16" fmla="*/ 3030279 h 4492350"/>
              <a:gd name="connsiteX17" fmla="*/ 2647507 w 3742661"/>
              <a:gd name="connsiteY17" fmla="*/ 2519916 h 4492350"/>
              <a:gd name="connsiteX18" fmla="*/ 2849526 w 3742661"/>
              <a:gd name="connsiteY18" fmla="*/ 1307804 h 4492350"/>
              <a:gd name="connsiteX19" fmla="*/ 2838893 w 3742661"/>
              <a:gd name="connsiteY19" fmla="*/ 2371060 h 4492350"/>
              <a:gd name="connsiteX20" fmla="*/ 3742661 w 3742661"/>
              <a:gd name="connsiteY20" fmla="*/ 1148316 h 4492350"/>
              <a:gd name="connsiteX21" fmla="*/ 2222205 w 3742661"/>
              <a:gd name="connsiteY21" fmla="*/ 3370521 h 4492350"/>
              <a:gd name="connsiteX22" fmla="*/ 2169042 w 3742661"/>
              <a:gd name="connsiteY22" fmla="*/ 3817088 h 4492350"/>
              <a:gd name="connsiteX23" fmla="*/ 3317358 w 3742661"/>
              <a:gd name="connsiteY23" fmla="*/ 3094074 h 4492350"/>
              <a:gd name="connsiteX24" fmla="*/ 2190307 w 3742661"/>
              <a:gd name="connsiteY24" fmla="*/ 4051004 h 4492350"/>
              <a:gd name="connsiteX25" fmla="*/ 2232838 w 3742661"/>
              <a:gd name="connsiteY25" fmla="*/ 4476307 h 4492350"/>
              <a:gd name="connsiteX26" fmla="*/ 1743740 w 3742661"/>
              <a:gd name="connsiteY26" fmla="*/ 4492350 h 4492350"/>
              <a:gd name="connsiteX0" fmla="*/ 1743740 w 3742661"/>
              <a:gd name="connsiteY0" fmla="*/ 4492350 h 4492350"/>
              <a:gd name="connsiteX1" fmla="*/ 1796903 w 3742661"/>
              <a:gd name="connsiteY1" fmla="*/ 3785190 h 4492350"/>
              <a:gd name="connsiteX2" fmla="*/ 1307805 w 3742661"/>
              <a:gd name="connsiteY2" fmla="*/ 3381153 h 4492350"/>
              <a:gd name="connsiteX3" fmla="*/ 31898 w 3742661"/>
              <a:gd name="connsiteY3" fmla="*/ 2945218 h 4492350"/>
              <a:gd name="connsiteX4" fmla="*/ 1127052 w 3742661"/>
              <a:gd name="connsiteY4" fmla="*/ 3242930 h 4492350"/>
              <a:gd name="connsiteX5" fmla="*/ 393405 w 3742661"/>
              <a:gd name="connsiteY5" fmla="*/ 2456121 h 4492350"/>
              <a:gd name="connsiteX6" fmla="*/ 1775638 w 3742661"/>
              <a:gd name="connsiteY6" fmla="*/ 3519376 h 4492350"/>
              <a:gd name="connsiteX7" fmla="*/ 1679945 w 3742661"/>
              <a:gd name="connsiteY7" fmla="*/ 2392325 h 4492350"/>
              <a:gd name="connsiteX8" fmla="*/ 0 w 3742661"/>
              <a:gd name="connsiteY8" fmla="*/ 754911 h 4492350"/>
              <a:gd name="connsiteX9" fmla="*/ 988828 w 3742661"/>
              <a:gd name="connsiteY9" fmla="*/ 1924493 h 4492350"/>
              <a:gd name="connsiteX10" fmla="*/ 1137684 w 3742661"/>
              <a:gd name="connsiteY10" fmla="*/ 861237 h 4492350"/>
              <a:gd name="connsiteX11" fmla="*/ 1222745 w 3742661"/>
              <a:gd name="connsiteY11" fmla="*/ 2062716 h 4492350"/>
              <a:gd name="connsiteX12" fmla="*/ 1690577 w 3742661"/>
              <a:gd name="connsiteY12" fmla="*/ 2190307 h 4492350"/>
              <a:gd name="connsiteX13" fmla="*/ 1956391 w 3742661"/>
              <a:gd name="connsiteY13" fmla="*/ 0 h 4492350"/>
              <a:gd name="connsiteX14" fmla="*/ 2083982 w 3742661"/>
              <a:gd name="connsiteY14" fmla="*/ 978195 h 4492350"/>
              <a:gd name="connsiteX15" fmla="*/ 1881963 w 3742661"/>
              <a:gd name="connsiteY15" fmla="*/ 2232837 h 4492350"/>
              <a:gd name="connsiteX16" fmla="*/ 2041452 w 3742661"/>
              <a:gd name="connsiteY16" fmla="*/ 3030279 h 4492350"/>
              <a:gd name="connsiteX17" fmla="*/ 2647507 w 3742661"/>
              <a:gd name="connsiteY17" fmla="*/ 2519916 h 4492350"/>
              <a:gd name="connsiteX18" fmla="*/ 2849526 w 3742661"/>
              <a:gd name="connsiteY18" fmla="*/ 1307804 h 4492350"/>
              <a:gd name="connsiteX19" fmla="*/ 2838893 w 3742661"/>
              <a:gd name="connsiteY19" fmla="*/ 2371060 h 4492350"/>
              <a:gd name="connsiteX20" fmla="*/ 3742661 w 3742661"/>
              <a:gd name="connsiteY20" fmla="*/ 1148316 h 4492350"/>
              <a:gd name="connsiteX21" fmla="*/ 2222205 w 3742661"/>
              <a:gd name="connsiteY21" fmla="*/ 3370521 h 4492350"/>
              <a:gd name="connsiteX22" fmla="*/ 2169042 w 3742661"/>
              <a:gd name="connsiteY22" fmla="*/ 3817088 h 4492350"/>
              <a:gd name="connsiteX23" fmla="*/ 3317358 w 3742661"/>
              <a:gd name="connsiteY23" fmla="*/ 3094074 h 4492350"/>
              <a:gd name="connsiteX24" fmla="*/ 2190307 w 3742661"/>
              <a:gd name="connsiteY24" fmla="*/ 4051004 h 4492350"/>
              <a:gd name="connsiteX25" fmla="*/ 2232838 w 3742661"/>
              <a:gd name="connsiteY25" fmla="*/ 4476307 h 4492350"/>
              <a:gd name="connsiteX26" fmla="*/ 2218194 w 3742661"/>
              <a:gd name="connsiteY26" fmla="*/ 4491415 h 4492350"/>
              <a:gd name="connsiteX27" fmla="*/ 1743740 w 3742661"/>
              <a:gd name="connsiteY27" fmla="*/ 4492350 h 4492350"/>
              <a:gd name="connsiteX0" fmla="*/ 1743740 w 3742661"/>
              <a:gd name="connsiteY0" fmla="*/ 4492350 h 4492350"/>
              <a:gd name="connsiteX1" fmla="*/ 1796903 w 3742661"/>
              <a:gd name="connsiteY1" fmla="*/ 3785190 h 4492350"/>
              <a:gd name="connsiteX2" fmla="*/ 1307805 w 3742661"/>
              <a:gd name="connsiteY2" fmla="*/ 3381153 h 4492350"/>
              <a:gd name="connsiteX3" fmla="*/ 31898 w 3742661"/>
              <a:gd name="connsiteY3" fmla="*/ 2945218 h 4492350"/>
              <a:gd name="connsiteX4" fmla="*/ 1127052 w 3742661"/>
              <a:gd name="connsiteY4" fmla="*/ 3242930 h 4492350"/>
              <a:gd name="connsiteX5" fmla="*/ 393405 w 3742661"/>
              <a:gd name="connsiteY5" fmla="*/ 2456121 h 4492350"/>
              <a:gd name="connsiteX6" fmla="*/ 1775638 w 3742661"/>
              <a:gd name="connsiteY6" fmla="*/ 3519376 h 4492350"/>
              <a:gd name="connsiteX7" fmla="*/ 1679945 w 3742661"/>
              <a:gd name="connsiteY7" fmla="*/ 2392325 h 4492350"/>
              <a:gd name="connsiteX8" fmla="*/ 0 w 3742661"/>
              <a:gd name="connsiteY8" fmla="*/ 754911 h 4492350"/>
              <a:gd name="connsiteX9" fmla="*/ 988828 w 3742661"/>
              <a:gd name="connsiteY9" fmla="*/ 1924493 h 4492350"/>
              <a:gd name="connsiteX10" fmla="*/ 1137684 w 3742661"/>
              <a:gd name="connsiteY10" fmla="*/ 861237 h 4492350"/>
              <a:gd name="connsiteX11" fmla="*/ 1222745 w 3742661"/>
              <a:gd name="connsiteY11" fmla="*/ 2062716 h 4492350"/>
              <a:gd name="connsiteX12" fmla="*/ 1690577 w 3742661"/>
              <a:gd name="connsiteY12" fmla="*/ 2190307 h 4492350"/>
              <a:gd name="connsiteX13" fmla="*/ 1956391 w 3742661"/>
              <a:gd name="connsiteY13" fmla="*/ 0 h 4492350"/>
              <a:gd name="connsiteX14" fmla="*/ 2083982 w 3742661"/>
              <a:gd name="connsiteY14" fmla="*/ 978195 h 4492350"/>
              <a:gd name="connsiteX15" fmla="*/ 1881963 w 3742661"/>
              <a:gd name="connsiteY15" fmla="*/ 2232837 h 4492350"/>
              <a:gd name="connsiteX16" fmla="*/ 2041452 w 3742661"/>
              <a:gd name="connsiteY16" fmla="*/ 3030279 h 4492350"/>
              <a:gd name="connsiteX17" fmla="*/ 2647507 w 3742661"/>
              <a:gd name="connsiteY17" fmla="*/ 2519916 h 4492350"/>
              <a:gd name="connsiteX18" fmla="*/ 2849526 w 3742661"/>
              <a:gd name="connsiteY18" fmla="*/ 1307804 h 4492350"/>
              <a:gd name="connsiteX19" fmla="*/ 2838893 w 3742661"/>
              <a:gd name="connsiteY19" fmla="*/ 2371060 h 4492350"/>
              <a:gd name="connsiteX20" fmla="*/ 3742661 w 3742661"/>
              <a:gd name="connsiteY20" fmla="*/ 1148316 h 4492350"/>
              <a:gd name="connsiteX21" fmla="*/ 2222205 w 3742661"/>
              <a:gd name="connsiteY21" fmla="*/ 3370521 h 4492350"/>
              <a:gd name="connsiteX22" fmla="*/ 2169042 w 3742661"/>
              <a:gd name="connsiteY22" fmla="*/ 3817088 h 4492350"/>
              <a:gd name="connsiteX23" fmla="*/ 3317358 w 3742661"/>
              <a:gd name="connsiteY23" fmla="*/ 3094074 h 4492350"/>
              <a:gd name="connsiteX24" fmla="*/ 2190307 w 3742661"/>
              <a:gd name="connsiteY24" fmla="*/ 4051004 h 4492350"/>
              <a:gd name="connsiteX25" fmla="*/ 2232838 w 3742661"/>
              <a:gd name="connsiteY25" fmla="*/ 4476307 h 4492350"/>
              <a:gd name="connsiteX26" fmla="*/ 2218194 w 3742661"/>
              <a:gd name="connsiteY26" fmla="*/ 4491415 h 4492350"/>
              <a:gd name="connsiteX27" fmla="*/ 1743740 w 3742661"/>
              <a:gd name="connsiteY27" fmla="*/ 4492350 h 4492350"/>
              <a:gd name="connsiteX0" fmla="*/ 1743740 w 3742661"/>
              <a:gd name="connsiteY0" fmla="*/ 4492350 h 4492350"/>
              <a:gd name="connsiteX1" fmla="*/ 1796903 w 3742661"/>
              <a:gd name="connsiteY1" fmla="*/ 3785190 h 4492350"/>
              <a:gd name="connsiteX2" fmla="*/ 1307805 w 3742661"/>
              <a:gd name="connsiteY2" fmla="*/ 3381153 h 4492350"/>
              <a:gd name="connsiteX3" fmla="*/ 31898 w 3742661"/>
              <a:gd name="connsiteY3" fmla="*/ 2945218 h 4492350"/>
              <a:gd name="connsiteX4" fmla="*/ 1127052 w 3742661"/>
              <a:gd name="connsiteY4" fmla="*/ 3242930 h 4492350"/>
              <a:gd name="connsiteX5" fmla="*/ 393405 w 3742661"/>
              <a:gd name="connsiteY5" fmla="*/ 2456121 h 4492350"/>
              <a:gd name="connsiteX6" fmla="*/ 1775638 w 3742661"/>
              <a:gd name="connsiteY6" fmla="*/ 3519376 h 4492350"/>
              <a:gd name="connsiteX7" fmla="*/ 1679945 w 3742661"/>
              <a:gd name="connsiteY7" fmla="*/ 2392325 h 4492350"/>
              <a:gd name="connsiteX8" fmla="*/ 0 w 3742661"/>
              <a:gd name="connsiteY8" fmla="*/ 754911 h 4492350"/>
              <a:gd name="connsiteX9" fmla="*/ 988828 w 3742661"/>
              <a:gd name="connsiteY9" fmla="*/ 1924493 h 4492350"/>
              <a:gd name="connsiteX10" fmla="*/ 1137684 w 3742661"/>
              <a:gd name="connsiteY10" fmla="*/ 861237 h 4492350"/>
              <a:gd name="connsiteX11" fmla="*/ 1222745 w 3742661"/>
              <a:gd name="connsiteY11" fmla="*/ 2062716 h 4492350"/>
              <a:gd name="connsiteX12" fmla="*/ 1690577 w 3742661"/>
              <a:gd name="connsiteY12" fmla="*/ 2190307 h 4492350"/>
              <a:gd name="connsiteX13" fmla="*/ 1956391 w 3742661"/>
              <a:gd name="connsiteY13" fmla="*/ 0 h 4492350"/>
              <a:gd name="connsiteX14" fmla="*/ 2083982 w 3742661"/>
              <a:gd name="connsiteY14" fmla="*/ 978195 h 4492350"/>
              <a:gd name="connsiteX15" fmla="*/ 1881963 w 3742661"/>
              <a:gd name="connsiteY15" fmla="*/ 2232837 h 4492350"/>
              <a:gd name="connsiteX16" fmla="*/ 2041452 w 3742661"/>
              <a:gd name="connsiteY16" fmla="*/ 3030279 h 4492350"/>
              <a:gd name="connsiteX17" fmla="*/ 2647507 w 3742661"/>
              <a:gd name="connsiteY17" fmla="*/ 2519916 h 4492350"/>
              <a:gd name="connsiteX18" fmla="*/ 2849526 w 3742661"/>
              <a:gd name="connsiteY18" fmla="*/ 1307804 h 4492350"/>
              <a:gd name="connsiteX19" fmla="*/ 2838893 w 3742661"/>
              <a:gd name="connsiteY19" fmla="*/ 2371060 h 4492350"/>
              <a:gd name="connsiteX20" fmla="*/ 3742661 w 3742661"/>
              <a:gd name="connsiteY20" fmla="*/ 1148316 h 4492350"/>
              <a:gd name="connsiteX21" fmla="*/ 2222205 w 3742661"/>
              <a:gd name="connsiteY21" fmla="*/ 3370521 h 4492350"/>
              <a:gd name="connsiteX22" fmla="*/ 2169042 w 3742661"/>
              <a:gd name="connsiteY22" fmla="*/ 3817088 h 4492350"/>
              <a:gd name="connsiteX23" fmla="*/ 3317358 w 3742661"/>
              <a:gd name="connsiteY23" fmla="*/ 3094074 h 4492350"/>
              <a:gd name="connsiteX24" fmla="*/ 2190307 w 3742661"/>
              <a:gd name="connsiteY24" fmla="*/ 4051004 h 4492350"/>
              <a:gd name="connsiteX25" fmla="*/ 2232838 w 3742661"/>
              <a:gd name="connsiteY25" fmla="*/ 4476307 h 4492350"/>
              <a:gd name="connsiteX26" fmla="*/ 2218194 w 3742661"/>
              <a:gd name="connsiteY26" fmla="*/ 4491415 h 4492350"/>
              <a:gd name="connsiteX27" fmla="*/ 1743740 w 3742661"/>
              <a:gd name="connsiteY27" fmla="*/ 4492350 h 4492350"/>
              <a:gd name="connsiteX0" fmla="*/ 1743740 w 3742661"/>
              <a:gd name="connsiteY0" fmla="*/ 4492350 h 4492350"/>
              <a:gd name="connsiteX1" fmla="*/ 1796903 w 3742661"/>
              <a:gd name="connsiteY1" fmla="*/ 3785190 h 4492350"/>
              <a:gd name="connsiteX2" fmla="*/ 1307805 w 3742661"/>
              <a:gd name="connsiteY2" fmla="*/ 3381153 h 4492350"/>
              <a:gd name="connsiteX3" fmla="*/ 31898 w 3742661"/>
              <a:gd name="connsiteY3" fmla="*/ 2945218 h 4492350"/>
              <a:gd name="connsiteX4" fmla="*/ 1127052 w 3742661"/>
              <a:gd name="connsiteY4" fmla="*/ 3242930 h 4492350"/>
              <a:gd name="connsiteX5" fmla="*/ 393405 w 3742661"/>
              <a:gd name="connsiteY5" fmla="*/ 2456121 h 4492350"/>
              <a:gd name="connsiteX6" fmla="*/ 1775638 w 3742661"/>
              <a:gd name="connsiteY6" fmla="*/ 3519376 h 4492350"/>
              <a:gd name="connsiteX7" fmla="*/ 1679945 w 3742661"/>
              <a:gd name="connsiteY7" fmla="*/ 2392325 h 4492350"/>
              <a:gd name="connsiteX8" fmla="*/ 0 w 3742661"/>
              <a:gd name="connsiteY8" fmla="*/ 754911 h 4492350"/>
              <a:gd name="connsiteX9" fmla="*/ 988828 w 3742661"/>
              <a:gd name="connsiteY9" fmla="*/ 1924493 h 4492350"/>
              <a:gd name="connsiteX10" fmla="*/ 1137684 w 3742661"/>
              <a:gd name="connsiteY10" fmla="*/ 861237 h 4492350"/>
              <a:gd name="connsiteX11" fmla="*/ 1222745 w 3742661"/>
              <a:gd name="connsiteY11" fmla="*/ 2062716 h 4492350"/>
              <a:gd name="connsiteX12" fmla="*/ 1690577 w 3742661"/>
              <a:gd name="connsiteY12" fmla="*/ 2190307 h 4492350"/>
              <a:gd name="connsiteX13" fmla="*/ 1956391 w 3742661"/>
              <a:gd name="connsiteY13" fmla="*/ 0 h 4492350"/>
              <a:gd name="connsiteX14" fmla="*/ 2083982 w 3742661"/>
              <a:gd name="connsiteY14" fmla="*/ 978195 h 4492350"/>
              <a:gd name="connsiteX15" fmla="*/ 1881963 w 3742661"/>
              <a:gd name="connsiteY15" fmla="*/ 2232837 h 4492350"/>
              <a:gd name="connsiteX16" fmla="*/ 2041452 w 3742661"/>
              <a:gd name="connsiteY16" fmla="*/ 3030279 h 4492350"/>
              <a:gd name="connsiteX17" fmla="*/ 2647507 w 3742661"/>
              <a:gd name="connsiteY17" fmla="*/ 2519916 h 4492350"/>
              <a:gd name="connsiteX18" fmla="*/ 2849526 w 3742661"/>
              <a:gd name="connsiteY18" fmla="*/ 1307804 h 4492350"/>
              <a:gd name="connsiteX19" fmla="*/ 2838893 w 3742661"/>
              <a:gd name="connsiteY19" fmla="*/ 2371060 h 4492350"/>
              <a:gd name="connsiteX20" fmla="*/ 3742661 w 3742661"/>
              <a:gd name="connsiteY20" fmla="*/ 1148316 h 4492350"/>
              <a:gd name="connsiteX21" fmla="*/ 2222205 w 3742661"/>
              <a:gd name="connsiteY21" fmla="*/ 3370521 h 4492350"/>
              <a:gd name="connsiteX22" fmla="*/ 2169042 w 3742661"/>
              <a:gd name="connsiteY22" fmla="*/ 3817088 h 4492350"/>
              <a:gd name="connsiteX23" fmla="*/ 3317358 w 3742661"/>
              <a:gd name="connsiteY23" fmla="*/ 3094074 h 4492350"/>
              <a:gd name="connsiteX24" fmla="*/ 2190307 w 3742661"/>
              <a:gd name="connsiteY24" fmla="*/ 4051004 h 4492350"/>
              <a:gd name="connsiteX25" fmla="*/ 2232838 w 3742661"/>
              <a:gd name="connsiteY25" fmla="*/ 4476307 h 4492350"/>
              <a:gd name="connsiteX26" fmla="*/ 2218194 w 3742661"/>
              <a:gd name="connsiteY26" fmla="*/ 4491415 h 4492350"/>
              <a:gd name="connsiteX27" fmla="*/ 1743740 w 3742661"/>
              <a:gd name="connsiteY27" fmla="*/ 4492350 h 4492350"/>
              <a:gd name="connsiteX0" fmla="*/ 1743740 w 3742661"/>
              <a:gd name="connsiteY0" fmla="*/ 4492350 h 4492350"/>
              <a:gd name="connsiteX1" fmla="*/ 1796903 w 3742661"/>
              <a:gd name="connsiteY1" fmla="*/ 3785190 h 4492350"/>
              <a:gd name="connsiteX2" fmla="*/ 1307805 w 3742661"/>
              <a:gd name="connsiteY2" fmla="*/ 3381153 h 4492350"/>
              <a:gd name="connsiteX3" fmla="*/ 31898 w 3742661"/>
              <a:gd name="connsiteY3" fmla="*/ 2945218 h 4492350"/>
              <a:gd name="connsiteX4" fmla="*/ 1127052 w 3742661"/>
              <a:gd name="connsiteY4" fmla="*/ 3242930 h 4492350"/>
              <a:gd name="connsiteX5" fmla="*/ 393405 w 3742661"/>
              <a:gd name="connsiteY5" fmla="*/ 2456121 h 4492350"/>
              <a:gd name="connsiteX6" fmla="*/ 1775638 w 3742661"/>
              <a:gd name="connsiteY6" fmla="*/ 3519376 h 4492350"/>
              <a:gd name="connsiteX7" fmla="*/ 1679945 w 3742661"/>
              <a:gd name="connsiteY7" fmla="*/ 2392325 h 4492350"/>
              <a:gd name="connsiteX8" fmla="*/ 0 w 3742661"/>
              <a:gd name="connsiteY8" fmla="*/ 754911 h 4492350"/>
              <a:gd name="connsiteX9" fmla="*/ 988828 w 3742661"/>
              <a:gd name="connsiteY9" fmla="*/ 1924493 h 4492350"/>
              <a:gd name="connsiteX10" fmla="*/ 1137684 w 3742661"/>
              <a:gd name="connsiteY10" fmla="*/ 861237 h 4492350"/>
              <a:gd name="connsiteX11" fmla="*/ 1222745 w 3742661"/>
              <a:gd name="connsiteY11" fmla="*/ 2062716 h 4492350"/>
              <a:gd name="connsiteX12" fmla="*/ 1690577 w 3742661"/>
              <a:gd name="connsiteY12" fmla="*/ 2190307 h 4492350"/>
              <a:gd name="connsiteX13" fmla="*/ 1956391 w 3742661"/>
              <a:gd name="connsiteY13" fmla="*/ 0 h 4492350"/>
              <a:gd name="connsiteX14" fmla="*/ 2083982 w 3742661"/>
              <a:gd name="connsiteY14" fmla="*/ 978195 h 4492350"/>
              <a:gd name="connsiteX15" fmla="*/ 1881963 w 3742661"/>
              <a:gd name="connsiteY15" fmla="*/ 2232837 h 4492350"/>
              <a:gd name="connsiteX16" fmla="*/ 2041452 w 3742661"/>
              <a:gd name="connsiteY16" fmla="*/ 3030279 h 4492350"/>
              <a:gd name="connsiteX17" fmla="*/ 2647507 w 3742661"/>
              <a:gd name="connsiteY17" fmla="*/ 2519916 h 4492350"/>
              <a:gd name="connsiteX18" fmla="*/ 2849526 w 3742661"/>
              <a:gd name="connsiteY18" fmla="*/ 1307804 h 4492350"/>
              <a:gd name="connsiteX19" fmla="*/ 2838893 w 3742661"/>
              <a:gd name="connsiteY19" fmla="*/ 2371060 h 4492350"/>
              <a:gd name="connsiteX20" fmla="*/ 3742661 w 3742661"/>
              <a:gd name="connsiteY20" fmla="*/ 1148316 h 4492350"/>
              <a:gd name="connsiteX21" fmla="*/ 2222205 w 3742661"/>
              <a:gd name="connsiteY21" fmla="*/ 3370521 h 4492350"/>
              <a:gd name="connsiteX22" fmla="*/ 2169042 w 3742661"/>
              <a:gd name="connsiteY22" fmla="*/ 3817088 h 4492350"/>
              <a:gd name="connsiteX23" fmla="*/ 3317358 w 3742661"/>
              <a:gd name="connsiteY23" fmla="*/ 3094074 h 4492350"/>
              <a:gd name="connsiteX24" fmla="*/ 2194317 w 3742661"/>
              <a:gd name="connsiteY24" fmla="*/ 4030951 h 4492350"/>
              <a:gd name="connsiteX25" fmla="*/ 2232838 w 3742661"/>
              <a:gd name="connsiteY25" fmla="*/ 4476307 h 4492350"/>
              <a:gd name="connsiteX26" fmla="*/ 2218194 w 3742661"/>
              <a:gd name="connsiteY26" fmla="*/ 4491415 h 4492350"/>
              <a:gd name="connsiteX27" fmla="*/ 1743740 w 3742661"/>
              <a:gd name="connsiteY27" fmla="*/ 4492350 h 4492350"/>
              <a:gd name="connsiteX0" fmla="*/ 1743740 w 3742661"/>
              <a:gd name="connsiteY0" fmla="*/ 4492350 h 4492350"/>
              <a:gd name="connsiteX1" fmla="*/ 1796903 w 3742661"/>
              <a:gd name="connsiteY1" fmla="*/ 3785190 h 4492350"/>
              <a:gd name="connsiteX2" fmla="*/ 1307805 w 3742661"/>
              <a:gd name="connsiteY2" fmla="*/ 3381153 h 4492350"/>
              <a:gd name="connsiteX3" fmla="*/ 31898 w 3742661"/>
              <a:gd name="connsiteY3" fmla="*/ 2945218 h 4492350"/>
              <a:gd name="connsiteX4" fmla="*/ 1127052 w 3742661"/>
              <a:gd name="connsiteY4" fmla="*/ 3242930 h 4492350"/>
              <a:gd name="connsiteX5" fmla="*/ 393405 w 3742661"/>
              <a:gd name="connsiteY5" fmla="*/ 2456121 h 4492350"/>
              <a:gd name="connsiteX6" fmla="*/ 1775638 w 3742661"/>
              <a:gd name="connsiteY6" fmla="*/ 3519376 h 4492350"/>
              <a:gd name="connsiteX7" fmla="*/ 1679945 w 3742661"/>
              <a:gd name="connsiteY7" fmla="*/ 2392325 h 4492350"/>
              <a:gd name="connsiteX8" fmla="*/ 0 w 3742661"/>
              <a:gd name="connsiteY8" fmla="*/ 754911 h 4492350"/>
              <a:gd name="connsiteX9" fmla="*/ 988828 w 3742661"/>
              <a:gd name="connsiteY9" fmla="*/ 1924493 h 4492350"/>
              <a:gd name="connsiteX10" fmla="*/ 1137684 w 3742661"/>
              <a:gd name="connsiteY10" fmla="*/ 861237 h 4492350"/>
              <a:gd name="connsiteX11" fmla="*/ 1222745 w 3742661"/>
              <a:gd name="connsiteY11" fmla="*/ 2062716 h 4492350"/>
              <a:gd name="connsiteX12" fmla="*/ 1690577 w 3742661"/>
              <a:gd name="connsiteY12" fmla="*/ 2190307 h 4492350"/>
              <a:gd name="connsiteX13" fmla="*/ 1956391 w 3742661"/>
              <a:gd name="connsiteY13" fmla="*/ 0 h 4492350"/>
              <a:gd name="connsiteX14" fmla="*/ 2083982 w 3742661"/>
              <a:gd name="connsiteY14" fmla="*/ 978195 h 4492350"/>
              <a:gd name="connsiteX15" fmla="*/ 1881963 w 3742661"/>
              <a:gd name="connsiteY15" fmla="*/ 2232837 h 4492350"/>
              <a:gd name="connsiteX16" fmla="*/ 2041452 w 3742661"/>
              <a:gd name="connsiteY16" fmla="*/ 3030279 h 4492350"/>
              <a:gd name="connsiteX17" fmla="*/ 2647507 w 3742661"/>
              <a:gd name="connsiteY17" fmla="*/ 2519916 h 4492350"/>
              <a:gd name="connsiteX18" fmla="*/ 2849526 w 3742661"/>
              <a:gd name="connsiteY18" fmla="*/ 1307804 h 4492350"/>
              <a:gd name="connsiteX19" fmla="*/ 2838893 w 3742661"/>
              <a:gd name="connsiteY19" fmla="*/ 2371060 h 4492350"/>
              <a:gd name="connsiteX20" fmla="*/ 3742661 w 3742661"/>
              <a:gd name="connsiteY20" fmla="*/ 1148316 h 4492350"/>
              <a:gd name="connsiteX21" fmla="*/ 2222205 w 3742661"/>
              <a:gd name="connsiteY21" fmla="*/ 3370521 h 4492350"/>
              <a:gd name="connsiteX22" fmla="*/ 2169042 w 3742661"/>
              <a:gd name="connsiteY22" fmla="*/ 3817088 h 4492350"/>
              <a:gd name="connsiteX23" fmla="*/ 3317358 w 3742661"/>
              <a:gd name="connsiteY23" fmla="*/ 3094074 h 4492350"/>
              <a:gd name="connsiteX24" fmla="*/ 2194317 w 3742661"/>
              <a:gd name="connsiteY24" fmla="*/ 4030951 h 4492350"/>
              <a:gd name="connsiteX25" fmla="*/ 2232838 w 3742661"/>
              <a:gd name="connsiteY25" fmla="*/ 4476307 h 4492350"/>
              <a:gd name="connsiteX26" fmla="*/ 2218194 w 3742661"/>
              <a:gd name="connsiteY26" fmla="*/ 4491415 h 4492350"/>
              <a:gd name="connsiteX27" fmla="*/ 1743740 w 3742661"/>
              <a:gd name="connsiteY27" fmla="*/ 4492350 h 4492350"/>
              <a:gd name="connsiteX0" fmla="*/ 1743740 w 3742661"/>
              <a:gd name="connsiteY0" fmla="*/ 4492350 h 4492350"/>
              <a:gd name="connsiteX1" fmla="*/ 1796903 w 3742661"/>
              <a:gd name="connsiteY1" fmla="*/ 3785190 h 4492350"/>
              <a:gd name="connsiteX2" fmla="*/ 1307805 w 3742661"/>
              <a:gd name="connsiteY2" fmla="*/ 3381153 h 4492350"/>
              <a:gd name="connsiteX3" fmla="*/ 31898 w 3742661"/>
              <a:gd name="connsiteY3" fmla="*/ 2945218 h 4492350"/>
              <a:gd name="connsiteX4" fmla="*/ 1127052 w 3742661"/>
              <a:gd name="connsiteY4" fmla="*/ 3242930 h 4492350"/>
              <a:gd name="connsiteX5" fmla="*/ 393405 w 3742661"/>
              <a:gd name="connsiteY5" fmla="*/ 2456121 h 4492350"/>
              <a:gd name="connsiteX6" fmla="*/ 1775638 w 3742661"/>
              <a:gd name="connsiteY6" fmla="*/ 3519376 h 4492350"/>
              <a:gd name="connsiteX7" fmla="*/ 1679945 w 3742661"/>
              <a:gd name="connsiteY7" fmla="*/ 2392325 h 4492350"/>
              <a:gd name="connsiteX8" fmla="*/ 0 w 3742661"/>
              <a:gd name="connsiteY8" fmla="*/ 754911 h 4492350"/>
              <a:gd name="connsiteX9" fmla="*/ 988828 w 3742661"/>
              <a:gd name="connsiteY9" fmla="*/ 1924493 h 4492350"/>
              <a:gd name="connsiteX10" fmla="*/ 1137684 w 3742661"/>
              <a:gd name="connsiteY10" fmla="*/ 861237 h 4492350"/>
              <a:gd name="connsiteX11" fmla="*/ 1222745 w 3742661"/>
              <a:gd name="connsiteY11" fmla="*/ 2062716 h 4492350"/>
              <a:gd name="connsiteX12" fmla="*/ 1690577 w 3742661"/>
              <a:gd name="connsiteY12" fmla="*/ 2190307 h 4492350"/>
              <a:gd name="connsiteX13" fmla="*/ 1956391 w 3742661"/>
              <a:gd name="connsiteY13" fmla="*/ 0 h 4492350"/>
              <a:gd name="connsiteX14" fmla="*/ 2083982 w 3742661"/>
              <a:gd name="connsiteY14" fmla="*/ 978195 h 4492350"/>
              <a:gd name="connsiteX15" fmla="*/ 1881963 w 3742661"/>
              <a:gd name="connsiteY15" fmla="*/ 2232837 h 4492350"/>
              <a:gd name="connsiteX16" fmla="*/ 2041452 w 3742661"/>
              <a:gd name="connsiteY16" fmla="*/ 3030279 h 4492350"/>
              <a:gd name="connsiteX17" fmla="*/ 2647507 w 3742661"/>
              <a:gd name="connsiteY17" fmla="*/ 2519916 h 4492350"/>
              <a:gd name="connsiteX18" fmla="*/ 2849526 w 3742661"/>
              <a:gd name="connsiteY18" fmla="*/ 1307804 h 4492350"/>
              <a:gd name="connsiteX19" fmla="*/ 2838893 w 3742661"/>
              <a:gd name="connsiteY19" fmla="*/ 2371060 h 4492350"/>
              <a:gd name="connsiteX20" fmla="*/ 3742661 w 3742661"/>
              <a:gd name="connsiteY20" fmla="*/ 1148316 h 4492350"/>
              <a:gd name="connsiteX21" fmla="*/ 2222205 w 3742661"/>
              <a:gd name="connsiteY21" fmla="*/ 3370521 h 4492350"/>
              <a:gd name="connsiteX22" fmla="*/ 2169042 w 3742661"/>
              <a:gd name="connsiteY22" fmla="*/ 3817088 h 4492350"/>
              <a:gd name="connsiteX23" fmla="*/ 3317358 w 3742661"/>
              <a:gd name="connsiteY23" fmla="*/ 3094074 h 4492350"/>
              <a:gd name="connsiteX24" fmla="*/ 2194317 w 3742661"/>
              <a:gd name="connsiteY24" fmla="*/ 4030951 h 4492350"/>
              <a:gd name="connsiteX25" fmla="*/ 2232838 w 3742661"/>
              <a:gd name="connsiteY25" fmla="*/ 4476307 h 4492350"/>
              <a:gd name="connsiteX26" fmla="*/ 2218194 w 3742661"/>
              <a:gd name="connsiteY26" fmla="*/ 4491415 h 4492350"/>
              <a:gd name="connsiteX27" fmla="*/ 1743740 w 3742661"/>
              <a:gd name="connsiteY27" fmla="*/ 4492350 h 4492350"/>
              <a:gd name="connsiteX0" fmla="*/ 1743740 w 3742661"/>
              <a:gd name="connsiteY0" fmla="*/ 4492350 h 4492350"/>
              <a:gd name="connsiteX1" fmla="*/ 1796903 w 3742661"/>
              <a:gd name="connsiteY1" fmla="*/ 3785190 h 4492350"/>
              <a:gd name="connsiteX2" fmla="*/ 1307805 w 3742661"/>
              <a:gd name="connsiteY2" fmla="*/ 3381153 h 4492350"/>
              <a:gd name="connsiteX3" fmla="*/ 31898 w 3742661"/>
              <a:gd name="connsiteY3" fmla="*/ 2945218 h 4492350"/>
              <a:gd name="connsiteX4" fmla="*/ 1127052 w 3742661"/>
              <a:gd name="connsiteY4" fmla="*/ 3242930 h 4492350"/>
              <a:gd name="connsiteX5" fmla="*/ 393405 w 3742661"/>
              <a:gd name="connsiteY5" fmla="*/ 2456121 h 4492350"/>
              <a:gd name="connsiteX6" fmla="*/ 1775638 w 3742661"/>
              <a:gd name="connsiteY6" fmla="*/ 3519376 h 4492350"/>
              <a:gd name="connsiteX7" fmla="*/ 1679945 w 3742661"/>
              <a:gd name="connsiteY7" fmla="*/ 2392325 h 4492350"/>
              <a:gd name="connsiteX8" fmla="*/ 0 w 3742661"/>
              <a:gd name="connsiteY8" fmla="*/ 754911 h 4492350"/>
              <a:gd name="connsiteX9" fmla="*/ 988828 w 3742661"/>
              <a:gd name="connsiteY9" fmla="*/ 1924493 h 4492350"/>
              <a:gd name="connsiteX10" fmla="*/ 1137684 w 3742661"/>
              <a:gd name="connsiteY10" fmla="*/ 861237 h 4492350"/>
              <a:gd name="connsiteX11" fmla="*/ 1222745 w 3742661"/>
              <a:gd name="connsiteY11" fmla="*/ 2062716 h 4492350"/>
              <a:gd name="connsiteX12" fmla="*/ 1690577 w 3742661"/>
              <a:gd name="connsiteY12" fmla="*/ 2190307 h 4492350"/>
              <a:gd name="connsiteX13" fmla="*/ 1956391 w 3742661"/>
              <a:gd name="connsiteY13" fmla="*/ 0 h 4492350"/>
              <a:gd name="connsiteX14" fmla="*/ 2083982 w 3742661"/>
              <a:gd name="connsiteY14" fmla="*/ 978195 h 4492350"/>
              <a:gd name="connsiteX15" fmla="*/ 1881963 w 3742661"/>
              <a:gd name="connsiteY15" fmla="*/ 2232837 h 4492350"/>
              <a:gd name="connsiteX16" fmla="*/ 2041452 w 3742661"/>
              <a:gd name="connsiteY16" fmla="*/ 3030279 h 4492350"/>
              <a:gd name="connsiteX17" fmla="*/ 2647507 w 3742661"/>
              <a:gd name="connsiteY17" fmla="*/ 2519916 h 4492350"/>
              <a:gd name="connsiteX18" fmla="*/ 2849526 w 3742661"/>
              <a:gd name="connsiteY18" fmla="*/ 1307804 h 4492350"/>
              <a:gd name="connsiteX19" fmla="*/ 2838893 w 3742661"/>
              <a:gd name="connsiteY19" fmla="*/ 2371060 h 4492350"/>
              <a:gd name="connsiteX20" fmla="*/ 3742661 w 3742661"/>
              <a:gd name="connsiteY20" fmla="*/ 1148316 h 4492350"/>
              <a:gd name="connsiteX21" fmla="*/ 2222205 w 3742661"/>
              <a:gd name="connsiteY21" fmla="*/ 3370521 h 4492350"/>
              <a:gd name="connsiteX22" fmla="*/ 2169042 w 3742661"/>
              <a:gd name="connsiteY22" fmla="*/ 3817088 h 4492350"/>
              <a:gd name="connsiteX23" fmla="*/ 3317358 w 3742661"/>
              <a:gd name="connsiteY23" fmla="*/ 3094074 h 4492350"/>
              <a:gd name="connsiteX24" fmla="*/ 2194317 w 3742661"/>
              <a:gd name="connsiteY24" fmla="*/ 4030951 h 4492350"/>
              <a:gd name="connsiteX25" fmla="*/ 2232838 w 3742661"/>
              <a:gd name="connsiteY25" fmla="*/ 4476307 h 4492350"/>
              <a:gd name="connsiteX26" fmla="*/ 2218194 w 3742661"/>
              <a:gd name="connsiteY26" fmla="*/ 4491415 h 4492350"/>
              <a:gd name="connsiteX27" fmla="*/ 1743740 w 3742661"/>
              <a:gd name="connsiteY27" fmla="*/ 4492350 h 4492350"/>
              <a:gd name="connsiteX0" fmla="*/ 1743740 w 3742661"/>
              <a:gd name="connsiteY0" fmla="*/ 4492350 h 4492350"/>
              <a:gd name="connsiteX1" fmla="*/ 1796903 w 3742661"/>
              <a:gd name="connsiteY1" fmla="*/ 3785190 h 4492350"/>
              <a:gd name="connsiteX2" fmla="*/ 1307805 w 3742661"/>
              <a:gd name="connsiteY2" fmla="*/ 3381153 h 4492350"/>
              <a:gd name="connsiteX3" fmla="*/ 31898 w 3742661"/>
              <a:gd name="connsiteY3" fmla="*/ 2945218 h 4492350"/>
              <a:gd name="connsiteX4" fmla="*/ 1127052 w 3742661"/>
              <a:gd name="connsiteY4" fmla="*/ 3242930 h 4492350"/>
              <a:gd name="connsiteX5" fmla="*/ 393405 w 3742661"/>
              <a:gd name="connsiteY5" fmla="*/ 2456121 h 4492350"/>
              <a:gd name="connsiteX6" fmla="*/ 1775638 w 3742661"/>
              <a:gd name="connsiteY6" fmla="*/ 3519376 h 4492350"/>
              <a:gd name="connsiteX7" fmla="*/ 1679945 w 3742661"/>
              <a:gd name="connsiteY7" fmla="*/ 2392325 h 4492350"/>
              <a:gd name="connsiteX8" fmla="*/ 0 w 3742661"/>
              <a:gd name="connsiteY8" fmla="*/ 754911 h 4492350"/>
              <a:gd name="connsiteX9" fmla="*/ 988828 w 3742661"/>
              <a:gd name="connsiteY9" fmla="*/ 1924493 h 4492350"/>
              <a:gd name="connsiteX10" fmla="*/ 1137684 w 3742661"/>
              <a:gd name="connsiteY10" fmla="*/ 861237 h 4492350"/>
              <a:gd name="connsiteX11" fmla="*/ 1222745 w 3742661"/>
              <a:gd name="connsiteY11" fmla="*/ 2062716 h 4492350"/>
              <a:gd name="connsiteX12" fmla="*/ 1690577 w 3742661"/>
              <a:gd name="connsiteY12" fmla="*/ 2190307 h 4492350"/>
              <a:gd name="connsiteX13" fmla="*/ 1956391 w 3742661"/>
              <a:gd name="connsiteY13" fmla="*/ 0 h 4492350"/>
              <a:gd name="connsiteX14" fmla="*/ 2083982 w 3742661"/>
              <a:gd name="connsiteY14" fmla="*/ 978195 h 4492350"/>
              <a:gd name="connsiteX15" fmla="*/ 1881963 w 3742661"/>
              <a:gd name="connsiteY15" fmla="*/ 2232837 h 4492350"/>
              <a:gd name="connsiteX16" fmla="*/ 2041452 w 3742661"/>
              <a:gd name="connsiteY16" fmla="*/ 3030279 h 4492350"/>
              <a:gd name="connsiteX17" fmla="*/ 2647507 w 3742661"/>
              <a:gd name="connsiteY17" fmla="*/ 2519916 h 4492350"/>
              <a:gd name="connsiteX18" fmla="*/ 2849526 w 3742661"/>
              <a:gd name="connsiteY18" fmla="*/ 1307804 h 4492350"/>
              <a:gd name="connsiteX19" fmla="*/ 2838893 w 3742661"/>
              <a:gd name="connsiteY19" fmla="*/ 2371060 h 4492350"/>
              <a:gd name="connsiteX20" fmla="*/ 3742661 w 3742661"/>
              <a:gd name="connsiteY20" fmla="*/ 1148316 h 4492350"/>
              <a:gd name="connsiteX21" fmla="*/ 2222205 w 3742661"/>
              <a:gd name="connsiteY21" fmla="*/ 3370521 h 4492350"/>
              <a:gd name="connsiteX22" fmla="*/ 2169042 w 3742661"/>
              <a:gd name="connsiteY22" fmla="*/ 3817088 h 4492350"/>
              <a:gd name="connsiteX23" fmla="*/ 3317358 w 3742661"/>
              <a:gd name="connsiteY23" fmla="*/ 3094074 h 4492350"/>
              <a:gd name="connsiteX24" fmla="*/ 2194317 w 3742661"/>
              <a:gd name="connsiteY24" fmla="*/ 4030951 h 4492350"/>
              <a:gd name="connsiteX25" fmla="*/ 2232838 w 3742661"/>
              <a:gd name="connsiteY25" fmla="*/ 4476307 h 4492350"/>
              <a:gd name="connsiteX26" fmla="*/ 2218194 w 3742661"/>
              <a:gd name="connsiteY26" fmla="*/ 4491415 h 4492350"/>
              <a:gd name="connsiteX27" fmla="*/ 1743740 w 3742661"/>
              <a:gd name="connsiteY27" fmla="*/ 4492350 h 4492350"/>
              <a:gd name="connsiteX0" fmla="*/ 1743740 w 3742661"/>
              <a:gd name="connsiteY0" fmla="*/ 4492350 h 4492350"/>
              <a:gd name="connsiteX1" fmla="*/ 1796903 w 3742661"/>
              <a:gd name="connsiteY1" fmla="*/ 3785190 h 4492350"/>
              <a:gd name="connsiteX2" fmla="*/ 1307805 w 3742661"/>
              <a:gd name="connsiteY2" fmla="*/ 3381153 h 4492350"/>
              <a:gd name="connsiteX3" fmla="*/ 31898 w 3742661"/>
              <a:gd name="connsiteY3" fmla="*/ 2945218 h 4492350"/>
              <a:gd name="connsiteX4" fmla="*/ 1127052 w 3742661"/>
              <a:gd name="connsiteY4" fmla="*/ 3242930 h 4492350"/>
              <a:gd name="connsiteX5" fmla="*/ 393405 w 3742661"/>
              <a:gd name="connsiteY5" fmla="*/ 2456121 h 4492350"/>
              <a:gd name="connsiteX6" fmla="*/ 1775638 w 3742661"/>
              <a:gd name="connsiteY6" fmla="*/ 3519376 h 4492350"/>
              <a:gd name="connsiteX7" fmla="*/ 1679945 w 3742661"/>
              <a:gd name="connsiteY7" fmla="*/ 2392325 h 4492350"/>
              <a:gd name="connsiteX8" fmla="*/ 0 w 3742661"/>
              <a:gd name="connsiteY8" fmla="*/ 754911 h 4492350"/>
              <a:gd name="connsiteX9" fmla="*/ 988828 w 3742661"/>
              <a:gd name="connsiteY9" fmla="*/ 1924493 h 4492350"/>
              <a:gd name="connsiteX10" fmla="*/ 1137684 w 3742661"/>
              <a:gd name="connsiteY10" fmla="*/ 861237 h 4492350"/>
              <a:gd name="connsiteX11" fmla="*/ 1222745 w 3742661"/>
              <a:gd name="connsiteY11" fmla="*/ 2062716 h 4492350"/>
              <a:gd name="connsiteX12" fmla="*/ 1690577 w 3742661"/>
              <a:gd name="connsiteY12" fmla="*/ 2190307 h 4492350"/>
              <a:gd name="connsiteX13" fmla="*/ 1956391 w 3742661"/>
              <a:gd name="connsiteY13" fmla="*/ 0 h 4492350"/>
              <a:gd name="connsiteX14" fmla="*/ 2083982 w 3742661"/>
              <a:gd name="connsiteY14" fmla="*/ 978195 h 4492350"/>
              <a:gd name="connsiteX15" fmla="*/ 1881963 w 3742661"/>
              <a:gd name="connsiteY15" fmla="*/ 2232837 h 4492350"/>
              <a:gd name="connsiteX16" fmla="*/ 2041452 w 3742661"/>
              <a:gd name="connsiteY16" fmla="*/ 3030279 h 4492350"/>
              <a:gd name="connsiteX17" fmla="*/ 2647507 w 3742661"/>
              <a:gd name="connsiteY17" fmla="*/ 2519916 h 4492350"/>
              <a:gd name="connsiteX18" fmla="*/ 2849526 w 3742661"/>
              <a:gd name="connsiteY18" fmla="*/ 1307804 h 4492350"/>
              <a:gd name="connsiteX19" fmla="*/ 2838893 w 3742661"/>
              <a:gd name="connsiteY19" fmla="*/ 2371060 h 4492350"/>
              <a:gd name="connsiteX20" fmla="*/ 3742661 w 3742661"/>
              <a:gd name="connsiteY20" fmla="*/ 1148316 h 4492350"/>
              <a:gd name="connsiteX21" fmla="*/ 2222205 w 3742661"/>
              <a:gd name="connsiteY21" fmla="*/ 3370521 h 4492350"/>
              <a:gd name="connsiteX22" fmla="*/ 2169042 w 3742661"/>
              <a:gd name="connsiteY22" fmla="*/ 3817088 h 4492350"/>
              <a:gd name="connsiteX23" fmla="*/ 3317358 w 3742661"/>
              <a:gd name="connsiteY23" fmla="*/ 3094074 h 4492350"/>
              <a:gd name="connsiteX24" fmla="*/ 2194317 w 3742661"/>
              <a:gd name="connsiteY24" fmla="*/ 4030951 h 4492350"/>
              <a:gd name="connsiteX25" fmla="*/ 2232838 w 3742661"/>
              <a:gd name="connsiteY25" fmla="*/ 4476307 h 4492350"/>
              <a:gd name="connsiteX26" fmla="*/ 2218194 w 3742661"/>
              <a:gd name="connsiteY26" fmla="*/ 4491415 h 4492350"/>
              <a:gd name="connsiteX27" fmla="*/ 1743740 w 3742661"/>
              <a:gd name="connsiteY27" fmla="*/ 4492350 h 4492350"/>
              <a:gd name="connsiteX0" fmla="*/ 1743740 w 3742661"/>
              <a:gd name="connsiteY0" fmla="*/ 4492350 h 4492350"/>
              <a:gd name="connsiteX1" fmla="*/ 1796903 w 3742661"/>
              <a:gd name="connsiteY1" fmla="*/ 3785190 h 4492350"/>
              <a:gd name="connsiteX2" fmla="*/ 1307805 w 3742661"/>
              <a:gd name="connsiteY2" fmla="*/ 3381153 h 4492350"/>
              <a:gd name="connsiteX3" fmla="*/ 31898 w 3742661"/>
              <a:gd name="connsiteY3" fmla="*/ 2945218 h 4492350"/>
              <a:gd name="connsiteX4" fmla="*/ 1127052 w 3742661"/>
              <a:gd name="connsiteY4" fmla="*/ 3242930 h 4492350"/>
              <a:gd name="connsiteX5" fmla="*/ 393405 w 3742661"/>
              <a:gd name="connsiteY5" fmla="*/ 2456121 h 4492350"/>
              <a:gd name="connsiteX6" fmla="*/ 1775638 w 3742661"/>
              <a:gd name="connsiteY6" fmla="*/ 3519376 h 4492350"/>
              <a:gd name="connsiteX7" fmla="*/ 1679945 w 3742661"/>
              <a:gd name="connsiteY7" fmla="*/ 2392325 h 4492350"/>
              <a:gd name="connsiteX8" fmla="*/ 0 w 3742661"/>
              <a:gd name="connsiteY8" fmla="*/ 754911 h 4492350"/>
              <a:gd name="connsiteX9" fmla="*/ 988828 w 3742661"/>
              <a:gd name="connsiteY9" fmla="*/ 1924493 h 4492350"/>
              <a:gd name="connsiteX10" fmla="*/ 1137684 w 3742661"/>
              <a:gd name="connsiteY10" fmla="*/ 861237 h 4492350"/>
              <a:gd name="connsiteX11" fmla="*/ 1222745 w 3742661"/>
              <a:gd name="connsiteY11" fmla="*/ 2062716 h 4492350"/>
              <a:gd name="connsiteX12" fmla="*/ 1690577 w 3742661"/>
              <a:gd name="connsiteY12" fmla="*/ 2190307 h 4492350"/>
              <a:gd name="connsiteX13" fmla="*/ 1956391 w 3742661"/>
              <a:gd name="connsiteY13" fmla="*/ 0 h 4492350"/>
              <a:gd name="connsiteX14" fmla="*/ 2083982 w 3742661"/>
              <a:gd name="connsiteY14" fmla="*/ 978195 h 4492350"/>
              <a:gd name="connsiteX15" fmla="*/ 1881963 w 3742661"/>
              <a:gd name="connsiteY15" fmla="*/ 2232837 h 4492350"/>
              <a:gd name="connsiteX16" fmla="*/ 2041452 w 3742661"/>
              <a:gd name="connsiteY16" fmla="*/ 3030279 h 4492350"/>
              <a:gd name="connsiteX17" fmla="*/ 2647507 w 3742661"/>
              <a:gd name="connsiteY17" fmla="*/ 2519916 h 4492350"/>
              <a:gd name="connsiteX18" fmla="*/ 2849526 w 3742661"/>
              <a:gd name="connsiteY18" fmla="*/ 1307804 h 4492350"/>
              <a:gd name="connsiteX19" fmla="*/ 2838893 w 3742661"/>
              <a:gd name="connsiteY19" fmla="*/ 2371060 h 4492350"/>
              <a:gd name="connsiteX20" fmla="*/ 3742661 w 3742661"/>
              <a:gd name="connsiteY20" fmla="*/ 1148316 h 4492350"/>
              <a:gd name="connsiteX21" fmla="*/ 2222205 w 3742661"/>
              <a:gd name="connsiteY21" fmla="*/ 3370521 h 4492350"/>
              <a:gd name="connsiteX22" fmla="*/ 2169042 w 3742661"/>
              <a:gd name="connsiteY22" fmla="*/ 3817088 h 4492350"/>
              <a:gd name="connsiteX23" fmla="*/ 3317358 w 3742661"/>
              <a:gd name="connsiteY23" fmla="*/ 3094074 h 4492350"/>
              <a:gd name="connsiteX24" fmla="*/ 2194317 w 3742661"/>
              <a:gd name="connsiteY24" fmla="*/ 4030951 h 4492350"/>
              <a:gd name="connsiteX25" fmla="*/ 2232838 w 3742661"/>
              <a:gd name="connsiteY25" fmla="*/ 4476307 h 4492350"/>
              <a:gd name="connsiteX26" fmla="*/ 2218194 w 3742661"/>
              <a:gd name="connsiteY26" fmla="*/ 4491415 h 4492350"/>
              <a:gd name="connsiteX27" fmla="*/ 1743740 w 3742661"/>
              <a:gd name="connsiteY27" fmla="*/ 4492350 h 4492350"/>
              <a:gd name="connsiteX0" fmla="*/ 1743740 w 3742661"/>
              <a:gd name="connsiteY0" fmla="*/ 4492350 h 4492350"/>
              <a:gd name="connsiteX1" fmla="*/ 1796903 w 3742661"/>
              <a:gd name="connsiteY1" fmla="*/ 3785190 h 4492350"/>
              <a:gd name="connsiteX2" fmla="*/ 1307805 w 3742661"/>
              <a:gd name="connsiteY2" fmla="*/ 3381153 h 4492350"/>
              <a:gd name="connsiteX3" fmla="*/ 31898 w 3742661"/>
              <a:gd name="connsiteY3" fmla="*/ 2945218 h 4492350"/>
              <a:gd name="connsiteX4" fmla="*/ 1127052 w 3742661"/>
              <a:gd name="connsiteY4" fmla="*/ 3242930 h 4492350"/>
              <a:gd name="connsiteX5" fmla="*/ 393405 w 3742661"/>
              <a:gd name="connsiteY5" fmla="*/ 2456121 h 4492350"/>
              <a:gd name="connsiteX6" fmla="*/ 1775638 w 3742661"/>
              <a:gd name="connsiteY6" fmla="*/ 3519376 h 4492350"/>
              <a:gd name="connsiteX7" fmla="*/ 1679945 w 3742661"/>
              <a:gd name="connsiteY7" fmla="*/ 2392325 h 4492350"/>
              <a:gd name="connsiteX8" fmla="*/ 0 w 3742661"/>
              <a:gd name="connsiteY8" fmla="*/ 754911 h 4492350"/>
              <a:gd name="connsiteX9" fmla="*/ 988828 w 3742661"/>
              <a:gd name="connsiteY9" fmla="*/ 1924493 h 4492350"/>
              <a:gd name="connsiteX10" fmla="*/ 1137684 w 3742661"/>
              <a:gd name="connsiteY10" fmla="*/ 861237 h 4492350"/>
              <a:gd name="connsiteX11" fmla="*/ 1222745 w 3742661"/>
              <a:gd name="connsiteY11" fmla="*/ 2062716 h 4492350"/>
              <a:gd name="connsiteX12" fmla="*/ 1690577 w 3742661"/>
              <a:gd name="connsiteY12" fmla="*/ 2190307 h 4492350"/>
              <a:gd name="connsiteX13" fmla="*/ 1956391 w 3742661"/>
              <a:gd name="connsiteY13" fmla="*/ 0 h 4492350"/>
              <a:gd name="connsiteX14" fmla="*/ 2083982 w 3742661"/>
              <a:gd name="connsiteY14" fmla="*/ 978195 h 4492350"/>
              <a:gd name="connsiteX15" fmla="*/ 1881963 w 3742661"/>
              <a:gd name="connsiteY15" fmla="*/ 2232837 h 4492350"/>
              <a:gd name="connsiteX16" fmla="*/ 2041452 w 3742661"/>
              <a:gd name="connsiteY16" fmla="*/ 3030279 h 4492350"/>
              <a:gd name="connsiteX17" fmla="*/ 2647507 w 3742661"/>
              <a:gd name="connsiteY17" fmla="*/ 2519916 h 4492350"/>
              <a:gd name="connsiteX18" fmla="*/ 2849526 w 3742661"/>
              <a:gd name="connsiteY18" fmla="*/ 1307804 h 4492350"/>
              <a:gd name="connsiteX19" fmla="*/ 2838893 w 3742661"/>
              <a:gd name="connsiteY19" fmla="*/ 2371060 h 4492350"/>
              <a:gd name="connsiteX20" fmla="*/ 3742661 w 3742661"/>
              <a:gd name="connsiteY20" fmla="*/ 1148316 h 4492350"/>
              <a:gd name="connsiteX21" fmla="*/ 2222205 w 3742661"/>
              <a:gd name="connsiteY21" fmla="*/ 3370521 h 4492350"/>
              <a:gd name="connsiteX22" fmla="*/ 2169042 w 3742661"/>
              <a:gd name="connsiteY22" fmla="*/ 3817088 h 4492350"/>
              <a:gd name="connsiteX23" fmla="*/ 3317358 w 3742661"/>
              <a:gd name="connsiteY23" fmla="*/ 3094074 h 4492350"/>
              <a:gd name="connsiteX24" fmla="*/ 2194317 w 3742661"/>
              <a:gd name="connsiteY24" fmla="*/ 4030951 h 4492350"/>
              <a:gd name="connsiteX25" fmla="*/ 2232838 w 3742661"/>
              <a:gd name="connsiteY25" fmla="*/ 4476307 h 4492350"/>
              <a:gd name="connsiteX26" fmla="*/ 2218194 w 3742661"/>
              <a:gd name="connsiteY26" fmla="*/ 4491415 h 4492350"/>
              <a:gd name="connsiteX27" fmla="*/ 1743740 w 3742661"/>
              <a:gd name="connsiteY27" fmla="*/ 4492350 h 4492350"/>
              <a:gd name="connsiteX0" fmla="*/ 1743740 w 3742661"/>
              <a:gd name="connsiteY0" fmla="*/ 4492350 h 4492350"/>
              <a:gd name="connsiteX1" fmla="*/ 1796903 w 3742661"/>
              <a:gd name="connsiteY1" fmla="*/ 3785190 h 4492350"/>
              <a:gd name="connsiteX2" fmla="*/ 1307805 w 3742661"/>
              <a:gd name="connsiteY2" fmla="*/ 3381153 h 4492350"/>
              <a:gd name="connsiteX3" fmla="*/ 31898 w 3742661"/>
              <a:gd name="connsiteY3" fmla="*/ 2945218 h 4492350"/>
              <a:gd name="connsiteX4" fmla="*/ 1127052 w 3742661"/>
              <a:gd name="connsiteY4" fmla="*/ 3242930 h 4492350"/>
              <a:gd name="connsiteX5" fmla="*/ 393405 w 3742661"/>
              <a:gd name="connsiteY5" fmla="*/ 2456121 h 4492350"/>
              <a:gd name="connsiteX6" fmla="*/ 1775638 w 3742661"/>
              <a:gd name="connsiteY6" fmla="*/ 3519376 h 4492350"/>
              <a:gd name="connsiteX7" fmla="*/ 1679945 w 3742661"/>
              <a:gd name="connsiteY7" fmla="*/ 2392325 h 4492350"/>
              <a:gd name="connsiteX8" fmla="*/ 0 w 3742661"/>
              <a:gd name="connsiteY8" fmla="*/ 754911 h 4492350"/>
              <a:gd name="connsiteX9" fmla="*/ 988828 w 3742661"/>
              <a:gd name="connsiteY9" fmla="*/ 1924493 h 4492350"/>
              <a:gd name="connsiteX10" fmla="*/ 1137684 w 3742661"/>
              <a:gd name="connsiteY10" fmla="*/ 861237 h 4492350"/>
              <a:gd name="connsiteX11" fmla="*/ 1222745 w 3742661"/>
              <a:gd name="connsiteY11" fmla="*/ 2062716 h 4492350"/>
              <a:gd name="connsiteX12" fmla="*/ 1690577 w 3742661"/>
              <a:gd name="connsiteY12" fmla="*/ 2190307 h 4492350"/>
              <a:gd name="connsiteX13" fmla="*/ 1956391 w 3742661"/>
              <a:gd name="connsiteY13" fmla="*/ 0 h 4492350"/>
              <a:gd name="connsiteX14" fmla="*/ 2083982 w 3742661"/>
              <a:gd name="connsiteY14" fmla="*/ 978195 h 4492350"/>
              <a:gd name="connsiteX15" fmla="*/ 1881963 w 3742661"/>
              <a:gd name="connsiteY15" fmla="*/ 2232837 h 4492350"/>
              <a:gd name="connsiteX16" fmla="*/ 2041452 w 3742661"/>
              <a:gd name="connsiteY16" fmla="*/ 3030279 h 4492350"/>
              <a:gd name="connsiteX17" fmla="*/ 2647507 w 3742661"/>
              <a:gd name="connsiteY17" fmla="*/ 2519916 h 4492350"/>
              <a:gd name="connsiteX18" fmla="*/ 2849526 w 3742661"/>
              <a:gd name="connsiteY18" fmla="*/ 1307804 h 4492350"/>
              <a:gd name="connsiteX19" fmla="*/ 2838893 w 3742661"/>
              <a:gd name="connsiteY19" fmla="*/ 2371060 h 4492350"/>
              <a:gd name="connsiteX20" fmla="*/ 3742661 w 3742661"/>
              <a:gd name="connsiteY20" fmla="*/ 1148316 h 4492350"/>
              <a:gd name="connsiteX21" fmla="*/ 2222205 w 3742661"/>
              <a:gd name="connsiteY21" fmla="*/ 3370521 h 4492350"/>
              <a:gd name="connsiteX22" fmla="*/ 2169042 w 3742661"/>
              <a:gd name="connsiteY22" fmla="*/ 3817088 h 4492350"/>
              <a:gd name="connsiteX23" fmla="*/ 3317358 w 3742661"/>
              <a:gd name="connsiteY23" fmla="*/ 3094074 h 4492350"/>
              <a:gd name="connsiteX24" fmla="*/ 2194317 w 3742661"/>
              <a:gd name="connsiteY24" fmla="*/ 4030951 h 4492350"/>
              <a:gd name="connsiteX25" fmla="*/ 2232838 w 3742661"/>
              <a:gd name="connsiteY25" fmla="*/ 4476307 h 4492350"/>
              <a:gd name="connsiteX26" fmla="*/ 2218194 w 3742661"/>
              <a:gd name="connsiteY26" fmla="*/ 4491415 h 4492350"/>
              <a:gd name="connsiteX27" fmla="*/ 1743740 w 3742661"/>
              <a:gd name="connsiteY27" fmla="*/ 4492350 h 4492350"/>
              <a:gd name="connsiteX0" fmla="*/ 1743740 w 3742661"/>
              <a:gd name="connsiteY0" fmla="*/ 4492350 h 4492350"/>
              <a:gd name="connsiteX1" fmla="*/ 1796903 w 3742661"/>
              <a:gd name="connsiteY1" fmla="*/ 3785190 h 4492350"/>
              <a:gd name="connsiteX2" fmla="*/ 1307805 w 3742661"/>
              <a:gd name="connsiteY2" fmla="*/ 3381153 h 4492350"/>
              <a:gd name="connsiteX3" fmla="*/ 31898 w 3742661"/>
              <a:gd name="connsiteY3" fmla="*/ 2945218 h 4492350"/>
              <a:gd name="connsiteX4" fmla="*/ 1127052 w 3742661"/>
              <a:gd name="connsiteY4" fmla="*/ 3242930 h 4492350"/>
              <a:gd name="connsiteX5" fmla="*/ 393405 w 3742661"/>
              <a:gd name="connsiteY5" fmla="*/ 2456121 h 4492350"/>
              <a:gd name="connsiteX6" fmla="*/ 1775638 w 3742661"/>
              <a:gd name="connsiteY6" fmla="*/ 3519376 h 4492350"/>
              <a:gd name="connsiteX7" fmla="*/ 1679945 w 3742661"/>
              <a:gd name="connsiteY7" fmla="*/ 2392325 h 4492350"/>
              <a:gd name="connsiteX8" fmla="*/ 0 w 3742661"/>
              <a:gd name="connsiteY8" fmla="*/ 754911 h 4492350"/>
              <a:gd name="connsiteX9" fmla="*/ 988828 w 3742661"/>
              <a:gd name="connsiteY9" fmla="*/ 1924493 h 4492350"/>
              <a:gd name="connsiteX10" fmla="*/ 1137684 w 3742661"/>
              <a:gd name="connsiteY10" fmla="*/ 861237 h 4492350"/>
              <a:gd name="connsiteX11" fmla="*/ 1222745 w 3742661"/>
              <a:gd name="connsiteY11" fmla="*/ 2062716 h 4492350"/>
              <a:gd name="connsiteX12" fmla="*/ 1690577 w 3742661"/>
              <a:gd name="connsiteY12" fmla="*/ 2190307 h 4492350"/>
              <a:gd name="connsiteX13" fmla="*/ 1956391 w 3742661"/>
              <a:gd name="connsiteY13" fmla="*/ 0 h 4492350"/>
              <a:gd name="connsiteX14" fmla="*/ 2083982 w 3742661"/>
              <a:gd name="connsiteY14" fmla="*/ 978195 h 4492350"/>
              <a:gd name="connsiteX15" fmla="*/ 1881963 w 3742661"/>
              <a:gd name="connsiteY15" fmla="*/ 2232837 h 4492350"/>
              <a:gd name="connsiteX16" fmla="*/ 2041452 w 3742661"/>
              <a:gd name="connsiteY16" fmla="*/ 3030279 h 4492350"/>
              <a:gd name="connsiteX17" fmla="*/ 2647507 w 3742661"/>
              <a:gd name="connsiteY17" fmla="*/ 2519916 h 4492350"/>
              <a:gd name="connsiteX18" fmla="*/ 2849526 w 3742661"/>
              <a:gd name="connsiteY18" fmla="*/ 1307804 h 4492350"/>
              <a:gd name="connsiteX19" fmla="*/ 2838893 w 3742661"/>
              <a:gd name="connsiteY19" fmla="*/ 2371060 h 4492350"/>
              <a:gd name="connsiteX20" fmla="*/ 3742661 w 3742661"/>
              <a:gd name="connsiteY20" fmla="*/ 1148316 h 4492350"/>
              <a:gd name="connsiteX21" fmla="*/ 2222205 w 3742661"/>
              <a:gd name="connsiteY21" fmla="*/ 3370521 h 4492350"/>
              <a:gd name="connsiteX22" fmla="*/ 2169042 w 3742661"/>
              <a:gd name="connsiteY22" fmla="*/ 3817088 h 4492350"/>
              <a:gd name="connsiteX23" fmla="*/ 3317358 w 3742661"/>
              <a:gd name="connsiteY23" fmla="*/ 3094074 h 4492350"/>
              <a:gd name="connsiteX24" fmla="*/ 2194317 w 3742661"/>
              <a:gd name="connsiteY24" fmla="*/ 4030951 h 4492350"/>
              <a:gd name="connsiteX25" fmla="*/ 2232838 w 3742661"/>
              <a:gd name="connsiteY25" fmla="*/ 4476307 h 4492350"/>
              <a:gd name="connsiteX26" fmla="*/ 2218194 w 3742661"/>
              <a:gd name="connsiteY26" fmla="*/ 4491415 h 4492350"/>
              <a:gd name="connsiteX27" fmla="*/ 1743740 w 3742661"/>
              <a:gd name="connsiteY27" fmla="*/ 4492350 h 4492350"/>
              <a:gd name="connsiteX0" fmla="*/ 1743740 w 3742661"/>
              <a:gd name="connsiteY0" fmla="*/ 4492350 h 4492350"/>
              <a:gd name="connsiteX1" fmla="*/ 1796903 w 3742661"/>
              <a:gd name="connsiteY1" fmla="*/ 3785190 h 4492350"/>
              <a:gd name="connsiteX2" fmla="*/ 1307805 w 3742661"/>
              <a:gd name="connsiteY2" fmla="*/ 3381153 h 4492350"/>
              <a:gd name="connsiteX3" fmla="*/ 31898 w 3742661"/>
              <a:gd name="connsiteY3" fmla="*/ 2945218 h 4492350"/>
              <a:gd name="connsiteX4" fmla="*/ 1127052 w 3742661"/>
              <a:gd name="connsiteY4" fmla="*/ 3242930 h 4492350"/>
              <a:gd name="connsiteX5" fmla="*/ 393405 w 3742661"/>
              <a:gd name="connsiteY5" fmla="*/ 2456121 h 4492350"/>
              <a:gd name="connsiteX6" fmla="*/ 1775638 w 3742661"/>
              <a:gd name="connsiteY6" fmla="*/ 3519376 h 4492350"/>
              <a:gd name="connsiteX7" fmla="*/ 1679945 w 3742661"/>
              <a:gd name="connsiteY7" fmla="*/ 2392325 h 4492350"/>
              <a:gd name="connsiteX8" fmla="*/ 0 w 3742661"/>
              <a:gd name="connsiteY8" fmla="*/ 754911 h 4492350"/>
              <a:gd name="connsiteX9" fmla="*/ 988828 w 3742661"/>
              <a:gd name="connsiteY9" fmla="*/ 1924493 h 4492350"/>
              <a:gd name="connsiteX10" fmla="*/ 1137684 w 3742661"/>
              <a:gd name="connsiteY10" fmla="*/ 861237 h 4492350"/>
              <a:gd name="connsiteX11" fmla="*/ 1222745 w 3742661"/>
              <a:gd name="connsiteY11" fmla="*/ 2062716 h 4492350"/>
              <a:gd name="connsiteX12" fmla="*/ 1690577 w 3742661"/>
              <a:gd name="connsiteY12" fmla="*/ 2190307 h 4492350"/>
              <a:gd name="connsiteX13" fmla="*/ 1956391 w 3742661"/>
              <a:gd name="connsiteY13" fmla="*/ 0 h 4492350"/>
              <a:gd name="connsiteX14" fmla="*/ 2083982 w 3742661"/>
              <a:gd name="connsiteY14" fmla="*/ 978195 h 4492350"/>
              <a:gd name="connsiteX15" fmla="*/ 1881963 w 3742661"/>
              <a:gd name="connsiteY15" fmla="*/ 2232837 h 4492350"/>
              <a:gd name="connsiteX16" fmla="*/ 2041452 w 3742661"/>
              <a:gd name="connsiteY16" fmla="*/ 3030279 h 4492350"/>
              <a:gd name="connsiteX17" fmla="*/ 2647507 w 3742661"/>
              <a:gd name="connsiteY17" fmla="*/ 2519916 h 4492350"/>
              <a:gd name="connsiteX18" fmla="*/ 2849526 w 3742661"/>
              <a:gd name="connsiteY18" fmla="*/ 1307804 h 4492350"/>
              <a:gd name="connsiteX19" fmla="*/ 2838893 w 3742661"/>
              <a:gd name="connsiteY19" fmla="*/ 2371060 h 4492350"/>
              <a:gd name="connsiteX20" fmla="*/ 3742661 w 3742661"/>
              <a:gd name="connsiteY20" fmla="*/ 1148316 h 4492350"/>
              <a:gd name="connsiteX21" fmla="*/ 2222205 w 3742661"/>
              <a:gd name="connsiteY21" fmla="*/ 3370521 h 4492350"/>
              <a:gd name="connsiteX22" fmla="*/ 2169042 w 3742661"/>
              <a:gd name="connsiteY22" fmla="*/ 3817088 h 4492350"/>
              <a:gd name="connsiteX23" fmla="*/ 3317358 w 3742661"/>
              <a:gd name="connsiteY23" fmla="*/ 3094074 h 4492350"/>
              <a:gd name="connsiteX24" fmla="*/ 2194317 w 3742661"/>
              <a:gd name="connsiteY24" fmla="*/ 4030951 h 4492350"/>
              <a:gd name="connsiteX25" fmla="*/ 2232838 w 3742661"/>
              <a:gd name="connsiteY25" fmla="*/ 4476307 h 4492350"/>
              <a:gd name="connsiteX26" fmla="*/ 2218194 w 3742661"/>
              <a:gd name="connsiteY26" fmla="*/ 4491415 h 4492350"/>
              <a:gd name="connsiteX27" fmla="*/ 1743740 w 3742661"/>
              <a:gd name="connsiteY27" fmla="*/ 4492350 h 4492350"/>
              <a:gd name="connsiteX0" fmla="*/ 1743740 w 3742661"/>
              <a:gd name="connsiteY0" fmla="*/ 4492350 h 4492350"/>
              <a:gd name="connsiteX1" fmla="*/ 1796903 w 3742661"/>
              <a:gd name="connsiteY1" fmla="*/ 3785190 h 4492350"/>
              <a:gd name="connsiteX2" fmla="*/ 1307805 w 3742661"/>
              <a:gd name="connsiteY2" fmla="*/ 3381153 h 4492350"/>
              <a:gd name="connsiteX3" fmla="*/ 31898 w 3742661"/>
              <a:gd name="connsiteY3" fmla="*/ 2945218 h 4492350"/>
              <a:gd name="connsiteX4" fmla="*/ 1127052 w 3742661"/>
              <a:gd name="connsiteY4" fmla="*/ 3242930 h 4492350"/>
              <a:gd name="connsiteX5" fmla="*/ 393405 w 3742661"/>
              <a:gd name="connsiteY5" fmla="*/ 2456121 h 4492350"/>
              <a:gd name="connsiteX6" fmla="*/ 1775638 w 3742661"/>
              <a:gd name="connsiteY6" fmla="*/ 3519376 h 4492350"/>
              <a:gd name="connsiteX7" fmla="*/ 1679945 w 3742661"/>
              <a:gd name="connsiteY7" fmla="*/ 2392325 h 4492350"/>
              <a:gd name="connsiteX8" fmla="*/ 0 w 3742661"/>
              <a:gd name="connsiteY8" fmla="*/ 754911 h 4492350"/>
              <a:gd name="connsiteX9" fmla="*/ 988828 w 3742661"/>
              <a:gd name="connsiteY9" fmla="*/ 1924493 h 4492350"/>
              <a:gd name="connsiteX10" fmla="*/ 1137684 w 3742661"/>
              <a:gd name="connsiteY10" fmla="*/ 861237 h 4492350"/>
              <a:gd name="connsiteX11" fmla="*/ 1222745 w 3742661"/>
              <a:gd name="connsiteY11" fmla="*/ 2062716 h 4492350"/>
              <a:gd name="connsiteX12" fmla="*/ 1690577 w 3742661"/>
              <a:gd name="connsiteY12" fmla="*/ 2190307 h 4492350"/>
              <a:gd name="connsiteX13" fmla="*/ 1956391 w 3742661"/>
              <a:gd name="connsiteY13" fmla="*/ 0 h 4492350"/>
              <a:gd name="connsiteX14" fmla="*/ 2083982 w 3742661"/>
              <a:gd name="connsiteY14" fmla="*/ 978195 h 4492350"/>
              <a:gd name="connsiteX15" fmla="*/ 1881963 w 3742661"/>
              <a:gd name="connsiteY15" fmla="*/ 2232837 h 4492350"/>
              <a:gd name="connsiteX16" fmla="*/ 2041452 w 3742661"/>
              <a:gd name="connsiteY16" fmla="*/ 3030279 h 4492350"/>
              <a:gd name="connsiteX17" fmla="*/ 2647507 w 3742661"/>
              <a:gd name="connsiteY17" fmla="*/ 2519916 h 4492350"/>
              <a:gd name="connsiteX18" fmla="*/ 2849526 w 3742661"/>
              <a:gd name="connsiteY18" fmla="*/ 1307804 h 4492350"/>
              <a:gd name="connsiteX19" fmla="*/ 2838893 w 3742661"/>
              <a:gd name="connsiteY19" fmla="*/ 2371060 h 4492350"/>
              <a:gd name="connsiteX20" fmla="*/ 3742661 w 3742661"/>
              <a:gd name="connsiteY20" fmla="*/ 1148316 h 4492350"/>
              <a:gd name="connsiteX21" fmla="*/ 2222205 w 3742661"/>
              <a:gd name="connsiteY21" fmla="*/ 3370521 h 4492350"/>
              <a:gd name="connsiteX22" fmla="*/ 2169042 w 3742661"/>
              <a:gd name="connsiteY22" fmla="*/ 3817088 h 4492350"/>
              <a:gd name="connsiteX23" fmla="*/ 3317358 w 3742661"/>
              <a:gd name="connsiteY23" fmla="*/ 3094074 h 4492350"/>
              <a:gd name="connsiteX24" fmla="*/ 2194317 w 3742661"/>
              <a:gd name="connsiteY24" fmla="*/ 4030951 h 4492350"/>
              <a:gd name="connsiteX25" fmla="*/ 2232838 w 3742661"/>
              <a:gd name="connsiteY25" fmla="*/ 4476307 h 4492350"/>
              <a:gd name="connsiteX26" fmla="*/ 2218194 w 3742661"/>
              <a:gd name="connsiteY26" fmla="*/ 4491415 h 4492350"/>
              <a:gd name="connsiteX27" fmla="*/ 1743740 w 3742661"/>
              <a:gd name="connsiteY27" fmla="*/ 4492350 h 4492350"/>
              <a:gd name="connsiteX0" fmla="*/ 1743740 w 3742661"/>
              <a:gd name="connsiteY0" fmla="*/ 4492350 h 4492350"/>
              <a:gd name="connsiteX1" fmla="*/ 1796903 w 3742661"/>
              <a:gd name="connsiteY1" fmla="*/ 3785190 h 4492350"/>
              <a:gd name="connsiteX2" fmla="*/ 1307805 w 3742661"/>
              <a:gd name="connsiteY2" fmla="*/ 3381153 h 4492350"/>
              <a:gd name="connsiteX3" fmla="*/ 31898 w 3742661"/>
              <a:gd name="connsiteY3" fmla="*/ 2945218 h 4492350"/>
              <a:gd name="connsiteX4" fmla="*/ 1127052 w 3742661"/>
              <a:gd name="connsiteY4" fmla="*/ 3242930 h 4492350"/>
              <a:gd name="connsiteX5" fmla="*/ 393405 w 3742661"/>
              <a:gd name="connsiteY5" fmla="*/ 2456121 h 4492350"/>
              <a:gd name="connsiteX6" fmla="*/ 1775638 w 3742661"/>
              <a:gd name="connsiteY6" fmla="*/ 3519376 h 4492350"/>
              <a:gd name="connsiteX7" fmla="*/ 1679945 w 3742661"/>
              <a:gd name="connsiteY7" fmla="*/ 2392325 h 4492350"/>
              <a:gd name="connsiteX8" fmla="*/ 0 w 3742661"/>
              <a:gd name="connsiteY8" fmla="*/ 754911 h 4492350"/>
              <a:gd name="connsiteX9" fmla="*/ 988828 w 3742661"/>
              <a:gd name="connsiteY9" fmla="*/ 1924493 h 4492350"/>
              <a:gd name="connsiteX10" fmla="*/ 1137684 w 3742661"/>
              <a:gd name="connsiteY10" fmla="*/ 861237 h 4492350"/>
              <a:gd name="connsiteX11" fmla="*/ 1222745 w 3742661"/>
              <a:gd name="connsiteY11" fmla="*/ 2062716 h 4492350"/>
              <a:gd name="connsiteX12" fmla="*/ 1690577 w 3742661"/>
              <a:gd name="connsiteY12" fmla="*/ 2190307 h 4492350"/>
              <a:gd name="connsiteX13" fmla="*/ 1956391 w 3742661"/>
              <a:gd name="connsiteY13" fmla="*/ 0 h 4492350"/>
              <a:gd name="connsiteX14" fmla="*/ 2083982 w 3742661"/>
              <a:gd name="connsiteY14" fmla="*/ 978195 h 4492350"/>
              <a:gd name="connsiteX15" fmla="*/ 1881963 w 3742661"/>
              <a:gd name="connsiteY15" fmla="*/ 2232837 h 4492350"/>
              <a:gd name="connsiteX16" fmla="*/ 2041452 w 3742661"/>
              <a:gd name="connsiteY16" fmla="*/ 3030279 h 4492350"/>
              <a:gd name="connsiteX17" fmla="*/ 2647507 w 3742661"/>
              <a:gd name="connsiteY17" fmla="*/ 2519916 h 4492350"/>
              <a:gd name="connsiteX18" fmla="*/ 2849526 w 3742661"/>
              <a:gd name="connsiteY18" fmla="*/ 1307804 h 4492350"/>
              <a:gd name="connsiteX19" fmla="*/ 2838893 w 3742661"/>
              <a:gd name="connsiteY19" fmla="*/ 2371060 h 4492350"/>
              <a:gd name="connsiteX20" fmla="*/ 3742661 w 3742661"/>
              <a:gd name="connsiteY20" fmla="*/ 1148316 h 4492350"/>
              <a:gd name="connsiteX21" fmla="*/ 2222205 w 3742661"/>
              <a:gd name="connsiteY21" fmla="*/ 3370521 h 4492350"/>
              <a:gd name="connsiteX22" fmla="*/ 2169042 w 3742661"/>
              <a:gd name="connsiteY22" fmla="*/ 3817088 h 4492350"/>
              <a:gd name="connsiteX23" fmla="*/ 3317358 w 3742661"/>
              <a:gd name="connsiteY23" fmla="*/ 3094074 h 4492350"/>
              <a:gd name="connsiteX24" fmla="*/ 2194317 w 3742661"/>
              <a:gd name="connsiteY24" fmla="*/ 4030951 h 4492350"/>
              <a:gd name="connsiteX25" fmla="*/ 2232838 w 3742661"/>
              <a:gd name="connsiteY25" fmla="*/ 4476307 h 4492350"/>
              <a:gd name="connsiteX26" fmla="*/ 2218194 w 3742661"/>
              <a:gd name="connsiteY26" fmla="*/ 4491415 h 4492350"/>
              <a:gd name="connsiteX27" fmla="*/ 1743740 w 3742661"/>
              <a:gd name="connsiteY27" fmla="*/ 4492350 h 4492350"/>
              <a:gd name="connsiteX0" fmla="*/ 1743740 w 3742661"/>
              <a:gd name="connsiteY0" fmla="*/ 4492350 h 4492350"/>
              <a:gd name="connsiteX1" fmla="*/ 1796903 w 3742661"/>
              <a:gd name="connsiteY1" fmla="*/ 3785190 h 4492350"/>
              <a:gd name="connsiteX2" fmla="*/ 1307805 w 3742661"/>
              <a:gd name="connsiteY2" fmla="*/ 3381153 h 4492350"/>
              <a:gd name="connsiteX3" fmla="*/ 31898 w 3742661"/>
              <a:gd name="connsiteY3" fmla="*/ 2945218 h 4492350"/>
              <a:gd name="connsiteX4" fmla="*/ 1127052 w 3742661"/>
              <a:gd name="connsiteY4" fmla="*/ 3242930 h 4492350"/>
              <a:gd name="connsiteX5" fmla="*/ 393405 w 3742661"/>
              <a:gd name="connsiteY5" fmla="*/ 2456121 h 4492350"/>
              <a:gd name="connsiteX6" fmla="*/ 1775638 w 3742661"/>
              <a:gd name="connsiteY6" fmla="*/ 3519376 h 4492350"/>
              <a:gd name="connsiteX7" fmla="*/ 1679945 w 3742661"/>
              <a:gd name="connsiteY7" fmla="*/ 2392325 h 4492350"/>
              <a:gd name="connsiteX8" fmla="*/ 0 w 3742661"/>
              <a:gd name="connsiteY8" fmla="*/ 754911 h 4492350"/>
              <a:gd name="connsiteX9" fmla="*/ 988828 w 3742661"/>
              <a:gd name="connsiteY9" fmla="*/ 1924493 h 4492350"/>
              <a:gd name="connsiteX10" fmla="*/ 1137684 w 3742661"/>
              <a:gd name="connsiteY10" fmla="*/ 861237 h 4492350"/>
              <a:gd name="connsiteX11" fmla="*/ 1222745 w 3742661"/>
              <a:gd name="connsiteY11" fmla="*/ 2062716 h 4492350"/>
              <a:gd name="connsiteX12" fmla="*/ 1690577 w 3742661"/>
              <a:gd name="connsiteY12" fmla="*/ 2190307 h 4492350"/>
              <a:gd name="connsiteX13" fmla="*/ 1956391 w 3742661"/>
              <a:gd name="connsiteY13" fmla="*/ 0 h 4492350"/>
              <a:gd name="connsiteX14" fmla="*/ 2083982 w 3742661"/>
              <a:gd name="connsiteY14" fmla="*/ 978195 h 4492350"/>
              <a:gd name="connsiteX15" fmla="*/ 1881963 w 3742661"/>
              <a:gd name="connsiteY15" fmla="*/ 2232837 h 4492350"/>
              <a:gd name="connsiteX16" fmla="*/ 2057494 w 3742661"/>
              <a:gd name="connsiteY16" fmla="*/ 3046321 h 4492350"/>
              <a:gd name="connsiteX17" fmla="*/ 2647507 w 3742661"/>
              <a:gd name="connsiteY17" fmla="*/ 2519916 h 4492350"/>
              <a:gd name="connsiteX18" fmla="*/ 2849526 w 3742661"/>
              <a:gd name="connsiteY18" fmla="*/ 1307804 h 4492350"/>
              <a:gd name="connsiteX19" fmla="*/ 2838893 w 3742661"/>
              <a:gd name="connsiteY19" fmla="*/ 2371060 h 4492350"/>
              <a:gd name="connsiteX20" fmla="*/ 3742661 w 3742661"/>
              <a:gd name="connsiteY20" fmla="*/ 1148316 h 4492350"/>
              <a:gd name="connsiteX21" fmla="*/ 2222205 w 3742661"/>
              <a:gd name="connsiteY21" fmla="*/ 3370521 h 4492350"/>
              <a:gd name="connsiteX22" fmla="*/ 2169042 w 3742661"/>
              <a:gd name="connsiteY22" fmla="*/ 3817088 h 4492350"/>
              <a:gd name="connsiteX23" fmla="*/ 3317358 w 3742661"/>
              <a:gd name="connsiteY23" fmla="*/ 3094074 h 4492350"/>
              <a:gd name="connsiteX24" fmla="*/ 2194317 w 3742661"/>
              <a:gd name="connsiteY24" fmla="*/ 4030951 h 4492350"/>
              <a:gd name="connsiteX25" fmla="*/ 2232838 w 3742661"/>
              <a:gd name="connsiteY25" fmla="*/ 4476307 h 4492350"/>
              <a:gd name="connsiteX26" fmla="*/ 2218194 w 3742661"/>
              <a:gd name="connsiteY26" fmla="*/ 4491415 h 4492350"/>
              <a:gd name="connsiteX27" fmla="*/ 1743740 w 3742661"/>
              <a:gd name="connsiteY27" fmla="*/ 4492350 h 4492350"/>
              <a:gd name="connsiteX0" fmla="*/ 1743740 w 3742661"/>
              <a:gd name="connsiteY0" fmla="*/ 4492350 h 4492350"/>
              <a:gd name="connsiteX1" fmla="*/ 1796903 w 3742661"/>
              <a:gd name="connsiteY1" fmla="*/ 3785190 h 4492350"/>
              <a:gd name="connsiteX2" fmla="*/ 1307805 w 3742661"/>
              <a:gd name="connsiteY2" fmla="*/ 3381153 h 4492350"/>
              <a:gd name="connsiteX3" fmla="*/ 31898 w 3742661"/>
              <a:gd name="connsiteY3" fmla="*/ 2945218 h 4492350"/>
              <a:gd name="connsiteX4" fmla="*/ 1127052 w 3742661"/>
              <a:gd name="connsiteY4" fmla="*/ 3242930 h 4492350"/>
              <a:gd name="connsiteX5" fmla="*/ 393405 w 3742661"/>
              <a:gd name="connsiteY5" fmla="*/ 2456121 h 4492350"/>
              <a:gd name="connsiteX6" fmla="*/ 1775638 w 3742661"/>
              <a:gd name="connsiteY6" fmla="*/ 3519376 h 4492350"/>
              <a:gd name="connsiteX7" fmla="*/ 1679945 w 3742661"/>
              <a:gd name="connsiteY7" fmla="*/ 2392325 h 4492350"/>
              <a:gd name="connsiteX8" fmla="*/ 0 w 3742661"/>
              <a:gd name="connsiteY8" fmla="*/ 754911 h 4492350"/>
              <a:gd name="connsiteX9" fmla="*/ 988828 w 3742661"/>
              <a:gd name="connsiteY9" fmla="*/ 1924493 h 4492350"/>
              <a:gd name="connsiteX10" fmla="*/ 1137684 w 3742661"/>
              <a:gd name="connsiteY10" fmla="*/ 861237 h 4492350"/>
              <a:gd name="connsiteX11" fmla="*/ 1222745 w 3742661"/>
              <a:gd name="connsiteY11" fmla="*/ 2062716 h 4492350"/>
              <a:gd name="connsiteX12" fmla="*/ 1690577 w 3742661"/>
              <a:gd name="connsiteY12" fmla="*/ 2190307 h 4492350"/>
              <a:gd name="connsiteX13" fmla="*/ 1956391 w 3742661"/>
              <a:gd name="connsiteY13" fmla="*/ 0 h 4492350"/>
              <a:gd name="connsiteX14" fmla="*/ 2083982 w 3742661"/>
              <a:gd name="connsiteY14" fmla="*/ 978195 h 4492350"/>
              <a:gd name="connsiteX15" fmla="*/ 1881963 w 3742661"/>
              <a:gd name="connsiteY15" fmla="*/ 2232837 h 4492350"/>
              <a:gd name="connsiteX16" fmla="*/ 2057494 w 3742661"/>
              <a:gd name="connsiteY16" fmla="*/ 3046321 h 4492350"/>
              <a:gd name="connsiteX17" fmla="*/ 2647507 w 3742661"/>
              <a:gd name="connsiteY17" fmla="*/ 2519916 h 4492350"/>
              <a:gd name="connsiteX18" fmla="*/ 2849526 w 3742661"/>
              <a:gd name="connsiteY18" fmla="*/ 1307804 h 4492350"/>
              <a:gd name="connsiteX19" fmla="*/ 2838893 w 3742661"/>
              <a:gd name="connsiteY19" fmla="*/ 2371060 h 4492350"/>
              <a:gd name="connsiteX20" fmla="*/ 3742661 w 3742661"/>
              <a:gd name="connsiteY20" fmla="*/ 1148316 h 4492350"/>
              <a:gd name="connsiteX21" fmla="*/ 2222205 w 3742661"/>
              <a:gd name="connsiteY21" fmla="*/ 3370521 h 4492350"/>
              <a:gd name="connsiteX22" fmla="*/ 2169042 w 3742661"/>
              <a:gd name="connsiteY22" fmla="*/ 3817088 h 4492350"/>
              <a:gd name="connsiteX23" fmla="*/ 3317358 w 3742661"/>
              <a:gd name="connsiteY23" fmla="*/ 3094074 h 4492350"/>
              <a:gd name="connsiteX24" fmla="*/ 2194317 w 3742661"/>
              <a:gd name="connsiteY24" fmla="*/ 4030951 h 4492350"/>
              <a:gd name="connsiteX25" fmla="*/ 2232838 w 3742661"/>
              <a:gd name="connsiteY25" fmla="*/ 4476307 h 4492350"/>
              <a:gd name="connsiteX26" fmla="*/ 2218194 w 3742661"/>
              <a:gd name="connsiteY26" fmla="*/ 4491415 h 4492350"/>
              <a:gd name="connsiteX27" fmla="*/ 1743740 w 3742661"/>
              <a:gd name="connsiteY27" fmla="*/ 4492350 h 4492350"/>
              <a:gd name="connsiteX0" fmla="*/ 1743740 w 3742661"/>
              <a:gd name="connsiteY0" fmla="*/ 4492350 h 4492350"/>
              <a:gd name="connsiteX1" fmla="*/ 1796903 w 3742661"/>
              <a:gd name="connsiteY1" fmla="*/ 3785190 h 4492350"/>
              <a:gd name="connsiteX2" fmla="*/ 1307805 w 3742661"/>
              <a:gd name="connsiteY2" fmla="*/ 3381153 h 4492350"/>
              <a:gd name="connsiteX3" fmla="*/ 31898 w 3742661"/>
              <a:gd name="connsiteY3" fmla="*/ 2945218 h 4492350"/>
              <a:gd name="connsiteX4" fmla="*/ 1127052 w 3742661"/>
              <a:gd name="connsiteY4" fmla="*/ 3242930 h 4492350"/>
              <a:gd name="connsiteX5" fmla="*/ 393405 w 3742661"/>
              <a:gd name="connsiteY5" fmla="*/ 2456121 h 4492350"/>
              <a:gd name="connsiteX6" fmla="*/ 1775638 w 3742661"/>
              <a:gd name="connsiteY6" fmla="*/ 3519376 h 4492350"/>
              <a:gd name="connsiteX7" fmla="*/ 1679945 w 3742661"/>
              <a:gd name="connsiteY7" fmla="*/ 2392325 h 4492350"/>
              <a:gd name="connsiteX8" fmla="*/ 0 w 3742661"/>
              <a:gd name="connsiteY8" fmla="*/ 754911 h 4492350"/>
              <a:gd name="connsiteX9" fmla="*/ 988828 w 3742661"/>
              <a:gd name="connsiteY9" fmla="*/ 1924493 h 4492350"/>
              <a:gd name="connsiteX10" fmla="*/ 1137684 w 3742661"/>
              <a:gd name="connsiteY10" fmla="*/ 861237 h 4492350"/>
              <a:gd name="connsiteX11" fmla="*/ 1222745 w 3742661"/>
              <a:gd name="connsiteY11" fmla="*/ 2062716 h 4492350"/>
              <a:gd name="connsiteX12" fmla="*/ 1690577 w 3742661"/>
              <a:gd name="connsiteY12" fmla="*/ 2190307 h 4492350"/>
              <a:gd name="connsiteX13" fmla="*/ 1956391 w 3742661"/>
              <a:gd name="connsiteY13" fmla="*/ 0 h 4492350"/>
              <a:gd name="connsiteX14" fmla="*/ 2083982 w 3742661"/>
              <a:gd name="connsiteY14" fmla="*/ 978195 h 4492350"/>
              <a:gd name="connsiteX15" fmla="*/ 1881963 w 3742661"/>
              <a:gd name="connsiteY15" fmla="*/ 2232837 h 4492350"/>
              <a:gd name="connsiteX16" fmla="*/ 2057494 w 3742661"/>
              <a:gd name="connsiteY16" fmla="*/ 3046321 h 4492350"/>
              <a:gd name="connsiteX17" fmla="*/ 2647507 w 3742661"/>
              <a:gd name="connsiteY17" fmla="*/ 2519916 h 4492350"/>
              <a:gd name="connsiteX18" fmla="*/ 2849526 w 3742661"/>
              <a:gd name="connsiteY18" fmla="*/ 1307804 h 4492350"/>
              <a:gd name="connsiteX19" fmla="*/ 2838893 w 3742661"/>
              <a:gd name="connsiteY19" fmla="*/ 2371060 h 4492350"/>
              <a:gd name="connsiteX20" fmla="*/ 3742661 w 3742661"/>
              <a:gd name="connsiteY20" fmla="*/ 1148316 h 4492350"/>
              <a:gd name="connsiteX21" fmla="*/ 2222205 w 3742661"/>
              <a:gd name="connsiteY21" fmla="*/ 3370521 h 4492350"/>
              <a:gd name="connsiteX22" fmla="*/ 2169042 w 3742661"/>
              <a:gd name="connsiteY22" fmla="*/ 3817088 h 4492350"/>
              <a:gd name="connsiteX23" fmla="*/ 3317358 w 3742661"/>
              <a:gd name="connsiteY23" fmla="*/ 3094074 h 4492350"/>
              <a:gd name="connsiteX24" fmla="*/ 2194317 w 3742661"/>
              <a:gd name="connsiteY24" fmla="*/ 4030951 h 4492350"/>
              <a:gd name="connsiteX25" fmla="*/ 2232838 w 3742661"/>
              <a:gd name="connsiteY25" fmla="*/ 4476307 h 4492350"/>
              <a:gd name="connsiteX26" fmla="*/ 2218194 w 3742661"/>
              <a:gd name="connsiteY26" fmla="*/ 4491415 h 4492350"/>
              <a:gd name="connsiteX27" fmla="*/ 1743740 w 3742661"/>
              <a:gd name="connsiteY27" fmla="*/ 4492350 h 4492350"/>
              <a:gd name="connsiteX0" fmla="*/ 1743740 w 3742661"/>
              <a:gd name="connsiteY0" fmla="*/ 4492350 h 4492350"/>
              <a:gd name="connsiteX1" fmla="*/ 1796903 w 3742661"/>
              <a:gd name="connsiteY1" fmla="*/ 3785190 h 4492350"/>
              <a:gd name="connsiteX2" fmla="*/ 1307805 w 3742661"/>
              <a:gd name="connsiteY2" fmla="*/ 3381153 h 4492350"/>
              <a:gd name="connsiteX3" fmla="*/ 31898 w 3742661"/>
              <a:gd name="connsiteY3" fmla="*/ 2945218 h 4492350"/>
              <a:gd name="connsiteX4" fmla="*/ 1127052 w 3742661"/>
              <a:gd name="connsiteY4" fmla="*/ 3242930 h 4492350"/>
              <a:gd name="connsiteX5" fmla="*/ 393405 w 3742661"/>
              <a:gd name="connsiteY5" fmla="*/ 2456121 h 4492350"/>
              <a:gd name="connsiteX6" fmla="*/ 1775638 w 3742661"/>
              <a:gd name="connsiteY6" fmla="*/ 3519376 h 4492350"/>
              <a:gd name="connsiteX7" fmla="*/ 1679945 w 3742661"/>
              <a:gd name="connsiteY7" fmla="*/ 2392325 h 4492350"/>
              <a:gd name="connsiteX8" fmla="*/ 0 w 3742661"/>
              <a:gd name="connsiteY8" fmla="*/ 754911 h 4492350"/>
              <a:gd name="connsiteX9" fmla="*/ 988828 w 3742661"/>
              <a:gd name="connsiteY9" fmla="*/ 1924493 h 4492350"/>
              <a:gd name="connsiteX10" fmla="*/ 1137684 w 3742661"/>
              <a:gd name="connsiteY10" fmla="*/ 861237 h 4492350"/>
              <a:gd name="connsiteX11" fmla="*/ 1222745 w 3742661"/>
              <a:gd name="connsiteY11" fmla="*/ 2062716 h 4492350"/>
              <a:gd name="connsiteX12" fmla="*/ 1690577 w 3742661"/>
              <a:gd name="connsiteY12" fmla="*/ 2190307 h 4492350"/>
              <a:gd name="connsiteX13" fmla="*/ 1956391 w 3742661"/>
              <a:gd name="connsiteY13" fmla="*/ 0 h 4492350"/>
              <a:gd name="connsiteX14" fmla="*/ 2083982 w 3742661"/>
              <a:gd name="connsiteY14" fmla="*/ 978195 h 4492350"/>
              <a:gd name="connsiteX15" fmla="*/ 1881963 w 3742661"/>
              <a:gd name="connsiteY15" fmla="*/ 2232837 h 4492350"/>
              <a:gd name="connsiteX16" fmla="*/ 2057494 w 3742661"/>
              <a:gd name="connsiteY16" fmla="*/ 3046321 h 4492350"/>
              <a:gd name="connsiteX17" fmla="*/ 2647507 w 3742661"/>
              <a:gd name="connsiteY17" fmla="*/ 2519916 h 4492350"/>
              <a:gd name="connsiteX18" fmla="*/ 2913694 w 3742661"/>
              <a:gd name="connsiteY18" fmla="*/ 1291762 h 4492350"/>
              <a:gd name="connsiteX19" fmla="*/ 2838893 w 3742661"/>
              <a:gd name="connsiteY19" fmla="*/ 2371060 h 4492350"/>
              <a:gd name="connsiteX20" fmla="*/ 3742661 w 3742661"/>
              <a:gd name="connsiteY20" fmla="*/ 1148316 h 4492350"/>
              <a:gd name="connsiteX21" fmla="*/ 2222205 w 3742661"/>
              <a:gd name="connsiteY21" fmla="*/ 3370521 h 4492350"/>
              <a:gd name="connsiteX22" fmla="*/ 2169042 w 3742661"/>
              <a:gd name="connsiteY22" fmla="*/ 3817088 h 4492350"/>
              <a:gd name="connsiteX23" fmla="*/ 3317358 w 3742661"/>
              <a:gd name="connsiteY23" fmla="*/ 3094074 h 4492350"/>
              <a:gd name="connsiteX24" fmla="*/ 2194317 w 3742661"/>
              <a:gd name="connsiteY24" fmla="*/ 4030951 h 4492350"/>
              <a:gd name="connsiteX25" fmla="*/ 2232838 w 3742661"/>
              <a:gd name="connsiteY25" fmla="*/ 4476307 h 4492350"/>
              <a:gd name="connsiteX26" fmla="*/ 2218194 w 3742661"/>
              <a:gd name="connsiteY26" fmla="*/ 4491415 h 4492350"/>
              <a:gd name="connsiteX27" fmla="*/ 1743740 w 3742661"/>
              <a:gd name="connsiteY27" fmla="*/ 4492350 h 4492350"/>
              <a:gd name="connsiteX0" fmla="*/ 1743740 w 3742661"/>
              <a:gd name="connsiteY0" fmla="*/ 4492350 h 4492350"/>
              <a:gd name="connsiteX1" fmla="*/ 1796903 w 3742661"/>
              <a:gd name="connsiteY1" fmla="*/ 3785190 h 4492350"/>
              <a:gd name="connsiteX2" fmla="*/ 1307805 w 3742661"/>
              <a:gd name="connsiteY2" fmla="*/ 3381153 h 4492350"/>
              <a:gd name="connsiteX3" fmla="*/ 31898 w 3742661"/>
              <a:gd name="connsiteY3" fmla="*/ 2945218 h 4492350"/>
              <a:gd name="connsiteX4" fmla="*/ 1127052 w 3742661"/>
              <a:gd name="connsiteY4" fmla="*/ 3242930 h 4492350"/>
              <a:gd name="connsiteX5" fmla="*/ 393405 w 3742661"/>
              <a:gd name="connsiteY5" fmla="*/ 2456121 h 4492350"/>
              <a:gd name="connsiteX6" fmla="*/ 1775638 w 3742661"/>
              <a:gd name="connsiteY6" fmla="*/ 3519376 h 4492350"/>
              <a:gd name="connsiteX7" fmla="*/ 1679945 w 3742661"/>
              <a:gd name="connsiteY7" fmla="*/ 2392325 h 4492350"/>
              <a:gd name="connsiteX8" fmla="*/ 0 w 3742661"/>
              <a:gd name="connsiteY8" fmla="*/ 754911 h 4492350"/>
              <a:gd name="connsiteX9" fmla="*/ 988828 w 3742661"/>
              <a:gd name="connsiteY9" fmla="*/ 1924493 h 4492350"/>
              <a:gd name="connsiteX10" fmla="*/ 1137684 w 3742661"/>
              <a:gd name="connsiteY10" fmla="*/ 861237 h 4492350"/>
              <a:gd name="connsiteX11" fmla="*/ 1222745 w 3742661"/>
              <a:gd name="connsiteY11" fmla="*/ 2062716 h 4492350"/>
              <a:gd name="connsiteX12" fmla="*/ 1690577 w 3742661"/>
              <a:gd name="connsiteY12" fmla="*/ 2190307 h 4492350"/>
              <a:gd name="connsiteX13" fmla="*/ 1956391 w 3742661"/>
              <a:gd name="connsiteY13" fmla="*/ 0 h 4492350"/>
              <a:gd name="connsiteX14" fmla="*/ 2083982 w 3742661"/>
              <a:gd name="connsiteY14" fmla="*/ 978195 h 4492350"/>
              <a:gd name="connsiteX15" fmla="*/ 1881963 w 3742661"/>
              <a:gd name="connsiteY15" fmla="*/ 2232837 h 4492350"/>
              <a:gd name="connsiteX16" fmla="*/ 2057494 w 3742661"/>
              <a:gd name="connsiteY16" fmla="*/ 3046321 h 4492350"/>
              <a:gd name="connsiteX17" fmla="*/ 2647507 w 3742661"/>
              <a:gd name="connsiteY17" fmla="*/ 2519916 h 4492350"/>
              <a:gd name="connsiteX18" fmla="*/ 2913694 w 3742661"/>
              <a:gd name="connsiteY18" fmla="*/ 1291762 h 4492350"/>
              <a:gd name="connsiteX19" fmla="*/ 2838893 w 3742661"/>
              <a:gd name="connsiteY19" fmla="*/ 2371060 h 4492350"/>
              <a:gd name="connsiteX20" fmla="*/ 3742661 w 3742661"/>
              <a:gd name="connsiteY20" fmla="*/ 1148316 h 4492350"/>
              <a:gd name="connsiteX21" fmla="*/ 2222205 w 3742661"/>
              <a:gd name="connsiteY21" fmla="*/ 3370521 h 4492350"/>
              <a:gd name="connsiteX22" fmla="*/ 2169042 w 3742661"/>
              <a:gd name="connsiteY22" fmla="*/ 3817088 h 4492350"/>
              <a:gd name="connsiteX23" fmla="*/ 3317358 w 3742661"/>
              <a:gd name="connsiteY23" fmla="*/ 3094074 h 4492350"/>
              <a:gd name="connsiteX24" fmla="*/ 2194317 w 3742661"/>
              <a:gd name="connsiteY24" fmla="*/ 4030951 h 4492350"/>
              <a:gd name="connsiteX25" fmla="*/ 2232838 w 3742661"/>
              <a:gd name="connsiteY25" fmla="*/ 4476307 h 4492350"/>
              <a:gd name="connsiteX26" fmla="*/ 2218194 w 3742661"/>
              <a:gd name="connsiteY26" fmla="*/ 4491415 h 4492350"/>
              <a:gd name="connsiteX27" fmla="*/ 1743740 w 3742661"/>
              <a:gd name="connsiteY27" fmla="*/ 4492350 h 4492350"/>
              <a:gd name="connsiteX0" fmla="*/ 1743740 w 3742661"/>
              <a:gd name="connsiteY0" fmla="*/ 4492350 h 4492350"/>
              <a:gd name="connsiteX1" fmla="*/ 1796903 w 3742661"/>
              <a:gd name="connsiteY1" fmla="*/ 3785190 h 4492350"/>
              <a:gd name="connsiteX2" fmla="*/ 1307805 w 3742661"/>
              <a:gd name="connsiteY2" fmla="*/ 3381153 h 4492350"/>
              <a:gd name="connsiteX3" fmla="*/ 31898 w 3742661"/>
              <a:gd name="connsiteY3" fmla="*/ 2945218 h 4492350"/>
              <a:gd name="connsiteX4" fmla="*/ 1127052 w 3742661"/>
              <a:gd name="connsiteY4" fmla="*/ 3242930 h 4492350"/>
              <a:gd name="connsiteX5" fmla="*/ 393405 w 3742661"/>
              <a:gd name="connsiteY5" fmla="*/ 2456121 h 4492350"/>
              <a:gd name="connsiteX6" fmla="*/ 1775638 w 3742661"/>
              <a:gd name="connsiteY6" fmla="*/ 3519376 h 4492350"/>
              <a:gd name="connsiteX7" fmla="*/ 1679945 w 3742661"/>
              <a:gd name="connsiteY7" fmla="*/ 2392325 h 4492350"/>
              <a:gd name="connsiteX8" fmla="*/ 0 w 3742661"/>
              <a:gd name="connsiteY8" fmla="*/ 754911 h 4492350"/>
              <a:gd name="connsiteX9" fmla="*/ 988828 w 3742661"/>
              <a:gd name="connsiteY9" fmla="*/ 1924493 h 4492350"/>
              <a:gd name="connsiteX10" fmla="*/ 1137684 w 3742661"/>
              <a:gd name="connsiteY10" fmla="*/ 861237 h 4492350"/>
              <a:gd name="connsiteX11" fmla="*/ 1222745 w 3742661"/>
              <a:gd name="connsiteY11" fmla="*/ 2062716 h 4492350"/>
              <a:gd name="connsiteX12" fmla="*/ 1690577 w 3742661"/>
              <a:gd name="connsiteY12" fmla="*/ 2190307 h 4492350"/>
              <a:gd name="connsiteX13" fmla="*/ 1956391 w 3742661"/>
              <a:gd name="connsiteY13" fmla="*/ 0 h 4492350"/>
              <a:gd name="connsiteX14" fmla="*/ 2083982 w 3742661"/>
              <a:gd name="connsiteY14" fmla="*/ 978195 h 4492350"/>
              <a:gd name="connsiteX15" fmla="*/ 1881963 w 3742661"/>
              <a:gd name="connsiteY15" fmla="*/ 2232837 h 4492350"/>
              <a:gd name="connsiteX16" fmla="*/ 2057494 w 3742661"/>
              <a:gd name="connsiteY16" fmla="*/ 3046321 h 4492350"/>
              <a:gd name="connsiteX17" fmla="*/ 2647507 w 3742661"/>
              <a:gd name="connsiteY17" fmla="*/ 2519916 h 4492350"/>
              <a:gd name="connsiteX18" fmla="*/ 2913694 w 3742661"/>
              <a:gd name="connsiteY18" fmla="*/ 1291762 h 4492350"/>
              <a:gd name="connsiteX19" fmla="*/ 2838893 w 3742661"/>
              <a:gd name="connsiteY19" fmla="*/ 2371060 h 4492350"/>
              <a:gd name="connsiteX20" fmla="*/ 3742661 w 3742661"/>
              <a:gd name="connsiteY20" fmla="*/ 1148316 h 4492350"/>
              <a:gd name="connsiteX21" fmla="*/ 2222205 w 3742661"/>
              <a:gd name="connsiteY21" fmla="*/ 3370521 h 4492350"/>
              <a:gd name="connsiteX22" fmla="*/ 2169042 w 3742661"/>
              <a:gd name="connsiteY22" fmla="*/ 3817088 h 4492350"/>
              <a:gd name="connsiteX23" fmla="*/ 3317358 w 3742661"/>
              <a:gd name="connsiteY23" fmla="*/ 3094074 h 4492350"/>
              <a:gd name="connsiteX24" fmla="*/ 2194317 w 3742661"/>
              <a:gd name="connsiteY24" fmla="*/ 4030951 h 4492350"/>
              <a:gd name="connsiteX25" fmla="*/ 2232838 w 3742661"/>
              <a:gd name="connsiteY25" fmla="*/ 4476307 h 4492350"/>
              <a:gd name="connsiteX26" fmla="*/ 2218194 w 3742661"/>
              <a:gd name="connsiteY26" fmla="*/ 4491415 h 4492350"/>
              <a:gd name="connsiteX27" fmla="*/ 1743740 w 3742661"/>
              <a:gd name="connsiteY27" fmla="*/ 4492350 h 4492350"/>
              <a:gd name="connsiteX0" fmla="*/ 1743740 w 3742661"/>
              <a:gd name="connsiteY0" fmla="*/ 4492350 h 4492350"/>
              <a:gd name="connsiteX1" fmla="*/ 1796903 w 3742661"/>
              <a:gd name="connsiteY1" fmla="*/ 3785190 h 4492350"/>
              <a:gd name="connsiteX2" fmla="*/ 1307805 w 3742661"/>
              <a:gd name="connsiteY2" fmla="*/ 3381153 h 4492350"/>
              <a:gd name="connsiteX3" fmla="*/ 31898 w 3742661"/>
              <a:gd name="connsiteY3" fmla="*/ 2945218 h 4492350"/>
              <a:gd name="connsiteX4" fmla="*/ 1127052 w 3742661"/>
              <a:gd name="connsiteY4" fmla="*/ 3242930 h 4492350"/>
              <a:gd name="connsiteX5" fmla="*/ 393405 w 3742661"/>
              <a:gd name="connsiteY5" fmla="*/ 2456121 h 4492350"/>
              <a:gd name="connsiteX6" fmla="*/ 1775638 w 3742661"/>
              <a:gd name="connsiteY6" fmla="*/ 3519376 h 4492350"/>
              <a:gd name="connsiteX7" fmla="*/ 1679945 w 3742661"/>
              <a:gd name="connsiteY7" fmla="*/ 2392325 h 4492350"/>
              <a:gd name="connsiteX8" fmla="*/ 0 w 3742661"/>
              <a:gd name="connsiteY8" fmla="*/ 754911 h 4492350"/>
              <a:gd name="connsiteX9" fmla="*/ 988828 w 3742661"/>
              <a:gd name="connsiteY9" fmla="*/ 1924493 h 4492350"/>
              <a:gd name="connsiteX10" fmla="*/ 1137684 w 3742661"/>
              <a:gd name="connsiteY10" fmla="*/ 861237 h 4492350"/>
              <a:gd name="connsiteX11" fmla="*/ 1222745 w 3742661"/>
              <a:gd name="connsiteY11" fmla="*/ 2062716 h 4492350"/>
              <a:gd name="connsiteX12" fmla="*/ 1690577 w 3742661"/>
              <a:gd name="connsiteY12" fmla="*/ 2190307 h 4492350"/>
              <a:gd name="connsiteX13" fmla="*/ 1956391 w 3742661"/>
              <a:gd name="connsiteY13" fmla="*/ 0 h 4492350"/>
              <a:gd name="connsiteX14" fmla="*/ 2083982 w 3742661"/>
              <a:gd name="connsiteY14" fmla="*/ 978195 h 4492350"/>
              <a:gd name="connsiteX15" fmla="*/ 1881963 w 3742661"/>
              <a:gd name="connsiteY15" fmla="*/ 2232837 h 4492350"/>
              <a:gd name="connsiteX16" fmla="*/ 2057494 w 3742661"/>
              <a:gd name="connsiteY16" fmla="*/ 3046321 h 4492350"/>
              <a:gd name="connsiteX17" fmla="*/ 2647507 w 3742661"/>
              <a:gd name="connsiteY17" fmla="*/ 2519916 h 4492350"/>
              <a:gd name="connsiteX18" fmla="*/ 2913694 w 3742661"/>
              <a:gd name="connsiteY18" fmla="*/ 1291762 h 4492350"/>
              <a:gd name="connsiteX19" fmla="*/ 2806809 w 3742661"/>
              <a:gd name="connsiteY19" fmla="*/ 2383091 h 4492350"/>
              <a:gd name="connsiteX20" fmla="*/ 3742661 w 3742661"/>
              <a:gd name="connsiteY20" fmla="*/ 1148316 h 4492350"/>
              <a:gd name="connsiteX21" fmla="*/ 2222205 w 3742661"/>
              <a:gd name="connsiteY21" fmla="*/ 3370521 h 4492350"/>
              <a:gd name="connsiteX22" fmla="*/ 2169042 w 3742661"/>
              <a:gd name="connsiteY22" fmla="*/ 3817088 h 4492350"/>
              <a:gd name="connsiteX23" fmla="*/ 3317358 w 3742661"/>
              <a:gd name="connsiteY23" fmla="*/ 3094074 h 4492350"/>
              <a:gd name="connsiteX24" fmla="*/ 2194317 w 3742661"/>
              <a:gd name="connsiteY24" fmla="*/ 4030951 h 4492350"/>
              <a:gd name="connsiteX25" fmla="*/ 2232838 w 3742661"/>
              <a:gd name="connsiteY25" fmla="*/ 4476307 h 4492350"/>
              <a:gd name="connsiteX26" fmla="*/ 2218194 w 3742661"/>
              <a:gd name="connsiteY26" fmla="*/ 4491415 h 4492350"/>
              <a:gd name="connsiteX27" fmla="*/ 1743740 w 3742661"/>
              <a:gd name="connsiteY27" fmla="*/ 4492350 h 4492350"/>
              <a:gd name="connsiteX0" fmla="*/ 1743740 w 3742661"/>
              <a:gd name="connsiteY0" fmla="*/ 4492350 h 4492350"/>
              <a:gd name="connsiteX1" fmla="*/ 1796903 w 3742661"/>
              <a:gd name="connsiteY1" fmla="*/ 3785190 h 4492350"/>
              <a:gd name="connsiteX2" fmla="*/ 1307805 w 3742661"/>
              <a:gd name="connsiteY2" fmla="*/ 3381153 h 4492350"/>
              <a:gd name="connsiteX3" fmla="*/ 31898 w 3742661"/>
              <a:gd name="connsiteY3" fmla="*/ 2945218 h 4492350"/>
              <a:gd name="connsiteX4" fmla="*/ 1127052 w 3742661"/>
              <a:gd name="connsiteY4" fmla="*/ 3242930 h 4492350"/>
              <a:gd name="connsiteX5" fmla="*/ 393405 w 3742661"/>
              <a:gd name="connsiteY5" fmla="*/ 2456121 h 4492350"/>
              <a:gd name="connsiteX6" fmla="*/ 1775638 w 3742661"/>
              <a:gd name="connsiteY6" fmla="*/ 3519376 h 4492350"/>
              <a:gd name="connsiteX7" fmla="*/ 1679945 w 3742661"/>
              <a:gd name="connsiteY7" fmla="*/ 2392325 h 4492350"/>
              <a:gd name="connsiteX8" fmla="*/ 0 w 3742661"/>
              <a:gd name="connsiteY8" fmla="*/ 754911 h 4492350"/>
              <a:gd name="connsiteX9" fmla="*/ 988828 w 3742661"/>
              <a:gd name="connsiteY9" fmla="*/ 1924493 h 4492350"/>
              <a:gd name="connsiteX10" fmla="*/ 1137684 w 3742661"/>
              <a:gd name="connsiteY10" fmla="*/ 861237 h 4492350"/>
              <a:gd name="connsiteX11" fmla="*/ 1222745 w 3742661"/>
              <a:gd name="connsiteY11" fmla="*/ 2062716 h 4492350"/>
              <a:gd name="connsiteX12" fmla="*/ 1690577 w 3742661"/>
              <a:gd name="connsiteY12" fmla="*/ 2190307 h 4492350"/>
              <a:gd name="connsiteX13" fmla="*/ 1956391 w 3742661"/>
              <a:gd name="connsiteY13" fmla="*/ 0 h 4492350"/>
              <a:gd name="connsiteX14" fmla="*/ 2083982 w 3742661"/>
              <a:gd name="connsiteY14" fmla="*/ 978195 h 4492350"/>
              <a:gd name="connsiteX15" fmla="*/ 1881963 w 3742661"/>
              <a:gd name="connsiteY15" fmla="*/ 2232837 h 4492350"/>
              <a:gd name="connsiteX16" fmla="*/ 2057494 w 3742661"/>
              <a:gd name="connsiteY16" fmla="*/ 3046321 h 4492350"/>
              <a:gd name="connsiteX17" fmla="*/ 2647507 w 3742661"/>
              <a:gd name="connsiteY17" fmla="*/ 2519916 h 4492350"/>
              <a:gd name="connsiteX18" fmla="*/ 2913694 w 3742661"/>
              <a:gd name="connsiteY18" fmla="*/ 1291762 h 4492350"/>
              <a:gd name="connsiteX19" fmla="*/ 2806809 w 3742661"/>
              <a:gd name="connsiteY19" fmla="*/ 2383091 h 4492350"/>
              <a:gd name="connsiteX20" fmla="*/ 3742661 w 3742661"/>
              <a:gd name="connsiteY20" fmla="*/ 1148316 h 4492350"/>
              <a:gd name="connsiteX21" fmla="*/ 2222205 w 3742661"/>
              <a:gd name="connsiteY21" fmla="*/ 3370521 h 4492350"/>
              <a:gd name="connsiteX22" fmla="*/ 2169042 w 3742661"/>
              <a:gd name="connsiteY22" fmla="*/ 3817088 h 4492350"/>
              <a:gd name="connsiteX23" fmla="*/ 3317358 w 3742661"/>
              <a:gd name="connsiteY23" fmla="*/ 3094074 h 4492350"/>
              <a:gd name="connsiteX24" fmla="*/ 2194317 w 3742661"/>
              <a:gd name="connsiteY24" fmla="*/ 4030951 h 4492350"/>
              <a:gd name="connsiteX25" fmla="*/ 2232838 w 3742661"/>
              <a:gd name="connsiteY25" fmla="*/ 4476307 h 4492350"/>
              <a:gd name="connsiteX26" fmla="*/ 2218194 w 3742661"/>
              <a:gd name="connsiteY26" fmla="*/ 4491415 h 4492350"/>
              <a:gd name="connsiteX27" fmla="*/ 1743740 w 3742661"/>
              <a:gd name="connsiteY27" fmla="*/ 4492350 h 4492350"/>
              <a:gd name="connsiteX0" fmla="*/ 1743740 w 3742661"/>
              <a:gd name="connsiteY0" fmla="*/ 4492350 h 4492350"/>
              <a:gd name="connsiteX1" fmla="*/ 1796903 w 3742661"/>
              <a:gd name="connsiteY1" fmla="*/ 3785190 h 4492350"/>
              <a:gd name="connsiteX2" fmla="*/ 1307805 w 3742661"/>
              <a:gd name="connsiteY2" fmla="*/ 3381153 h 4492350"/>
              <a:gd name="connsiteX3" fmla="*/ 31898 w 3742661"/>
              <a:gd name="connsiteY3" fmla="*/ 2945218 h 4492350"/>
              <a:gd name="connsiteX4" fmla="*/ 1127052 w 3742661"/>
              <a:gd name="connsiteY4" fmla="*/ 3242930 h 4492350"/>
              <a:gd name="connsiteX5" fmla="*/ 393405 w 3742661"/>
              <a:gd name="connsiteY5" fmla="*/ 2456121 h 4492350"/>
              <a:gd name="connsiteX6" fmla="*/ 1775638 w 3742661"/>
              <a:gd name="connsiteY6" fmla="*/ 3519376 h 4492350"/>
              <a:gd name="connsiteX7" fmla="*/ 1679945 w 3742661"/>
              <a:gd name="connsiteY7" fmla="*/ 2392325 h 4492350"/>
              <a:gd name="connsiteX8" fmla="*/ 0 w 3742661"/>
              <a:gd name="connsiteY8" fmla="*/ 754911 h 4492350"/>
              <a:gd name="connsiteX9" fmla="*/ 988828 w 3742661"/>
              <a:gd name="connsiteY9" fmla="*/ 1924493 h 4492350"/>
              <a:gd name="connsiteX10" fmla="*/ 1137684 w 3742661"/>
              <a:gd name="connsiteY10" fmla="*/ 861237 h 4492350"/>
              <a:gd name="connsiteX11" fmla="*/ 1222745 w 3742661"/>
              <a:gd name="connsiteY11" fmla="*/ 2062716 h 4492350"/>
              <a:gd name="connsiteX12" fmla="*/ 1690577 w 3742661"/>
              <a:gd name="connsiteY12" fmla="*/ 2190307 h 4492350"/>
              <a:gd name="connsiteX13" fmla="*/ 1956391 w 3742661"/>
              <a:gd name="connsiteY13" fmla="*/ 0 h 4492350"/>
              <a:gd name="connsiteX14" fmla="*/ 2083982 w 3742661"/>
              <a:gd name="connsiteY14" fmla="*/ 978195 h 4492350"/>
              <a:gd name="connsiteX15" fmla="*/ 1881963 w 3742661"/>
              <a:gd name="connsiteY15" fmla="*/ 2232837 h 4492350"/>
              <a:gd name="connsiteX16" fmla="*/ 2057494 w 3742661"/>
              <a:gd name="connsiteY16" fmla="*/ 3046321 h 4492350"/>
              <a:gd name="connsiteX17" fmla="*/ 2647507 w 3742661"/>
              <a:gd name="connsiteY17" fmla="*/ 2519916 h 4492350"/>
              <a:gd name="connsiteX18" fmla="*/ 2913694 w 3742661"/>
              <a:gd name="connsiteY18" fmla="*/ 1291762 h 4492350"/>
              <a:gd name="connsiteX19" fmla="*/ 2806809 w 3742661"/>
              <a:gd name="connsiteY19" fmla="*/ 2383091 h 4492350"/>
              <a:gd name="connsiteX20" fmla="*/ 3742661 w 3742661"/>
              <a:gd name="connsiteY20" fmla="*/ 1148316 h 4492350"/>
              <a:gd name="connsiteX21" fmla="*/ 2222205 w 3742661"/>
              <a:gd name="connsiteY21" fmla="*/ 3370521 h 4492350"/>
              <a:gd name="connsiteX22" fmla="*/ 2169042 w 3742661"/>
              <a:gd name="connsiteY22" fmla="*/ 3817088 h 4492350"/>
              <a:gd name="connsiteX23" fmla="*/ 3317358 w 3742661"/>
              <a:gd name="connsiteY23" fmla="*/ 3094074 h 4492350"/>
              <a:gd name="connsiteX24" fmla="*/ 2194317 w 3742661"/>
              <a:gd name="connsiteY24" fmla="*/ 4030951 h 4492350"/>
              <a:gd name="connsiteX25" fmla="*/ 2232838 w 3742661"/>
              <a:gd name="connsiteY25" fmla="*/ 4476307 h 4492350"/>
              <a:gd name="connsiteX26" fmla="*/ 2218194 w 3742661"/>
              <a:gd name="connsiteY26" fmla="*/ 4491415 h 4492350"/>
              <a:gd name="connsiteX27" fmla="*/ 1743740 w 3742661"/>
              <a:gd name="connsiteY27" fmla="*/ 4492350 h 4492350"/>
              <a:gd name="connsiteX0" fmla="*/ 1743740 w 3742661"/>
              <a:gd name="connsiteY0" fmla="*/ 4492350 h 4492350"/>
              <a:gd name="connsiteX1" fmla="*/ 1796903 w 3742661"/>
              <a:gd name="connsiteY1" fmla="*/ 3785190 h 4492350"/>
              <a:gd name="connsiteX2" fmla="*/ 1307805 w 3742661"/>
              <a:gd name="connsiteY2" fmla="*/ 3381153 h 4492350"/>
              <a:gd name="connsiteX3" fmla="*/ 31898 w 3742661"/>
              <a:gd name="connsiteY3" fmla="*/ 2945218 h 4492350"/>
              <a:gd name="connsiteX4" fmla="*/ 1127052 w 3742661"/>
              <a:gd name="connsiteY4" fmla="*/ 3242930 h 4492350"/>
              <a:gd name="connsiteX5" fmla="*/ 393405 w 3742661"/>
              <a:gd name="connsiteY5" fmla="*/ 2456121 h 4492350"/>
              <a:gd name="connsiteX6" fmla="*/ 1775638 w 3742661"/>
              <a:gd name="connsiteY6" fmla="*/ 3519376 h 4492350"/>
              <a:gd name="connsiteX7" fmla="*/ 1679945 w 3742661"/>
              <a:gd name="connsiteY7" fmla="*/ 2392325 h 4492350"/>
              <a:gd name="connsiteX8" fmla="*/ 0 w 3742661"/>
              <a:gd name="connsiteY8" fmla="*/ 754911 h 4492350"/>
              <a:gd name="connsiteX9" fmla="*/ 988828 w 3742661"/>
              <a:gd name="connsiteY9" fmla="*/ 1924493 h 4492350"/>
              <a:gd name="connsiteX10" fmla="*/ 1137684 w 3742661"/>
              <a:gd name="connsiteY10" fmla="*/ 861237 h 4492350"/>
              <a:gd name="connsiteX11" fmla="*/ 1222745 w 3742661"/>
              <a:gd name="connsiteY11" fmla="*/ 2062716 h 4492350"/>
              <a:gd name="connsiteX12" fmla="*/ 1690577 w 3742661"/>
              <a:gd name="connsiteY12" fmla="*/ 2190307 h 4492350"/>
              <a:gd name="connsiteX13" fmla="*/ 1956391 w 3742661"/>
              <a:gd name="connsiteY13" fmla="*/ 0 h 4492350"/>
              <a:gd name="connsiteX14" fmla="*/ 2083982 w 3742661"/>
              <a:gd name="connsiteY14" fmla="*/ 978195 h 4492350"/>
              <a:gd name="connsiteX15" fmla="*/ 1881963 w 3742661"/>
              <a:gd name="connsiteY15" fmla="*/ 2232837 h 4492350"/>
              <a:gd name="connsiteX16" fmla="*/ 2057494 w 3742661"/>
              <a:gd name="connsiteY16" fmla="*/ 3046321 h 4492350"/>
              <a:gd name="connsiteX17" fmla="*/ 2647507 w 3742661"/>
              <a:gd name="connsiteY17" fmla="*/ 2519916 h 4492350"/>
              <a:gd name="connsiteX18" fmla="*/ 2913694 w 3742661"/>
              <a:gd name="connsiteY18" fmla="*/ 1291762 h 4492350"/>
              <a:gd name="connsiteX19" fmla="*/ 2806809 w 3742661"/>
              <a:gd name="connsiteY19" fmla="*/ 2383091 h 4492350"/>
              <a:gd name="connsiteX20" fmla="*/ 3742661 w 3742661"/>
              <a:gd name="connsiteY20" fmla="*/ 1148316 h 4492350"/>
              <a:gd name="connsiteX21" fmla="*/ 2222205 w 3742661"/>
              <a:gd name="connsiteY21" fmla="*/ 3370521 h 4492350"/>
              <a:gd name="connsiteX22" fmla="*/ 2169042 w 3742661"/>
              <a:gd name="connsiteY22" fmla="*/ 3817088 h 4492350"/>
              <a:gd name="connsiteX23" fmla="*/ 3317358 w 3742661"/>
              <a:gd name="connsiteY23" fmla="*/ 3094074 h 4492350"/>
              <a:gd name="connsiteX24" fmla="*/ 2194317 w 3742661"/>
              <a:gd name="connsiteY24" fmla="*/ 4030951 h 4492350"/>
              <a:gd name="connsiteX25" fmla="*/ 2232838 w 3742661"/>
              <a:gd name="connsiteY25" fmla="*/ 4476307 h 4492350"/>
              <a:gd name="connsiteX26" fmla="*/ 2218194 w 3742661"/>
              <a:gd name="connsiteY26" fmla="*/ 4491415 h 4492350"/>
              <a:gd name="connsiteX27" fmla="*/ 1743740 w 3742661"/>
              <a:gd name="connsiteY27" fmla="*/ 4492350 h 4492350"/>
              <a:gd name="connsiteX0" fmla="*/ 1743740 w 3742661"/>
              <a:gd name="connsiteY0" fmla="*/ 4492350 h 4492350"/>
              <a:gd name="connsiteX1" fmla="*/ 1796903 w 3742661"/>
              <a:gd name="connsiteY1" fmla="*/ 3785190 h 4492350"/>
              <a:gd name="connsiteX2" fmla="*/ 1307805 w 3742661"/>
              <a:gd name="connsiteY2" fmla="*/ 3381153 h 4492350"/>
              <a:gd name="connsiteX3" fmla="*/ 31898 w 3742661"/>
              <a:gd name="connsiteY3" fmla="*/ 2945218 h 4492350"/>
              <a:gd name="connsiteX4" fmla="*/ 1127052 w 3742661"/>
              <a:gd name="connsiteY4" fmla="*/ 3242930 h 4492350"/>
              <a:gd name="connsiteX5" fmla="*/ 393405 w 3742661"/>
              <a:gd name="connsiteY5" fmla="*/ 2456121 h 4492350"/>
              <a:gd name="connsiteX6" fmla="*/ 1775638 w 3742661"/>
              <a:gd name="connsiteY6" fmla="*/ 3519376 h 4492350"/>
              <a:gd name="connsiteX7" fmla="*/ 1679945 w 3742661"/>
              <a:gd name="connsiteY7" fmla="*/ 2392325 h 4492350"/>
              <a:gd name="connsiteX8" fmla="*/ 0 w 3742661"/>
              <a:gd name="connsiteY8" fmla="*/ 754911 h 4492350"/>
              <a:gd name="connsiteX9" fmla="*/ 988828 w 3742661"/>
              <a:gd name="connsiteY9" fmla="*/ 1924493 h 4492350"/>
              <a:gd name="connsiteX10" fmla="*/ 1137684 w 3742661"/>
              <a:gd name="connsiteY10" fmla="*/ 861237 h 4492350"/>
              <a:gd name="connsiteX11" fmla="*/ 1222745 w 3742661"/>
              <a:gd name="connsiteY11" fmla="*/ 2062716 h 4492350"/>
              <a:gd name="connsiteX12" fmla="*/ 1690577 w 3742661"/>
              <a:gd name="connsiteY12" fmla="*/ 2190307 h 4492350"/>
              <a:gd name="connsiteX13" fmla="*/ 1956391 w 3742661"/>
              <a:gd name="connsiteY13" fmla="*/ 0 h 4492350"/>
              <a:gd name="connsiteX14" fmla="*/ 2083982 w 3742661"/>
              <a:gd name="connsiteY14" fmla="*/ 978195 h 4492350"/>
              <a:gd name="connsiteX15" fmla="*/ 1881963 w 3742661"/>
              <a:gd name="connsiteY15" fmla="*/ 2232837 h 4492350"/>
              <a:gd name="connsiteX16" fmla="*/ 2057494 w 3742661"/>
              <a:gd name="connsiteY16" fmla="*/ 3046321 h 4492350"/>
              <a:gd name="connsiteX17" fmla="*/ 2647507 w 3742661"/>
              <a:gd name="connsiteY17" fmla="*/ 2519916 h 4492350"/>
              <a:gd name="connsiteX18" fmla="*/ 2913694 w 3742661"/>
              <a:gd name="connsiteY18" fmla="*/ 1291762 h 4492350"/>
              <a:gd name="connsiteX19" fmla="*/ 2806809 w 3742661"/>
              <a:gd name="connsiteY19" fmla="*/ 2383091 h 4492350"/>
              <a:gd name="connsiteX20" fmla="*/ 3742661 w 3742661"/>
              <a:gd name="connsiteY20" fmla="*/ 1148316 h 4492350"/>
              <a:gd name="connsiteX21" fmla="*/ 2222205 w 3742661"/>
              <a:gd name="connsiteY21" fmla="*/ 3370521 h 4492350"/>
              <a:gd name="connsiteX22" fmla="*/ 2169042 w 3742661"/>
              <a:gd name="connsiteY22" fmla="*/ 3817088 h 4492350"/>
              <a:gd name="connsiteX23" fmla="*/ 3317358 w 3742661"/>
              <a:gd name="connsiteY23" fmla="*/ 3094074 h 4492350"/>
              <a:gd name="connsiteX24" fmla="*/ 2194317 w 3742661"/>
              <a:gd name="connsiteY24" fmla="*/ 4030951 h 4492350"/>
              <a:gd name="connsiteX25" fmla="*/ 2232838 w 3742661"/>
              <a:gd name="connsiteY25" fmla="*/ 4476307 h 4492350"/>
              <a:gd name="connsiteX26" fmla="*/ 2218194 w 3742661"/>
              <a:gd name="connsiteY26" fmla="*/ 4491415 h 4492350"/>
              <a:gd name="connsiteX27" fmla="*/ 1743740 w 3742661"/>
              <a:gd name="connsiteY27" fmla="*/ 4492350 h 4492350"/>
              <a:gd name="connsiteX0" fmla="*/ 1743740 w 3718598"/>
              <a:gd name="connsiteY0" fmla="*/ 4492350 h 4492350"/>
              <a:gd name="connsiteX1" fmla="*/ 1796903 w 3718598"/>
              <a:gd name="connsiteY1" fmla="*/ 3785190 h 4492350"/>
              <a:gd name="connsiteX2" fmla="*/ 1307805 w 3718598"/>
              <a:gd name="connsiteY2" fmla="*/ 3381153 h 4492350"/>
              <a:gd name="connsiteX3" fmla="*/ 31898 w 3718598"/>
              <a:gd name="connsiteY3" fmla="*/ 2945218 h 4492350"/>
              <a:gd name="connsiteX4" fmla="*/ 1127052 w 3718598"/>
              <a:gd name="connsiteY4" fmla="*/ 3242930 h 4492350"/>
              <a:gd name="connsiteX5" fmla="*/ 393405 w 3718598"/>
              <a:gd name="connsiteY5" fmla="*/ 2456121 h 4492350"/>
              <a:gd name="connsiteX6" fmla="*/ 1775638 w 3718598"/>
              <a:gd name="connsiteY6" fmla="*/ 3519376 h 4492350"/>
              <a:gd name="connsiteX7" fmla="*/ 1679945 w 3718598"/>
              <a:gd name="connsiteY7" fmla="*/ 2392325 h 4492350"/>
              <a:gd name="connsiteX8" fmla="*/ 0 w 3718598"/>
              <a:gd name="connsiteY8" fmla="*/ 754911 h 4492350"/>
              <a:gd name="connsiteX9" fmla="*/ 988828 w 3718598"/>
              <a:gd name="connsiteY9" fmla="*/ 1924493 h 4492350"/>
              <a:gd name="connsiteX10" fmla="*/ 1137684 w 3718598"/>
              <a:gd name="connsiteY10" fmla="*/ 861237 h 4492350"/>
              <a:gd name="connsiteX11" fmla="*/ 1222745 w 3718598"/>
              <a:gd name="connsiteY11" fmla="*/ 2062716 h 4492350"/>
              <a:gd name="connsiteX12" fmla="*/ 1690577 w 3718598"/>
              <a:gd name="connsiteY12" fmla="*/ 2190307 h 4492350"/>
              <a:gd name="connsiteX13" fmla="*/ 1956391 w 3718598"/>
              <a:gd name="connsiteY13" fmla="*/ 0 h 4492350"/>
              <a:gd name="connsiteX14" fmla="*/ 2083982 w 3718598"/>
              <a:gd name="connsiteY14" fmla="*/ 978195 h 4492350"/>
              <a:gd name="connsiteX15" fmla="*/ 1881963 w 3718598"/>
              <a:gd name="connsiteY15" fmla="*/ 2232837 h 4492350"/>
              <a:gd name="connsiteX16" fmla="*/ 2057494 w 3718598"/>
              <a:gd name="connsiteY16" fmla="*/ 3046321 h 4492350"/>
              <a:gd name="connsiteX17" fmla="*/ 2647507 w 3718598"/>
              <a:gd name="connsiteY17" fmla="*/ 2519916 h 4492350"/>
              <a:gd name="connsiteX18" fmla="*/ 2913694 w 3718598"/>
              <a:gd name="connsiteY18" fmla="*/ 1291762 h 4492350"/>
              <a:gd name="connsiteX19" fmla="*/ 2806809 w 3718598"/>
              <a:gd name="connsiteY19" fmla="*/ 2383091 h 4492350"/>
              <a:gd name="connsiteX20" fmla="*/ 3718598 w 3718598"/>
              <a:gd name="connsiteY20" fmla="*/ 1120242 h 4492350"/>
              <a:gd name="connsiteX21" fmla="*/ 2222205 w 3718598"/>
              <a:gd name="connsiteY21" fmla="*/ 3370521 h 4492350"/>
              <a:gd name="connsiteX22" fmla="*/ 2169042 w 3718598"/>
              <a:gd name="connsiteY22" fmla="*/ 3817088 h 4492350"/>
              <a:gd name="connsiteX23" fmla="*/ 3317358 w 3718598"/>
              <a:gd name="connsiteY23" fmla="*/ 3094074 h 4492350"/>
              <a:gd name="connsiteX24" fmla="*/ 2194317 w 3718598"/>
              <a:gd name="connsiteY24" fmla="*/ 4030951 h 4492350"/>
              <a:gd name="connsiteX25" fmla="*/ 2232838 w 3718598"/>
              <a:gd name="connsiteY25" fmla="*/ 4476307 h 4492350"/>
              <a:gd name="connsiteX26" fmla="*/ 2218194 w 3718598"/>
              <a:gd name="connsiteY26" fmla="*/ 4491415 h 4492350"/>
              <a:gd name="connsiteX27" fmla="*/ 1743740 w 3718598"/>
              <a:gd name="connsiteY27" fmla="*/ 4492350 h 4492350"/>
              <a:gd name="connsiteX0" fmla="*/ 1743740 w 3718598"/>
              <a:gd name="connsiteY0" fmla="*/ 4492350 h 4492350"/>
              <a:gd name="connsiteX1" fmla="*/ 1796903 w 3718598"/>
              <a:gd name="connsiteY1" fmla="*/ 3785190 h 4492350"/>
              <a:gd name="connsiteX2" fmla="*/ 1307805 w 3718598"/>
              <a:gd name="connsiteY2" fmla="*/ 3381153 h 4492350"/>
              <a:gd name="connsiteX3" fmla="*/ 31898 w 3718598"/>
              <a:gd name="connsiteY3" fmla="*/ 2945218 h 4492350"/>
              <a:gd name="connsiteX4" fmla="*/ 1127052 w 3718598"/>
              <a:gd name="connsiteY4" fmla="*/ 3242930 h 4492350"/>
              <a:gd name="connsiteX5" fmla="*/ 393405 w 3718598"/>
              <a:gd name="connsiteY5" fmla="*/ 2456121 h 4492350"/>
              <a:gd name="connsiteX6" fmla="*/ 1775638 w 3718598"/>
              <a:gd name="connsiteY6" fmla="*/ 3519376 h 4492350"/>
              <a:gd name="connsiteX7" fmla="*/ 1679945 w 3718598"/>
              <a:gd name="connsiteY7" fmla="*/ 2392325 h 4492350"/>
              <a:gd name="connsiteX8" fmla="*/ 0 w 3718598"/>
              <a:gd name="connsiteY8" fmla="*/ 754911 h 4492350"/>
              <a:gd name="connsiteX9" fmla="*/ 988828 w 3718598"/>
              <a:gd name="connsiteY9" fmla="*/ 1924493 h 4492350"/>
              <a:gd name="connsiteX10" fmla="*/ 1137684 w 3718598"/>
              <a:gd name="connsiteY10" fmla="*/ 861237 h 4492350"/>
              <a:gd name="connsiteX11" fmla="*/ 1222745 w 3718598"/>
              <a:gd name="connsiteY11" fmla="*/ 2062716 h 4492350"/>
              <a:gd name="connsiteX12" fmla="*/ 1690577 w 3718598"/>
              <a:gd name="connsiteY12" fmla="*/ 2190307 h 4492350"/>
              <a:gd name="connsiteX13" fmla="*/ 1956391 w 3718598"/>
              <a:gd name="connsiteY13" fmla="*/ 0 h 4492350"/>
              <a:gd name="connsiteX14" fmla="*/ 2083982 w 3718598"/>
              <a:gd name="connsiteY14" fmla="*/ 978195 h 4492350"/>
              <a:gd name="connsiteX15" fmla="*/ 1881963 w 3718598"/>
              <a:gd name="connsiteY15" fmla="*/ 2232837 h 4492350"/>
              <a:gd name="connsiteX16" fmla="*/ 2057494 w 3718598"/>
              <a:gd name="connsiteY16" fmla="*/ 3046321 h 4492350"/>
              <a:gd name="connsiteX17" fmla="*/ 2647507 w 3718598"/>
              <a:gd name="connsiteY17" fmla="*/ 2519916 h 4492350"/>
              <a:gd name="connsiteX18" fmla="*/ 2913694 w 3718598"/>
              <a:gd name="connsiteY18" fmla="*/ 1291762 h 4492350"/>
              <a:gd name="connsiteX19" fmla="*/ 2806809 w 3718598"/>
              <a:gd name="connsiteY19" fmla="*/ 2383091 h 4492350"/>
              <a:gd name="connsiteX20" fmla="*/ 3718598 w 3718598"/>
              <a:gd name="connsiteY20" fmla="*/ 1120242 h 4492350"/>
              <a:gd name="connsiteX21" fmla="*/ 2222205 w 3718598"/>
              <a:gd name="connsiteY21" fmla="*/ 3370521 h 4492350"/>
              <a:gd name="connsiteX22" fmla="*/ 2169042 w 3718598"/>
              <a:gd name="connsiteY22" fmla="*/ 3817088 h 4492350"/>
              <a:gd name="connsiteX23" fmla="*/ 3317358 w 3718598"/>
              <a:gd name="connsiteY23" fmla="*/ 3094074 h 4492350"/>
              <a:gd name="connsiteX24" fmla="*/ 2194317 w 3718598"/>
              <a:gd name="connsiteY24" fmla="*/ 4030951 h 4492350"/>
              <a:gd name="connsiteX25" fmla="*/ 2232838 w 3718598"/>
              <a:gd name="connsiteY25" fmla="*/ 4476307 h 4492350"/>
              <a:gd name="connsiteX26" fmla="*/ 2218194 w 3718598"/>
              <a:gd name="connsiteY26" fmla="*/ 4491415 h 4492350"/>
              <a:gd name="connsiteX27" fmla="*/ 1743740 w 3718598"/>
              <a:gd name="connsiteY27" fmla="*/ 4492350 h 4492350"/>
              <a:gd name="connsiteX0" fmla="*/ 1743740 w 3718598"/>
              <a:gd name="connsiteY0" fmla="*/ 4492350 h 4492350"/>
              <a:gd name="connsiteX1" fmla="*/ 1796903 w 3718598"/>
              <a:gd name="connsiteY1" fmla="*/ 3785190 h 4492350"/>
              <a:gd name="connsiteX2" fmla="*/ 1307805 w 3718598"/>
              <a:gd name="connsiteY2" fmla="*/ 3381153 h 4492350"/>
              <a:gd name="connsiteX3" fmla="*/ 31898 w 3718598"/>
              <a:gd name="connsiteY3" fmla="*/ 2945218 h 4492350"/>
              <a:gd name="connsiteX4" fmla="*/ 1127052 w 3718598"/>
              <a:gd name="connsiteY4" fmla="*/ 3242930 h 4492350"/>
              <a:gd name="connsiteX5" fmla="*/ 393405 w 3718598"/>
              <a:gd name="connsiteY5" fmla="*/ 2456121 h 4492350"/>
              <a:gd name="connsiteX6" fmla="*/ 1775638 w 3718598"/>
              <a:gd name="connsiteY6" fmla="*/ 3519376 h 4492350"/>
              <a:gd name="connsiteX7" fmla="*/ 1679945 w 3718598"/>
              <a:gd name="connsiteY7" fmla="*/ 2392325 h 4492350"/>
              <a:gd name="connsiteX8" fmla="*/ 0 w 3718598"/>
              <a:gd name="connsiteY8" fmla="*/ 754911 h 4492350"/>
              <a:gd name="connsiteX9" fmla="*/ 988828 w 3718598"/>
              <a:gd name="connsiteY9" fmla="*/ 1924493 h 4492350"/>
              <a:gd name="connsiteX10" fmla="*/ 1137684 w 3718598"/>
              <a:gd name="connsiteY10" fmla="*/ 861237 h 4492350"/>
              <a:gd name="connsiteX11" fmla="*/ 1222745 w 3718598"/>
              <a:gd name="connsiteY11" fmla="*/ 2062716 h 4492350"/>
              <a:gd name="connsiteX12" fmla="*/ 1690577 w 3718598"/>
              <a:gd name="connsiteY12" fmla="*/ 2190307 h 4492350"/>
              <a:gd name="connsiteX13" fmla="*/ 1956391 w 3718598"/>
              <a:gd name="connsiteY13" fmla="*/ 0 h 4492350"/>
              <a:gd name="connsiteX14" fmla="*/ 2083982 w 3718598"/>
              <a:gd name="connsiteY14" fmla="*/ 978195 h 4492350"/>
              <a:gd name="connsiteX15" fmla="*/ 1881963 w 3718598"/>
              <a:gd name="connsiteY15" fmla="*/ 2232837 h 4492350"/>
              <a:gd name="connsiteX16" fmla="*/ 2057494 w 3718598"/>
              <a:gd name="connsiteY16" fmla="*/ 3046321 h 4492350"/>
              <a:gd name="connsiteX17" fmla="*/ 2647507 w 3718598"/>
              <a:gd name="connsiteY17" fmla="*/ 2519916 h 4492350"/>
              <a:gd name="connsiteX18" fmla="*/ 2913694 w 3718598"/>
              <a:gd name="connsiteY18" fmla="*/ 1291762 h 4492350"/>
              <a:gd name="connsiteX19" fmla="*/ 2806809 w 3718598"/>
              <a:gd name="connsiteY19" fmla="*/ 2383091 h 4492350"/>
              <a:gd name="connsiteX20" fmla="*/ 3718598 w 3718598"/>
              <a:gd name="connsiteY20" fmla="*/ 1120242 h 4492350"/>
              <a:gd name="connsiteX21" fmla="*/ 2222205 w 3718598"/>
              <a:gd name="connsiteY21" fmla="*/ 3370521 h 4492350"/>
              <a:gd name="connsiteX22" fmla="*/ 2169042 w 3718598"/>
              <a:gd name="connsiteY22" fmla="*/ 3817088 h 4492350"/>
              <a:gd name="connsiteX23" fmla="*/ 3317358 w 3718598"/>
              <a:gd name="connsiteY23" fmla="*/ 3094074 h 4492350"/>
              <a:gd name="connsiteX24" fmla="*/ 2194317 w 3718598"/>
              <a:gd name="connsiteY24" fmla="*/ 4030951 h 4492350"/>
              <a:gd name="connsiteX25" fmla="*/ 2232838 w 3718598"/>
              <a:gd name="connsiteY25" fmla="*/ 4476307 h 4492350"/>
              <a:gd name="connsiteX26" fmla="*/ 2218194 w 3718598"/>
              <a:gd name="connsiteY26" fmla="*/ 4491415 h 4492350"/>
              <a:gd name="connsiteX27" fmla="*/ 1743740 w 3718598"/>
              <a:gd name="connsiteY27" fmla="*/ 4492350 h 4492350"/>
              <a:gd name="connsiteX0" fmla="*/ 1743740 w 3718598"/>
              <a:gd name="connsiteY0" fmla="*/ 4492350 h 4492350"/>
              <a:gd name="connsiteX1" fmla="*/ 1796903 w 3718598"/>
              <a:gd name="connsiteY1" fmla="*/ 3785190 h 4492350"/>
              <a:gd name="connsiteX2" fmla="*/ 1307805 w 3718598"/>
              <a:gd name="connsiteY2" fmla="*/ 3381153 h 4492350"/>
              <a:gd name="connsiteX3" fmla="*/ 31898 w 3718598"/>
              <a:gd name="connsiteY3" fmla="*/ 2945218 h 4492350"/>
              <a:gd name="connsiteX4" fmla="*/ 1127052 w 3718598"/>
              <a:gd name="connsiteY4" fmla="*/ 3242930 h 4492350"/>
              <a:gd name="connsiteX5" fmla="*/ 393405 w 3718598"/>
              <a:gd name="connsiteY5" fmla="*/ 2456121 h 4492350"/>
              <a:gd name="connsiteX6" fmla="*/ 1775638 w 3718598"/>
              <a:gd name="connsiteY6" fmla="*/ 3519376 h 4492350"/>
              <a:gd name="connsiteX7" fmla="*/ 1679945 w 3718598"/>
              <a:gd name="connsiteY7" fmla="*/ 2392325 h 4492350"/>
              <a:gd name="connsiteX8" fmla="*/ 0 w 3718598"/>
              <a:gd name="connsiteY8" fmla="*/ 754911 h 4492350"/>
              <a:gd name="connsiteX9" fmla="*/ 988828 w 3718598"/>
              <a:gd name="connsiteY9" fmla="*/ 1924493 h 4492350"/>
              <a:gd name="connsiteX10" fmla="*/ 1137684 w 3718598"/>
              <a:gd name="connsiteY10" fmla="*/ 861237 h 4492350"/>
              <a:gd name="connsiteX11" fmla="*/ 1222745 w 3718598"/>
              <a:gd name="connsiteY11" fmla="*/ 2062716 h 4492350"/>
              <a:gd name="connsiteX12" fmla="*/ 1690577 w 3718598"/>
              <a:gd name="connsiteY12" fmla="*/ 2190307 h 4492350"/>
              <a:gd name="connsiteX13" fmla="*/ 1956391 w 3718598"/>
              <a:gd name="connsiteY13" fmla="*/ 0 h 4492350"/>
              <a:gd name="connsiteX14" fmla="*/ 2083982 w 3718598"/>
              <a:gd name="connsiteY14" fmla="*/ 978195 h 4492350"/>
              <a:gd name="connsiteX15" fmla="*/ 1881963 w 3718598"/>
              <a:gd name="connsiteY15" fmla="*/ 2232837 h 4492350"/>
              <a:gd name="connsiteX16" fmla="*/ 2057494 w 3718598"/>
              <a:gd name="connsiteY16" fmla="*/ 3046321 h 4492350"/>
              <a:gd name="connsiteX17" fmla="*/ 2647507 w 3718598"/>
              <a:gd name="connsiteY17" fmla="*/ 2519916 h 4492350"/>
              <a:gd name="connsiteX18" fmla="*/ 2913694 w 3718598"/>
              <a:gd name="connsiteY18" fmla="*/ 1291762 h 4492350"/>
              <a:gd name="connsiteX19" fmla="*/ 2806809 w 3718598"/>
              <a:gd name="connsiteY19" fmla="*/ 2383091 h 4492350"/>
              <a:gd name="connsiteX20" fmla="*/ 3718598 w 3718598"/>
              <a:gd name="connsiteY20" fmla="*/ 1120242 h 4492350"/>
              <a:gd name="connsiteX21" fmla="*/ 2222205 w 3718598"/>
              <a:gd name="connsiteY21" fmla="*/ 3370521 h 4492350"/>
              <a:gd name="connsiteX22" fmla="*/ 2169042 w 3718598"/>
              <a:gd name="connsiteY22" fmla="*/ 3817088 h 4492350"/>
              <a:gd name="connsiteX23" fmla="*/ 3317358 w 3718598"/>
              <a:gd name="connsiteY23" fmla="*/ 3094074 h 4492350"/>
              <a:gd name="connsiteX24" fmla="*/ 2194317 w 3718598"/>
              <a:gd name="connsiteY24" fmla="*/ 4030951 h 4492350"/>
              <a:gd name="connsiteX25" fmla="*/ 2232838 w 3718598"/>
              <a:gd name="connsiteY25" fmla="*/ 4476307 h 4492350"/>
              <a:gd name="connsiteX26" fmla="*/ 2218194 w 3718598"/>
              <a:gd name="connsiteY26" fmla="*/ 4491415 h 4492350"/>
              <a:gd name="connsiteX27" fmla="*/ 1743740 w 3718598"/>
              <a:gd name="connsiteY27" fmla="*/ 4492350 h 4492350"/>
              <a:gd name="connsiteX0" fmla="*/ 1743740 w 3718598"/>
              <a:gd name="connsiteY0" fmla="*/ 4492350 h 4492350"/>
              <a:gd name="connsiteX1" fmla="*/ 1796903 w 3718598"/>
              <a:gd name="connsiteY1" fmla="*/ 3785190 h 4492350"/>
              <a:gd name="connsiteX2" fmla="*/ 1307805 w 3718598"/>
              <a:gd name="connsiteY2" fmla="*/ 3381153 h 4492350"/>
              <a:gd name="connsiteX3" fmla="*/ 31898 w 3718598"/>
              <a:gd name="connsiteY3" fmla="*/ 2945218 h 4492350"/>
              <a:gd name="connsiteX4" fmla="*/ 1127052 w 3718598"/>
              <a:gd name="connsiteY4" fmla="*/ 3242930 h 4492350"/>
              <a:gd name="connsiteX5" fmla="*/ 393405 w 3718598"/>
              <a:gd name="connsiteY5" fmla="*/ 2456121 h 4492350"/>
              <a:gd name="connsiteX6" fmla="*/ 1775638 w 3718598"/>
              <a:gd name="connsiteY6" fmla="*/ 3519376 h 4492350"/>
              <a:gd name="connsiteX7" fmla="*/ 1679945 w 3718598"/>
              <a:gd name="connsiteY7" fmla="*/ 2392325 h 4492350"/>
              <a:gd name="connsiteX8" fmla="*/ 0 w 3718598"/>
              <a:gd name="connsiteY8" fmla="*/ 754911 h 4492350"/>
              <a:gd name="connsiteX9" fmla="*/ 988828 w 3718598"/>
              <a:gd name="connsiteY9" fmla="*/ 1924493 h 4492350"/>
              <a:gd name="connsiteX10" fmla="*/ 1137684 w 3718598"/>
              <a:gd name="connsiteY10" fmla="*/ 861237 h 4492350"/>
              <a:gd name="connsiteX11" fmla="*/ 1222745 w 3718598"/>
              <a:gd name="connsiteY11" fmla="*/ 2062716 h 4492350"/>
              <a:gd name="connsiteX12" fmla="*/ 1690577 w 3718598"/>
              <a:gd name="connsiteY12" fmla="*/ 2190307 h 4492350"/>
              <a:gd name="connsiteX13" fmla="*/ 1956391 w 3718598"/>
              <a:gd name="connsiteY13" fmla="*/ 0 h 4492350"/>
              <a:gd name="connsiteX14" fmla="*/ 2083982 w 3718598"/>
              <a:gd name="connsiteY14" fmla="*/ 978195 h 4492350"/>
              <a:gd name="connsiteX15" fmla="*/ 1881963 w 3718598"/>
              <a:gd name="connsiteY15" fmla="*/ 2232837 h 4492350"/>
              <a:gd name="connsiteX16" fmla="*/ 2057494 w 3718598"/>
              <a:gd name="connsiteY16" fmla="*/ 3046321 h 4492350"/>
              <a:gd name="connsiteX17" fmla="*/ 2647507 w 3718598"/>
              <a:gd name="connsiteY17" fmla="*/ 2519916 h 4492350"/>
              <a:gd name="connsiteX18" fmla="*/ 2913694 w 3718598"/>
              <a:gd name="connsiteY18" fmla="*/ 1291762 h 4492350"/>
              <a:gd name="connsiteX19" fmla="*/ 2806809 w 3718598"/>
              <a:gd name="connsiteY19" fmla="*/ 2383091 h 4492350"/>
              <a:gd name="connsiteX20" fmla="*/ 3718598 w 3718598"/>
              <a:gd name="connsiteY20" fmla="*/ 1120242 h 4492350"/>
              <a:gd name="connsiteX21" fmla="*/ 2222205 w 3718598"/>
              <a:gd name="connsiteY21" fmla="*/ 3370521 h 4492350"/>
              <a:gd name="connsiteX22" fmla="*/ 2169042 w 3718598"/>
              <a:gd name="connsiteY22" fmla="*/ 3817088 h 4492350"/>
              <a:gd name="connsiteX23" fmla="*/ 3317358 w 3718598"/>
              <a:gd name="connsiteY23" fmla="*/ 3094074 h 4492350"/>
              <a:gd name="connsiteX24" fmla="*/ 2194317 w 3718598"/>
              <a:gd name="connsiteY24" fmla="*/ 4030951 h 4492350"/>
              <a:gd name="connsiteX25" fmla="*/ 2232838 w 3718598"/>
              <a:gd name="connsiteY25" fmla="*/ 4476307 h 4492350"/>
              <a:gd name="connsiteX26" fmla="*/ 2218194 w 3718598"/>
              <a:gd name="connsiteY26" fmla="*/ 4491415 h 4492350"/>
              <a:gd name="connsiteX27" fmla="*/ 1743740 w 3718598"/>
              <a:gd name="connsiteY27" fmla="*/ 4492350 h 4492350"/>
              <a:gd name="connsiteX0" fmla="*/ 1743740 w 3718598"/>
              <a:gd name="connsiteY0" fmla="*/ 4492350 h 4492350"/>
              <a:gd name="connsiteX1" fmla="*/ 1796903 w 3718598"/>
              <a:gd name="connsiteY1" fmla="*/ 3785190 h 4492350"/>
              <a:gd name="connsiteX2" fmla="*/ 1307805 w 3718598"/>
              <a:gd name="connsiteY2" fmla="*/ 3381153 h 4492350"/>
              <a:gd name="connsiteX3" fmla="*/ 31898 w 3718598"/>
              <a:gd name="connsiteY3" fmla="*/ 2945218 h 4492350"/>
              <a:gd name="connsiteX4" fmla="*/ 1127052 w 3718598"/>
              <a:gd name="connsiteY4" fmla="*/ 3242930 h 4492350"/>
              <a:gd name="connsiteX5" fmla="*/ 393405 w 3718598"/>
              <a:gd name="connsiteY5" fmla="*/ 2456121 h 4492350"/>
              <a:gd name="connsiteX6" fmla="*/ 1775638 w 3718598"/>
              <a:gd name="connsiteY6" fmla="*/ 3519376 h 4492350"/>
              <a:gd name="connsiteX7" fmla="*/ 1679945 w 3718598"/>
              <a:gd name="connsiteY7" fmla="*/ 2392325 h 4492350"/>
              <a:gd name="connsiteX8" fmla="*/ 0 w 3718598"/>
              <a:gd name="connsiteY8" fmla="*/ 754911 h 4492350"/>
              <a:gd name="connsiteX9" fmla="*/ 988828 w 3718598"/>
              <a:gd name="connsiteY9" fmla="*/ 1924493 h 4492350"/>
              <a:gd name="connsiteX10" fmla="*/ 1137684 w 3718598"/>
              <a:gd name="connsiteY10" fmla="*/ 861237 h 4492350"/>
              <a:gd name="connsiteX11" fmla="*/ 1222745 w 3718598"/>
              <a:gd name="connsiteY11" fmla="*/ 2062716 h 4492350"/>
              <a:gd name="connsiteX12" fmla="*/ 1690577 w 3718598"/>
              <a:gd name="connsiteY12" fmla="*/ 2190307 h 4492350"/>
              <a:gd name="connsiteX13" fmla="*/ 1956391 w 3718598"/>
              <a:gd name="connsiteY13" fmla="*/ 0 h 4492350"/>
              <a:gd name="connsiteX14" fmla="*/ 2083982 w 3718598"/>
              <a:gd name="connsiteY14" fmla="*/ 978195 h 4492350"/>
              <a:gd name="connsiteX15" fmla="*/ 1881963 w 3718598"/>
              <a:gd name="connsiteY15" fmla="*/ 2232837 h 4492350"/>
              <a:gd name="connsiteX16" fmla="*/ 2057494 w 3718598"/>
              <a:gd name="connsiteY16" fmla="*/ 3046321 h 4492350"/>
              <a:gd name="connsiteX17" fmla="*/ 2647507 w 3718598"/>
              <a:gd name="connsiteY17" fmla="*/ 2519916 h 4492350"/>
              <a:gd name="connsiteX18" fmla="*/ 2913694 w 3718598"/>
              <a:gd name="connsiteY18" fmla="*/ 1291762 h 4492350"/>
              <a:gd name="connsiteX19" fmla="*/ 2806809 w 3718598"/>
              <a:gd name="connsiteY19" fmla="*/ 2383091 h 4492350"/>
              <a:gd name="connsiteX20" fmla="*/ 3718598 w 3718598"/>
              <a:gd name="connsiteY20" fmla="*/ 1120242 h 4492350"/>
              <a:gd name="connsiteX21" fmla="*/ 2222205 w 3718598"/>
              <a:gd name="connsiteY21" fmla="*/ 3370521 h 4492350"/>
              <a:gd name="connsiteX22" fmla="*/ 2169042 w 3718598"/>
              <a:gd name="connsiteY22" fmla="*/ 3817088 h 4492350"/>
              <a:gd name="connsiteX23" fmla="*/ 3317358 w 3718598"/>
              <a:gd name="connsiteY23" fmla="*/ 3094074 h 4492350"/>
              <a:gd name="connsiteX24" fmla="*/ 2194317 w 3718598"/>
              <a:gd name="connsiteY24" fmla="*/ 4030951 h 4492350"/>
              <a:gd name="connsiteX25" fmla="*/ 2232838 w 3718598"/>
              <a:gd name="connsiteY25" fmla="*/ 4476307 h 4492350"/>
              <a:gd name="connsiteX26" fmla="*/ 2218194 w 3718598"/>
              <a:gd name="connsiteY26" fmla="*/ 4491415 h 4492350"/>
              <a:gd name="connsiteX27" fmla="*/ 1743740 w 3718598"/>
              <a:gd name="connsiteY27" fmla="*/ 4492350 h 4492350"/>
              <a:gd name="connsiteX0" fmla="*/ 1743740 w 3718598"/>
              <a:gd name="connsiteY0" fmla="*/ 4492350 h 4492350"/>
              <a:gd name="connsiteX1" fmla="*/ 1796903 w 3718598"/>
              <a:gd name="connsiteY1" fmla="*/ 3785190 h 4492350"/>
              <a:gd name="connsiteX2" fmla="*/ 1307805 w 3718598"/>
              <a:gd name="connsiteY2" fmla="*/ 3381153 h 4492350"/>
              <a:gd name="connsiteX3" fmla="*/ 31898 w 3718598"/>
              <a:gd name="connsiteY3" fmla="*/ 2945218 h 4492350"/>
              <a:gd name="connsiteX4" fmla="*/ 1127052 w 3718598"/>
              <a:gd name="connsiteY4" fmla="*/ 3242930 h 4492350"/>
              <a:gd name="connsiteX5" fmla="*/ 393405 w 3718598"/>
              <a:gd name="connsiteY5" fmla="*/ 2456121 h 4492350"/>
              <a:gd name="connsiteX6" fmla="*/ 1775638 w 3718598"/>
              <a:gd name="connsiteY6" fmla="*/ 3519376 h 4492350"/>
              <a:gd name="connsiteX7" fmla="*/ 1679945 w 3718598"/>
              <a:gd name="connsiteY7" fmla="*/ 2392325 h 4492350"/>
              <a:gd name="connsiteX8" fmla="*/ 0 w 3718598"/>
              <a:gd name="connsiteY8" fmla="*/ 754911 h 4492350"/>
              <a:gd name="connsiteX9" fmla="*/ 988828 w 3718598"/>
              <a:gd name="connsiteY9" fmla="*/ 1924493 h 4492350"/>
              <a:gd name="connsiteX10" fmla="*/ 1137684 w 3718598"/>
              <a:gd name="connsiteY10" fmla="*/ 861237 h 4492350"/>
              <a:gd name="connsiteX11" fmla="*/ 1222745 w 3718598"/>
              <a:gd name="connsiteY11" fmla="*/ 2062716 h 4492350"/>
              <a:gd name="connsiteX12" fmla="*/ 1690577 w 3718598"/>
              <a:gd name="connsiteY12" fmla="*/ 2190307 h 4492350"/>
              <a:gd name="connsiteX13" fmla="*/ 1956391 w 3718598"/>
              <a:gd name="connsiteY13" fmla="*/ 0 h 4492350"/>
              <a:gd name="connsiteX14" fmla="*/ 2083982 w 3718598"/>
              <a:gd name="connsiteY14" fmla="*/ 978195 h 4492350"/>
              <a:gd name="connsiteX15" fmla="*/ 1881963 w 3718598"/>
              <a:gd name="connsiteY15" fmla="*/ 2232837 h 4492350"/>
              <a:gd name="connsiteX16" fmla="*/ 2057494 w 3718598"/>
              <a:gd name="connsiteY16" fmla="*/ 3046321 h 4492350"/>
              <a:gd name="connsiteX17" fmla="*/ 2647507 w 3718598"/>
              <a:gd name="connsiteY17" fmla="*/ 2519916 h 4492350"/>
              <a:gd name="connsiteX18" fmla="*/ 2913694 w 3718598"/>
              <a:gd name="connsiteY18" fmla="*/ 1291762 h 4492350"/>
              <a:gd name="connsiteX19" fmla="*/ 2806809 w 3718598"/>
              <a:gd name="connsiteY19" fmla="*/ 2383091 h 4492350"/>
              <a:gd name="connsiteX20" fmla="*/ 3718598 w 3718598"/>
              <a:gd name="connsiteY20" fmla="*/ 1120242 h 4492350"/>
              <a:gd name="connsiteX21" fmla="*/ 2222205 w 3718598"/>
              <a:gd name="connsiteY21" fmla="*/ 3370521 h 4492350"/>
              <a:gd name="connsiteX22" fmla="*/ 2169042 w 3718598"/>
              <a:gd name="connsiteY22" fmla="*/ 3817088 h 4492350"/>
              <a:gd name="connsiteX23" fmla="*/ 3317358 w 3718598"/>
              <a:gd name="connsiteY23" fmla="*/ 3094074 h 4492350"/>
              <a:gd name="connsiteX24" fmla="*/ 2194317 w 3718598"/>
              <a:gd name="connsiteY24" fmla="*/ 4030951 h 4492350"/>
              <a:gd name="connsiteX25" fmla="*/ 2232838 w 3718598"/>
              <a:gd name="connsiteY25" fmla="*/ 4476307 h 4492350"/>
              <a:gd name="connsiteX26" fmla="*/ 2218194 w 3718598"/>
              <a:gd name="connsiteY26" fmla="*/ 4491415 h 4492350"/>
              <a:gd name="connsiteX27" fmla="*/ 1743740 w 3718598"/>
              <a:gd name="connsiteY27" fmla="*/ 4492350 h 4492350"/>
              <a:gd name="connsiteX0" fmla="*/ 1743740 w 3694535"/>
              <a:gd name="connsiteY0" fmla="*/ 4492350 h 4492350"/>
              <a:gd name="connsiteX1" fmla="*/ 1796903 w 3694535"/>
              <a:gd name="connsiteY1" fmla="*/ 3785190 h 4492350"/>
              <a:gd name="connsiteX2" fmla="*/ 1307805 w 3694535"/>
              <a:gd name="connsiteY2" fmla="*/ 3381153 h 4492350"/>
              <a:gd name="connsiteX3" fmla="*/ 31898 w 3694535"/>
              <a:gd name="connsiteY3" fmla="*/ 2945218 h 4492350"/>
              <a:gd name="connsiteX4" fmla="*/ 1127052 w 3694535"/>
              <a:gd name="connsiteY4" fmla="*/ 3242930 h 4492350"/>
              <a:gd name="connsiteX5" fmla="*/ 393405 w 3694535"/>
              <a:gd name="connsiteY5" fmla="*/ 2456121 h 4492350"/>
              <a:gd name="connsiteX6" fmla="*/ 1775638 w 3694535"/>
              <a:gd name="connsiteY6" fmla="*/ 3519376 h 4492350"/>
              <a:gd name="connsiteX7" fmla="*/ 1679945 w 3694535"/>
              <a:gd name="connsiteY7" fmla="*/ 2392325 h 4492350"/>
              <a:gd name="connsiteX8" fmla="*/ 0 w 3694535"/>
              <a:gd name="connsiteY8" fmla="*/ 754911 h 4492350"/>
              <a:gd name="connsiteX9" fmla="*/ 988828 w 3694535"/>
              <a:gd name="connsiteY9" fmla="*/ 1924493 h 4492350"/>
              <a:gd name="connsiteX10" fmla="*/ 1137684 w 3694535"/>
              <a:gd name="connsiteY10" fmla="*/ 861237 h 4492350"/>
              <a:gd name="connsiteX11" fmla="*/ 1222745 w 3694535"/>
              <a:gd name="connsiteY11" fmla="*/ 2062716 h 4492350"/>
              <a:gd name="connsiteX12" fmla="*/ 1690577 w 3694535"/>
              <a:gd name="connsiteY12" fmla="*/ 2190307 h 4492350"/>
              <a:gd name="connsiteX13" fmla="*/ 1956391 w 3694535"/>
              <a:gd name="connsiteY13" fmla="*/ 0 h 4492350"/>
              <a:gd name="connsiteX14" fmla="*/ 2083982 w 3694535"/>
              <a:gd name="connsiteY14" fmla="*/ 978195 h 4492350"/>
              <a:gd name="connsiteX15" fmla="*/ 1881963 w 3694535"/>
              <a:gd name="connsiteY15" fmla="*/ 2232837 h 4492350"/>
              <a:gd name="connsiteX16" fmla="*/ 2057494 w 3694535"/>
              <a:gd name="connsiteY16" fmla="*/ 3046321 h 4492350"/>
              <a:gd name="connsiteX17" fmla="*/ 2647507 w 3694535"/>
              <a:gd name="connsiteY17" fmla="*/ 2519916 h 4492350"/>
              <a:gd name="connsiteX18" fmla="*/ 2913694 w 3694535"/>
              <a:gd name="connsiteY18" fmla="*/ 1291762 h 4492350"/>
              <a:gd name="connsiteX19" fmla="*/ 2806809 w 3694535"/>
              <a:gd name="connsiteY19" fmla="*/ 2383091 h 4492350"/>
              <a:gd name="connsiteX20" fmla="*/ 3694535 w 3694535"/>
              <a:gd name="connsiteY20" fmla="*/ 1124252 h 4492350"/>
              <a:gd name="connsiteX21" fmla="*/ 2222205 w 3694535"/>
              <a:gd name="connsiteY21" fmla="*/ 3370521 h 4492350"/>
              <a:gd name="connsiteX22" fmla="*/ 2169042 w 3694535"/>
              <a:gd name="connsiteY22" fmla="*/ 3817088 h 4492350"/>
              <a:gd name="connsiteX23" fmla="*/ 3317358 w 3694535"/>
              <a:gd name="connsiteY23" fmla="*/ 3094074 h 4492350"/>
              <a:gd name="connsiteX24" fmla="*/ 2194317 w 3694535"/>
              <a:gd name="connsiteY24" fmla="*/ 4030951 h 4492350"/>
              <a:gd name="connsiteX25" fmla="*/ 2232838 w 3694535"/>
              <a:gd name="connsiteY25" fmla="*/ 4476307 h 4492350"/>
              <a:gd name="connsiteX26" fmla="*/ 2218194 w 3694535"/>
              <a:gd name="connsiteY26" fmla="*/ 4491415 h 4492350"/>
              <a:gd name="connsiteX27" fmla="*/ 1743740 w 3694535"/>
              <a:gd name="connsiteY27" fmla="*/ 4492350 h 4492350"/>
              <a:gd name="connsiteX0" fmla="*/ 1743740 w 3694535"/>
              <a:gd name="connsiteY0" fmla="*/ 4492350 h 4492350"/>
              <a:gd name="connsiteX1" fmla="*/ 1796903 w 3694535"/>
              <a:gd name="connsiteY1" fmla="*/ 3785190 h 4492350"/>
              <a:gd name="connsiteX2" fmla="*/ 1307805 w 3694535"/>
              <a:gd name="connsiteY2" fmla="*/ 3381153 h 4492350"/>
              <a:gd name="connsiteX3" fmla="*/ 31898 w 3694535"/>
              <a:gd name="connsiteY3" fmla="*/ 2945218 h 4492350"/>
              <a:gd name="connsiteX4" fmla="*/ 1127052 w 3694535"/>
              <a:gd name="connsiteY4" fmla="*/ 3242930 h 4492350"/>
              <a:gd name="connsiteX5" fmla="*/ 393405 w 3694535"/>
              <a:gd name="connsiteY5" fmla="*/ 2456121 h 4492350"/>
              <a:gd name="connsiteX6" fmla="*/ 1775638 w 3694535"/>
              <a:gd name="connsiteY6" fmla="*/ 3519376 h 4492350"/>
              <a:gd name="connsiteX7" fmla="*/ 1679945 w 3694535"/>
              <a:gd name="connsiteY7" fmla="*/ 2392325 h 4492350"/>
              <a:gd name="connsiteX8" fmla="*/ 0 w 3694535"/>
              <a:gd name="connsiteY8" fmla="*/ 754911 h 4492350"/>
              <a:gd name="connsiteX9" fmla="*/ 988828 w 3694535"/>
              <a:gd name="connsiteY9" fmla="*/ 1924493 h 4492350"/>
              <a:gd name="connsiteX10" fmla="*/ 1137684 w 3694535"/>
              <a:gd name="connsiteY10" fmla="*/ 861237 h 4492350"/>
              <a:gd name="connsiteX11" fmla="*/ 1222745 w 3694535"/>
              <a:gd name="connsiteY11" fmla="*/ 2062716 h 4492350"/>
              <a:gd name="connsiteX12" fmla="*/ 1690577 w 3694535"/>
              <a:gd name="connsiteY12" fmla="*/ 2190307 h 4492350"/>
              <a:gd name="connsiteX13" fmla="*/ 1956391 w 3694535"/>
              <a:gd name="connsiteY13" fmla="*/ 0 h 4492350"/>
              <a:gd name="connsiteX14" fmla="*/ 2083982 w 3694535"/>
              <a:gd name="connsiteY14" fmla="*/ 978195 h 4492350"/>
              <a:gd name="connsiteX15" fmla="*/ 1881963 w 3694535"/>
              <a:gd name="connsiteY15" fmla="*/ 2232837 h 4492350"/>
              <a:gd name="connsiteX16" fmla="*/ 2057494 w 3694535"/>
              <a:gd name="connsiteY16" fmla="*/ 3046321 h 4492350"/>
              <a:gd name="connsiteX17" fmla="*/ 2647507 w 3694535"/>
              <a:gd name="connsiteY17" fmla="*/ 2519916 h 4492350"/>
              <a:gd name="connsiteX18" fmla="*/ 2913694 w 3694535"/>
              <a:gd name="connsiteY18" fmla="*/ 1291762 h 4492350"/>
              <a:gd name="connsiteX19" fmla="*/ 2806809 w 3694535"/>
              <a:gd name="connsiteY19" fmla="*/ 2383091 h 4492350"/>
              <a:gd name="connsiteX20" fmla="*/ 3694535 w 3694535"/>
              <a:gd name="connsiteY20" fmla="*/ 1124252 h 4492350"/>
              <a:gd name="connsiteX21" fmla="*/ 2222205 w 3694535"/>
              <a:gd name="connsiteY21" fmla="*/ 3370521 h 4492350"/>
              <a:gd name="connsiteX22" fmla="*/ 2169042 w 3694535"/>
              <a:gd name="connsiteY22" fmla="*/ 3817088 h 4492350"/>
              <a:gd name="connsiteX23" fmla="*/ 3317358 w 3694535"/>
              <a:gd name="connsiteY23" fmla="*/ 3094074 h 4492350"/>
              <a:gd name="connsiteX24" fmla="*/ 2194317 w 3694535"/>
              <a:gd name="connsiteY24" fmla="*/ 4030951 h 4492350"/>
              <a:gd name="connsiteX25" fmla="*/ 2232838 w 3694535"/>
              <a:gd name="connsiteY25" fmla="*/ 4476307 h 4492350"/>
              <a:gd name="connsiteX26" fmla="*/ 2218194 w 3694535"/>
              <a:gd name="connsiteY26" fmla="*/ 4491415 h 4492350"/>
              <a:gd name="connsiteX27" fmla="*/ 1743740 w 3694535"/>
              <a:gd name="connsiteY27" fmla="*/ 4492350 h 4492350"/>
              <a:gd name="connsiteX0" fmla="*/ 1743740 w 3694535"/>
              <a:gd name="connsiteY0" fmla="*/ 4492350 h 4492350"/>
              <a:gd name="connsiteX1" fmla="*/ 1796903 w 3694535"/>
              <a:gd name="connsiteY1" fmla="*/ 3785190 h 4492350"/>
              <a:gd name="connsiteX2" fmla="*/ 1307805 w 3694535"/>
              <a:gd name="connsiteY2" fmla="*/ 3381153 h 4492350"/>
              <a:gd name="connsiteX3" fmla="*/ 31898 w 3694535"/>
              <a:gd name="connsiteY3" fmla="*/ 2945218 h 4492350"/>
              <a:gd name="connsiteX4" fmla="*/ 1127052 w 3694535"/>
              <a:gd name="connsiteY4" fmla="*/ 3242930 h 4492350"/>
              <a:gd name="connsiteX5" fmla="*/ 393405 w 3694535"/>
              <a:gd name="connsiteY5" fmla="*/ 2456121 h 4492350"/>
              <a:gd name="connsiteX6" fmla="*/ 1775638 w 3694535"/>
              <a:gd name="connsiteY6" fmla="*/ 3519376 h 4492350"/>
              <a:gd name="connsiteX7" fmla="*/ 1679945 w 3694535"/>
              <a:gd name="connsiteY7" fmla="*/ 2392325 h 4492350"/>
              <a:gd name="connsiteX8" fmla="*/ 0 w 3694535"/>
              <a:gd name="connsiteY8" fmla="*/ 754911 h 4492350"/>
              <a:gd name="connsiteX9" fmla="*/ 988828 w 3694535"/>
              <a:gd name="connsiteY9" fmla="*/ 1924493 h 4492350"/>
              <a:gd name="connsiteX10" fmla="*/ 1137684 w 3694535"/>
              <a:gd name="connsiteY10" fmla="*/ 861237 h 4492350"/>
              <a:gd name="connsiteX11" fmla="*/ 1222745 w 3694535"/>
              <a:gd name="connsiteY11" fmla="*/ 2062716 h 4492350"/>
              <a:gd name="connsiteX12" fmla="*/ 1690577 w 3694535"/>
              <a:gd name="connsiteY12" fmla="*/ 2190307 h 4492350"/>
              <a:gd name="connsiteX13" fmla="*/ 1956391 w 3694535"/>
              <a:gd name="connsiteY13" fmla="*/ 0 h 4492350"/>
              <a:gd name="connsiteX14" fmla="*/ 2083982 w 3694535"/>
              <a:gd name="connsiteY14" fmla="*/ 978195 h 4492350"/>
              <a:gd name="connsiteX15" fmla="*/ 1881963 w 3694535"/>
              <a:gd name="connsiteY15" fmla="*/ 2232837 h 4492350"/>
              <a:gd name="connsiteX16" fmla="*/ 2057494 w 3694535"/>
              <a:gd name="connsiteY16" fmla="*/ 3046321 h 4492350"/>
              <a:gd name="connsiteX17" fmla="*/ 2647507 w 3694535"/>
              <a:gd name="connsiteY17" fmla="*/ 2519916 h 4492350"/>
              <a:gd name="connsiteX18" fmla="*/ 2913694 w 3694535"/>
              <a:gd name="connsiteY18" fmla="*/ 1291762 h 4492350"/>
              <a:gd name="connsiteX19" fmla="*/ 2806809 w 3694535"/>
              <a:gd name="connsiteY19" fmla="*/ 2383091 h 4492350"/>
              <a:gd name="connsiteX20" fmla="*/ 3694535 w 3694535"/>
              <a:gd name="connsiteY20" fmla="*/ 1124252 h 4492350"/>
              <a:gd name="connsiteX21" fmla="*/ 2222205 w 3694535"/>
              <a:gd name="connsiteY21" fmla="*/ 3370521 h 4492350"/>
              <a:gd name="connsiteX22" fmla="*/ 2169042 w 3694535"/>
              <a:gd name="connsiteY22" fmla="*/ 3817088 h 4492350"/>
              <a:gd name="connsiteX23" fmla="*/ 3317358 w 3694535"/>
              <a:gd name="connsiteY23" fmla="*/ 3094074 h 4492350"/>
              <a:gd name="connsiteX24" fmla="*/ 2194317 w 3694535"/>
              <a:gd name="connsiteY24" fmla="*/ 4030951 h 4492350"/>
              <a:gd name="connsiteX25" fmla="*/ 2232838 w 3694535"/>
              <a:gd name="connsiteY25" fmla="*/ 4476307 h 4492350"/>
              <a:gd name="connsiteX26" fmla="*/ 2218194 w 3694535"/>
              <a:gd name="connsiteY26" fmla="*/ 4491415 h 4492350"/>
              <a:gd name="connsiteX27" fmla="*/ 1743740 w 3694535"/>
              <a:gd name="connsiteY27" fmla="*/ 4492350 h 4492350"/>
              <a:gd name="connsiteX0" fmla="*/ 1743740 w 3694535"/>
              <a:gd name="connsiteY0" fmla="*/ 4492350 h 4492350"/>
              <a:gd name="connsiteX1" fmla="*/ 1796903 w 3694535"/>
              <a:gd name="connsiteY1" fmla="*/ 3785190 h 4492350"/>
              <a:gd name="connsiteX2" fmla="*/ 1307805 w 3694535"/>
              <a:gd name="connsiteY2" fmla="*/ 3381153 h 4492350"/>
              <a:gd name="connsiteX3" fmla="*/ 31898 w 3694535"/>
              <a:gd name="connsiteY3" fmla="*/ 2945218 h 4492350"/>
              <a:gd name="connsiteX4" fmla="*/ 1127052 w 3694535"/>
              <a:gd name="connsiteY4" fmla="*/ 3242930 h 4492350"/>
              <a:gd name="connsiteX5" fmla="*/ 393405 w 3694535"/>
              <a:gd name="connsiteY5" fmla="*/ 2456121 h 4492350"/>
              <a:gd name="connsiteX6" fmla="*/ 1775638 w 3694535"/>
              <a:gd name="connsiteY6" fmla="*/ 3519376 h 4492350"/>
              <a:gd name="connsiteX7" fmla="*/ 1679945 w 3694535"/>
              <a:gd name="connsiteY7" fmla="*/ 2392325 h 4492350"/>
              <a:gd name="connsiteX8" fmla="*/ 0 w 3694535"/>
              <a:gd name="connsiteY8" fmla="*/ 754911 h 4492350"/>
              <a:gd name="connsiteX9" fmla="*/ 988828 w 3694535"/>
              <a:gd name="connsiteY9" fmla="*/ 1924493 h 4492350"/>
              <a:gd name="connsiteX10" fmla="*/ 1137684 w 3694535"/>
              <a:gd name="connsiteY10" fmla="*/ 861237 h 4492350"/>
              <a:gd name="connsiteX11" fmla="*/ 1222745 w 3694535"/>
              <a:gd name="connsiteY11" fmla="*/ 2062716 h 4492350"/>
              <a:gd name="connsiteX12" fmla="*/ 1690577 w 3694535"/>
              <a:gd name="connsiteY12" fmla="*/ 2190307 h 4492350"/>
              <a:gd name="connsiteX13" fmla="*/ 1956391 w 3694535"/>
              <a:gd name="connsiteY13" fmla="*/ 0 h 4492350"/>
              <a:gd name="connsiteX14" fmla="*/ 2083982 w 3694535"/>
              <a:gd name="connsiteY14" fmla="*/ 978195 h 4492350"/>
              <a:gd name="connsiteX15" fmla="*/ 1881963 w 3694535"/>
              <a:gd name="connsiteY15" fmla="*/ 2232837 h 4492350"/>
              <a:gd name="connsiteX16" fmla="*/ 2057494 w 3694535"/>
              <a:gd name="connsiteY16" fmla="*/ 3046321 h 4492350"/>
              <a:gd name="connsiteX17" fmla="*/ 2647507 w 3694535"/>
              <a:gd name="connsiteY17" fmla="*/ 2519916 h 4492350"/>
              <a:gd name="connsiteX18" fmla="*/ 2913694 w 3694535"/>
              <a:gd name="connsiteY18" fmla="*/ 1291762 h 4492350"/>
              <a:gd name="connsiteX19" fmla="*/ 2806809 w 3694535"/>
              <a:gd name="connsiteY19" fmla="*/ 2383091 h 4492350"/>
              <a:gd name="connsiteX20" fmla="*/ 3694535 w 3694535"/>
              <a:gd name="connsiteY20" fmla="*/ 1124252 h 4492350"/>
              <a:gd name="connsiteX21" fmla="*/ 2222205 w 3694535"/>
              <a:gd name="connsiteY21" fmla="*/ 3370521 h 4492350"/>
              <a:gd name="connsiteX22" fmla="*/ 2169042 w 3694535"/>
              <a:gd name="connsiteY22" fmla="*/ 3817088 h 4492350"/>
              <a:gd name="connsiteX23" fmla="*/ 3317358 w 3694535"/>
              <a:gd name="connsiteY23" fmla="*/ 3094074 h 4492350"/>
              <a:gd name="connsiteX24" fmla="*/ 2194317 w 3694535"/>
              <a:gd name="connsiteY24" fmla="*/ 4030951 h 4492350"/>
              <a:gd name="connsiteX25" fmla="*/ 2232838 w 3694535"/>
              <a:gd name="connsiteY25" fmla="*/ 4476307 h 4492350"/>
              <a:gd name="connsiteX26" fmla="*/ 2218194 w 3694535"/>
              <a:gd name="connsiteY26" fmla="*/ 4491415 h 4492350"/>
              <a:gd name="connsiteX27" fmla="*/ 1743740 w 3694535"/>
              <a:gd name="connsiteY27" fmla="*/ 4492350 h 4492350"/>
              <a:gd name="connsiteX0" fmla="*/ 1743740 w 3694535"/>
              <a:gd name="connsiteY0" fmla="*/ 4492350 h 4492350"/>
              <a:gd name="connsiteX1" fmla="*/ 1796903 w 3694535"/>
              <a:gd name="connsiteY1" fmla="*/ 3785190 h 4492350"/>
              <a:gd name="connsiteX2" fmla="*/ 1307805 w 3694535"/>
              <a:gd name="connsiteY2" fmla="*/ 3381153 h 4492350"/>
              <a:gd name="connsiteX3" fmla="*/ 31898 w 3694535"/>
              <a:gd name="connsiteY3" fmla="*/ 2945218 h 4492350"/>
              <a:gd name="connsiteX4" fmla="*/ 1127052 w 3694535"/>
              <a:gd name="connsiteY4" fmla="*/ 3242930 h 4492350"/>
              <a:gd name="connsiteX5" fmla="*/ 393405 w 3694535"/>
              <a:gd name="connsiteY5" fmla="*/ 2456121 h 4492350"/>
              <a:gd name="connsiteX6" fmla="*/ 1775638 w 3694535"/>
              <a:gd name="connsiteY6" fmla="*/ 3519376 h 4492350"/>
              <a:gd name="connsiteX7" fmla="*/ 1679945 w 3694535"/>
              <a:gd name="connsiteY7" fmla="*/ 2392325 h 4492350"/>
              <a:gd name="connsiteX8" fmla="*/ 0 w 3694535"/>
              <a:gd name="connsiteY8" fmla="*/ 754911 h 4492350"/>
              <a:gd name="connsiteX9" fmla="*/ 988828 w 3694535"/>
              <a:gd name="connsiteY9" fmla="*/ 1924493 h 4492350"/>
              <a:gd name="connsiteX10" fmla="*/ 1137684 w 3694535"/>
              <a:gd name="connsiteY10" fmla="*/ 861237 h 4492350"/>
              <a:gd name="connsiteX11" fmla="*/ 1222745 w 3694535"/>
              <a:gd name="connsiteY11" fmla="*/ 2062716 h 4492350"/>
              <a:gd name="connsiteX12" fmla="*/ 1690577 w 3694535"/>
              <a:gd name="connsiteY12" fmla="*/ 2190307 h 4492350"/>
              <a:gd name="connsiteX13" fmla="*/ 1956391 w 3694535"/>
              <a:gd name="connsiteY13" fmla="*/ 0 h 4492350"/>
              <a:gd name="connsiteX14" fmla="*/ 2083982 w 3694535"/>
              <a:gd name="connsiteY14" fmla="*/ 978195 h 4492350"/>
              <a:gd name="connsiteX15" fmla="*/ 1881963 w 3694535"/>
              <a:gd name="connsiteY15" fmla="*/ 2232837 h 4492350"/>
              <a:gd name="connsiteX16" fmla="*/ 2057494 w 3694535"/>
              <a:gd name="connsiteY16" fmla="*/ 3046321 h 4492350"/>
              <a:gd name="connsiteX17" fmla="*/ 2647507 w 3694535"/>
              <a:gd name="connsiteY17" fmla="*/ 2519916 h 4492350"/>
              <a:gd name="connsiteX18" fmla="*/ 2913694 w 3694535"/>
              <a:gd name="connsiteY18" fmla="*/ 1291762 h 4492350"/>
              <a:gd name="connsiteX19" fmla="*/ 2806809 w 3694535"/>
              <a:gd name="connsiteY19" fmla="*/ 2383091 h 4492350"/>
              <a:gd name="connsiteX20" fmla="*/ 3694535 w 3694535"/>
              <a:gd name="connsiteY20" fmla="*/ 1124252 h 4492350"/>
              <a:gd name="connsiteX21" fmla="*/ 2222205 w 3694535"/>
              <a:gd name="connsiteY21" fmla="*/ 3370521 h 4492350"/>
              <a:gd name="connsiteX22" fmla="*/ 2169042 w 3694535"/>
              <a:gd name="connsiteY22" fmla="*/ 3817088 h 4492350"/>
              <a:gd name="connsiteX23" fmla="*/ 3317358 w 3694535"/>
              <a:gd name="connsiteY23" fmla="*/ 3094074 h 4492350"/>
              <a:gd name="connsiteX24" fmla="*/ 2194317 w 3694535"/>
              <a:gd name="connsiteY24" fmla="*/ 4030951 h 4492350"/>
              <a:gd name="connsiteX25" fmla="*/ 2232838 w 3694535"/>
              <a:gd name="connsiteY25" fmla="*/ 4476307 h 4492350"/>
              <a:gd name="connsiteX26" fmla="*/ 2218194 w 3694535"/>
              <a:gd name="connsiteY26" fmla="*/ 4491415 h 4492350"/>
              <a:gd name="connsiteX27" fmla="*/ 1743740 w 3694535"/>
              <a:gd name="connsiteY27" fmla="*/ 4492350 h 4492350"/>
              <a:gd name="connsiteX0" fmla="*/ 1743740 w 3694535"/>
              <a:gd name="connsiteY0" fmla="*/ 4492350 h 4492350"/>
              <a:gd name="connsiteX1" fmla="*/ 1796903 w 3694535"/>
              <a:gd name="connsiteY1" fmla="*/ 3785190 h 4492350"/>
              <a:gd name="connsiteX2" fmla="*/ 1307805 w 3694535"/>
              <a:gd name="connsiteY2" fmla="*/ 3381153 h 4492350"/>
              <a:gd name="connsiteX3" fmla="*/ 31898 w 3694535"/>
              <a:gd name="connsiteY3" fmla="*/ 2945218 h 4492350"/>
              <a:gd name="connsiteX4" fmla="*/ 1127052 w 3694535"/>
              <a:gd name="connsiteY4" fmla="*/ 3242930 h 4492350"/>
              <a:gd name="connsiteX5" fmla="*/ 393405 w 3694535"/>
              <a:gd name="connsiteY5" fmla="*/ 2456121 h 4492350"/>
              <a:gd name="connsiteX6" fmla="*/ 1775638 w 3694535"/>
              <a:gd name="connsiteY6" fmla="*/ 3519376 h 4492350"/>
              <a:gd name="connsiteX7" fmla="*/ 1679945 w 3694535"/>
              <a:gd name="connsiteY7" fmla="*/ 2392325 h 4492350"/>
              <a:gd name="connsiteX8" fmla="*/ 0 w 3694535"/>
              <a:gd name="connsiteY8" fmla="*/ 754911 h 4492350"/>
              <a:gd name="connsiteX9" fmla="*/ 988828 w 3694535"/>
              <a:gd name="connsiteY9" fmla="*/ 1924493 h 4492350"/>
              <a:gd name="connsiteX10" fmla="*/ 1137684 w 3694535"/>
              <a:gd name="connsiteY10" fmla="*/ 861237 h 4492350"/>
              <a:gd name="connsiteX11" fmla="*/ 1222745 w 3694535"/>
              <a:gd name="connsiteY11" fmla="*/ 2062716 h 4492350"/>
              <a:gd name="connsiteX12" fmla="*/ 1690577 w 3694535"/>
              <a:gd name="connsiteY12" fmla="*/ 2190307 h 4492350"/>
              <a:gd name="connsiteX13" fmla="*/ 1956391 w 3694535"/>
              <a:gd name="connsiteY13" fmla="*/ 0 h 4492350"/>
              <a:gd name="connsiteX14" fmla="*/ 2083982 w 3694535"/>
              <a:gd name="connsiteY14" fmla="*/ 978195 h 4492350"/>
              <a:gd name="connsiteX15" fmla="*/ 1881963 w 3694535"/>
              <a:gd name="connsiteY15" fmla="*/ 2232837 h 4492350"/>
              <a:gd name="connsiteX16" fmla="*/ 2057494 w 3694535"/>
              <a:gd name="connsiteY16" fmla="*/ 3046321 h 4492350"/>
              <a:gd name="connsiteX17" fmla="*/ 2647507 w 3694535"/>
              <a:gd name="connsiteY17" fmla="*/ 2519916 h 4492350"/>
              <a:gd name="connsiteX18" fmla="*/ 2913694 w 3694535"/>
              <a:gd name="connsiteY18" fmla="*/ 1291762 h 4492350"/>
              <a:gd name="connsiteX19" fmla="*/ 2806809 w 3694535"/>
              <a:gd name="connsiteY19" fmla="*/ 2383091 h 4492350"/>
              <a:gd name="connsiteX20" fmla="*/ 3694535 w 3694535"/>
              <a:gd name="connsiteY20" fmla="*/ 1124252 h 4492350"/>
              <a:gd name="connsiteX21" fmla="*/ 2222205 w 3694535"/>
              <a:gd name="connsiteY21" fmla="*/ 3370521 h 4492350"/>
              <a:gd name="connsiteX22" fmla="*/ 2169042 w 3694535"/>
              <a:gd name="connsiteY22" fmla="*/ 3817088 h 4492350"/>
              <a:gd name="connsiteX23" fmla="*/ 3317358 w 3694535"/>
              <a:gd name="connsiteY23" fmla="*/ 3094074 h 4492350"/>
              <a:gd name="connsiteX24" fmla="*/ 2194317 w 3694535"/>
              <a:gd name="connsiteY24" fmla="*/ 4030951 h 4492350"/>
              <a:gd name="connsiteX25" fmla="*/ 2232838 w 3694535"/>
              <a:gd name="connsiteY25" fmla="*/ 4476307 h 4492350"/>
              <a:gd name="connsiteX26" fmla="*/ 2218194 w 3694535"/>
              <a:gd name="connsiteY26" fmla="*/ 4491415 h 4492350"/>
              <a:gd name="connsiteX27" fmla="*/ 1743740 w 3694535"/>
              <a:gd name="connsiteY27" fmla="*/ 4492350 h 4492350"/>
              <a:gd name="connsiteX0" fmla="*/ 1743740 w 3694535"/>
              <a:gd name="connsiteY0" fmla="*/ 4492350 h 4492350"/>
              <a:gd name="connsiteX1" fmla="*/ 1796903 w 3694535"/>
              <a:gd name="connsiteY1" fmla="*/ 3785190 h 4492350"/>
              <a:gd name="connsiteX2" fmla="*/ 1307805 w 3694535"/>
              <a:gd name="connsiteY2" fmla="*/ 3381153 h 4492350"/>
              <a:gd name="connsiteX3" fmla="*/ 31898 w 3694535"/>
              <a:gd name="connsiteY3" fmla="*/ 2945218 h 4492350"/>
              <a:gd name="connsiteX4" fmla="*/ 1127052 w 3694535"/>
              <a:gd name="connsiteY4" fmla="*/ 3242930 h 4492350"/>
              <a:gd name="connsiteX5" fmla="*/ 393405 w 3694535"/>
              <a:gd name="connsiteY5" fmla="*/ 2456121 h 4492350"/>
              <a:gd name="connsiteX6" fmla="*/ 1775638 w 3694535"/>
              <a:gd name="connsiteY6" fmla="*/ 3519376 h 4492350"/>
              <a:gd name="connsiteX7" fmla="*/ 1679945 w 3694535"/>
              <a:gd name="connsiteY7" fmla="*/ 2392325 h 4492350"/>
              <a:gd name="connsiteX8" fmla="*/ 0 w 3694535"/>
              <a:gd name="connsiteY8" fmla="*/ 754911 h 4492350"/>
              <a:gd name="connsiteX9" fmla="*/ 988828 w 3694535"/>
              <a:gd name="connsiteY9" fmla="*/ 1924493 h 4492350"/>
              <a:gd name="connsiteX10" fmla="*/ 1137684 w 3694535"/>
              <a:gd name="connsiteY10" fmla="*/ 861237 h 4492350"/>
              <a:gd name="connsiteX11" fmla="*/ 1222745 w 3694535"/>
              <a:gd name="connsiteY11" fmla="*/ 2062716 h 4492350"/>
              <a:gd name="connsiteX12" fmla="*/ 1690577 w 3694535"/>
              <a:gd name="connsiteY12" fmla="*/ 2190307 h 4492350"/>
              <a:gd name="connsiteX13" fmla="*/ 1956391 w 3694535"/>
              <a:gd name="connsiteY13" fmla="*/ 0 h 4492350"/>
              <a:gd name="connsiteX14" fmla="*/ 2083982 w 3694535"/>
              <a:gd name="connsiteY14" fmla="*/ 978195 h 4492350"/>
              <a:gd name="connsiteX15" fmla="*/ 1881963 w 3694535"/>
              <a:gd name="connsiteY15" fmla="*/ 2232837 h 4492350"/>
              <a:gd name="connsiteX16" fmla="*/ 2057494 w 3694535"/>
              <a:gd name="connsiteY16" fmla="*/ 3046321 h 4492350"/>
              <a:gd name="connsiteX17" fmla="*/ 2647507 w 3694535"/>
              <a:gd name="connsiteY17" fmla="*/ 2519916 h 4492350"/>
              <a:gd name="connsiteX18" fmla="*/ 2913694 w 3694535"/>
              <a:gd name="connsiteY18" fmla="*/ 1291762 h 4492350"/>
              <a:gd name="connsiteX19" fmla="*/ 2806809 w 3694535"/>
              <a:gd name="connsiteY19" fmla="*/ 2383091 h 4492350"/>
              <a:gd name="connsiteX20" fmla="*/ 3694535 w 3694535"/>
              <a:gd name="connsiteY20" fmla="*/ 1124252 h 4492350"/>
              <a:gd name="connsiteX21" fmla="*/ 2222205 w 3694535"/>
              <a:gd name="connsiteY21" fmla="*/ 3370521 h 4492350"/>
              <a:gd name="connsiteX22" fmla="*/ 2169042 w 3694535"/>
              <a:gd name="connsiteY22" fmla="*/ 3817088 h 4492350"/>
              <a:gd name="connsiteX23" fmla="*/ 3317358 w 3694535"/>
              <a:gd name="connsiteY23" fmla="*/ 3094074 h 4492350"/>
              <a:gd name="connsiteX24" fmla="*/ 2194317 w 3694535"/>
              <a:gd name="connsiteY24" fmla="*/ 4030951 h 4492350"/>
              <a:gd name="connsiteX25" fmla="*/ 2232838 w 3694535"/>
              <a:gd name="connsiteY25" fmla="*/ 4476307 h 4492350"/>
              <a:gd name="connsiteX26" fmla="*/ 2218194 w 3694535"/>
              <a:gd name="connsiteY26" fmla="*/ 4491415 h 4492350"/>
              <a:gd name="connsiteX27" fmla="*/ 1743740 w 3694535"/>
              <a:gd name="connsiteY27" fmla="*/ 4492350 h 4492350"/>
              <a:gd name="connsiteX0" fmla="*/ 1743740 w 3694535"/>
              <a:gd name="connsiteY0" fmla="*/ 4492350 h 4492350"/>
              <a:gd name="connsiteX1" fmla="*/ 1796903 w 3694535"/>
              <a:gd name="connsiteY1" fmla="*/ 3785190 h 4492350"/>
              <a:gd name="connsiteX2" fmla="*/ 1307805 w 3694535"/>
              <a:gd name="connsiteY2" fmla="*/ 3381153 h 4492350"/>
              <a:gd name="connsiteX3" fmla="*/ 31898 w 3694535"/>
              <a:gd name="connsiteY3" fmla="*/ 2945218 h 4492350"/>
              <a:gd name="connsiteX4" fmla="*/ 1127052 w 3694535"/>
              <a:gd name="connsiteY4" fmla="*/ 3242930 h 4492350"/>
              <a:gd name="connsiteX5" fmla="*/ 393405 w 3694535"/>
              <a:gd name="connsiteY5" fmla="*/ 2456121 h 4492350"/>
              <a:gd name="connsiteX6" fmla="*/ 1775638 w 3694535"/>
              <a:gd name="connsiteY6" fmla="*/ 3519376 h 4492350"/>
              <a:gd name="connsiteX7" fmla="*/ 1679945 w 3694535"/>
              <a:gd name="connsiteY7" fmla="*/ 2392325 h 4492350"/>
              <a:gd name="connsiteX8" fmla="*/ 0 w 3694535"/>
              <a:gd name="connsiteY8" fmla="*/ 754911 h 4492350"/>
              <a:gd name="connsiteX9" fmla="*/ 988828 w 3694535"/>
              <a:gd name="connsiteY9" fmla="*/ 1924493 h 4492350"/>
              <a:gd name="connsiteX10" fmla="*/ 1137684 w 3694535"/>
              <a:gd name="connsiteY10" fmla="*/ 861237 h 4492350"/>
              <a:gd name="connsiteX11" fmla="*/ 1222745 w 3694535"/>
              <a:gd name="connsiteY11" fmla="*/ 2062716 h 4492350"/>
              <a:gd name="connsiteX12" fmla="*/ 1690577 w 3694535"/>
              <a:gd name="connsiteY12" fmla="*/ 2190307 h 4492350"/>
              <a:gd name="connsiteX13" fmla="*/ 1956391 w 3694535"/>
              <a:gd name="connsiteY13" fmla="*/ 0 h 4492350"/>
              <a:gd name="connsiteX14" fmla="*/ 2083982 w 3694535"/>
              <a:gd name="connsiteY14" fmla="*/ 978195 h 4492350"/>
              <a:gd name="connsiteX15" fmla="*/ 1881963 w 3694535"/>
              <a:gd name="connsiteY15" fmla="*/ 2232837 h 4492350"/>
              <a:gd name="connsiteX16" fmla="*/ 2057494 w 3694535"/>
              <a:gd name="connsiteY16" fmla="*/ 3046321 h 4492350"/>
              <a:gd name="connsiteX17" fmla="*/ 2647507 w 3694535"/>
              <a:gd name="connsiteY17" fmla="*/ 2519916 h 4492350"/>
              <a:gd name="connsiteX18" fmla="*/ 2913694 w 3694535"/>
              <a:gd name="connsiteY18" fmla="*/ 1291762 h 4492350"/>
              <a:gd name="connsiteX19" fmla="*/ 2806809 w 3694535"/>
              <a:gd name="connsiteY19" fmla="*/ 2383091 h 4492350"/>
              <a:gd name="connsiteX20" fmla="*/ 3694535 w 3694535"/>
              <a:gd name="connsiteY20" fmla="*/ 1124252 h 4492350"/>
              <a:gd name="connsiteX21" fmla="*/ 2222205 w 3694535"/>
              <a:gd name="connsiteY21" fmla="*/ 3370521 h 4492350"/>
              <a:gd name="connsiteX22" fmla="*/ 2169042 w 3694535"/>
              <a:gd name="connsiteY22" fmla="*/ 3817088 h 4492350"/>
              <a:gd name="connsiteX23" fmla="*/ 3317358 w 3694535"/>
              <a:gd name="connsiteY23" fmla="*/ 3094074 h 4492350"/>
              <a:gd name="connsiteX24" fmla="*/ 2194317 w 3694535"/>
              <a:gd name="connsiteY24" fmla="*/ 4030951 h 4492350"/>
              <a:gd name="connsiteX25" fmla="*/ 2232838 w 3694535"/>
              <a:gd name="connsiteY25" fmla="*/ 4476307 h 4492350"/>
              <a:gd name="connsiteX26" fmla="*/ 2218194 w 3694535"/>
              <a:gd name="connsiteY26" fmla="*/ 4491415 h 4492350"/>
              <a:gd name="connsiteX27" fmla="*/ 1743740 w 3694535"/>
              <a:gd name="connsiteY27" fmla="*/ 4492350 h 4492350"/>
              <a:gd name="connsiteX0" fmla="*/ 1743740 w 3694535"/>
              <a:gd name="connsiteY0" fmla="*/ 4492350 h 4492350"/>
              <a:gd name="connsiteX1" fmla="*/ 1796903 w 3694535"/>
              <a:gd name="connsiteY1" fmla="*/ 3785190 h 4492350"/>
              <a:gd name="connsiteX2" fmla="*/ 1307805 w 3694535"/>
              <a:gd name="connsiteY2" fmla="*/ 3381153 h 4492350"/>
              <a:gd name="connsiteX3" fmla="*/ 31898 w 3694535"/>
              <a:gd name="connsiteY3" fmla="*/ 2945218 h 4492350"/>
              <a:gd name="connsiteX4" fmla="*/ 1127052 w 3694535"/>
              <a:gd name="connsiteY4" fmla="*/ 3242930 h 4492350"/>
              <a:gd name="connsiteX5" fmla="*/ 393405 w 3694535"/>
              <a:gd name="connsiteY5" fmla="*/ 2456121 h 4492350"/>
              <a:gd name="connsiteX6" fmla="*/ 1775638 w 3694535"/>
              <a:gd name="connsiteY6" fmla="*/ 3519376 h 4492350"/>
              <a:gd name="connsiteX7" fmla="*/ 1679945 w 3694535"/>
              <a:gd name="connsiteY7" fmla="*/ 2392325 h 4492350"/>
              <a:gd name="connsiteX8" fmla="*/ 0 w 3694535"/>
              <a:gd name="connsiteY8" fmla="*/ 754911 h 4492350"/>
              <a:gd name="connsiteX9" fmla="*/ 988828 w 3694535"/>
              <a:gd name="connsiteY9" fmla="*/ 1924493 h 4492350"/>
              <a:gd name="connsiteX10" fmla="*/ 1137684 w 3694535"/>
              <a:gd name="connsiteY10" fmla="*/ 861237 h 4492350"/>
              <a:gd name="connsiteX11" fmla="*/ 1222745 w 3694535"/>
              <a:gd name="connsiteY11" fmla="*/ 2062716 h 4492350"/>
              <a:gd name="connsiteX12" fmla="*/ 1690577 w 3694535"/>
              <a:gd name="connsiteY12" fmla="*/ 2190307 h 4492350"/>
              <a:gd name="connsiteX13" fmla="*/ 1956391 w 3694535"/>
              <a:gd name="connsiteY13" fmla="*/ 0 h 4492350"/>
              <a:gd name="connsiteX14" fmla="*/ 2083982 w 3694535"/>
              <a:gd name="connsiteY14" fmla="*/ 978195 h 4492350"/>
              <a:gd name="connsiteX15" fmla="*/ 1881963 w 3694535"/>
              <a:gd name="connsiteY15" fmla="*/ 2232837 h 4492350"/>
              <a:gd name="connsiteX16" fmla="*/ 2057494 w 3694535"/>
              <a:gd name="connsiteY16" fmla="*/ 3046321 h 4492350"/>
              <a:gd name="connsiteX17" fmla="*/ 2647507 w 3694535"/>
              <a:gd name="connsiteY17" fmla="*/ 2519916 h 4492350"/>
              <a:gd name="connsiteX18" fmla="*/ 2913694 w 3694535"/>
              <a:gd name="connsiteY18" fmla="*/ 1291762 h 4492350"/>
              <a:gd name="connsiteX19" fmla="*/ 2806809 w 3694535"/>
              <a:gd name="connsiteY19" fmla="*/ 2383091 h 4492350"/>
              <a:gd name="connsiteX20" fmla="*/ 3694535 w 3694535"/>
              <a:gd name="connsiteY20" fmla="*/ 1124252 h 4492350"/>
              <a:gd name="connsiteX21" fmla="*/ 2222205 w 3694535"/>
              <a:gd name="connsiteY21" fmla="*/ 3370521 h 4492350"/>
              <a:gd name="connsiteX22" fmla="*/ 2169042 w 3694535"/>
              <a:gd name="connsiteY22" fmla="*/ 3817088 h 4492350"/>
              <a:gd name="connsiteX23" fmla="*/ 3317358 w 3694535"/>
              <a:gd name="connsiteY23" fmla="*/ 3094074 h 4492350"/>
              <a:gd name="connsiteX24" fmla="*/ 2194317 w 3694535"/>
              <a:gd name="connsiteY24" fmla="*/ 4030951 h 4492350"/>
              <a:gd name="connsiteX25" fmla="*/ 2232838 w 3694535"/>
              <a:gd name="connsiteY25" fmla="*/ 4476307 h 4492350"/>
              <a:gd name="connsiteX26" fmla="*/ 2218194 w 3694535"/>
              <a:gd name="connsiteY26" fmla="*/ 4491415 h 4492350"/>
              <a:gd name="connsiteX27" fmla="*/ 1743740 w 3694535"/>
              <a:gd name="connsiteY27" fmla="*/ 4492350 h 4492350"/>
              <a:gd name="connsiteX0" fmla="*/ 1743740 w 3694535"/>
              <a:gd name="connsiteY0" fmla="*/ 4492350 h 4492350"/>
              <a:gd name="connsiteX1" fmla="*/ 1796903 w 3694535"/>
              <a:gd name="connsiteY1" fmla="*/ 3785190 h 4492350"/>
              <a:gd name="connsiteX2" fmla="*/ 1307805 w 3694535"/>
              <a:gd name="connsiteY2" fmla="*/ 3381153 h 4492350"/>
              <a:gd name="connsiteX3" fmla="*/ 31898 w 3694535"/>
              <a:gd name="connsiteY3" fmla="*/ 2945218 h 4492350"/>
              <a:gd name="connsiteX4" fmla="*/ 1127052 w 3694535"/>
              <a:gd name="connsiteY4" fmla="*/ 3242930 h 4492350"/>
              <a:gd name="connsiteX5" fmla="*/ 393405 w 3694535"/>
              <a:gd name="connsiteY5" fmla="*/ 2456121 h 4492350"/>
              <a:gd name="connsiteX6" fmla="*/ 1775638 w 3694535"/>
              <a:gd name="connsiteY6" fmla="*/ 3519376 h 4492350"/>
              <a:gd name="connsiteX7" fmla="*/ 1679945 w 3694535"/>
              <a:gd name="connsiteY7" fmla="*/ 2392325 h 4492350"/>
              <a:gd name="connsiteX8" fmla="*/ 0 w 3694535"/>
              <a:gd name="connsiteY8" fmla="*/ 754911 h 4492350"/>
              <a:gd name="connsiteX9" fmla="*/ 988828 w 3694535"/>
              <a:gd name="connsiteY9" fmla="*/ 1924493 h 4492350"/>
              <a:gd name="connsiteX10" fmla="*/ 1137684 w 3694535"/>
              <a:gd name="connsiteY10" fmla="*/ 861237 h 4492350"/>
              <a:gd name="connsiteX11" fmla="*/ 1222745 w 3694535"/>
              <a:gd name="connsiteY11" fmla="*/ 2062716 h 4492350"/>
              <a:gd name="connsiteX12" fmla="*/ 1690577 w 3694535"/>
              <a:gd name="connsiteY12" fmla="*/ 2190307 h 4492350"/>
              <a:gd name="connsiteX13" fmla="*/ 1956391 w 3694535"/>
              <a:gd name="connsiteY13" fmla="*/ 0 h 4492350"/>
              <a:gd name="connsiteX14" fmla="*/ 2083982 w 3694535"/>
              <a:gd name="connsiteY14" fmla="*/ 978195 h 4492350"/>
              <a:gd name="connsiteX15" fmla="*/ 1881963 w 3694535"/>
              <a:gd name="connsiteY15" fmla="*/ 2232837 h 4492350"/>
              <a:gd name="connsiteX16" fmla="*/ 2057494 w 3694535"/>
              <a:gd name="connsiteY16" fmla="*/ 3046321 h 4492350"/>
              <a:gd name="connsiteX17" fmla="*/ 2647507 w 3694535"/>
              <a:gd name="connsiteY17" fmla="*/ 2519916 h 4492350"/>
              <a:gd name="connsiteX18" fmla="*/ 2913694 w 3694535"/>
              <a:gd name="connsiteY18" fmla="*/ 1291762 h 4492350"/>
              <a:gd name="connsiteX19" fmla="*/ 2806809 w 3694535"/>
              <a:gd name="connsiteY19" fmla="*/ 2383091 h 4492350"/>
              <a:gd name="connsiteX20" fmla="*/ 3694535 w 3694535"/>
              <a:gd name="connsiteY20" fmla="*/ 1124252 h 4492350"/>
              <a:gd name="connsiteX21" fmla="*/ 2222205 w 3694535"/>
              <a:gd name="connsiteY21" fmla="*/ 3370521 h 4492350"/>
              <a:gd name="connsiteX22" fmla="*/ 2169042 w 3694535"/>
              <a:gd name="connsiteY22" fmla="*/ 3817088 h 4492350"/>
              <a:gd name="connsiteX23" fmla="*/ 3317358 w 3694535"/>
              <a:gd name="connsiteY23" fmla="*/ 3094074 h 4492350"/>
              <a:gd name="connsiteX24" fmla="*/ 2194317 w 3694535"/>
              <a:gd name="connsiteY24" fmla="*/ 4030951 h 4492350"/>
              <a:gd name="connsiteX25" fmla="*/ 2232838 w 3694535"/>
              <a:gd name="connsiteY25" fmla="*/ 4476307 h 4492350"/>
              <a:gd name="connsiteX26" fmla="*/ 2218194 w 3694535"/>
              <a:gd name="connsiteY26" fmla="*/ 4491415 h 4492350"/>
              <a:gd name="connsiteX27" fmla="*/ 1743740 w 3694535"/>
              <a:gd name="connsiteY27" fmla="*/ 4492350 h 4492350"/>
              <a:gd name="connsiteX0" fmla="*/ 1743740 w 3694535"/>
              <a:gd name="connsiteY0" fmla="*/ 4492350 h 4492350"/>
              <a:gd name="connsiteX1" fmla="*/ 1796903 w 3694535"/>
              <a:gd name="connsiteY1" fmla="*/ 3785190 h 4492350"/>
              <a:gd name="connsiteX2" fmla="*/ 1307805 w 3694535"/>
              <a:gd name="connsiteY2" fmla="*/ 3381153 h 4492350"/>
              <a:gd name="connsiteX3" fmla="*/ 31898 w 3694535"/>
              <a:gd name="connsiteY3" fmla="*/ 2945218 h 4492350"/>
              <a:gd name="connsiteX4" fmla="*/ 1127052 w 3694535"/>
              <a:gd name="connsiteY4" fmla="*/ 3242930 h 4492350"/>
              <a:gd name="connsiteX5" fmla="*/ 393405 w 3694535"/>
              <a:gd name="connsiteY5" fmla="*/ 2456121 h 4492350"/>
              <a:gd name="connsiteX6" fmla="*/ 1775638 w 3694535"/>
              <a:gd name="connsiteY6" fmla="*/ 3519376 h 4492350"/>
              <a:gd name="connsiteX7" fmla="*/ 1679945 w 3694535"/>
              <a:gd name="connsiteY7" fmla="*/ 2392325 h 4492350"/>
              <a:gd name="connsiteX8" fmla="*/ 0 w 3694535"/>
              <a:gd name="connsiteY8" fmla="*/ 754911 h 4492350"/>
              <a:gd name="connsiteX9" fmla="*/ 988828 w 3694535"/>
              <a:gd name="connsiteY9" fmla="*/ 1924493 h 4492350"/>
              <a:gd name="connsiteX10" fmla="*/ 1137684 w 3694535"/>
              <a:gd name="connsiteY10" fmla="*/ 861237 h 4492350"/>
              <a:gd name="connsiteX11" fmla="*/ 1222745 w 3694535"/>
              <a:gd name="connsiteY11" fmla="*/ 2062716 h 4492350"/>
              <a:gd name="connsiteX12" fmla="*/ 1690577 w 3694535"/>
              <a:gd name="connsiteY12" fmla="*/ 2190307 h 4492350"/>
              <a:gd name="connsiteX13" fmla="*/ 1956391 w 3694535"/>
              <a:gd name="connsiteY13" fmla="*/ 0 h 4492350"/>
              <a:gd name="connsiteX14" fmla="*/ 2083982 w 3694535"/>
              <a:gd name="connsiteY14" fmla="*/ 978195 h 4492350"/>
              <a:gd name="connsiteX15" fmla="*/ 1881963 w 3694535"/>
              <a:gd name="connsiteY15" fmla="*/ 2232837 h 4492350"/>
              <a:gd name="connsiteX16" fmla="*/ 2057494 w 3694535"/>
              <a:gd name="connsiteY16" fmla="*/ 3046321 h 4492350"/>
              <a:gd name="connsiteX17" fmla="*/ 2647507 w 3694535"/>
              <a:gd name="connsiteY17" fmla="*/ 2519916 h 4492350"/>
              <a:gd name="connsiteX18" fmla="*/ 2913694 w 3694535"/>
              <a:gd name="connsiteY18" fmla="*/ 1291762 h 4492350"/>
              <a:gd name="connsiteX19" fmla="*/ 2806809 w 3694535"/>
              <a:gd name="connsiteY19" fmla="*/ 2383091 h 4492350"/>
              <a:gd name="connsiteX20" fmla="*/ 3694535 w 3694535"/>
              <a:gd name="connsiteY20" fmla="*/ 1124252 h 4492350"/>
              <a:gd name="connsiteX21" fmla="*/ 2222205 w 3694535"/>
              <a:gd name="connsiteY21" fmla="*/ 3370521 h 4492350"/>
              <a:gd name="connsiteX22" fmla="*/ 2169042 w 3694535"/>
              <a:gd name="connsiteY22" fmla="*/ 3817088 h 4492350"/>
              <a:gd name="connsiteX23" fmla="*/ 3317358 w 3694535"/>
              <a:gd name="connsiteY23" fmla="*/ 3094074 h 4492350"/>
              <a:gd name="connsiteX24" fmla="*/ 2194317 w 3694535"/>
              <a:gd name="connsiteY24" fmla="*/ 4030951 h 4492350"/>
              <a:gd name="connsiteX25" fmla="*/ 2232838 w 3694535"/>
              <a:gd name="connsiteY25" fmla="*/ 4476307 h 4492350"/>
              <a:gd name="connsiteX26" fmla="*/ 2218194 w 3694535"/>
              <a:gd name="connsiteY26" fmla="*/ 4491415 h 4492350"/>
              <a:gd name="connsiteX27" fmla="*/ 1743740 w 3694535"/>
              <a:gd name="connsiteY27" fmla="*/ 4492350 h 4492350"/>
              <a:gd name="connsiteX0" fmla="*/ 1743740 w 3694535"/>
              <a:gd name="connsiteY0" fmla="*/ 4492350 h 4492350"/>
              <a:gd name="connsiteX1" fmla="*/ 1796903 w 3694535"/>
              <a:gd name="connsiteY1" fmla="*/ 3785190 h 4492350"/>
              <a:gd name="connsiteX2" fmla="*/ 1307805 w 3694535"/>
              <a:gd name="connsiteY2" fmla="*/ 3381153 h 4492350"/>
              <a:gd name="connsiteX3" fmla="*/ 31898 w 3694535"/>
              <a:gd name="connsiteY3" fmla="*/ 2945218 h 4492350"/>
              <a:gd name="connsiteX4" fmla="*/ 1127052 w 3694535"/>
              <a:gd name="connsiteY4" fmla="*/ 3242930 h 4492350"/>
              <a:gd name="connsiteX5" fmla="*/ 393405 w 3694535"/>
              <a:gd name="connsiteY5" fmla="*/ 2456121 h 4492350"/>
              <a:gd name="connsiteX6" fmla="*/ 1775638 w 3694535"/>
              <a:gd name="connsiteY6" fmla="*/ 3519376 h 4492350"/>
              <a:gd name="connsiteX7" fmla="*/ 1679945 w 3694535"/>
              <a:gd name="connsiteY7" fmla="*/ 2392325 h 4492350"/>
              <a:gd name="connsiteX8" fmla="*/ 0 w 3694535"/>
              <a:gd name="connsiteY8" fmla="*/ 754911 h 4492350"/>
              <a:gd name="connsiteX9" fmla="*/ 988828 w 3694535"/>
              <a:gd name="connsiteY9" fmla="*/ 1924493 h 4492350"/>
              <a:gd name="connsiteX10" fmla="*/ 1137684 w 3694535"/>
              <a:gd name="connsiteY10" fmla="*/ 861237 h 4492350"/>
              <a:gd name="connsiteX11" fmla="*/ 1222745 w 3694535"/>
              <a:gd name="connsiteY11" fmla="*/ 2062716 h 4492350"/>
              <a:gd name="connsiteX12" fmla="*/ 1690577 w 3694535"/>
              <a:gd name="connsiteY12" fmla="*/ 2190307 h 4492350"/>
              <a:gd name="connsiteX13" fmla="*/ 1956391 w 3694535"/>
              <a:gd name="connsiteY13" fmla="*/ 0 h 4492350"/>
              <a:gd name="connsiteX14" fmla="*/ 2083982 w 3694535"/>
              <a:gd name="connsiteY14" fmla="*/ 978195 h 4492350"/>
              <a:gd name="connsiteX15" fmla="*/ 1881963 w 3694535"/>
              <a:gd name="connsiteY15" fmla="*/ 2232837 h 4492350"/>
              <a:gd name="connsiteX16" fmla="*/ 2057494 w 3694535"/>
              <a:gd name="connsiteY16" fmla="*/ 3046321 h 4492350"/>
              <a:gd name="connsiteX17" fmla="*/ 2647507 w 3694535"/>
              <a:gd name="connsiteY17" fmla="*/ 2519916 h 4492350"/>
              <a:gd name="connsiteX18" fmla="*/ 2913694 w 3694535"/>
              <a:gd name="connsiteY18" fmla="*/ 1291762 h 4492350"/>
              <a:gd name="connsiteX19" fmla="*/ 2806809 w 3694535"/>
              <a:gd name="connsiteY19" fmla="*/ 2383091 h 4492350"/>
              <a:gd name="connsiteX20" fmla="*/ 3694535 w 3694535"/>
              <a:gd name="connsiteY20" fmla="*/ 1124252 h 4492350"/>
              <a:gd name="connsiteX21" fmla="*/ 2222205 w 3694535"/>
              <a:gd name="connsiteY21" fmla="*/ 3370521 h 4492350"/>
              <a:gd name="connsiteX22" fmla="*/ 2169042 w 3694535"/>
              <a:gd name="connsiteY22" fmla="*/ 3817088 h 4492350"/>
              <a:gd name="connsiteX23" fmla="*/ 3317358 w 3694535"/>
              <a:gd name="connsiteY23" fmla="*/ 3094074 h 4492350"/>
              <a:gd name="connsiteX24" fmla="*/ 2194317 w 3694535"/>
              <a:gd name="connsiteY24" fmla="*/ 4030951 h 4492350"/>
              <a:gd name="connsiteX25" fmla="*/ 2232838 w 3694535"/>
              <a:gd name="connsiteY25" fmla="*/ 4476307 h 4492350"/>
              <a:gd name="connsiteX26" fmla="*/ 2218194 w 3694535"/>
              <a:gd name="connsiteY26" fmla="*/ 4491415 h 4492350"/>
              <a:gd name="connsiteX27" fmla="*/ 1743740 w 3694535"/>
              <a:gd name="connsiteY27" fmla="*/ 4492350 h 4492350"/>
              <a:gd name="connsiteX0" fmla="*/ 1743740 w 3694535"/>
              <a:gd name="connsiteY0" fmla="*/ 4492350 h 4492350"/>
              <a:gd name="connsiteX1" fmla="*/ 1796903 w 3694535"/>
              <a:gd name="connsiteY1" fmla="*/ 3785190 h 4492350"/>
              <a:gd name="connsiteX2" fmla="*/ 1307805 w 3694535"/>
              <a:gd name="connsiteY2" fmla="*/ 3381153 h 4492350"/>
              <a:gd name="connsiteX3" fmla="*/ 31898 w 3694535"/>
              <a:gd name="connsiteY3" fmla="*/ 2945218 h 4492350"/>
              <a:gd name="connsiteX4" fmla="*/ 1127052 w 3694535"/>
              <a:gd name="connsiteY4" fmla="*/ 3242930 h 4492350"/>
              <a:gd name="connsiteX5" fmla="*/ 393405 w 3694535"/>
              <a:gd name="connsiteY5" fmla="*/ 2456121 h 4492350"/>
              <a:gd name="connsiteX6" fmla="*/ 1775638 w 3694535"/>
              <a:gd name="connsiteY6" fmla="*/ 3519376 h 4492350"/>
              <a:gd name="connsiteX7" fmla="*/ 1679945 w 3694535"/>
              <a:gd name="connsiteY7" fmla="*/ 2392325 h 4492350"/>
              <a:gd name="connsiteX8" fmla="*/ 0 w 3694535"/>
              <a:gd name="connsiteY8" fmla="*/ 754911 h 4492350"/>
              <a:gd name="connsiteX9" fmla="*/ 988828 w 3694535"/>
              <a:gd name="connsiteY9" fmla="*/ 1924493 h 4492350"/>
              <a:gd name="connsiteX10" fmla="*/ 1137684 w 3694535"/>
              <a:gd name="connsiteY10" fmla="*/ 861237 h 4492350"/>
              <a:gd name="connsiteX11" fmla="*/ 1222745 w 3694535"/>
              <a:gd name="connsiteY11" fmla="*/ 2062716 h 4492350"/>
              <a:gd name="connsiteX12" fmla="*/ 1690577 w 3694535"/>
              <a:gd name="connsiteY12" fmla="*/ 2190307 h 4492350"/>
              <a:gd name="connsiteX13" fmla="*/ 1956391 w 3694535"/>
              <a:gd name="connsiteY13" fmla="*/ 0 h 4492350"/>
              <a:gd name="connsiteX14" fmla="*/ 2083982 w 3694535"/>
              <a:gd name="connsiteY14" fmla="*/ 978195 h 4492350"/>
              <a:gd name="connsiteX15" fmla="*/ 1881963 w 3694535"/>
              <a:gd name="connsiteY15" fmla="*/ 2232837 h 4492350"/>
              <a:gd name="connsiteX16" fmla="*/ 2057494 w 3694535"/>
              <a:gd name="connsiteY16" fmla="*/ 3046321 h 4492350"/>
              <a:gd name="connsiteX17" fmla="*/ 2647507 w 3694535"/>
              <a:gd name="connsiteY17" fmla="*/ 2519916 h 4492350"/>
              <a:gd name="connsiteX18" fmla="*/ 2913694 w 3694535"/>
              <a:gd name="connsiteY18" fmla="*/ 1291762 h 4492350"/>
              <a:gd name="connsiteX19" fmla="*/ 2806809 w 3694535"/>
              <a:gd name="connsiteY19" fmla="*/ 2383091 h 4492350"/>
              <a:gd name="connsiteX20" fmla="*/ 3694535 w 3694535"/>
              <a:gd name="connsiteY20" fmla="*/ 1124252 h 4492350"/>
              <a:gd name="connsiteX21" fmla="*/ 2222205 w 3694535"/>
              <a:gd name="connsiteY21" fmla="*/ 3370521 h 4492350"/>
              <a:gd name="connsiteX22" fmla="*/ 2169042 w 3694535"/>
              <a:gd name="connsiteY22" fmla="*/ 3817088 h 4492350"/>
              <a:gd name="connsiteX23" fmla="*/ 3317358 w 3694535"/>
              <a:gd name="connsiteY23" fmla="*/ 3094074 h 4492350"/>
              <a:gd name="connsiteX24" fmla="*/ 2194317 w 3694535"/>
              <a:gd name="connsiteY24" fmla="*/ 4030951 h 4492350"/>
              <a:gd name="connsiteX25" fmla="*/ 2232838 w 3694535"/>
              <a:gd name="connsiteY25" fmla="*/ 4476307 h 4492350"/>
              <a:gd name="connsiteX26" fmla="*/ 2218194 w 3694535"/>
              <a:gd name="connsiteY26" fmla="*/ 4491415 h 4492350"/>
              <a:gd name="connsiteX27" fmla="*/ 1743740 w 3694535"/>
              <a:gd name="connsiteY27" fmla="*/ 4492350 h 4492350"/>
              <a:gd name="connsiteX0" fmla="*/ 1743740 w 3694535"/>
              <a:gd name="connsiteY0" fmla="*/ 4492350 h 4492350"/>
              <a:gd name="connsiteX1" fmla="*/ 1796903 w 3694535"/>
              <a:gd name="connsiteY1" fmla="*/ 3785190 h 4492350"/>
              <a:gd name="connsiteX2" fmla="*/ 1307805 w 3694535"/>
              <a:gd name="connsiteY2" fmla="*/ 3381153 h 4492350"/>
              <a:gd name="connsiteX3" fmla="*/ 31898 w 3694535"/>
              <a:gd name="connsiteY3" fmla="*/ 2945218 h 4492350"/>
              <a:gd name="connsiteX4" fmla="*/ 1127052 w 3694535"/>
              <a:gd name="connsiteY4" fmla="*/ 3242930 h 4492350"/>
              <a:gd name="connsiteX5" fmla="*/ 393405 w 3694535"/>
              <a:gd name="connsiteY5" fmla="*/ 2456121 h 4492350"/>
              <a:gd name="connsiteX6" fmla="*/ 1775638 w 3694535"/>
              <a:gd name="connsiteY6" fmla="*/ 3519376 h 4492350"/>
              <a:gd name="connsiteX7" fmla="*/ 1679945 w 3694535"/>
              <a:gd name="connsiteY7" fmla="*/ 2392325 h 4492350"/>
              <a:gd name="connsiteX8" fmla="*/ 0 w 3694535"/>
              <a:gd name="connsiteY8" fmla="*/ 754911 h 4492350"/>
              <a:gd name="connsiteX9" fmla="*/ 988828 w 3694535"/>
              <a:gd name="connsiteY9" fmla="*/ 1924493 h 4492350"/>
              <a:gd name="connsiteX10" fmla="*/ 1137684 w 3694535"/>
              <a:gd name="connsiteY10" fmla="*/ 861237 h 4492350"/>
              <a:gd name="connsiteX11" fmla="*/ 1222745 w 3694535"/>
              <a:gd name="connsiteY11" fmla="*/ 2062716 h 4492350"/>
              <a:gd name="connsiteX12" fmla="*/ 1690577 w 3694535"/>
              <a:gd name="connsiteY12" fmla="*/ 2190307 h 4492350"/>
              <a:gd name="connsiteX13" fmla="*/ 1956391 w 3694535"/>
              <a:gd name="connsiteY13" fmla="*/ 0 h 4492350"/>
              <a:gd name="connsiteX14" fmla="*/ 2027834 w 3694535"/>
              <a:gd name="connsiteY14" fmla="*/ 986216 h 4492350"/>
              <a:gd name="connsiteX15" fmla="*/ 1881963 w 3694535"/>
              <a:gd name="connsiteY15" fmla="*/ 2232837 h 4492350"/>
              <a:gd name="connsiteX16" fmla="*/ 2057494 w 3694535"/>
              <a:gd name="connsiteY16" fmla="*/ 3046321 h 4492350"/>
              <a:gd name="connsiteX17" fmla="*/ 2647507 w 3694535"/>
              <a:gd name="connsiteY17" fmla="*/ 2519916 h 4492350"/>
              <a:gd name="connsiteX18" fmla="*/ 2913694 w 3694535"/>
              <a:gd name="connsiteY18" fmla="*/ 1291762 h 4492350"/>
              <a:gd name="connsiteX19" fmla="*/ 2806809 w 3694535"/>
              <a:gd name="connsiteY19" fmla="*/ 2383091 h 4492350"/>
              <a:gd name="connsiteX20" fmla="*/ 3694535 w 3694535"/>
              <a:gd name="connsiteY20" fmla="*/ 1124252 h 4492350"/>
              <a:gd name="connsiteX21" fmla="*/ 2222205 w 3694535"/>
              <a:gd name="connsiteY21" fmla="*/ 3370521 h 4492350"/>
              <a:gd name="connsiteX22" fmla="*/ 2169042 w 3694535"/>
              <a:gd name="connsiteY22" fmla="*/ 3817088 h 4492350"/>
              <a:gd name="connsiteX23" fmla="*/ 3317358 w 3694535"/>
              <a:gd name="connsiteY23" fmla="*/ 3094074 h 4492350"/>
              <a:gd name="connsiteX24" fmla="*/ 2194317 w 3694535"/>
              <a:gd name="connsiteY24" fmla="*/ 4030951 h 4492350"/>
              <a:gd name="connsiteX25" fmla="*/ 2232838 w 3694535"/>
              <a:gd name="connsiteY25" fmla="*/ 4476307 h 4492350"/>
              <a:gd name="connsiteX26" fmla="*/ 2218194 w 3694535"/>
              <a:gd name="connsiteY26" fmla="*/ 4491415 h 4492350"/>
              <a:gd name="connsiteX27" fmla="*/ 1743740 w 3694535"/>
              <a:gd name="connsiteY27" fmla="*/ 4492350 h 4492350"/>
              <a:gd name="connsiteX0" fmla="*/ 1743740 w 3694535"/>
              <a:gd name="connsiteY0" fmla="*/ 4492350 h 4492350"/>
              <a:gd name="connsiteX1" fmla="*/ 1796903 w 3694535"/>
              <a:gd name="connsiteY1" fmla="*/ 3785190 h 4492350"/>
              <a:gd name="connsiteX2" fmla="*/ 1307805 w 3694535"/>
              <a:gd name="connsiteY2" fmla="*/ 3381153 h 4492350"/>
              <a:gd name="connsiteX3" fmla="*/ 31898 w 3694535"/>
              <a:gd name="connsiteY3" fmla="*/ 2945218 h 4492350"/>
              <a:gd name="connsiteX4" fmla="*/ 1127052 w 3694535"/>
              <a:gd name="connsiteY4" fmla="*/ 3242930 h 4492350"/>
              <a:gd name="connsiteX5" fmla="*/ 393405 w 3694535"/>
              <a:gd name="connsiteY5" fmla="*/ 2456121 h 4492350"/>
              <a:gd name="connsiteX6" fmla="*/ 1775638 w 3694535"/>
              <a:gd name="connsiteY6" fmla="*/ 3519376 h 4492350"/>
              <a:gd name="connsiteX7" fmla="*/ 1679945 w 3694535"/>
              <a:gd name="connsiteY7" fmla="*/ 2392325 h 4492350"/>
              <a:gd name="connsiteX8" fmla="*/ 0 w 3694535"/>
              <a:gd name="connsiteY8" fmla="*/ 754911 h 4492350"/>
              <a:gd name="connsiteX9" fmla="*/ 988828 w 3694535"/>
              <a:gd name="connsiteY9" fmla="*/ 1924493 h 4492350"/>
              <a:gd name="connsiteX10" fmla="*/ 1137684 w 3694535"/>
              <a:gd name="connsiteY10" fmla="*/ 861237 h 4492350"/>
              <a:gd name="connsiteX11" fmla="*/ 1222745 w 3694535"/>
              <a:gd name="connsiteY11" fmla="*/ 2062716 h 4492350"/>
              <a:gd name="connsiteX12" fmla="*/ 1690577 w 3694535"/>
              <a:gd name="connsiteY12" fmla="*/ 2190307 h 4492350"/>
              <a:gd name="connsiteX13" fmla="*/ 1956391 w 3694535"/>
              <a:gd name="connsiteY13" fmla="*/ 0 h 4492350"/>
              <a:gd name="connsiteX14" fmla="*/ 2027834 w 3694535"/>
              <a:gd name="connsiteY14" fmla="*/ 986216 h 4492350"/>
              <a:gd name="connsiteX15" fmla="*/ 1881963 w 3694535"/>
              <a:gd name="connsiteY15" fmla="*/ 2232837 h 4492350"/>
              <a:gd name="connsiteX16" fmla="*/ 2057494 w 3694535"/>
              <a:gd name="connsiteY16" fmla="*/ 3046321 h 4492350"/>
              <a:gd name="connsiteX17" fmla="*/ 2647507 w 3694535"/>
              <a:gd name="connsiteY17" fmla="*/ 2519916 h 4492350"/>
              <a:gd name="connsiteX18" fmla="*/ 2913694 w 3694535"/>
              <a:gd name="connsiteY18" fmla="*/ 1291762 h 4492350"/>
              <a:gd name="connsiteX19" fmla="*/ 2806809 w 3694535"/>
              <a:gd name="connsiteY19" fmla="*/ 2383091 h 4492350"/>
              <a:gd name="connsiteX20" fmla="*/ 3694535 w 3694535"/>
              <a:gd name="connsiteY20" fmla="*/ 1124252 h 4492350"/>
              <a:gd name="connsiteX21" fmla="*/ 2222205 w 3694535"/>
              <a:gd name="connsiteY21" fmla="*/ 3370521 h 4492350"/>
              <a:gd name="connsiteX22" fmla="*/ 2169042 w 3694535"/>
              <a:gd name="connsiteY22" fmla="*/ 3817088 h 4492350"/>
              <a:gd name="connsiteX23" fmla="*/ 3317358 w 3694535"/>
              <a:gd name="connsiteY23" fmla="*/ 3094074 h 4492350"/>
              <a:gd name="connsiteX24" fmla="*/ 2194317 w 3694535"/>
              <a:gd name="connsiteY24" fmla="*/ 4030951 h 4492350"/>
              <a:gd name="connsiteX25" fmla="*/ 2232838 w 3694535"/>
              <a:gd name="connsiteY25" fmla="*/ 4476307 h 4492350"/>
              <a:gd name="connsiteX26" fmla="*/ 2218194 w 3694535"/>
              <a:gd name="connsiteY26" fmla="*/ 4491415 h 4492350"/>
              <a:gd name="connsiteX27" fmla="*/ 1743740 w 3694535"/>
              <a:gd name="connsiteY27" fmla="*/ 4492350 h 4492350"/>
              <a:gd name="connsiteX0" fmla="*/ 1743740 w 3694535"/>
              <a:gd name="connsiteY0" fmla="*/ 4492350 h 4492350"/>
              <a:gd name="connsiteX1" fmla="*/ 1796903 w 3694535"/>
              <a:gd name="connsiteY1" fmla="*/ 3785190 h 4492350"/>
              <a:gd name="connsiteX2" fmla="*/ 1307805 w 3694535"/>
              <a:gd name="connsiteY2" fmla="*/ 3381153 h 4492350"/>
              <a:gd name="connsiteX3" fmla="*/ 31898 w 3694535"/>
              <a:gd name="connsiteY3" fmla="*/ 2945218 h 4492350"/>
              <a:gd name="connsiteX4" fmla="*/ 1127052 w 3694535"/>
              <a:gd name="connsiteY4" fmla="*/ 3242930 h 4492350"/>
              <a:gd name="connsiteX5" fmla="*/ 393405 w 3694535"/>
              <a:gd name="connsiteY5" fmla="*/ 2456121 h 4492350"/>
              <a:gd name="connsiteX6" fmla="*/ 1775638 w 3694535"/>
              <a:gd name="connsiteY6" fmla="*/ 3519376 h 4492350"/>
              <a:gd name="connsiteX7" fmla="*/ 1679945 w 3694535"/>
              <a:gd name="connsiteY7" fmla="*/ 2392325 h 4492350"/>
              <a:gd name="connsiteX8" fmla="*/ 0 w 3694535"/>
              <a:gd name="connsiteY8" fmla="*/ 754911 h 4492350"/>
              <a:gd name="connsiteX9" fmla="*/ 988828 w 3694535"/>
              <a:gd name="connsiteY9" fmla="*/ 1924493 h 4492350"/>
              <a:gd name="connsiteX10" fmla="*/ 1137684 w 3694535"/>
              <a:gd name="connsiteY10" fmla="*/ 861237 h 4492350"/>
              <a:gd name="connsiteX11" fmla="*/ 1222745 w 3694535"/>
              <a:gd name="connsiteY11" fmla="*/ 2062716 h 4492350"/>
              <a:gd name="connsiteX12" fmla="*/ 1690577 w 3694535"/>
              <a:gd name="connsiteY12" fmla="*/ 2190307 h 4492350"/>
              <a:gd name="connsiteX13" fmla="*/ 1956391 w 3694535"/>
              <a:gd name="connsiteY13" fmla="*/ 0 h 4492350"/>
              <a:gd name="connsiteX14" fmla="*/ 2027834 w 3694535"/>
              <a:gd name="connsiteY14" fmla="*/ 986216 h 4492350"/>
              <a:gd name="connsiteX15" fmla="*/ 1881963 w 3694535"/>
              <a:gd name="connsiteY15" fmla="*/ 2232837 h 4492350"/>
              <a:gd name="connsiteX16" fmla="*/ 2057494 w 3694535"/>
              <a:gd name="connsiteY16" fmla="*/ 3046321 h 4492350"/>
              <a:gd name="connsiteX17" fmla="*/ 2647507 w 3694535"/>
              <a:gd name="connsiteY17" fmla="*/ 2519916 h 4492350"/>
              <a:gd name="connsiteX18" fmla="*/ 2913694 w 3694535"/>
              <a:gd name="connsiteY18" fmla="*/ 1291762 h 4492350"/>
              <a:gd name="connsiteX19" fmla="*/ 2806809 w 3694535"/>
              <a:gd name="connsiteY19" fmla="*/ 2383091 h 4492350"/>
              <a:gd name="connsiteX20" fmla="*/ 3694535 w 3694535"/>
              <a:gd name="connsiteY20" fmla="*/ 1124252 h 4492350"/>
              <a:gd name="connsiteX21" fmla="*/ 2222205 w 3694535"/>
              <a:gd name="connsiteY21" fmla="*/ 3370521 h 4492350"/>
              <a:gd name="connsiteX22" fmla="*/ 2169042 w 3694535"/>
              <a:gd name="connsiteY22" fmla="*/ 3817088 h 4492350"/>
              <a:gd name="connsiteX23" fmla="*/ 3317358 w 3694535"/>
              <a:gd name="connsiteY23" fmla="*/ 3094074 h 4492350"/>
              <a:gd name="connsiteX24" fmla="*/ 2194317 w 3694535"/>
              <a:gd name="connsiteY24" fmla="*/ 4030951 h 4492350"/>
              <a:gd name="connsiteX25" fmla="*/ 2232838 w 3694535"/>
              <a:gd name="connsiteY25" fmla="*/ 4476307 h 4492350"/>
              <a:gd name="connsiteX26" fmla="*/ 2218194 w 3694535"/>
              <a:gd name="connsiteY26" fmla="*/ 4491415 h 4492350"/>
              <a:gd name="connsiteX27" fmla="*/ 1743740 w 3694535"/>
              <a:gd name="connsiteY27" fmla="*/ 4492350 h 4492350"/>
              <a:gd name="connsiteX0" fmla="*/ 1743740 w 3694535"/>
              <a:gd name="connsiteY0" fmla="*/ 4523651 h 4523651"/>
              <a:gd name="connsiteX1" fmla="*/ 1796903 w 3694535"/>
              <a:gd name="connsiteY1" fmla="*/ 3816491 h 4523651"/>
              <a:gd name="connsiteX2" fmla="*/ 1307805 w 3694535"/>
              <a:gd name="connsiteY2" fmla="*/ 3412454 h 4523651"/>
              <a:gd name="connsiteX3" fmla="*/ 31898 w 3694535"/>
              <a:gd name="connsiteY3" fmla="*/ 2976519 h 4523651"/>
              <a:gd name="connsiteX4" fmla="*/ 1127052 w 3694535"/>
              <a:gd name="connsiteY4" fmla="*/ 3274231 h 4523651"/>
              <a:gd name="connsiteX5" fmla="*/ 393405 w 3694535"/>
              <a:gd name="connsiteY5" fmla="*/ 2487422 h 4523651"/>
              <a:gd name="connsiteX6" fmla="*/ 1775638 w 3694535"/>
              <a:gd name="connsiteY6" fmla="*/ 3550677 h 4523651"/>
              <a:gd name="connsiteX7" fmla="*/ 1679945 w 3694535"/>
              <a:gd name="connsiteY7" fmla="*/ 2423626 h 4523651"/>
              <a:gd name="connsiteX8" fmla="*/ 0 w 3694535"/>
              <a:gd name="connsiteY8" fmla="*/ 786212 h 4523651"/>
              <a:gd name="connsiteX9" fmla="*/ 988828 w 3694535"/>
              <a:gd name="connsiteY9" fmla="*/ 1955794 h 4523651"/>
              <a:gd name="connsiteX10" fmla="*/ 1137684 w 3694535"/>
              <a:gd name="connsiteY10" fmla="*/ 892538 h 4523651"/>
              <a:gd name="connsiteX11" fmla="*/ 1222745 w 3694535"/>
              <a:gd name="connsiteY11" fmla="*/ 2094017 h 4523651"/>
              <a:gd name="connsiteX12" fmla="*/ 1690577 w 3694535"/>
              <a:gd name="connsiteY12" fmla="*/ 2221608 h 4523651"/>
              <a:gd name="connsiteX13" fmla="*/ 1956391 w 3694535"/>
              <a:gd name="connsiteY13" fmla="*/ 31301 h 4523651"/>
              <a:gd name="connsiteX14" fmla="*/ 2027834 w 3694535"/>
              <a:gd name="connsiteY14" fmla="*/ 1017517 h 4523651"/>
              <a:gd name="connsiteX15" fmla="*/ 1881963 w 3694535"/>
              <a:gd name="connsiteY15" fmla="*/ 2264138 h 4523651"/>
              <a:gd name="connsiteX16" fmla="*/ 2057494 w 3694535"/>
              <a:gd name="connsiteY16" fmla="*/ 3077622 h 4523651"/>
              <a:gd name="connsiteX17" fmla="*/ 2647507 w 3694535"/>
              <a:gd name="connsiteY17" fmla="*/ 2551217 h 4523651"/>
              <a:gd name="connsiteX18" fmla="*/ 2913694 w 3694535"/>
              <a:gd name="connsiteY18" fmla="*/ 1323063 h 4523651"/>
              <a:gd name="connsiteX19" fmla="*/ 2806809 w 3694535"/>
              <a:gd name="connsiteY19" fmla="*/ 2414392 h 4523651"/>
              <a:gd name="connsiteX20" fmla="*/ 3694535 w 3694535"/>
              <a:gd name="connsiteY20" fmla="*/ 1155553 h 4523651"/>
              <a:gd name="connsiteX21" fmla="*/ 2222205 w 3694535"/>
              <a:gd name="connsiteY21" fmla="*/ 3401822 h 4523651"/>
              <a:gd name="connsiteX22" fmla="*/ 2169042 w 3694535"/>
              <a:gd name="connsiteY22" fmla="*/ 3848389 h 4523651"/>
              <a:gd name="connsiteX23" fmla="*/ 3317358 w 3694535"/>
              <a:gd name="connsiteY23" fmla="*/ 3125375 h 4523651"/>
              <a:gd name="connsiteX24" fmla="*/ 2194317 w 3694535"/>
              <a:gd name="connsiteY24" fmla="*/ 4062252 h 4523651"/>
              <a:gd name="connsiteX25" fmla="*/ 2232838 w 3694535"/>
              <a:gd name="connsiteY25" fmla="*/ 4507608 h 4523651"/>
              <a:gd name="connsiteX26" fmla="*/ 2218194 w 3694535"/>
              <a:gd name="connsiteY26" fmla="*/ 4522716 h 4523651"/>
              <a:gd name="connsiteX27" fmla="*/ 1743740 w 3694535"/>
              <a:gd name="connsiteY27" fmla="*/ 4523651 h 4523651"/>
              <a:gd name="connsiteX0" fmla="*/ 1743740 w 3694535"/>
              <a:gd name="connsiteY0" fmla="*/ 4523651 h 4523651"/>
              <a:gd name="connsiteX1" fmla="*/ 1796903 w 3694535"/>
              <a:gd name="connsiteY1" fmla="*/ 3816491 h 4523651"/>
              <a:gd name="connsiteX2" fmla="*/ 1307805 w 3694535"/>
              <a:gd name="connsiteY2" fmla="*/ 3412454 h 4523651"/>
              <a:gd name="connsiteX3" fmla="*/ 31898 w 3694535"/>
              <a:gd name="connsiteY3" fmla="*/ 2976519 h 4523651"/>
              <a:gd name="connsiteX4" fmla="*/ 1127052 w 3694535"/>
              <a:gd name="connsiteY4" fmla="*/ 3274231 h 4523651"/>
              <a:gd name="connsiteX5" fmla="*/ 393405 w 3694535"/>
              <a:gd name="connsiteY5" fmla="*/ 2487422 h 4523651"/>
              <a:gd name="connsiteX6" fmla="*/ 1775638 w 3694535"/>
              <a:gd name="connsiteY6" fmla="*/ 3550677 h 4523651"/>
              <a:gd name="connsiteX7" fmla="*/ 1679945 w 3694535"/>
              <a:gd name="connsiteY7" fmla="*/ 2423626 h 4523651"/>
              <a:gd name="connsiteX8" fmla="*/ 0 w 3694535"/>
              <a:gd name="connsiteY8" fmla="*/ 786212 h 4523651"/>
              <a:gd name="connsiteX9" fmla="*/ 988828 w 3694535"/>
              <a:gd name="connsiteY9" fmla="*/ 1955794 h 4523651"/>
              <a:gd name="connsiteX10" fmla="*/ 1137684 w 3694535"/>
              <a:gd name="connsiteY10" fmla="*/ 892538 h 4523651"/>
              <a:gd name="connsiteX11" fmla="*/ 1222745 w 3694535"/>
              <a:gd name="connsiteY11" fmla="*/ 2094017 h 4523651"/>
              <a:gd name="connsiteX12" fmla="*/ 1690577 w 3694535"/>
              <a:gd name="connsiteY12" fmla="*/ 2221608 h 4523651"/>
              <a:gd name="connsiteX13" fmla="*/ 1956391 w 3694535"/>
              <a:gd name="connsiteY13" fmla="*/ 31301 h 4523651"/>
              <a:gd name="connsiteX14" fmla="*/ 2027834 w 3694535"/>
              <a:gd name="connsiteY14" fmla="*/ 1017517 h 4523651"/>
              <a:gd name="connsiteX15" fmla="*/ 1881963 w 3694535"/>
              <a:gd name="connsiteY15" fmla="*/ 2264138 h 4523651"/>
              <a:gd name="connsiteX16" fmla="*/ 2057494 w 3694535"/>
              <a:gd name="connsiteY16" fmla="*/ 3077622 h 4523651"/>
              <a:gd name="connsiteX17" fmla="*/ 2647507 w 3694535"/>
              <a:gd name="connsiteY17" fmla="*/ 2551217 h 4523651"/>
              <a:gd name="connsiteX18" fmla="*/ 2913694 w 3694535"/>
              <a:gd name="connsiteY18" fmla="*/ 1323063 h 4523651"/>
              <a:gd name="connsiteX19" fmla="*/ 2806809 w 3694535"/>
              <a:gd name="connsiteY19" fmla="*/ 2414392 h 4523651"/>
              <a:gd name="connsiteX20" fmla="*/ 3694535 w 3694535"/>
              <a:gd name="connsiteY20" fmla="*/ 1155553 h 4523651"/>
              <a:gd name="connsiteX21" fmla="*/ 2222205 w 3694535"/>
              <a:gd name="connsiteY21" fmla="*/ 3401822 h 4523651"/>
              <a:gd name="connsiteX22" fmla="*/ 2169042 w 3694535"/>
              <a:gd name="connsiteY22" fmla="*/ 3848389 h 4523651"/>
              <a:gd name="connsiteX23" fmla="*/ 3317358 w 3694535"/>
              <a:gd name="connsiteY23" fmla="*/ 3125375 h 4523651"/>
              <a:gd name="connsiteX24" fmla="*/ 2194317 w 3694535"/>
              <a:gd name="connsiteY24" fmla="*/ 4062252 h 4523651"/>
              <a:gd name="connsiteX25" fmla="*/ 2232838 w 3694535"/>
              <a:gd name="connsiteY25" fmla="*/ 4507608 h 4523651"/>
              <a:gd name="connsiteX26" fmla="*/ 2218194 w 3694535"/>
              <a:gd name="connsiteY26" fmla="*/ 4522716 h 4523651"/>
              <a:gd name="connsiteX27" fmla="*/ 1743740 w 3694535"/>
              <a:gd name="connsiteY27" fmla="*/ 4523651 h 4523651"/>
              <a:gd name="connsiteX0" fmla="*/ 1743740 w 3694535"/>
              <a:gd name="connsiteY0" fmla="*/ 4523651 h 4523651"/>
              <a:gd name="connsiteX1" fmla="*/ 1796903 w 3694535"/>
              <a:gd name="connsiteY1" fmla="*/ 3816491 h 4523651"/>
              <a:gd name="connsiteX2" fmla="*/ 1307805 w 3694535"/>
              <a:gd name="connsiteY2" fmla="*/ 3412454 h 4523651"/>
              <a:gd name="connsiteX3" fmla="*/ 31898 w 3694535"/>
              <a:gd name="connsiteY3" fmla="*/ 2976519 h 4523651"/>
              <a:gd name="connsiteX4" fmla="*/ 1127052 w 3694535"/>
              <a:gd name="connsiteY4" fmla="*/ 3274231 h 4523651"/>
              <a:gd name="connsiteX5" fmla="*/ 393405 w 3694535"/>
              <a:gd name="connsiteY5" fmla="*/ 2487422 h 4523651"/>
              <a:gd name="connsiteX6" fmla="*/ 1775638 w 3694535"/>
              <a:gd name="connsiteY6" fmla="*/ 3550677 h 4523651"/>
              <a:gd name="connsiteX7" fmla="*/ 1679945 w 3694535"/>
              <a:gd name="connsiteY7" fmla="*/ 2423626 h 4523651"/>
              <a:gd name="connsiteX8" fmla="*/ 0 w 3694535"/>
              <a:gd name="connsiteY8" fmla="*/ 786212 h 4523651"/>
              <a:gd name="connsiteX9" fmla="*/ 988828 w 3694535"/>
              <a:gd name="connsiteY9" fmla="*/ 1955794 h 4523651"/>
              <a:gd name="connsiteX10" fmla="*/ 1137684 w 3694535"/>
              <a:gd name="connsiteY10" fmla="*/ 892538 h 4523651"/>
              <a:gd name="connsiteX11" fmla="*/ 1222745 w 3694535"/>
              <a:gd name="connsiteY11" fmla="*/ 2094017 h 4523651"/>
              <a:gd name="connsiteX12" fmla="*/ 1690577 w 3694535"/>
              <a:gd name="connsiteY12" fmla="*/ 2221608 h 4523651"/>
              <a:gd name="connsiteX13" fmla="*/ 1956391 w 3694535"/>
              <a:gd name="connsiteY13" fmla="*/ 31301 h 4523651"/>
              <a:gd name="connsiteX14" fmla="*/ 2027834 w 3694535"/>
              <a:gd name="connsiteY14" fmla="*/ 1017517 h 4523651"/>
              <a:gd name="connsiteX15" fmla="*/ 1881963 w 3694535"/>
              <a:gd name="connsiteY15" fmla="*/ 2264138 h 4523651"/>
              <a:gd name="connsiteX16" fmla="*/ 2057494 w 3694535"/>
              <a:gd name="connsiteY16" fmla="*/ 3077622 h 4523651"/>
              <a:gd name="connsiteX17" fmla="*/ 2647507 w 3694535"/>
              <a:gd name="connsiteY17" fmla="*/ 2551217 h 4523651"/>
              <a:gd name="connsiteX18" fmla="*/ 2913694 w 3694535"/>
              <a:gd name="connsiteY18" fmla="*/ 1323063 h 4523651"/>
              <a:gd name="connsiteX19" fmla="*/ 2806809 w 3694535"/>
              <a:gd name="connsiteY19" fmla="*/ 2414392 h 4523651"/>
              <a:gd name="connsiteX20" fmla="*/ 3694535 w 3694535"/>
              <a:gd name="connsiteY20" fmla="*/ 1155553 h 4523651"/>
              <a:gd name="connsiteX21" fmla="*/ 2222205 w 3694535"/>
              <a:gd name="connsiteY21" fmla="*/ 3401822 h 4523651"/>
              <a:gd name="connsiteX22" fmla="*/ 2169042 w 3694535"/>
              <a:gd name="connsiteY22" fmla="*/ 3848389 h 4523651"/>
              <a:gd name="connsiteX23" fmla="*/ 3317358 w 3694535"/>
              <a:gd name="connsiteY23" fmla="*/ 3125375 h 4523651"/>
              <a:gd name="connsiteX24" fmla="*/ 2194317 w 3694535"/>
              <a:gd name="connsiteY24" fmla="*/ 4062252 h 4523651"/>
              <a:gd name="connsiteX25" fmla="*/ 2232838 w 3694535"/>
              <a:gd name="connsiteY25" fmla="*/ 4507608 h 4523651"/>
              <a:gd name="connsiteX26" fmla="*/ 2218194 w 3694535"/>
              <a:gd name="connsiteY26" fmla="*/ 4522716 h 4523651"/>
              <a:gd name="connsiteX27" fmla="*/ 1743740 w 3694535"/>
              <a:gd name="connsiteY27" fmla="*/ 4523651 h 4523651"/>
              <a:gd name="connsiteX0" fmla="*/ 1743740 w 3694535"/>
              <a:gd name="connsiteY0" fmla="*/ 4523651 h 4523651"/>
              <a:gd name="connsiteX1" fmla="*/ 1796903 w 3694535"/>
              <a:gd name="connsiteY1" fmla="*/ 3816491 h 4523651"/>
              <a:gd name="connsiteX2" fmla="*/ 1307805 w 3694535"/>
              <a:gd name="connsiteY2" fmla="*/ 3412454 h 4523651"/>
              <a:gd name="connsiteX3" fmla="*/ 31898 w 3694535"/>
              <a:gd name="connsiteY3" fmla="*/ 2976519 h 4523651"/>
              <a:gd name="connsiteX4" fmla="*/ 1127052 w 3694535"/>
              <a:gd name="connsiteY4" fmla="*/ 3274231 h 4523651"/>
              <a:gd name="connsiteX5" fmla="*/ 393405 w 3694535"/>
              <a:gd name="connsiteY5" fmla="*/ 2487422 h 4523651"/>
              <a:gd name="connsiteX6" fmla="*/ 1775638 w 3694535"/>
              <a:gd name="connsiteY6" fmla="*/ 3550677 h 4523651"/>
              <a:gd name="connsiteX7" fmla="*/ 1679945 w 3694535"/>
              <a:gd name="connsiteY7" fmla="*/ 2423626 h 4523651"/>
              <a:gd name="connsiteX8" fmla="*/ 0 w 3694535"/>
              <a:gd name="connsiteY8" fmla="*/ 786212 h 4523651"/>
              <a:gd name="connsiteX9" fmla="*/ 988828 w 3694535"/>
              <a:gd name="connsiteY9" fmla="*/ 1955794 h 4523651"/>
              <a:gd name="connsiteX10" fmla="*/ 1137684 w 3694535"/>
              <a:gd name="connsiteY10" fmla="*/ 892538 h 4523651"/>
              <a:gd name="connsiteX11" fmla="*/ 1222745 w 3694535"/>
              <a:gd name="connsiteY11" fmla="*/ 2094017 h 4523651"/>
              <a:gd name="connsiteX12" fmla="*/ 1690577 w 3694535"/>
              <a:gd name="connsiteY12" fmla="*/ 2221608 h 4523651"/>
              <a:gd name="connsiteX13" fmla="*/ 1956391 w 3694535"/>
              <a:gd name="connsiteY13" fmla="*/ 31301 h 4523651"/>
              <a:gd name="connsiteX14" fmla="*/ 2027834 w 3694535"/>
              <a:gd name="connsiteY14" fmla="*/ 1017517 h 4523651"/>
              <a:gd name="connsiteX15" fmla="*/ 1881963 w 3694535"/>
              <a:gd name="connsiteY15" fmla="*/ 2264138 h 4523651"/>
              <a:gd name="connsiteX16" fmla="*/ 2057494 w 3694535"/>
              <a:gd name="connsiteY16" fmla="*/ 3077622 h 4523651"/>
              <a:gd name="connsiteX17" fmla="*/ 2647507 w 3694535"/>
              <a:gd name="connsiteY17" fmla="*/ 2551217 h 4523651"/>
              <a:gd name="connsiteX18" fmla="*/ 2913694 w 3694535"/>
              <a:gd name="connsiteY18" fmla="*/ 1323063 h 4523651"/>
              <a:gd name="connsiteX19" fmla="*/ 2806809 w 3694535"/>
              <a:gd name="connsiteY19" fmla="*/ 2414392 h 4523651"/>
              <a:gd name="connsiteX20" fmla="*/ 3694535 w 3694535"/>
              <a:gd name="connsiteY20" fmla="*/ 1155553 h 4523651"/>
              <a:gd name="connsiteX21" fmla="*/ 2222205 w 3694535"/>
              <a:gd name="connsiteY21" fmla="*/ 3401822 h 4523651"/>
              <a:gd name="connsiteX22" fmla="*/ 2169042 w 3694535"/>
              <a:gd name="connsiteY22" fmla="*/ 3848389 h 4523651"/>
              <a:gd name="connsiteX23" fmla="*/ 3317358 w 3694535"/>
              <a:gd name="connsiteY23" fmla="*/ 3125375 h 4523651"/>
              <a:gd name="connsiteX24" fmla="*/ 2194317 w 3694535"/>
              <a:gd name="connsiteY24" fmla="*/ 4062252 h 4523651"/>
              <a:gd name="connsiteX25" fmla="*/ 2232838 w 3694535"/>
              <a:gd name="connsiteY25" fmla="*/ 4507608 h 4523651"/>
              <a:gd name="connsiteX26" fmla="*/ 2218194 w 3694535"/>
              <a:gd name="connsiteY26" fmla="*/ 4522716 h 4523651"/>
              <a:gd name="connsiteX27" fmla="*/ 1743740 w 3694535"/>
              <a:gd name="connsiteY27" fmla="*/ 4523651 h 4523651"/>
              <a:gd name="connsiteX0" fmla="*/ 1743740 w 3694535"/>
              <a:gd name="connsiteY0" fmla="*/ 4523651 h 4523651"/>
              <a:gd name="connsiteX1" fmla="*/ 1796903 w 3694535"/>
              <a:gd name="connsiteY1" fmla="*/ 3816491 h 4523651"/>
              <a:gd name="connsiteX2" fmla="*/ 1307805 w 3694535"/>
              <a:gd name="connsiteY2" fmla="*/ 3412454 h 4523651"/>
              <a:gd name="connsiteX3" fmla="*/ 31898 w 3694535"/>
              <a:gd name="connsiteY3" fmla="*/ 2976519 h 4523651"/>
              <a:gd name="connsiteX4" fmla="*/ 1127052 w 3694535"/>
              <a:gd name="connsiteY4" fmla="*/ 3274231 h 4523651"/>
              <a:gd name="connsiteX5" fmla="*/ 393405 w 3694535"/>
              <a:gd name="connsiteY5" fmla="*/ 2487422 h 4523651"/>
              <a:gd name="connsiteX6" fmla="*/ 1775638 w 3694535"/>
              <a:gd name="connsiteY6" fmla="*/ 3550677 h 4523651"/>
              <a:gd name="connsiteX7" fmla="*/ 1679945 w 3694535"/>
              <a:gd name="connsiteY7" fmla="*/ 2423626 h 4523651"/>
              <a:gd name="connsiteX8" fmla="*/ 0 w 3694535"/>
              <a:gd name="connsiteY8" fmla="*/ 786212 h 4523651"/>
              <a:gd name="connsiteX9" fmla="*/ 988828 w 3694535"/>
              <a:gd name="connsiteY9" fmla="*/ 1955794 h 4523651"/>
              <a:gd name="connsiteX10" fmla="*/ 1137684 w 3694535"/>
              <a:gd name="connsiteY10" fmla="*/ 892538 h 4523651"/>
              <a:gd name="connsiteX11" fmla="*/ 1222745 w 3694535"/>
              <a:gd name="connsiteY11" fmla="*/ 2094017 h 4523651"/>
              <a:gd name="connsiteX12" fmla="*/ 1690577 w 3694535"/>
              <a:gd name="connsiteY12" fmla="*/ 2221608 h 4523651"/>
              <a:gd name="connsiteX13" fmla="*/ 1956391 w 3694535"/>
              <a:gd name="connsiteY13" fmla="*/ 31301 h 4523651"/>
              <a:gd name="connsiteX14" fmla="*/ 2027834 w 3694535"/>
              <a:gd name="connsiteY14" fmla="*/ 1017517 h 4523651"/>
              <a:gd name="connsiteX15" fmla="*/ 1881963 w 3694535"/>
              <a:gd name="connsiteY15" fmla="*/ 2264138 h 4523651"/>
              <a:gd name="connsiteX16" fmla="*/ 2057494 w 3694535"/>
              <a:gd name="connsiteY16" fmla="*/ 3077622 h 4523651"/>
              <a:gd name="connsiteX17" fmla="*/ 2647507 w 3694535"/>
              <a:gd name="connsiteY17" fmla="*/ 2551217 h 4523651"/>
              <a:gd name="connsiteX18" fmla="*/ 2913694 w 3694535"/>
              <a:gd name="connsiteY18" fmla="*/ 1323063 h 4523651"/>
              <a:gd name="connsiteX19" fmla="*/ 2806809 w 3694535"/>
              <a:gd name="connsiteY19" fmla="*/ 2414392 h 4523651"/>
              <a:gd name="connsiteX20" fmla="*/ 3694535 w 3694535"/>
              <a:gd name="connsiteY20" fmla="*/ 1155553 h 4523651"/>
              <a:gd name="connsiteX21" fmla="*/ 2222205 w 3694535"/>
              <a:gd name="connsiteY21" fmla="*/ 3401822 h 4523651"/>
              <a:gd name="connsiteX22" fmla="*/ 2169042 w 3694535"/>
              <a:gd name="connsiteY22" fmla="*/ 3848389 h 4523651"/>
              <a:gd name="connsiteX23" fmla="*/ 3317358 w 3694535"/>
              <a:gd name="connsiteY23" fmla="*/ 3125375 h 4523651"/>
              <a:gd name="connsiteX24" fmla="*/ 2194317 w 3694535"/>
              <a:gd name="connsiteY24" fmla="*/ 4062252 h 4523651"/>
              <a:gd name="connsiteX25" fmla="*/ 2232838 w 3694535"/>
              <a:gd name="connsiteY25" fmla="*/ 4507608 h 4523651"/>
              <a:gd name="connsiteX26" fmla="*/ 2218194 w 3694535"/>
              <a:gd name="connsiteY26" fmla="*/ 4522716 h 4523651"/>
              <a:gd name="connsiteX27" fmla="*/ 1743740 w 3694535"/>
              <a:gd name="connsiteY27" fmla="*/ 4523651 h 4523651"/>
              <a:gd name="connsiteX0" fmla="*/ 1743740 w 3694535"/>
              <a:gd name="connsiteY0" fmla="*/ 4523651 h 4523651"/>
              <a:gd name="connsiteX1" fmla="*/ 1796903 w 3694535"/>
              <a:gd name="connsiteY1" fmla="*/ 3816491 h 4523651"/>
              <a:gd name="connsiteX2" fmla="*/ 1307805 w 3694535"/>
              <a:gd name="connsiteY2" fmla="*/ 3412454 h 4523651"/>
              <a:gd name="connsiteX3" fmla="*/ 31898 w 3694535"/>
              <a:gd name="connsiteY3" fmla="*/ 2976519 h 4523651"/>
              <a:gd name="connsiteX4" fmla="*/ 1127052 w 3694535"/>
              <a:gd name="connsiteY4" fmla="*/ 3274231 h 4523651"/>
              <a:gd name="connsiteX5" fmla="*/ 393405 w 3694535"/>
              <a:gd name="connsiteY5" fmla="*/ 2487422 h 4523651"/>
              <a:gd name="connsiteX6" fmla="*/ 1775638 w 3694535"/>
              <a:gd name="connsiteY6" fmla="*/ 3550677 h 4523651"/>
              <a:gd name="connsiteX7" fmla="*/ 1679945 w 3694535"/>
              <a:gd name="connsiteY7" fmla="*/ 2423626 h 4523651"/>
              <a:gd name="connsiteX8" fmla="*/ 0 w 3694535"/>
              <a:gd name="connsiteY8" fmla="*/ 786212 h 4523651"/>
              <a:gd name="connsiteX9" fmla="*/ 988828 w 3694535"/>
              <a:gd name="connsiteY9" fmla="*/ 1955794 h 4523651"/>
              <a:gd name="connsiteX10" fmla="*/ 1137684 w 3694535"/>
              <a:gd name="connsiteY10" fmla="*/ 892538 h 4523651"/>
              <a:gd name="connsiteX11" fmla="*/ 1222745 w 3694535"/>
              <a:gd name="connsiteY11" fmla="*/ 2094017 h 4523651"/>
              <a:gd name="connsiteX12" fmla="*/ 1690577 w 3694535"/>
              <a:gd name="connsiteY12" fmla="*/ 2221608 h 4523651"/>
              <a:gd name="connsiteX13" fmla="*/ 1956391 w 3694535"/>
              <a:gd name="connsiteY13" fmla="*/ 31301 h 4523651"/>
              <a:gd name="connsiteX14" fmla="*/ 2027834 w 3694535"/>
              <a:gd name="connsiteY14" fmla="*/ 1017517 h 4523651"/>
              <a:gd name="connsiteX15" fmla="*/ 1881963 w 3694535"/>
              <a:gd name="connsiteY15" fmla="*/ 2264138 h 4523651"/>
              <a:gd name="connsiteX16" fmla="*/ 2057494 w 3694535"/>
              <a:gd name="connsiteY16" fmla="*/ 3077622 h 4523651"/>
              <a:gd name="connsiteX17" fmla="*/ 2647507 w 3694535"/>
              <a:gd name="connsiteY17" fmla="*/ 2551217 h 4523651"/>
              <a:gd name="connsiteX18" fmla="*/ 2913694 w 3694535"/>
              <a:gd name="connsiteY18" fmla="*/ 1323063 h 4523651"/>
              <a:gd name="connsiteX19" fmla="*/ 2806809 w 3694535"/>
              <a:gd name="connsiteY19" fmla="*/ 2414392 h 4523651"/>
              <a:gd name="connsiteX20" fmla="*/ 3694535 w 3694535"/>
              <a:gd name="connsiteY20" fmla="*/ 1155553 h 4523651"/>
              <a:gd name="connsiteX21" fmla="*/ 2222205 w 3694535"/>
              <a:gd name="connsiteY21" fmla="*/ 3401822 h 4523651"/>
              <a:gd name="connsiteX22" fmla="*/ 2169042 w 3694535"/>
              <a:gd name="connsiteY22" fmla="*/ 3848389 h 4523651"/>
              <a:gd name="connsiteX23" fmla="*/ 3317358 w 3694535"/>
              <a:gd name="connsiteY23" fmla="*/ 3125375 h 4523651"/>
              <a:gd name="connsiteX24" fmla="*/ 2194317 w 3694535"/>
              <a:gd name="connsiteY24" fmla="*/ 4062252 h 4523651"/>
              <a:gd name="connsiteX25" fmla="*/ 2232838 w 3694535"/>
              <a:gd name="connsiteY25" fmla="*/ 4507608 h 4523651"/>
              <a:gd name="connsiteX26" fmla="*/ 2218194 w 3694535"/>
              <a:gd name="connsiteY26" fmla="*/ 4522716 h 4523651"/>
              <a:gd name="connsiteX27" fmla="*/ 1743740 w 3694535"/>
              <a:gd name="connsiteY27" fmla="*/ 4523651 h 4523651"/>
              <a:gd name="connsiteX0" fmla="*/ 1743740 w 3694535"/>
              <a:gd name="connsiteY0" fmla="*/ 4522819 h 4522819"/>
              <a:gd name="connsiteX1" fmla="*/ 1796903 w 3694535"/>
              <a:gd name="connsiteY1" fmla="*/ 3815659 h 4522819"/>
              <a:gd name="connsiteX2" fmla="*/ 1307805 w 3694535"/>
              <a:gd name="connsiteY2" fmla="*/ 3411622 h 4522819"/>
              <a:gd name="connsiteX3" fmla="*/ 31898 w 3694535"/>
              <a:gd name="connsiteY3" fmla="*/ 2975687 h 4522819"/>
              <a:gd name="connsiteX4" fmla="*/ 1127052 w 3694535"/>
              <a:gd name="connsiteY4" fmla="*/ 3273399 h 4522819"/>
              <a:gd name="connsiteX5" fmla="*/ 393405 w 3694535"/>
              <a:gd name="connsiteY5" fmla="*/ 2486590 h 4522819"/>
              <a:gd name="connsiteX6" fmla="*/ 1775638 w 3694535"/>
              <a:gd name="connsiteY6" fmla="*/ 3549845 h 4522819"/>
              <a:gd name="connsiteX7" fmla="*/ 1679945 w 3694535"/>
              <a:gd name="connsiteY7" fmla="*/ 2422794 h 4522819"/>
              <a:gd name="connsiteX8" fmla="*/ 0 w 3694535"/>
              <a:gd name="connsiteY8" fmla="*/ 785380 h 4522819"/>
              <a:gd name="connsiteX9" fmla="*/ 988828 w 3694535"/>
              <a:gd name="connsiteY9" fmla="*/ 1954962 h 4522819"/>
              <a:gd name="connsiteX10" fmla="*/ 1137684 w 3694535"/>
              <a:gd name="connsiteY10" fmla="*/ 891706 h 4522819"/>
              <a:gd name="connsiteX11" fmla="*/ 1222745 w 3694535"/>
              <a:gd name="connsiteY11" fmla="*/ 2093185 h 4522819"/>
              <a:gd name="connsiteX12" fmla="*/ 1690577 w 3694535"/>
              <a:gd name="connsiteY12" fmla="*/ 2220776 h 4522819"/>
              <a:gd name="connsiteX13" fmla="*/ 1956391 w 3694535"/>
              <a:gd name="connsiteY13" fmla="*/ 30469 h 4522819"/>
              <a:gd name="connsiteX14" fmla="*/ 2027834 w 3694535"/>
              <a:gd name="connsiteY14" fmla="*/ 1016685 h 4522819"/>
              <a:gd name="connsiteX15" fmla="*/ 1881963 w 3694535"/>
              <a:gd name="connsiteY15" fmla="*/ 2090854 h 4522819"/>
              <a:gd name="connsiteX16" fmla="*/ 2057494 w 3694535"/>
              <a:gd name="connsiteY16" fmla="*/ 3076790 h 4522819"/>
              <a:gd name="connsiteX17" fmla="*/ 2647507 w 3694535"/>
              <a:gd name="connsiteY17" fmla="*/ 2550385 h 4522819"/>
              <a:gd name="connsiteX18" fmla="*/ 2913694 w 3694535"/>
              <a:gd name="connsiteY18" fmla="*/ 1322231 h 4522819"/>
              <a:gd name="connsiteX19" fmla="*/ 2806809 w 3694535"/>
              <a:gd name="connsiteY19" fmla="*/ 2413560 h 4522819"/>
              <a:gd name="connsiteX20" fmla="*/ 3694535 w 3694535"/>
              <a:gd name="connsiteY20" fmla="*/ 1154721 h 4522819"/>
              <a:gd name="connsiteX21" fmla="*/ 2222205 w 3694535"/>
              <a:gd name="connsiteY21" fmla="*/ 3400990 h 4522819"/>
              <a:gd name="connsiteX22" fmla="*/ 2169042 w 3694535"/>
              <a:gd name="connsiteY22" fmla="*/ 3847557 h 4522819"/>
              <a:gd name="connsiteX23" fmla="*/ 3317358 w 3694535"/>
              <a:gd name="connsiteY23" fmla="*/ 3124543 h 4522819"/>
              <a:gd name="connsiteX24" fmla="*/ 2194317 w 3694535"/>
              <a:gd name="connsiteY24" fmla="*/ 4061420 h 4522819"/>
              <a:gd name="connsiteX25" fmla="*/ 2232838 w 3694535"/>
              <a:gd name="connsiteY25" fmla="*/ 4506776 h 4522819"/>
              <a:gd name="connsiteX26" fmla="*/ 2218194 w 3694535"/>
              <a:gd name="connsiteY26" fmla="*/ 4521884 h 4522819"/>
              <a:gd name="connsiteX27" fmla="*/ 1743740 w 3694535"/>
              <a:gd name="connsiteY27" fmla="*/ 4522819 h 4522819"/>
              <a:gd name="connsiteX0" fmla="*/ 1743740 w 3694535"/>
              <a:gd name="connsiteY0" fmla="*/ 4522819 h 4522819"/>
              <a:gd name="connsiteX1" fmla="*/ 1796903 w 3694535"/>
              <a:gd name="connsiteY1" fmla="*/ 3815659 h 4522819"/>
              <a:gd name="connsiteX2" fmla="*/ 1307805 w 3694535"/>
              <a:gd name="connsiteY2" fmla="*/ 3411622 h 4522819"/>
              <a:gd name="connsiteX3" fmla="*/ 31898 w 3694535"/>
              <a:gd name="connsiteY3" fmla="*/ 2975687 h 4522819"/>
              <a:gd name="connsiteX4" fmla="*/ 1127052 w 3694535"/>
              <a:gd name="connsiteY4" fmla="*/ 3273399 h 4522819"/>
              <a:gd name="connsiteX5" fmla="*/ 393405 w 3694535"/>
              <a:gd name="connsiteY5" fmla="*/ 2486590 h 4522819"/>
              <a:gd name="connsiteX6" fmla="*/ 1775638 w 3694535"/>
              <a:gd name="connsiteY6" fmla="*/ 3549845 h 4522819"/>
              <a:gd name="connsiteX7" fmla="*/ 1679945 w 3694535"/>
              <a:gd name="connsiteY7" fmla="*/ 2422794 h 4522819"/>
              <a:gd name="connsiteX8" fmla="*/ 0 w 3694535"/>
              <a:gd name="connsiteY8" fmla="*/ 785380 h 4522819"/>
              <a:gd name="connsiteX9" fmla="*/ 988828 w 3694535"/>
              <a:gd name="connsiteY9" fmla="*/ 1954962 h 4522819"/>
              <a:gd name="connsiteX10" fmla="*/ 1137684 w 3694535"/>
              <a:gd name="connsiteY10" fmla="*/ 891706 h 4522819"/>
              <a:gd name="connsiteX11" fmla="*/ 1222745 w 3694535"/>
              <a:gd name="connsiteY11" fmla="*/ 2093185 h 4522819"/>
              <a:gd name="connsiteX12" fmla="*/ 1690577 w 3694535"/>
              <a:gd name="connsiteY12" fmla="*/ 2220776 h 4522819"/>
              <a:gd name="connsiteX13" fmla="*/ 1956391 w 3694535"/>
              <a:gd name="connsiteY13" fmla="*/ 30469 h 4522819"/>
              <a:gd name="connsiteX14" fmla="*/ 2027834 w 3694535"/>
              <a:gd name="connsiteY14" fmla="*/ 1016685 h 4522819"/>
              <a:gd name="connsiteX15" fmla="*/ 1881963 w 3694535"/>
              <a:gd name="connsiteY15" fmla="*/ 2090854 h 4522819"/>
              <a:gd name="connsiteX16" fmla="*/ 2057494 w 3694535"/>
              <a:gd name="connsiteY16" fmla="*/ 3076790 h 4522819"/>
              <a:gd name="connsiteX17" fmla="*/ 2647507 w 3694535"/>
              <a:gd name="connsiteY17" fmla="*/ 2550385 h 4522819"/>
              <a:gd name="connsiteX18" fmla="*/ 2913694 w 3694535"/>
              <a:gd name="connsiteY18" fmla="*/ 1322231 h 4522819"/>
              <a:gd name="connsiteX19" fmla="*/ 2806809 w 3694535"/>
              <a:gd name="connsiteY19" fmla="*/ 2413560 h 4522819"/>
              <a:gd name="connsiteX20" fmla="*/ 3694535 w 3694535"/>
              <a:gd name="connsiteY20" fmla="*/ 1154721 h 4522819"/>
              <a:gd name="connsiteX21" fmla="*/ 2222205 w 3694535"/>
              <a:gd name="connsiteY21" fmla="*/ 3400990 h 4522819"/>
              <a:gd name="connsiteX22" fmla="*/ 2169042 w 3694535"/>
              <a:gd name="connsiteY22" fmla="*/ 3847557 h 4522819"/>
              <a:gd name="connsiteX23" fmla="*/ 3317358 w 3694535"/>
              <a:gd name="connsiteY23" fmla="*/ 3124543 h 4522819"/>
              <a:gd name="connsiteX24" fmla="*/ 2194317 w 3694535"/>
              <a:gd name="connsiteY24" fmla="*/ 4061420 h 4522819"/>
              <a:gd name="connsiteX25" fmla="*/ 2232838 w 3694535"/>
              <a:gd name="connsiteY25" fmla="*/ 4506776 h 4522819"/>
              <a:gd name="connsiteX26" fmla="*/ 2218194 w 3694535"/>
              <a:gd name="connsiteY26" fmla="*/ 4521884 h 4522819"/>
              <a:gd name="connsiteX27" fmla="*/ 1743740 w 3694535"/>
              <a:gd name="connsiteY27" fmla="*/ 4522819 h 4522819"/>
              <a:gd name="connsiteX0" fmla="*/ 1743740 w 3694535"/>
              <a:gd name="connsiteY0" fmla="*/ 4522814 h 4522814"/>
              <a:gd name="connsiteX1" fmla="*/ 1796903 w 3694535"/>
              <a:gd name="connsiteY1" fmla="*/ 3815654 h 4522814"/>
              <a:gd name="connsiteX2" fmla="*/ 1307805 w 3694535"/>
              <a:gd name="connsiteY2" fmla="*/ 3411617 h 4522814"/>
              <a:gd name="connsiteX3" fmla="*/ 31898 w 3694535"/>
              <a:gd name="connsiteY3" fmla="*/ 2975682 h 4522814"/>
              <a:gd name="connsiteX4" fmla="*/ 1127052 w 3694535"/>
              <a:gd name="connsiteY4" fmla="*/ 3273394 h 4522814"/>
              <a:gd name="connsiteX5" fmla="*/ 393405 w 3694535"/>
              <a:gd name="connsiteY5" fmla="*/ 2486585 h 4522814"/>
              <a:gd name="connsiteX6" fmla="*/ 1775638 w 3694535"/>
              <a:gd name="connsiteY6" fmla="*/ 3549840 h 4522814"/>
              <a:gd name="connsiteX7" fmla="*/ 1679945 w 3694535"/>
              <a:gd name="connsiteY7" fmla="*/ 2422789 h 4522814"/>
              <a:gd name="connsiteX8" fmla="*/ 0 w 3694535"/>
              <a:gd name="connsiteY8" fmla="*/ 785375 h 4522814"/>
              <a:gd name="connsiteX9" fmla="*/ 988828 w 3694535"/>
              <a:gd name="connsiteY9" fmla="*/ 1954957 h 4522814"/>
              <a:gd name="connsiteX10" fmla="*/ 1137684 w 3694535"/>
              <a:gd name="connsiteY10" fmla="*/ 891701 h 4522814"/>
              <a:gd name="connsiteX11" fmla="*/ 1222745 w 3694535"/>
              <a:gd name="connsiteY11" fmla="*/ 2093180 h 4522814"/>
              <a:gd name="connsiteX12" fmla="*/ 1690577 w 3694535"/>
              <a:gd name="connsiteY12" fmla="*/ 2220771 h 4522814"/>
              <a:gd name="connsiteX13" fmla="*/ 1956391 w 3694535"/>
              <a:gd name="connsiteY13" fmla="*/ 30464 h 4522814"/>
              <a:gd name="connsiteX14" fmla="*/ 2027834 w 3694535"/>
              <a:gd name="connsiteY14" fmla="*/ 1016680 h 4522814"/>
              <a:gd name="connsiteX15" fmla="*/ 1881963 w 3694535"/>
              <a:gd name="connsiteY15" fmla="*/ 2090849 h 4522814"/>
              <a:gd name="connsiteX16" fmla="*/ 2057494 w 3694535"/>
              <a:gd name="connsiteY16" fmla="*/ 3076785 h 4522814"/>
              <a:gd name="connsiteX17" fmla="*/ 2647507 w 3694535"/>
              <a:gd name="connsiteY17" fmla="*/ 2550380 h 4522814"/>
              <a:gd name="connsiteX18" fmla="*/ 2913694 w 3694535"/>
              <a:gd name="connsiteY18" fmla="*/ 1322226 h 4522814"/>
              <a:gd name="connsiteX19" fmla="*/ 2806809 w 3694535"/>
              <a:gd name="connsiteY19" fmla="*/ 2413555 h 4522814"/>
              <a:gd name="connsiteX20" fmla="*/ 3694535 w 3694535"/>
              <a:gd name="connsiteY20" fmla="*/ 1154716 h 4522814"/>
              <a:gd name="connsiteX21" fmla="*/ 2222205 w 3694535"/>
              <a:gd name="connsiteY21" fmla="*/ 3400985 h 4522814"/>
              <a:gd name="connsiteX22" fmla="*/ 2169042 w 3694535"/>
              <a:gd name="connsiteY22" fmla="*/ 3847552 h 4522814"/>
              <a:gd name="connsiteX23" fmla="*/ 3317358 w 3694535"/>
              <a:gd name="connsiteY23" fmla="*/ 3124538 h 4522814"/>
              <a:gd name="connsiteX24" fmla="*/ 2194317 w 3694535"/>
              <a:gd name="connsiteY24" fmla="*/ 4061415 h 4522814"/>
              <a:gd name="connsiteX25" fmla="*/ 2232838 w 3694535"/>
              <a:gd name="connsiteY25" fmla="*/ 4506771 h 4522814"/>
              <a:gd name="connsiteX26" fmla="*/ 2218194 w 3694535"/>
              <a:gd name="connsiteY26" fmla="*/ 4521879 h 4522814"/>
              <a:gd name="connsiteX27" fmla="*/ 1743740 w 3694535"/>
              <a:gd name="connsiteY27" fmla="*/ 4522814 h 4522814"/>
              <a:gd name="connsiteX0" fmla="*/ 1743740 w 3694535"/>
              <a:gd name="connsiteY0" fmla="*/ 4492350 h 4492350"/>
              <a:gd name="connsiteX1" fmla="*/ 1796903 w 3694535"/>
              <a:gd name="connsiteY1" fmla="*/ 3785190 h 4492350"/>
              <a:gd name="connsiteX2" fmla="*/ 1307805 w 3694535"/>
              <a:gd name="connsiteY2" fmla="*/ 3381153 h 4492350"/>
              <a:gd name="connsiteX3" fmla="*/ 31898 w 3694535"/>
              <a:gd name="connsiteY3" fmla="*/ 2945218 h 4492350"/>
              <a:gd name="connsiteX4" fmla="*/ 1127052 w 3694535"/>
              <a:gd name="connsiteY4" fmla="*/ 3242930 h 4492350"/>
              <a:gd name="connsiteX5" fmla="*/ 393405 w 3694535"/>
              <a:gd name="connsiteY5" fmla="*/ 2456121 h 4492350"/>
              <a:gd name="connsiteX6" fmla="*/ 1775638 w 3694535"/>
              <a:gd name="connsiteY6" fmla="*/ 3519376 h 4492350"/>
              <a:gd name="connsiteX7" fmla="*/ 1679945 w 3694535"/>
              <a:gd name="connsiteY7" fmla="*/ 2392325 h 4492350"/>
              <a:gd name="connsiteX8" fmla="*/ 0 w 3694535"/>
              <a:gd name="connsiteY8" fmla="*/ 754911 h 4492350"/>
              <a:gd name="connsiteX9" fmla="*/ 988828 w 3694535"/>
              <a:gd name="connsiteY9" fmla="*/ 1924493 h 4492350"/>
              <a:gd name="connsiteX10" fmla="*/ 1137684 w 3694535"/>
              <a:gd name="connsiteY10" fmla="*/ 861237 h 4492350"/>
              <a:gd name="connsiteX11" fmla="*/ 1222745 w 3694535"/>
              <a:gd name="connsiteY11" fmla="*/ 2062716 h 4492350"/>
              <a:gd name="connsiteX12" fmla="*/ 1690577 w 3694535"/>
              <a:gd name="connsiteY12" fmla="*/ 2190307 h 4492350"/>
              <a:gd name="connsiteX13" fmla="*/ 1956391 w 3694535"/>
              <a:gd name="connsiteY13" fmla="*/ 0 h 4492350"/>
              <a:gd name="connsiteX14" fmla="*/ 2027834 w 3694535"/>
              <a:gd name="connsiteY14" fmla="*/ 986216 h 4492350"/>
              <a:gd name="connsiteX15" fmla="*/ 1881963 w 3694535"/>
              <a:gd name="connsiteY15" fmla="*/ 2060385 h 4492350"/>
              <a:gd name="connsiteX16" fmla="*/ 2057494 w 3694535"/>
              <a:gd name="connsiteY16" fmla="*/ 3046321 h 4492350"/>
              <a:gd name="connsiteX17" fmla="*/ 2647507 w 3694535"/>
              <a:gd name="connsiteY17" fmla="*/ 2519916 h 4492350"/>
              <a:gd name="connsiteX18" fmla="*/ 2913694 w 3694535"/>
              <a:gd name="connsiteY18" fmla="*/ 1291762 h 4492350"/>
              <a:gd name="connsiteX19" fmla="*/ 2806809 w 3694535"/>
              <a:gd name="connsiteY19" fmla="*/ 2383091 h 4492350"/>
              <a:gd name="connsiteX20" fmla="*/ 3694535 w 3694535"/>
              <a:gd name="connsiteY20" fmla="*/ 1124252 h 4492350"/>
              <a:gd name="connsiteX21" fmla="*/ 2222205 w 3694535"/>
              <a:gd name="connsiteY21" fmla="*/ 3370521 h 4492350"/>
              <a:gd name="connsiteX22" fmla="*/ 2169042 w 3694535"/>
              <a:gd name="connsiteY22" fmla="*/ 3817088 h 4492350"/>
              <a:gd name="connsiteX23" fmla="*/ 3317358 w 3694535"/>
              <a:gd name="connsiteY23" fmla="*/ 3094074 h 4492350"/>
              <a:gd name="connsiteX24" fmla="*/ 2194317 w 3694535"/>
              <a:gd name="connsiteY24" fmla="*/ 4030951 h 4492350"/>
              <a:gd name="connsiteX25" fmla="*/ 2232838 w 3694535"/>
              <a:gd name="connsiteY25" fmla="*/ 4476307 h 4492350"/>
              <a:gd name="connsiteX26" fmla="*/ 2218194 w 3694535"/>
              <a:gd name="connsiteY26" fmla="*/ 4491415 h 4492350"/>
              <a:gd name="connsiteX27" fmla="*/ 1743740 w 3694535"/>
              <a:gd name="connsiteY27" fmla="*/ 4492350 h 4492350"/>
              <a:gd name="connsiteX0" fmla="*/ 1743740 w 3694535"/>
              <a:gd name="connsiteY0" fmla="*/ 4492350 h 4492350"/>
              <a:gd name="connsiteX1" fmla="*/ 1796903 w 3694535"/>
              <a:gd name="connsiteY1" fmla="*/ 3785190 h 4492350"/>
              <a:gd name="connsiteX2" fmla="*/ 1307805 w 3694535"/>
              <a:gd name="connsiteY2" fmla="*/ 3381153 h 4492350"/>
              <a:gd name="connsiteX3" fmla="*/ 31898 w 3694535"/>
              <a:gd name="connsiteY3" fmla="*/ 2945218 h 4492350"/>
              <a:gd name="connsiteX4" fmla="*/ 1127052 w 3694535"/>
              <a:gd name="connsiteY4" fmla="*/ 3242930 h 4492350"/>
              <a:gd name="connsiteX5" fmla="*/ 393405 w 3694535"/>
              <a:gd name="connsiteY5" fmla="*/ 2456121 h 4492350"/>
              <a:gd name="connsiteX6" fmla="*/ 1775638 w 3694535"/>
              <a:gd name="connsiteY6" fmla="*/ 3519376 h 4492350"/>
              <a:gd name="connsiteX7" fmla="*/ 1679945 w 3694535"/>
              <a:gd name="connsiteY7" fmla="*/ 2392325 h 4492350"/>
              <a:gd name="connsiteX8" fmla="*/ 0 w 3694535"/>
              <a:gd name="connsiteY8" fmla="*/ 754911 h 4492350"/>
              <a:gd name="connsiteX9" fmla="*/ 988828 w 3694535"/>
              <a:gd name="connsiteY9" fmla="*/ 1924493 h 4492350"/>
              <a:gd name="connsiteX10" fmla="*/ 1137684 w 3694535"/>
              <a:gd name="connsiteY10" fmla="*/ 861237 h 4492350"/>
              <a:gd name="connsiteX11" fmla="*/ 1222745 w 3694535"/>
              <a:gd name="connsiteY11" fmla="*/ 2062716 h 4492350"/>
              <a:gd name="connsiteX12" fmla="*/ 1690577 w 3694535"/>
              <a:gd name="connsiteY12" fmla="*/ 2190307 h 4492350"/>
              <a:gd name="connsiteX13" fmla="*/ 1956391 w 3694535"/>
              <a:gd name="connsiteY13" fmla="*/ 0 h 4492350"/>
              <a:gd name="connsiteX14" fmla="*/ 2027834 w 3694535"/>
              <a:gd name="connsiteY14" fmla="*/ 986216 h 4492350"/>
              <a:gd name="connsiteX15" fmla="*/ 1881963 w 3694535"/>
              <a:gd name="connsiteY15" fmla="*/ 2060385 h 4492350"/>
              <a:gd name="connsiteX16" fmla="*/ 2057494 w 3694535"/>
              <a:gd name="connsiteY16" fmla="*/ 3046321 h 4492350"/>
              <a:gd name="connsiteX17" fmla="*/ 2647507 w 3694535"/>
              <a:gd name="connsiteY17" fmla="*/ 2519916 h 4492350"/>
              <a:gd name="connsiteX18" fmla="*/ 2913694 w 3694535"/>
              <a:gd name="connsiteY18" fmla="*/ 1291762 h 4492350"/>
              <a:gd name="connsiteX19" fmla="*/ 2806809 w 3694535"/>
              <a:gd name="connsiteY19" fmla="*/ 2383091 h 4492350"/>
              <a:gd name="connsiteX20" fmla="*/ 3694535 w 3694535"/>
              <a:gd name="connsiteY20" fmla="*/ 1124252 h 4492350"/>
              <a:gd name="connsiteX21" fmla="*/ 2222205 w 3694535"/>
              <a:gd name="connsiteY21" fmla="*/ 3370521 h 4492350"/>
              <a:gd name="connsiteX22" fmla="*/ 2169042 w 3694535"/>
              <a:gd name="connsiteY22" fmla="*/ 3817088 h 4492350"/>
              <a:gd name="connsiteX23" fmla="*/ 3317358 w 3694535"/>
              <a:gd name="connsiteY23" fmla="*/ 3094074 h 4492350"/>
              <a:gd name="connsiteX24" fmla="*/ 2194317 w 3694535"/>
              <a:gd name="connsiteY24" fmla="*/ 4030951 h 4492350"/>
              <a:gd name="connsiteX25" fmla="*/ 2232838 w 3694535"/>
              <a:gd name="connsiteY25" fmla="*/ 4476307 h 4492350"/>
              <a:gd name="connsiteX26" fmla="*/ 2218194 w 3694535"/>
              <a:gd name="connsiteY26" fmla="*/ 4491415 h 4492350"/>
              <a:gd name="connsiteX27" fmla="*/ 1743740 w 3694535"/>
              <a:gd name="connsiteY27" fmla="*/ 4492350 h 4492350"/>
              <a:gd name="connsiteX0" fmla="*/ 1743740 w 3694535"/>
              <a:gd name="connsiteY0" fmla="*/ 4492350 h 4492350"/>
              <a:gd name="connsiteX1" fmla="*/ 1796903 w 3694535"/>
              <a:gd name="connsiteY1" fmla="*/ 3785190 h 4492350"/>
              <a:gd name="connsiteX2" fmla="*/ 1307805 w 3694535"/>
              <a:gd name="connsiteY2" fmla="*/ 3381153 h 4492350"/>
              <a:gd name="connsiteX3" fmla="*/ 31898 w 3694535"/>
              <a:gd name="connsiteY3" fmla="*/ 2945218 h 4492350"/>
              <a:gd name="connsiteX4" fmla="*/ 1127052 w 3694535"/>
              <a:gd name="connsiteY4" fmla="*/ 3242930 h 4492350"/>
              <a:gd name="connsiteX5" fmla="*/ 393405 w 3694535"/>
              <a:gd name="connsiteY5" fmla="*/ 2456121 h 4492350"/>
              <a:gd name="connsiteX6" fmla="*/ 1775638 w 3694535"/>
              <a:gd name="connsiteY6" fmla="*/ 3519376 h 4492350"/>
              <a:gd name="connsiteX7" fmla="*/ 1679945 w 3694535"/>
              <a:gd name="connsiteY7" fmla="*/ 2392325 h 4492350"/>
              <a:gd name="connsiteX8" fmla="*/ 0 w 3694535"/>
              <a:gd name="connsiteY8" fmla="*/ 754911 h 4492350"/>
              <a:gd name="connsiteX9" fmla="*/ 988828 w 3694535"/>
              <a:gd name="connsiteY9" fmla="*/ 1924493 h 4492350"/>
              <a:gd name="connsiteX10" fmla="*/ 1137684 w 3694535"/>
              <a:gd name="connsiteY10" fmla="*/ 861237 h 4492350"/>
              <a:gd name="connsiteX11" fmla="*/ 1222745 w 3694535"/>
              <a:gd name="connsiteY11" fmla="*/ 2062716 h 4492350"/>
              <a:gd name="connsiteX12" fmla="*/ 1690577 w 3694535"/>
              <a:gd name="connsiteY12" fmla="*/ 2190307 h 4492350"/>
              <a:gd name="connsiteX13" fmla="*/ 1956391 w 3694535"/>
              <a:gd name="connsiteY13" fmla="*/ 0 h 4492350"/>
              <a:gd name="connsiteX14" fmla="*/ 2027834 w 3694535"/>
              <a:gd name="connsiteY14" fmla="*/ 986216 h 4492350"/>
              <a:gd name="connsiteX15" fmla="*/ 1881963 w 3694535"/>
              <a:gd name="connsiteY15" fmla="*/ 2060385 h 4492350"/>
              <a:gd name="connsiteX16" fmla="*/ 2057494 w 3694535"/>
              <a:gd name="connsiteY16" fmla="*/ 3046321 h 4492350"/>
              <a:gd name="connsiteX17" fmla="*/ 2647507 w 3694535"/>
              <a:gd name="connsiteY17" fmla="*/ 2519916 h 4492350"/>
              <a:gd name="connsiteX18" fmla="*/ 2913694 w 3694535"/>
              <a:gd name="connsiteY18" fmla="*/ 1291762 h 4492350"/>
              <a:gd name="connsiteX19" fmla="*/ 2806809 w 3694535"/>
              <a:gd name="connsiteY19" fmla="*/ 2383091 h 4492350"/>
              <a:gd name="connsiteX20" fmla="*/ 3694535 w 3694535"/>
              <a:gd name="connsiteY20" fmla="*/ 1124252 h 4492350"/>
              <a:gd name="connsiteX21" fmla="*/ 2222205 w 3694535"/>
              <a:gd name="connsiteY21" fmla="*/ 3370521 h 4492350"/>
              <a:gd name="connsiteX22" fmla="*/ 2169042 w 3694535"/>
              <a:gd name="connsiteY22" fmla="*/ 3817088 h 4492350"/>
              <a:gd name="connsiteX23" fmla="*/ 3317358 w 3694535"/>
              <a:gd name="connsiteY23" fmla="*/ 3094074 h 4492350"/>
              <a:gd name="connsiteX24" fmla="*/ 2194317 w 3694535"/>
              <a:gd name="connsiteY24" fmla="*/ 4030951 h 4492350"/>
              <a:gd name="connsiteX25" fmla="*/ 2232838 w 3694535"/>
              <a:gd name="connsiteY25" fmla="*/ 4476307 h 4492350"/>
              <a:gd name="connsiteX26" fmla="*/ 2218194 w 3694535"/>
              <a:gd name="connsiteY26" fmla="*/ 4491415 h 4492350"/>
              <a:gd name="connsiteX27" fmla="*/ 1743740 w 3694535"/>
              <a:gd name="connsiteY27" fmla="*/ 4492350 h 4492350"/>
              <a:gd name="connsiteX0" fmla="*/ 1743740 w 3694535"/>
              <a:gd name="connsiteY0" fmla="*/ 4492350 h 4492350"/>
              <a:gd name="connsiteX1" fmla="*/ 1796903 w 3694535"/>
              <a:gd name="connsiteY1" fmla="*/ 3785190 h 4492350"/>
              <a:gd name="connsiteX2" fmla="*/ 1307805 w 3694535"/>
              <a:gd name="connsiteY2" fmla="*/ 3381153 h 4492350"/>
              <a:gd name="connsiteX3" fmla="*/ 31898 w 3694535"/>
              <a:gd name="connsiteY3" fmla="*/ 2945218 h 4492350"/>
              <a:gd name="connsiteX4" fmla="*/ 1127052 w 3694535"/>
              <a:gd name="connsiteY4" fmla="*/ 3242930 h 4492350"/>
              <a:gd name="connsiteX5" fmla="*/ 393405 w 3694535"/>
              <a:gd name="connsiteY5" fmla="*/ 2456121 h 4492350"/>
              <a:gd name="connsiteX6" fmla="*/ 1775638 w 3694535"/>
              <a:gd name="connsiteY6" fmla="*/ 3519376 h 4492350"/>
              <a:gd name="connsiteX7" fmla="*/ 1679945 w 3694535"/>
              <a:gd name="connsiteY7" fmla="*/ 2392325 h 4492350"/>
              <a:gd name="connsiteX8" fmla="*/ 0 w 3694535"/>
              <a:gd name="connsiteY8" fmla="*/ 754911 h 4492350"/>
              <a:gd name="connsiteX9" fmla="*/ 988828 w 3694535"/>
              <a:gd name="connsiteY9" fmla="*/ 1924493 h 4492350"/>
              <a:gd name="connsiteX10" fmla="*/ 1137684 w 3694535"/>
              <a:gd name="connsiteY10" fmla="*/ 861237 h 4492350"/>
              <a:gd name="connsiteX11" fmla="*/ 1222745 w 3694535"/>
              <a:gd name="connsiteY11" fmla="*/ 2062716 h 4492350"/>
              <a:gd name="connsiteX12" fmla="*/ 1690577 w 3694535"/>
              <a:gd name="connsiteY12" fmla="*/ 2190307 h 4492350"/>
              <a:gd name="connsiteX13" fmla="*/ 1956391 w 3694535"/>
              <a:gd name="connsiteY13" fmla="*/ 0 h 4492350"/>
              <a:gd name="connsiteX14" fmla="*/ 2027834 w 3694535"/>
              <a:gd name="connsiteY14" fmla="*/ 986216 h 4492350"/>
              <a:gd name="connsiteX15" fmla="*/ 1881963 w 3694535"/>
              <a:gd name="connsiteY15" fmla="*/ 2060385 h 4492350"/>
              <a:gd name="connsiteX16" fmla="*/ 2057494 w 3694535"/>
              <a:gd name="connsiteY16" fmla="*/ 3046321 h 4492350"/>
              <a:gd name="connsiteX17" fmla="*/ 2647507 w 3694535"/>
              <a:gd name="connsiteY17" fmla="*/ 2519916 h 4492350"/>
              <a:gd name="connsiteX18" fmla="*/ 2913694 w 3694535"/>
              <a:gd name="connsiteY18" fmla="*/ 1291762 h 4492350"/>
              <a:gd name="connsiteX19" fmla="*/ 2806809 w 3694535"/>
              <a:gd name="connsiteY19" fmla="*/ 2383091 h 4492350"/>
              <a:gd name="connsiteX20" fmla="*/ 3694535 w 3694535"/>
              <a:gd name="connsiteY20" fmla="*/ 1124252 h 4492350"/>
              <a:gd name="connsiteX21" fmla="*/ 2222205 w 3694535"/>
              <a:gd name="connsiteY21" fmla="*/ 3370521 h 4492350"/>
              <a:gd name="connsiteX22" fmla="*/ 2169042 w 3694535"/>
              <a:gd name="connsiteY22" fmla="*/ 3817088 h 4492350"/>
              <a:gd name="connsiteX23" fmla="*/ 3317358 w 3694535"/>
              <a:gd name="connsiteY23" fmla="*/ 3094074 h 4492350"/>
              <a:gd name="connsiteX24" fmla="*/ 2194317 w 3694535"/>
              <a:gd name="connsiteY24" fmla="*/ 4030951 h 4492350"/>
              <a:gd name="connsiteX25" fmla="*/ 2232838 w 3694535"/>
              <a:gd name="connsiteY25" fmla="*/ 4476307 h 4492350"/>
              <a:gd name="connsiteX26" fmla="*/ 2218194 w 3694535"/>
              <a:gd name="connsiteY26" fmla="*/ 4491415 h 4492350"/>
              <a:gd name="connsiteX27" fmla="*/ 1743740 w 3694535"/>
              <a:gd name="connsiteY27" fmla="*/ 4492350 h 4492350"/>
              <a:gd name="connsiteX0" fmla="*/ 1743740 w 3694535"/>
              <a:gd name="connsiteY0" fmla="*/ 4492350 h 4492350"/>
              <a:gd name="connsiteX1" fmla="*/ 1796903 w 3694535"/>
              <a:gd name="connsiteY1" fmla="*/ 3785190 h 4492350"/>
              <a:gd name="connsiteX2" fmla="*/ 1307805 w 3694535"/>
              <a:gd name="connsiteY2" fmla="*/ 3381153 h 4492350"/>
              <a:gd name="connsiteX3" fmla="*/ 31898 w 3694535"/>
              <a:gd name="connsiteY3" fmla="*/ 2945218 h 4492350"/>
              <a:gd name="connsiteX4" fmla="*/ 1127052 w 3694535"/>
              <a:gd name="connsiteY4" fmla="*/ 3242930 h 4492350"/>
              <a:gd name="connsiteX5" fmla="*/ 393405 w 3694535"/>
              <a:gd name="connsiteY5" fmla="*/ 2456121 h 4492350"/>
              <a:gd name="connsiteX6" fmla="*/ 1775638 w 3694535"/>
              <a:gd name="connsiteY6" fmla="*/ 3519376 h 4492350"/>
              <a:gd name="connsiteX7" fmla="*/ 1679945 w 3694535"/>
              <a:gd name="connsiteY7" fmla="*/ 2392325 h 4492350"/>
              <a:gd name="connsiteX8" fmla="*/ 0 w 3694535"/>
              <a:gd name="connsiteY8" fmla="*/ 754911 h 4492350"/>
              <a:gd name="connsiteX9" fmla="*/ 988828 w 3694535"/>
              <a:gd name="connsiteY9" fmla="*/ 1924493 h 4492350"/>
              <a:gd name="connsiteX10" fmla="*/ 1137684 w 3694535"/>
              <a:gd name="connsiteY10" fmla="*/ 861237 h 4492350"/>
              <a:gd name="connsiteX11" fmla="*/ 1222745 w 3694535"/>
              <a:gd name="connsiteY11" fmla="*/ 2062716 h 4492350"/>
              <a:gd name="connsiteX12" fmla="*/ 1690577 w 3694535"/>
              <a:gd name="connsiteY12" fmla="*/ 2190307 h 4492350"/>
              <a:gd name="connsiteX13" fmla="*/ 1956391 w 3694535"/>
              <a:gd name="connsiteY13" fmla="*/ 0 h 4492350"/>
              <a:gd name="connsiteX14" fmla="*/ 2027834 w 3694535"/>
              <a:gd name="connsiteY14" fmla="*/ 986216 h 4492350"/>
              <a:gd name="connsiteX15" fmla="*/ 1881963 w 3694535"/>
              <a:gd name="connsiteY15" fmla="*/ 2060385 h 4492350"/>
              <a:gd name="connsiteX16" fmla="*/ 2057494 w 3694535"/>
              <a:gd name="connsiteY16" fmla="*/ 3046321 h 4492350"/>
              <a:gd name="connsiteX17" fmla="*/ 2647507 w 3694535"/>
              <a:gd name="connsiteY17" fmla="*/ 2519916 h 4492350"/>
              <a:gd name="connsiteX18" fmla="*/ 2913694 w 3694535"/>
              <a:gd name="connsiteY18" fmla="*/ 1291762 h 4492350"/>
              <a:gd name="connsiteX19" fmla="*/ 2806809 w 3694535"/>
              <a:gd name="connsiteY19" fmla="*/ 2383091 h 4492350"/>
              <a:gd name="connsiteX20" fmla="*/ 3694535 w 3694535"/>
              <a:gd name="connsiteY20" fmla="*/ 1124252 h 4492350"/>
              <a:gd name="connsiteX21" fmla="*/ 2222205 w 3694535"/>
              <a:gd name="connsiteY21" fmla="*/ 3370521 h 4492350"/>
              <a:gd name="connsiteX22" fmla="*/ 2169042 w 3694535"/>
              <a:gd name="connsiteY22" fmla="*/ 3817088 h 4492350"/>
              <a:gd name="connsiteX23" fmla="*/ 3317358 w 3694535"/>
              <a:gd name="connsiteY23" fmla="*/ 3094074 h 4492350"/>
              <a:gd name="connsiteX24" fmla="*/ 2194317 w 3694535"/>
              <a:gd name="connsiteY24" fmla="*/ 4030951 h 4492350"/>
              <a:gd name="connsiteX25" fmla="*/ 2232838 w 3694535"/>
              <a:gd name="connsiteY25" fmla="*/ 4476307 h 4492350"/>
              <a:gd name="connsiteX26" fmla="*/ 2218194 w 3694535"/>
              <a:gd name="connsiteY26" fmla="*/ 4491415 h 4492350"/>
              <a:gd name="connsiteX27" fmla="*/ 1743740 w 3694535"/>
              <a:gd name="connsiteY27" fmla="*/ 4492350 h 4492350"/>
              <a:gd name="connsiteX0" fmla="*/ 1743740 w 3694535"/>
              <a:gd name="connsiteY0" fmla="*/ 4492350 h 4492350"/>
              <a:gd name="connsiteX1" fmla="*/ 1796903 w 3694535"/>
              <a:gd name="connsiteY1" fmla="*/ 3785190 h 4492350"/>
              <a:gd name="connsiteX2" fmla="*/ 1307805 w 3694535"/>
              <a:gd name="connsiteY2" fmla="*/ 3381153 h 4492350"/>
              <a:gd name="connsiteX3" fmla="*/ 31898 w 3694535"/>
              <a:gd name="connsiteY3" fmla="*/ 2945218 h 4492350"/>
              <a:gd name="connsiteX4" fmla="*/ 1127052 w 3694535"/>
              <a:gd name="connsiteY4" fmla="*/ 3242930 h 4492350"/>
              <a:gd name="connsiteX5" fmla="*/ 393405 w 3694535"/>
              <a:gd name="connsiteY5" fmla="*/ 2456121 h 4492350"/>
              <a:gd name="connsiteX6" fmla="*/ 1775638 w 3694535"/>
              <a:gd name="connsiteY6" fmla="*/ 3519376 h 4492350"/>
              <a:gd name="connsiteX7" fmla="*/ 1679945 w 3694535"/>
              <a:gd name="connsiteY7" fmla="*/ 2392325 h 4492350"/>
              <a:gd name="connsiteX8" fmla="*/ 0 w 3694535"/>
              <a:gd name="connsiteY8" fmla="*/ 754911 h 4492350"/>
              <a:gd name="connsiteX9" fmla="*/ 988828 w 3694535"/>
              <a:gd name="connsiteY9" fmla="*/ 1924493 h 4492350"/>
              <a:gd name="connsiteX10" fmla="*/ 1137684 w 3694535"/>
              <a:gd name="connsiteY10" fmla="*/ 861237 h 4492350"/>
              <a:gd name="connsiteX11" fmla="*/ 1222745 w 3694535"/>
              <a:gd name="connsiteY11" fmla="*/ 2062716 h 4492350"/>
              <a:gd name="connsiteX12" fmla="*/ 1690577 w 3694535"/>
              <a:gd name="connsiteY12" fmla="*/ 2190307 h 4492350"/>
              <a:gd name="connsiteX13" fmla="*/ 1956391 w 3694535"/>
              <a:gd name="connsiteY13" fmla="*/ 0 h 4492350"/>
              <a:gd name="connsiteX14" fmla="*/ 2027834 w 3694535"/>
              <a:gd name="connsiteY14" fmla="*/ 986216 h 4492350"/>
              <a:gd name="connsiteX15" fmla="*/ 1881963 w 3694535"/>
              <a:gd name="connsiteY15" fmla="*/ 2060385 h 4492350"/>
              <a:gd name="connsiteX16" fmla="*/ 2057494 w 3694535"/>
              <a:gd name="connsiteY16" fmla="*/ 3046321 h 4492350"/>
              <a:gd name="connsiteX17" fmla="*/ 2647507 w 3694535"/>
              <a:gd name="connsiteY17" fmla="*/ 2519916 h 4492350"/>
              <a:gd name="connsiteX18" fmla="*/ 2913694 w 3694535"/>
              <a:gd name="connsiteY18" fmla="*/ 1291762 h 4492350"/>
              <a:gd name="connsiteX19" fmla="*/ 2806809 w 3694535"/>
              <a:gd name="connsiteY19" fmla="*/ 2383091 h 4492350"/>
              <a:gd name="connsiteX20" fmla="*/ 3694535 w 3694535"/>
              <a:gd name="connsiteY20" fmla="*/ 1124252 h 4492350"/>
              <a:gd name="connsiteX21" fmla="*/ 2222205 w 3694535"/>
              <a:gd name="connsiteY21" fmla="*/ 3370521 h 4492350"/>
              <a:gd name="connsiteX22" fmla="*/ 2169042 w 3694535"/>
              <a:gd name="connsiteY22" fmla="*/ 3817088 h 4492350"/>
              <a:gd name="connsiteX23" fmla="*/ 3317358 w 3694535"/>
              <a:gd name="connsiteY23" fmla="*/ 3094074 h 4492350"/>
              <a:gd name="connsiteX24" fmla="*/ 2194317 w 3694535"/>
              <a:gd name="connsiteY24" fmla="*/ 4030951 h 4492350"/>
              <a:gd name="connsiteX25" fmla="*/ 2232838 w 3694535"/>
              <a:gd name="connsiteY25" fmla="*/ 4476307 h 4492350"/>
              <a:gd name="connsiteX26" fmla="*/ 2218194 w 3694535"/>
              <a:gd name="connsiteY26" fmla="*/ 4491415 h 4492350"/>
              <a:gd name="connsiteX27" fmla="*/ 1743740 w 3694535"/>
              <a:gd name="connsiteY27" fmla="*/ 4492350 h 4492350"/>
              <a:gd name="connsiteX0" fmla="*/ 1743740 w 3694535"/>
              <a:gd name="connsiteY0" fmla="*/ 4492350 h 4492350"/>
              <a:gd name="connsiteX1" fmla="*/ 1796903 w 3694535"/>
              <a:gd name="connsiteY1" fmla="*/ 3785190 h 4492350"/>
              <a:gd name="connsiteX2" fmla="*/ 1307805 w 3694535"/>
              <a:gd name="connsiteY2" fmla="*/ 3381153 h 4492350"/>
              <a:gd name="connsiteX3" fmla="*/ 31898 w 3694535"/>
              <a:gd name="connsiteY3" fmla="*/ 2945218 h 4492350"/>
              <a:gd name="connsiteX4" fmla="*/ 1127052 w 3694535"/>
              <a:gd name="connsiteY4" fmla="*/ 3242930 h 4492350"/>
              <a:gd name="connsiteX5" fmla="*/ 393405 w 3694535"/>
              <a:gd name="connsiteY5" fmla="*/ 2456121 h 4492350"/>
              <a:gd name="connsiteX6" fmla="*/ 1775638 w 3694535"/>
              <a:gd name="connsiteY6" fmla="*/ 3519376 h 4492350"/>
              <a:gd name="connsiteX7" fmla="*/ 1679945 w 3694535"/>
              <a:gd name="connsiteY7" fmla="*/ 2392325 h 4492350"/>
              <a:gd name="connsiteX8" fmla="*/ 0 w 3694535"/>
              <a:gd name="connsiteY8" fmla="*/ 754911 h 4492350"/>
              <a:gd name="connsiteX9" fmla="*/ 988828 w 3694535"/>
              <a:gd name="connsiteY9" fmla="*/ 1924493 h 4492350"/>
              <a:gd name="connsiteX10" fmla="*/ 1137684 w 3694535"/>
              <a:gd name="connsiteY10" fmla="*/ 861237 h 4492350"/>
              <a:gd name="connsiteX11" fmla="*/ 1222745 w 3694535"/>
              <a:gd name="connsiteY11" fmla="*/ 2062716 h 4492350"/>
              <a:gd name="connsiteX12" fmla="*/ 1690577 w 3694535"/>
              <a:gd name="connsiteY12" fmla="*/ 2190307 h 4492350"/>
              <a:gd name="connsiteX13" fmla="*/ 1956391 w 3694535"/>
              <a:gd name="connsiteY13" fmla="*/ 0 h 4492350"/>
              <a:gd name="connsiteX14" fmla="*/ 2027834 w 3694535"/>
              <a:gd name="connsiteY14" fmla="*/ 986216 h 4492350"/>
              <a:gd name="connsiteX15" fmla="*/ 1881963 w 3694535"/>
              <a:gd name="connsiteY15" fmla="*/ 2060385 h 4492350"/>
              <a:gd name="connsiteX16" fmla="*/ 2057494 w 3694535"/>
              <a:gd name="connsiteY16" fmla="*/ 3046321 h 4492350"/>
              <a:gd name="connsiteX17" fmla="*/ 2647507 w 3694535"/>
              <a:gd name="connsiteY17" fmla="*/ 2519916 h 4492350"/>
              <a:gd name="connsiteX18" fmla="*/ 2913694 w 3694535"/>
              <a:gd name="connsiteY18" fmla="*/ 1291762 h 4492350"/>
              <a:gd name="connsiteX19" fmla="*/ 2806809 w 3694535"/>
              <a:gd name="connsiteY19" fmla="*/ 2383091 h 4492350"/>
              <a:gd name="connsiteX20" fmla="*/ 3694535 w 3694535"/>
              <a:gd name="connsiteY20" fmla="*/ 1124252 h 4492350"/>
              <a:gd name="connsiteX21" fmla="*/ 2222205 w 3694535"/>
              <a:gd name="connsiteY21" fmla="*/ 3370521 h 4492350"/>
              <a:gd name="connsiteX22" fmla="*/ 2169042 w 3694535"/>
              <a:gd name="connsiteY22" fmla="*/ 3817088 h 4492350"/>
              <a:gd name="connsiteX23" fmla="*/ 3317358 w 3694535"/>
              <a:gd name="connsiteY23" fmla="*/ 3094074 h 4492350"/>
              <a:gd name="connsiteX24" fmla="*/ 2194317 w 3694535"/>
              <a:gd name="connsiteY24" fmla="*/ 4030951 h 4492350"/>
              <a:gd name="connsiteX25" fmla="*/ 2232838 w 3694535"/>
              <a:gd name="connsiteY25" fmla="*/ 4476307 h 4492350"/>
              <a:gd name="connsiteX26" fmla="*/ 2218194 w 3694535"/>
              <a:gd name="connsiteY26" fmla="*/ 4491415 h 4492350"/>
              <a:gd name="connsiteX27" fmla="*/ 1743740 w 3694535"/>
              <a:gd name="connsiteY27" fmla="*/ 4492350 h 4492350"/>
              <a:gd name="connsiteX0" fmla="*/ 1743740 w 3694535"/>
              <a:gd name="connsiteY0" fmla="*/ 4492350 h 4492350"/>
              <a:gd name="connsiteX1" fmla="*/ 1796903 w 3694535"/>
              <a:gd name="connsiteY1" fmla="*/ 3785190 h 4492350"/>
              <a:gd name="connsiteX2" fmla="*/ 1307805 w 3694535"/>
              <a:gd name="connsiteY2" fmla="*/ 3381153 h 4492350"/>
              <a:gd name="connsiteX3" fmla="*/ 31898 w 3694535"/>
              <a:gd name="connsiteY3" fmla="*/ 2945218 h 4492350"/>
              <a:gd name="connsiteX4" fmla="*/ 1127052 w 3694535"/>
              <a:gd name="connsiteY4" fmla="*/ 3242930 h 4492350"/>
              <a:gd name="connsiteX5" fmla="*/ 393405 w 3694535"/>
              <a:gd name="connsiteY5" fmla="*/ 2456121 h 4492350"/>
              <a:gd name="connsiteX6" fmla="*/ 1775638 w 3694535"/>
              <a:gd name="connsiteY6" fmla="*/ 3519376 h 4492350"/>
              <a:gd name="connsiteX7" fmla="*/ 1683956 w 3694535"/>
              <a:gd name="connsiteY7" fmla="*/ 2424409 h 4492350"/>
              <a:gd name="connsiteX8" fmla="*/ 0 w 3694535"/>
              <a:gd name="connsiteY8" fmla="*/ 754911 h 4492350"/>
              <a:gd name="connsiteX9" fmla="*/ 988828 w 3694535"/>
              <a:gd name="connsiteY9" fmla="*/ 1924493 h 4492350"/>
              <a:gd name="connsiteX10" fmla="*/ 1137684 w 3694535"/>
              <a:gd name="connsiteY10" fmla="*/ 861237 h 4492350"/>
              <a:gd name="connsiteX11" fmla="*/ 1222745 w 3694535"/>
              <a:gd name="connsiteY11" fmla="*/ 2062716 h 4492350"/>
              <a:gd name="connsiteX12" fmla="*/ 1690577 w 3694535"/>
              <a:gd name="connsiteY12" fmla="*/ 2190307 h 4492350"/>
              <a:gd name="connsiteX13" fmla="*/ 1956391 w 3694535"/>
              <a:gd name="connsiteY13" fmla="*/ 0 h 4492350"/>
              <a:gd name="connsiteX14" fmla="*/ 2027834 w 3694535"/>
              <a:gd name="connsiteY14" fmla="*/ 986216 h 4492350"/>
              <a:gd name="connsiteX15" fmla="*/ 1881963 w 3694535"/>
              <a:gd name="connsiteY15" fmla="*/ 2060385 h 4492350"/>
              <a:gd name="connsiteX16" fmla="*/ 2057494 w 3694535"/>
              <a:gd name="connsiteY16" fmla="*/ 3046321 h 4492350"/>
              <a:gd name="connsiteX17" fmla="*/ 2647507 w 3694535"/>
              <a:gd name="connsiteY17" fmla="*/ 2519916 h 4492350"/>
              <a:gd name="connsiteX18" fmla="*/ 2913694 w 3694535"/>
              <a:gd name="connsiteY18" fmla="*/ 1291762 h 4492350"/>
              <a:gd name="connsiteX19" fmla="*/ 2806809 w 3694535"/>
              <a:gd name="connsiteY19" fmla="*/ 2383091 h 4492350"/>
              <a:gd name="connsiteX20" fmla="*/ 3694535 w 3694535"/>
              <a:gd name="connsiteY20" fmla="*/ 1124252 h 4492350"/>
              <a:gd name="connsiteX21" fmla="*/ 2222205 w 3694535"/>
              <a:gd name="connsiteY21" fmla="*/ 3370521 h 4492350"/>
              <a:gd name="connsiteX22" fmla="*/ 2169042 w 3694535"/>
              <a:gd name="connsiteY22" fmla="*/ 3817088 h 4492350"/>
              <a:gd name="connsiteX23" fmla="*/ 3317358 w 3694535"/>
              <a:gd name="connsiteY23" fmla="*/ 3094074 h 4492350"/>
              <a:gd name="connsiteX24" fmla="*/ 2194317 w 3694535"/>
              <a:gd name="connsiteY24" fmla="*/ 4030951 h 4492350"/>
              <a:gd name="connsiteX25" fmla="*/ 2232838 w 3694535"/>
              <a:gd name="connsiteY25" fmla="*/ 4476307 h 4492350"/>
              <a:gd name="connsiteX26" fmla="*/ 2218194 w 3694535"/>
              <a:gd name="connsiteY26" fmla="*/ 4491415 h 4492350"/>
              <a:gd name="connsiteX27" fmla="*/ 1743740 w 3694535"/>
              <a:gd name="connsiteY27" fmla="*/ 4492350 h 4492350"/>
              <a:gd name="connsiteX0" fmla="*/ 1743740 w 3694535"/>
              <a:gd name="connsiteY0" fmla="*/ 4492350 h 4492350"/>
              <a:gd name="connsiteX1" fmla="*/ 1796903 w 3694535"/>
              <a:gd name="connsiteY1" fmla="*/ 3785190 h 4492350"/>
              <a:gd name="connsiteX2" fmla="*/ 1307805 w 3694535"/>
              <a:gd name="connsiteY2" fmla="*/ 3381153 h 4492350"/>
              <a:gd name="connsiteX3" fmla="*/ 31898 w 3694535"/>
              <a:gd name="connsiteY3" fmla="*/ 2945218 h 4492350"/>
              <a:gd name="connsiteX4" fmla="*/ 1127052 w 3694535"/>
              <a:gd name="connsiteY4" fmla="*/ 3242930 h 4492350"/>
              <a:gd name="connsiteX5" fmla="*/ 393405 w 3694535"/>
              <a:gd name="connsiteY5" fmla="*/ 2456121 h 4492350"/>
              <a:gd name="connsiteX6" fmla="*/ 1775638 w 3694535"/>
              <a:gd name="connsiteY6" fmla="*/ 3519376 h 4492350"/>
              <a:gd name="connsiteX7" fmla="*/ 1683956 w 3694535"/>
              <a:gd name="connsiteY7" fmla="*/ 2424409 h 4492350"/>
              <a:gd name="connsiteX8" fmla="*/ 0 w 3694535"/>
              <a:gd name="connsiteY8" fmla="*/ 754911 h 4492350"/>
              <a:gd name="connsiteX9" fmla="*/ 988828 w 3694535"/>
              <a:gd name="connsiteY9" fmla="*/ 1924493 h 4492350"/>
              <a:gd name="connsiteX10" fmla="*/ 1137684 w 3694535"/>
              <a:gd name="connsiteY10" fmla="*/ 861237 h 4492350"/>
              <a:gd name="connsiteX11" fmla="*/ 1222745 w 3694535"/>
              <a:gd name="connsiteY11" fmla="*/ 2062716 h 4492350"/>
              <a:gd name="connsiteX12" fmla="*/ 1690577 w 3694535"/>
              <a:gd name="connsiteY12" fmla="*/ 2190307 h 4492350"/>
              <a:gd name="connsiteX13" fmla="*/ 1956391 w 3694535"/>
              <a:gd name="connsiteY13" fmla="*/ 0 h 4492350"/>
              <a:gd name="connsiteX14" fmla="*/ 2027834 w 3694535"/>
              <a:gd name="connsiteY14" fmla="*/ 986216 h 4492350"/>
              <a:gd name="connsiteX15" fmla="*/ 1881963 w 3694535"/>
              <a:gd name="connsiteY15" fmla="*/ 2060385 h 4492350"/>
              <a:gd name="connsiteX16" fmla="*/ 2057494 w 3694535"/>
              <a:gd name="connsiteY16" fmla="*/ 3046321 h 4492350"/>
              <a:gd name="connsiteX17" fmla="*/ 2647507 w 3694535"/>
              <a:gd name="connsiteY17" fmla="*/ 2519916 h 4492350"/>
              <a:gd name="connsiteX18" fmla="*/ 2913694 w 3694535"/>
              <a:gd name="connsiteY18" fmla="*/ 1291762 h 4492350"/>
              <a:gd name="connsiteX19" fmla="*/ 2806809 w 3694535"/>
              <a:gd name="connsiteY19" fmla="*/ 2383091 h 4492350"/>
              <a:gd name="connsiteX20" fmla="*/ 3694535 w 3694535"/>
              <a:gd name="connsiteY20" fmla="*/ 1124252 h 4492350"/>
              <a:gd name="connsiteX21" fmla="*/ 2222205 w 3694535"/>
              <a:gd name="connsiteY21" fmla="*/ 3370521 h 4492350"/>
              <a:gd name="connsiteX22" fmla="*/ 2169042 w 3694535"/>
              <a:gd name="connsiteY22" fmla="*/ 3817088 h 4492350"/>
              <a:gd name="connsiteX23" fmla="*/ 3317358 w 3694535"/>
              <a:gd name="connsiteY23" fmla="*/ 3094074 h 4492350"/>
              <a:gd name="connsiteX24" fmla="*/ 2194317 w 3694535"/>
              <a:gd name="connsiteY24" fmla="*/ 4030951 h 4492350"/>
              <a:gd name="connsiteX25" fmla="*/ 2232838 w 3694535"/>
              <a:gd name="connsiteY25" fmla="*/ 4476307 h 4492350"/>
              <a:gd name="connsiteX26" fmla="*/ 2218194 w 3694535"/>
              <a:gd name="connsiteY26" fmla="*/ 4491415 h 4492350"/>
              <a:gd name="connsiteX27" fmla="*/ 1743740 w 3694535"/>
              <a:gd name="connsiteY27" fmla="*/ 4492350 h 4492350"/>
              <a:gd name="connsiteX0" fmla="*/ 1743740 w 3694535"/>
              <a:gd name="connsiteY0" fmla="*/ 4492350 h 4492350"/>
              <a:gd name="connsiteX1" fmla="*/ 1796903 w 3694535"/>
              <a:gd name="connsiteY1" fmla="*/ 3785190 h 4492350"/>
              <a:gd name="connsiteX2" fmla="*/ 1307805 w 3694535"/>
              <a:gd name="connsiteY2" fmla="*/ 3381153 h 4492350"/>
              <a:gd name="connsiteX3" fmla="*/ 31898 w 3694535"/>
              <a:gd name="connsiteY3" fmla="*/ 2945218 h 4492350"/>
              <a:gd name="connsiteX4" fmla="*/ 1127052 w 3694535"/>
              <a:gd name="connsiteY4" fmla="*/ 3242930 h 4492350"/>
              <a:gd name="connsiteX5" fmla="*/ 393405 w 3694535"/>
              <a:gd name="connsiteY5" fmla="*/ 2456121 h 4492350"/>
              <a:gd name="connsiteX6" fmla="*/ 1775638 w 3694535"/>
              <a:gd name="connsiteY6" fmla="*/ 3519376 h 4492350"/>
              <a:gd name="connsiteX7" fmla="*/ 1683956 w 3694535"/>
              <a:gd name="connsiteY7" fmla="*/ 2424409 h 4492350"/>
              <a:gd name="connsiteX8" fmla="*/ 0 w 3694535"/>
              <a:gd name="connsiteY8" fmla="*/ 754911 h 4492350"/>
              <a:gd name="connsiteX9" fmla="*/ 988828 w 3694535"/>
              <a:gd name="connsiteY9" fmla="*/ 1924493 h 4492350"/>
              <a:gd name="connsiteX10" fmla="*/ 1137684 w 3694535"/>
              <a:gd name="connsiteY10" fmla="*/ 861237 h 4492350"/>
              <a:gd name="connsiteX11" fmla="*/ 1222745 w 3694535"/>
              <a:gd name="connsiteY11" fmla="*/ 2062716 h 4492350"/>
              <a:gd name="connsiteX12" fmla="*/ 1714640 w 3694535"/>
              <a:gd name="connsiteY12" fmla="*/ 2194318 h 4492350"/>
              <a:gd name="connsiteX13" fmla="*/ 1956391 w 3694535"/>
              <a:gd name="connsiteY13" fmla="*/ 0 h 4492350"/>
              <a:gd name="connsiteX14" fmla="*/ 2027834 w 3694535"/>
              <a:gd name="connsiteY14" fmla="*/ 986216 h 4492350"/>
              <a:gd name="connsiteX15" fmla="*/ 1881963 w 3694535"/>
              <a:gd name="connsiteY15" fmla="*/ 2060385 h 4492350"/>
              <a:gd name="connsiteX16" fmla="*/ 2057494 w 3694535"/>
              <a:gd name="connsiteY16" fmla="*/ 3046321 h 4492350"/>
              <a:gd name="connsiteX17" fmla="*/ 2647507 w 3694535"/>
              <a:gd name="connsiteY17" fmla="*/ 2519916 h 4492350"/>
              <a:gd name="connsiteX18" fmla="*/ 2913694 w 3694535"/>
              <a:gd name="connsiteY18" fmla="*/ 1291762 h 4492350"/>
              <a:gd name="connsiteX19" fmla="*/ 2806809 w 3694535"/>
              <a:gd name="connsiteY19" fmla="*/ 2383091 h 4492350"/>
              <a:gd name="connsiteX20" fmla="*/ 3694535 w 3694535"/>
              <a:gd name="connsiteY20" fmla="*/ 1124252 h 4492350"/>
              <a:gd name="connsiteX21" fmla="*/ 2222205 w 3694535"/>
              <a:gd name="connsiteY21" fmla="*/ 3370521 h 4492350"/>
              <a:gd name="connsiteX22" fmla="*/ 2169042 w 3694535"/>
              <a:gd name="connsiteY22" fmla="*/ 3817088 h 4492350"/>
              <a:gd name="connsiteX23" fmla="*/ 3317358 w 3694535"/>
              <a:gd name="connsiteY23" fmla="*/ 3094074 h 4492350"/>
              <a:gd name="connsiteX24" fmla="*/ 2194317 w 3694535"/>
              <a:gd name="connsiteY24" fmla="*/ 4030951 h 4492350"/>
              <a:gd name="connsiteX25" fmla="*/ 2232838 w 3694535"/>
              <a:gd name="connsiteY25" fmla="*/ 4476307 h 4492350"/>
              <a:gd name="connsiteX26" fmla="*/ 2218194 w 3694535"/>
              <a:gd name="connsiteY26" fmla="*/ 4491415 h 4492350"/>
              <a:gd name="connsiteX27" fmla="*/ 1743740 w 3694535"/>
              <a:gd name="connsiteY27" fmla="*/ 4492350 h 4492350"/>
              <a:gd name="connsiteX0" fmla="*/ 1743740 w 3694535"/>
              <a:gd name="connsiteY0" fmla="*/ 4492350 h 4492350"/>
              <a:gd name="connsiteX1" fmla="*/ 1796903 w 3694535"/>
              <a:gd name="connsiteY1" fmla="*/ 3785190 h 4492350"/>
              <a:gd name="connsiteX2" fmla="*/ 1307805 w 3694535"/>
              <a:gd name="connsiteY2" fmla="*/ 3381153 h 4492350"/>
              <a:gd name="connsiteX3" fmla="*/ 31898 w 3694535"/>
              <a:gd name="connsiteY3" fmla="*/ 2945218 h 4492350"/>
              <a:gd name="connsiteX4" fmla="*/ 1127052 w 3694535"/>
              <a:gd name="connsiteY4" fmla="*/ 3242930 h 4492350"/>
              <a:gd name="connsiteX5" fmla="*/ 393405 w 3694535"/>
              <a:gd name="connsiteY5" fmla="*/ 2456121 h 4492350"/>
              <a:gd name="connsiteX6" fmla="*/ 1775638 w 3694535"/>
              <a:gd name="connsiteY6" fmla="*/ 3519376 h 4492350"/>
              <a:gd name="connsiteX7" fmla="*/ 1683956 w 3694535"/>
              <a:gd name="connsiteY7" fmla="*/ 2424409 h 4492350"/>
              <a:gd name="connsiteX8" fmla="*/ 0 w 3694535"/>
              <a:gd name="connsiteY8" fmla="*/ 754911 h 4492350"/>
              <a:gd name="connsiteX9" fmla="*/ 988828 w 3694535"/>
              <a:gd name="connsiteY9" fmla="*/ 1924493 h 4492350"/>
              <a:gd name="connsiteX10" fmla="*/ 1137684 w 3694535"/>
              <a:gd name="connsiteY10" fmla="*/ 861237 h 4492350"/>
              <a:gd name="connsiteX11" fmla="*/ 1222745 w 3694535"/>
              <a:gd name="connsiteY11" fmla="*/ 2062716 h 4492350"/>
              <a:gd name="connsiteX12" fmla="*/ 1714640 w 3694535"/>
              <a:gd name="connsiteY12" fmla="*/ 2194318 h 4492350"/>
              <a:gd name="connsiteX13" fmla="*/ 1956391 w 3694535"/>
              <a:gd name="connsiteY13" fmla="*/ 0 h 4492350"/>
              <a:gd name="connsiteX14" fmla="*/ 2027834 w 3694535"/>
              <a:gd name="connsiteY14" fmla="*/ 986216 h 4492350"/>
              <a:gd name="connsiteX15" fmla="*/ 1881963 w 3694535"/>
              <a:gd name="connsiteY15" fmla="*/ 2060385 h 4492350"/>
              <a:gd name="connsiteX16" fmla="*/ 2057494 w 3694535"/>
              <a:gd name="connsiteY16" fmla="*/ 3046321 h 4492350"/>
              <a:gd name="connsiteX17" fmla="*/ 2647507 w 3694535"/>
              <a:gd name="connsiteY17" fmla="*/ 2519916 h 4492350"/>
              <a:gd name="connsiteX18" fmla="*/ 2913694 w 3694535"/>
              <a:gd name="connsiteY18" fmla="*/ 1291762 h 4492350"/>
              <a:gd name="connsiteX19" fmla="*/ 2806809 w 3694535"/>
              <a:gd name="connsiteY19" fmla="*/ 2383091 h 4492350"/>
              <a:gd name="connsiteX20" fmla="*/ 3694535 w 3694535"/>
              <a:gd name="connsiteY20" fmla="*/ 1124252 h 4492350"/>
              <a:gd name="connsiteX21" fmla="*/ 2222205 w 3694535"/>
              <a:gd name="connsiteY21" fmla="*/ 3370521 h 4492350"/>
              <a:gd name="connsiteX22" fmla="*/ 2169042 w 3694535"/>
              <a:gd name="connsiteY22" fmla="*/ 3817088 h 4492350"/>
              <a:gd name="connsiteX23" fmla="*/ 3317358 w 3694535"/>
              <a:gd name="connsiteY23" fmla="*/ 3094074 h 4492350"/>
              <a:gd name="connsiteX24" fmla="*/ 2194317 w 3694535"/>
              <a:gd name="connsiteY24" fmla="*/ 4030951 h 4492350"/>
              <a:gd name="connsiteX25" fmla="*/ 2232838 w 3694535"/>
              <a:gd name="connsiteY25" fmla="*/ 4476307 h 4492350"/>
              <a:gd name="connsiteX26" fmla="*/ 2218194 w 3694535"/>
              <a:gd name="connsiteY26" fmla="*/ 4491415 h 4492350"/>
              <a:gd name="connsiteX27" fmla="*/ 1743740 w 3694535"/>
              <a:gd name="connsiteY27" fmla="*/ 4492350 h 4492350"/>
              <a:gd name="connsiteX0" fmla="*/ 1743740 w 3694535"/>
              <a:gd name="connsiteY0" fmla="*/ 4492350 h 4492350"/>
              <a:gd name="connsiteX1" fmla="*/ 1796903 w 3694535"/>
              <a:gd name="connsiteY1" fmla="*/ 3785190 h 4492350"/>
              <a:gd name="connsiteX2" fmla="*/ 1307805 w 3694535"/>
              <a:gd name="connsiteY2" fmla="*/ 3381153 h 4492350"/>
              <a:gd name="connsiteX3" fmla="*/ 31898 w 3694535"/>
              <a:gd name="connsiteY3" fmla="*/ 2945218 h 4492350"/>
              <a:gd name="connsiteX4" fmla="*/ 1127052 w 3694535"/>
              <a:gd name="connsiteY4" fmla="*/ 3242930 h 4492350"/>
              <a:gd name="connsiteX5" fmla="*/ 393405 w 3694535"/>
              <a:gd name="connsiteY5" fmla="*/ 2456121 h 4492350"/>
              <a:gd name="connsiteX6" fmla="*/ 1775638 w 3694535"/>
              <a:gd name="connsiteY6" fmla="*/ 3519376 h 4492350"/>
              <a:gd name="connsiteX7" fmla="*/ 1683956 w 3694535"/>
              <a:gd name="connsiteY7" fmla="*/ 2424409 h 4492350"/>
              <a:gd name="connsiteX8" fmla="*/ 0 w 3694535"/>
              <a:gd name="connsiteY8" fmla="*/ 754911 h 4492350"/>
              <a:gd name="connsiteX9" fmla="*/ 988828 w 3694535"/>
              <a:gd name="connsiteY9" fmla="*/ 1924493 h 4492350"/>
              <a:gd name="connsiteX10" fmla="*/ 1137684 w 3694535"/>
              <a:gd name="connsiteY10" fmla="*/ 861237 h 4492350"/>
              <a:gd name="connsiteX11" fmla="*/ 1222745 w 3694535"/>
              <a:gd name="connsiteY11" fmla="*/ 2062716 h 4492350"/>
              <a:gd name="connsiteX12" fmla="*/ 1714640 w 3694535"/>
              <a:gd name="connsiteY12" fmla="*/ 2194318 h 4492350"/>
              <a:gd name="connsiteX13" fmla="*/ 1956391 w 3694535"/>
              <a:gd name="connsiteY13" fmla="*/ 0 h 4492350"/>
              <a:gd name="connsiteX14" fmla="*/ 2027834 w 3694535"/>
              <a:gd name="connsiteY14" fmla="*/ 986216 h 4492350"/>
              <a:gd name="connsiteX15" fmla="*/ 1881963 w 3694535"/>
              <a:gd name="connsiteY15" fmla="*/ 2060385 h 4492350"/>
              <a:gd name="connsiteX16" fmla="*/ 2057494 w 3694535"/>
              <a:gd name="connsiteY16" fmla="*/ 3046321 h 4492350"/>
              <a:gd name="connsiteX17" fmla="*/ 2647507 w 3694535"/>
              <a:gd name="connsiteY17" fmla="*/ 2519916 h 4492350"/>
              <a:gd name="connsiteX18" fmla="*/ 2913694 w 3694535"/>
              <a:gd name="connsiteY18" fmla="*/ 1291762 h 4492350"/>
              <a:gd name="connsiteX19" fmla="*/ 2806809 w 3694535"/>
              <a:gd name="connsiteY19" fmla="*/ 2383091 h 4492350"/>
              <a:gd name="connsiteX20" fmla="*/ 3694535 w 3694535"/>
              <a:gd name="connsiteY20" fmla="*/ 1124252 h 4492350"/>
              <a:gd name="connsiteX21" fmla="*/ 2222205 w 3694535"/>
              <a:gd name="connsiteY21" fmla="*/ 3370521 h 4492350"/>
              <a:gd name="connsiteX22" fmla="*/ 2169042 w 3694535"/>
              <a:gd name="connsiteY22" fmla="*/ 3817088 h 4492350"/>
              <a:gd name="connsiteX23" fmla="*/ 3317358 w 3694535"/>
              <a:gd name="connsiteY23" fmla="*/ 3094074 h 4492350"/>
              <a:gd name="connsiteX24" fmla="*/ 2194317 w 3694535"/>
              <a:gd name="connsiteY24" fmla="*/ 4030951 h 4492350"/>
              <a:gd name="connsiteX25" fmla="*/ 2232838 w 3694535"/>
              <a:gd name="connsiteY25" fmla="*/ 4476307 h 4492350"/>
              <a:gd name="connsiteX26" fmla="*/ 2218194 w 3694535"/>
              <a:gd name="connsiteY26" fmla="*/ 4491415 h 4492350"/>
              <a:gd name="connsiteX27" fmla="*/ 1743740 w 3694535"/>
              <a:gd name="connsiteY27" fmla="*/ 4492350 h 4492350"/>
              <a:gd name="connsiteX0" fmla="*/ 1743740 w 3694535"/>
              <a:gd name="connsiteY0" fmla="*/ 4492350 h 4492350"/>
              <a:gd name="connsiteX1" fmla="*/ 1796903 w 3694535"/>
              <a:gd name="connsiteY1" fmla="*/ 3785190 h 4492350"/>
              <a:gd name="connsiteX2" fmla="*/ 1307805 w 3694535"/>
              <a:gd name="connsiteY2" fmla="*/ 3381153 h 4492350"/>
              <a:gd name="connsiteX3" fmla="*/ 31898 w 3694535"/>
              <a:gd name="connsiteY3" fmla="*/ 2945218 h 4492350"/>
              <a:gd name="connsiteX4" fmla="*/ 1127052 w 3694535"/>
              <a:gd name="connsiteY4" fmla="*/ 3242930 h 4492350"/>
              <a:gd name="connsiteX5" fmla="*/ 393405 w 3694535"/>
              <a:gd name="connsiteY5" fmla="*/ 2456121 h 4492350"/>
              <a:gd name="connsiteX6" fmla="*/ 1775638 w 3694535"/>
              <a:gd name="connsiteY6" fmla="*/ 3519376 h 4492350"/>
              <a:gd name="connsiteX7" fmla="*/ 1683956 w 3694535"/>
              <a:gd name="connsiteY7" fmla="*/ 2424409 h 4492350"/>
              <a:gd name="connsiteX8" fmla="*/ 0 w 3694535"/>
              <a:gd name="connsiteY8" fmla="*/ 754911 h 4492350"/>
              <a:gd name="connsiteX9" fmla="*/ 988828 w 3694535"/>
              <a:gd name="connsiteY9" fmla="*/ 1924493 h 4492350"/>
              <a:gd name="connsiteX10" fmla="*/ 1137684 w 3694535"/>
              <a:gd name="connsiteY10" fmla="*/ 861237 h 4492350"/>
              <a:gd name="connsiteX11" fmla="*/ 1222745 w 3694535"/>
              <a:gd name="connsiteY11" fmla="*/ 2062716 h 4492350"/>
              <a:gd name="connsiteX12" fmla="*/ 1714640 w 3694535"/>
              <a:gd name="connsiteY12" fmla="*/ 2194318 h 4492350"/>
              <a:gd name="connsiteX13" fmla="*/ 1956391 w 3694535"/>
              <a:gd name="connsiteY13" fmla="*/ 0 h 4492350"/>
              <a:gd name="connsiteX14" fmla="*/ 2027834 w 3694535"/>
              <a:gd name="connsiteY14" fmla="*/ 986216 h 4492350"/>
              <a:gd name="connsiteX15" fmla="*/ 1881963 w 3694535"/>
              <a:gd name="connsiteY15" fmla="*/ 2060385 h 4492350"/>
              <a:gd name="connsiteX16" fmla="*/ 2057494 w 3694535"/>
              <a:gd name="connsiteY16" fmla="*/ 3046321 h 4492350"/>
              <a:gd name="connsiteX17" fmla="*/ 2647507 w 3694535"/>
              <a:gd name="connsiteY17" fmla="*/ 2519916 h 4492350"/>
              <a:gd name="connsiteX18" fmla="*/ 2913694 w 3694535"/>
              <a:gd name="connsiteY18" fmla="*/ 1291762 h 4492350"/>
              <a:gd name="connsiteX19" fmla="*/ 2806809 w 3694535"/>
              <a:gd name="connsiteY19" fmla="*/ 2383091 h 4492350"/>
              <a:gd name="connsiteX20" fmla="*/ 3694535 w 3694535"/>
              <a:gd name="connsiteY20" fmla="*/ 1124252 h 4492350"/>
              <a:gd name="connsiteX21" fmla="*/ 2222205 w 3694535"/>
              <a:gd name="connsiteY21" fmla="*/ 3370521 h 4492350"/>
              <a:gd name="connsiteX22" fmla="*/ 2169042 w 3694535"/>
              <a:gd name="connsiteY22" fmla="*/ 3817088 h 4492350"/>
              <a:gd name="connsiteX23" fmla="*/ 3317358 w 3694535"/>
              <a:gd name="connsiteY23" fmla="*/ 3094074 h 4492350"/>
              <a:gd name="connsiteX24" fmla="*/ 2194317 w 3694535"/>
              <a:gd name="connsiteY24" fmla="*/ 4030951 h 4492350"/>
              <a:gd name="connsiteX25" fmla="*/ 2232838 w 3694535"/>
              <a:gd name="connsiteY25" fmla="*/ 4476307 h 4492350"/>
              <a:gd name="connsiteX26" fmla="*/ 2218194 w 3694535"/>
              <a:gd name="connsiteY26" fmla="*/ 4491415 h 4492350"/>
              <a:gd name="connsiteX27" fmla="*/ 1743740 w 3694535"/>
              <a:gd name="connsiteY27" fmla="*/ 4492350 h 4492350"/>
              <a:gd name="connsiteX0" fmla="*/ 1743740 w 3694535"/>
              <a:gd name="connsiteY0" fmla="*/ 4492350 h 4492350"/>
              <a:gd name="connsiteX1" fmla="*/ 1796903 w 3694535"/>
              <a:gd name="connsiteY1" fmla="*/ 3785190 h 4492350"/>
              <a:gd name="connsiteX2" fmla="*/ 1307805 w 3694535"/>
              <a:gd name="connsiteY2" fmla="*/ 3381153 h 4492350"/>
              <a:gd name="connsiteX3" fmla="*/ 31898 w 3694535"/>
              <a:gd name="connsiteY3" fmla="*/ 2945218 h 4492350"/>
              <a:gd name="connsiteX4" fmla="*/ 1127052 w 3694535"/>
              <a:gd name="connsiteY4" fmla="*/ 3242930 h 4492350"/>
              <a:gd name="connsiteX5" fmla="*/ 393405 w 3694535"/>
              <a:gd name="connsiteY5" fmla="*/ 2456121 h 4492350"/>
              <a:gd name="connsiteX6" fmla="*/ 1775638 w 3694535"/>
              <a:gd name="connsiteY6" fmla="*/ 3519376 h 4492350"/>
              <a:gd name="connsiteX7" fmla="*/ 1683956 w 3694535"/>
              <a:gd name="connsiteY7" fmla="*/ 2424409 h 4492350"/>
              <a:gd name="connsiteX8" fmla="*/ 0 w 3694535"/>
              <a:gd name="connsiteY8" fmla="*/ 754911 h 4492350"/>
              <a:gd name="connsiteX9" fmla="*/ 988828 w 3694535"/>
              <a:gd name="connsiteY9" fmla="*/ 1924493 h 4492350"/>
              <a:gd name="connsiteX10" fmla="*/ 1137684 w 3694535"/>
              <a:gd name="connsiteY10" fmla="*/ 861237 h 4492350"/>
              <a:gd name="connsiteX11" fmla="*/ 1222745 w 3694535"/>
              <a:gd name="connsiteY11" fmla="*/ 2062716 h 4492350"/>
              <a:gd name="connsiteX12" fmla="*/ 1714640 w 3694535"/>
              <a:gd name="connsiteY12" fmla="*/ 2194318 h 4492350"/>
              <a:gd name="connsiteX13" fmla="*/ 1956391 w 3694535"/>
              <a:gd name="connsiteY13" fmla="*/ 0 h 4492350"/>
              <a:gd name="connsiteX14" fmla="*/ 2027834 w 3694535"/>
              <a:gd name="connsiteY14" fmla="*/ 986216 h 4492350"/>
              <a:gd name="connsiteX15" fmla="*/ 1881963 w 3694535"/>
              <a:gd name="connsiteY15" fmla="*/ 2060385 h 4492350"/>
              <a:gd name="connsiteX16" fmla="*/ 2057494 w 3694535"/>
              <a:gd name="connsiteY16" fmla="*/ 3046321 h 4492350"/>
              <a:gd name="connsiteX17" fmla="*/ 2647507 w 3694535"/>
              <a:gd name="connsiteY17" fmla="*/ 2519916 h 4492350"/>
              <a:gd name="connsiteX18" fmla="*/ 2913694 w 3694535"/>
              <a:gd name="connsiteY18" fmla="*/ 1291762 h 4492350"/>
              <a:gd name="connsiteX19" fmla="*/ 2806809 w 3694535"/>
              <a:gd name="connsiteY19" fmla="*/ 2383091 h 4492350"/>
              <a:gd name="connsiteX20" fmla="*/ 3694535 w 3694535"/>
              <a:gd name="connsiteY20" fmla="*/ 1124252 h 4492350"/>
              <a:gd name="connsiteX21" fmla="*/ 2222205 w 3694535"/>
              <a:gd name="connsiteY21" fmla="*/ 3370521 h 4492350"/>
              <a:gd name="connsiteX22" fmla="*/ 2169042 w 3694535"/>
              <a:gd name="connsiteY22" fmla="*/ 3817088 h 4492350"/>
              <a:gd name="connsiteX23" fmla="*/ 3317358 w 3694535"/>
              <a:gd name="connsiteY23" fmla="*/ 3094074 h 4492350"/>
              <a:gd name="connsiteX24" fmla="*/ 2194317 w 3694535"/>
              <a:gd name="connsiteY24" fmla="*/ 4030951 h 4492350"/>
              <a:gd name="connsiteX25" fmla="*/ 2232838 w 3694535"/>
              <a:gd name="connsiteY25" fmla="*/ 4476307 h 4492350"/>
              <a:gd name="connsiteX26" fmla="*/ 2218194 w 3694535"/>
              <a:gd name="connsiteY26" fmla="*/ 4491415 h 4492350"/>
              <a:gd name="connsiteX27" fmla="*/ 1743740 w 3694535"/>
              <a:gd name="connsiteY27" fmla="*/ 4492350 h 4492350"/>
              <a:gd name="connsiteX0" fmla="*/ 1743740 w 3694535"/>
              <a:gd name="connsiteY0" fmla="*/ 4492350 h 4492350"/>
              <a:gd name="connsiteX1" fmla="*/ 1796903 w 3694535"/>
              <a:gd name="connsiteY1" fmla="*/ 3785190 h 4492350"/>
              <a:gd name="connsiteX2" fmla="*/ 1307805 w 3694535"/>
              <a:gd name="connsiteY2" fmla="*/ 3381153 h 4492350"/>
              <a:gd name="connsiteX3" fmla="*/ 31898 w 3694535"/>
              <a:gd name="connsiteY3" fmla="*/ 2945218 h 4492350"/>
              <a:gd name="connsiteX4" fmla="*/ 1127052 w 3694535"/>
              <a:gd name="connsiteY4" fmla="*/ 3242930 h 4492350"/>
              <a:gd name="connsiteX5" fmla="*/ 393405 w 3694535"/>
              <a:gd name="connsiteY5" fmla="*/ 2456121 h 4492350"/>
              <a:gd name="connsiteX6" fmla="*/ 1775638 w 3694535"/>
              <a:gd name="connsiteY6" fmla="*/ 3519376 h 4492350"/>
              <a:gd name="connsiteX7" fmla="*/ 1683956 w 3694535"/>
              <a:gd name="connsiteY7" fmla="*/ 2424409 h 4492350"/>
              <a:gd name="connsiteX8" fmla="*/ 0 w 3694535"/>
              <a:gd name="connsiteY8" fmla="*/ 754911 h 4492350"/>
              <a:gd name="connsiteX9" fmla="*/ 988828 w 3694535"/>
              <a:gd name="connsiteY9" fmla="*/ 1924493 h 4492350"/>
              <a:gd name="connsiteX10" fmla="*/ 1137684 w 3694535"/>
              <a:gd name="connsiteY10" fmla="*/ 861237 h 4492350"/>
              <a:gd name="connsiteX11" fmla="*/ 1222745 w 3694535"/>
              <a:gd name="connsiteY11" fmla="*/ 2062716 h 4492350"/>
              <a:gd name="connsiteX12" fmla="*/ 1714640 w 3694535"/>
              <a:gd name="connsiteY12" fmla="*/ 2194318 h 4492350"/>
              <a:gd name="connsiteX13" fmla="*/ 1956391 w 3694535"/>
              <a:gd name="connsiteY13" fmla="*/ 0 h 4492350"/>
              <a:gd name="connsiteX14" fmla="*/ 2027834 w 3694535"/>
              <a:gd name="connsiteY14" fmla="*/ 986216 h 4492350"/>
              <a:gd name="connsiteX15" fmla="*/ 1881963 w 3694535"/>
              <a:gd name="connsiteY15" fmla="*/ 2060385 h 4492350"/>
              <a:gd name="connsiteX16" fmla="*/ 2057494 w 3694535"/>
              <a:gd name="connsiteY16" fmla="*/ 3046321 h 4492350"/>
              <a:gd name="connsiteX17" fmla="*/ 2647507 w 3694535"/>
              <a:gd name="connsiteY17" fmla="*/ 2519916 h 4492350"/>
              <a:gd name="connsiteX18" fmla="*/ 2913694 w 3694535"/>
              <a:gd name="connsiteY18" fmla="*/ 1291762 h 4492350"/>
              <a:gd name="connsiteX19" fmla="*/ 2806809 w 3694535"/>
              <a:gd name="connsiteY19" fmla="*/ 2383091 h 4492350"/>
              <a:gd name="connsiteX20" fmla="*/ 3694535 w 3694535"/>
              <a:gd name="connsiteY20" fmla="*/ 1124252 h 4492350"/>
              <a:gd name="connsiteX21" fmla="*/ 2222205 w 3694535"/>
              <a:gd name="connsiteY21" fmla="*/ 3370521 h 4492350"/>
              <a:gd name="connsiteX22" fmla="*/ 2169042 w 3694535"/>
              <a:gd name="connsiteY22" fmla="*/ 3817088 h 4492350"/>
              <a:gd name="connsiteX23" fmla="*/ 3317358 w 3694535"/>
              <a:gd name="connsiteY23" fmla="*/ 3094074 h 4492350"/>
              <a:gd name="connsiteX24" fmla="*/ 2194317 w 3694535"/>
              <a:gd name="connsiteY24" fmla="*/ 4030951 h 4492350"/>
              <a:gd name="connsiteX25" fmla="*/ 2232838 w 3694535"/>
              <a:gd name="connsiteY25" fmla="*/ 4476307 h 4492350"/>
              <a:gd name="connsiteX26" fmla="*/ 2218194 w 3694535"/>
              <a:gd name="connsiteY26" fmla="*/ 4491415 h 4492350"/>
              <a:gd name="connsiteX27" fmla="*/ 1743740 w 3694535"/>
              <a:gd name="connsiteY27" fmla="*/ 4492350 h 4492350"/>
              <a:gd name="connsiteX0" fmla="*/ 1743740 w 3694535"/>
              <a:gd name="connsiteY0" fmla="*/ 4492350 h 4492350"/>
              <a:gd name="connsiteX1" fmla="*/ 1796903 w 3694535"/>
              <a:gd name="connsiteY1" fmla="*/ 3785190 h 4492350"/>
              <a:gd name="connsiteX2" fmla="*/ 1307805 w 3694535"/>
              <a:gd name="connsiteY2" fmla="*/ 3381153 h 4492350"/>
              <a:gd name="connsiteX3" fmla="*/ 31898 w 3694535"/>
              <a:gd name="connsiteY3" fmla="*/ 2945218 h 4492350"/>
              <a:gd name="connsiteX4" fmla="*/ 1127052 w 3694535"/>
              <a:gd name="connsiteY4" fmla="*/ 3242930 h 4492350"/>
              <a:gd name="connsiteX5" fmla="*/ 393405 w 3694535"/>
              <a:gd name="connsiteY5" fmla="*/ 2456121 h 4492350"/>
              <a:gd name="connsiteX6" fmla="*/ 1775638 w 3694535"/>
              <a:gd name="connsiteY6" fmla="*/ 3519376 h 4492350"/>
              <a:gd name="connsiteX7" fmla="*/ 1683956 w 3694535"/>
              <a:gd name="connsiteY7" fmla="*/ 2424409 h 4492350"/>
              <a:gd name="connsiteX8" fmla="*/ 0 w 3694535"/>
              <a:gd name="connsiteY8" fmla="*/ 754911 h 4492350"/>
              <a:gd name="connsiteX9" fmla="*/ 988828 w 3694535"/>
              <a:gd name="connsiteY9" fmla="*/ 1924493 h 4492350"/>
              <a:gd name="connsiteX10" fmla="*/ 1137684 w 3694535"/>
              <a:gd name="connsiteY10" fmla="*/ 861237 h 4492350"/>
              <a:gd name="connsiteX11" fmla="*/ 1222745 w 3694535"/>
              <a:gd name="connsiteY11" fmla="*/ 2062716 h 4492350"/>
              <a:gd name="connsiteX12" fmla="*/ 1714640 w 3694535"/>
              <a:gd name="connsiteY12" fmla="*/ 2194318 h 4492350"/>
              <a:gd name="connsiteX13" fmla="*/ 1956391 w 3694535"/>
              <a:gd name="connsiteY13" fmla="*/ 0 h 4492350"/>
              <a:gd name="connsiteX14" fmla="*/ 2027834 w 3694535"/>
              <a:gd name="connsiteY14" fmla="*/ 986216 h 4492350"/>
              <a:gd name="connsiteX15" fmla="*/ 1881963 w 3694535"/>
              <a:gd name="connsiteY15" fmla="*/ 2060385 h 4492350"/>
              <a:gd name="connsiteX16" fmla="*/ 2057494 w 3694535"/>
              <a:gd name="connsiteY16" fmla="*/ 3046321 h 4492350"/>
              <a:gd name="connsiteX17" fmla="*/ 2647507 w 3694535"/>
              <a:gd name="connsiteY17" fmla="*/ 2519916 h 4492350"/>
              <a:gd name="connsiteX18" fmla="*/ 2913694 w 3694535"/>
              <a:gd name="connsiteY18" fmla="*/ 1291762 h 4492350"/>
              <a:gd name="connsiteX19" fmla="*/ 2806809 w 3694535"/>
              <a:gd name="connsiteY19" fmla="*/ 2383091 h 4492350"/>
              <a:gd name="connsiteX20" fmla="*/ 3694535 w 3694535"/>
              <a:gd name="connsiteY20" fmla="*/ 1124252 h 4492350"/>
              <a:gd name="connsiteX21" fmla="*/ 2222205 w 3694535"/>
              <a:gd name="connsiteY21" fmla="*/ 3370521 h 4492350"/>
              <a:gd name="connsiteX22" fmla="*/ 2169042 w 3694535"/>
              <a:gd name="connsiteY22" fmla="*/ 3817088 h 4492350"/>
              <a:gd name="connsiteX23" fmla="*/ 3317358 w 3694535"/>
              <a:gd name="connsiteY23" fmla="*/ 3094074 h 4492350"/>
              <a:gd name="connsiteX24" fmla="*/ 2194317 w 3694535"/>
              <a:gd name="connsiteY24" fmla="*/ 4030951 h 4492350"/>
              <a:gd name="connsiteX25" fmla="*/ 2232838 w 3694535"/>
              <a:gd name="connsiteY25" fmla="*/ 4476307 h 4492350"/>
              <a:gd name="connsiteX26" fmla="*/ 2218194 w 3694535"/>
              <a:gd name="connsiteY26" fmla="*/ 4491415 h 4492350"/>
              <a:gd name="connsiteX27" fmla="*/ 1743740 w 3694535"/>
              <a:gd name="connsiteY27" fmla="*/ 4492350 h 4492350"/>
              <a:gd name="connsiteX0" fmla="*/ 1743740 w 3694535"/>
              <a:gd name="connsiteY0" fmla="*/ 4492350 h 4492350"/>
              <a:gd name="connsiteX1" fmla="*/ 1796903 w 3694535"/>
              <a:gd name="connsiteY1" fmla="*/ 3785190 h 4492350"/>
              <a:gd name="connsiteX2" fmla="*/ 1307805 w 3694535"/>
              <a:gd name="connsiteY2" fmla="*/ 3381153 h 4492350"/>
              <a:gd name="connsiteX3" fmla="*/ 31898 w 3694535"/>
              <a:gd name="connsiteY3" fmla="*/ 2945218 h 4492350"/>
              <a:gd name="connsiteX4" fmla="*/ 1127052 w 3694535"/>
              <a:gd name="connsiteY4" fmla="*/ 3242930 h 4492350"/>
              <a:gd name="connsiteX5" fmla="*/ 393405 w 3694535"/>
              <a:gd name="connsiteY5" fmla="*/ 2456121 h 4492350"/>
              <a:gd name="connsiteX6" fmla="*/ 1775638 w 3694535"/>
              <a:gd name="connsiteY6" fmla="*/ 3519376 h 4492350"/>
              <a:gd name="connsiteX7" fmla="*/ 1683956 w 3694535"/>
              <a:gd name="connsiteY7" fmla="*/ 2424409 h 4492350"/>
              <a:gd name="connsiteX8" fmla="*/ 0 w 3694535"/>
              <a:gd name="connsiteY8" fmla="*/ 754911 h 4492350"/>
              <a:gd name="connsiteX9" fmla="*/ 988828 w 3694535"/>
              <a:gd name="connsiteY9" fmla="*/ 1924493 h 4492350"/>
              <a:gd name="connsiteX10" fmla="*/ 1137684 w 3694535"/>
              <a:gd name="connsiteY10" fmla="*/ 861237 h 4492350"/>
              <a:gd name="connsiteX11" fmla="*/ 1222745 w 3694535"/>
              <a:gd name="connsiteY11" fmla="*/ 2062716 h 4492350"/>
              <a:gd name="connsiteX12" fmla="*/ 1714640 w 3694535"/>
              <a:gd name="connsiteY12" fmla="*/ 2194318 h 4492350"/>
              <a:gd name="connsiteX13" fmla="*/ 1956391 w 3694535"/>
              <a:gd name="connsiteY13" fmla="*/ 0 h 4492350"/>
              <a:gd name="connsiteX14" fmla="*/ 2027834 w 3694535"/>
              <a:gd name="connsiteY14" fmla="*/ 986216 h 4492350"/>
              <a:gd name="connsiteX15" fmla="*/ 1881963 w 3694535"/>
              <a:gd name="connsiteY15" fmla="*/ 2060385 h 4492350"/>
              <a:gd name="connsiteX16" fmla="*/ 2057494 w 3694535"/>
              <a:gd name="connsiteY16" fmla="*/ 3046321 h 4492350"/>
              <a:gd name="connsiteX17" fmla="*/ 2647507 w 3694535"/>
              <a:gd name="connsiteY17" fmla="*/ 2519916 h 4492350"/>
              <a:gd name="connsiteX18" fmla="*/ 2913694 w 3694535"/>
              <a:gd name="connsiteY18" fmla="*/ 1291762 h 4492350"/>
              <a:gd name="connsiteX19" fmla="*/ 2806809 w 3694535"/>
              <a:gd name="connsiteY19" fmla="*/ 2383091 h 4492350"/>
              <a:gd name="connsiteX20" fmla="*/ 3694535 w 3694535"/>
              <a:gd name="connsiteY20" fmla="*/ 1124252 h 4492350"/>
              <a:gd name="connsiteX21" fmla="*/ 2222205 w 3694535"/>
              <a:gd name="connsiteY21" fmla="*/ 3370521 h 4492350"/>
              <a:gd name="connsiteX22" fmla="*/ 2169042 w 3694535"/>
              <a:gd name="connsiteY22" fmla="*/ 3817088 h 4492350"/>
              <a:gd name="connsiteX23" fmla="*/ 3317358 w 3694535"/>
              <a:gd name="connsiteY23" fmla="*/ 3094074 h 4492350"/>
              <a:gd name="connsiteX24" fmla="*/ 2194317 w 3694535"/>
              <a:gd name="connsiteY24" fmla="*/ 4030951 h 4492350"/>
              <a:gd name="connsiteX25" fmla="*/ 2232838 w 3694535"/>
              <a:gd name="connsiteY25" fmla="*/ 4476307 h 4492350"/>
              <a:gd name="connsiteX26" fmla="*/ 2218194 w 3694535"/>
              <a:gd name="connsiteY26" fmla="*/ 4491415 h 4492350"/>
              <a:gd name="connsiteX27" fmla="*/ 1743740 w 3694535"/>
              <a:gd name="connsiteY27" fmla="*/ 4492350 h 4492350"/>
              <a:gd name="connsiteX0" fmla="*/ 1743740 w 3694535"/>
              <a:gd name="connsiteY0" fmla="*/ 4492350 h 4492350"/>
              <a:gd name="connsiteX1" fmla="*/ 1796903 w 3694535"/>
              <a:gd name="connsiteY1" fmla="*/ 3785190 h 4492350"/>
              <a:gd name="connsiteX2" fmla="*/ 1307805 w 3694535"/>
              <a:gd name="connsiteY2" fmla="*/ 3381153 h 4492350"/>
              <a:gd name="connsiteX3" fmla="*/ 31898 w 3694535"/>
              <a:gd name="connsiteY3" fmla="*/ 2945218 h 4492350"/>
              <a:gd name="connsiteX4" fmla="*/ 1127052 w 3694535"/>
              <a:gd name="connsiteY4" fmla="*/ 3242930 h 4492350"/>
              <a:gd name="connsiteX5" fmla="*/ 393405 w 3694535"/>
              <a:gd name="connsiteY5" fmla="*/ 2456121 h 4492350"/>
              <a:gd name="connsiteX6" fmla="*/ 1775638 w 3694535"/>
              <a:gd name="connsiteY6" fmla="*/ 3519376 h 4492350"/>
              <a:gd name="connsiteX7" fmla="*/ 1683956 w 3694535"/>
              <a:gd name="connsiteY7" fmla="*/ 2424409 h 4492350"/>
              <a:gd name="connsiteX8" fmla="*/ 0 w 3694535"/>
              <a:gd name="connsiteY8" fmla="*/ 754911 h 4492350"/>
              <a:gd name="connsiteX9" fmla="*/ 988828 w 3694535"/>
              <a:gd name="connsiteY9" fmla="*/ 1924493 h 4492350"/>
              <a:gd name="connsiteX10" fmla="*/ 1137684 w 3694535"/>
              <a:gd name="connsiteY10" fmla="*/ 861237 h 4492350"/>
              <a:gd name="connsiteX11" fmla="*/ 1194671 w 3694535"/>
              <a:gd name="connsiteY11" fmla="*/ 2026621 h 4492350"/>
              <a:gd name="connsiteX12" fmla="*/ 1714640 w 3694535"/>
              <a:gd name="connsiteY12" fmla="*/ 2194318 h 4492350"/>
              <a:gd name="connsiteX13" fmla="*/ 1956391 w 3694535"/>
              <a:gd name="connsiteY13" fmla="*/ 0 h 4492350"/>
              <a:gd name="connsiteX14" fmla="*/ 2027834 w 3694535"/>
              <a:gd name="connsiteY14" fmla="*/ 986216 h 4492350"/>
              <a:gd name="connsiteX15" fmla="*/ 1881963 w 3694535"/>
              <a:gd name="connsiteY15" fmla="*/ 2060385 h 4492350"/>
              <a:gd name="connsiteX16" fmla="*/ 2057494 w 3694535"/>
              <a:gd name="connsiteY16" fmla="*/ 3046321 h 4492350"/>
              <a:gd name="connsiteX17" fmla="*/ 2647507 w 3694535"/>
              <a:gd name="connsiteY17" fmla="*/ 2519916 h 4492350"/>
              <a:gd name="connsiteX18" fmla="*/ 2913694 w 3694535"/>
              <a:gd name="connsiteY18" fmla="*/ 1291762 h 4492350"/>
              <a:gd name="connsiteX19" fmla="*/ 2806809 w 3694535"/>
              <a:gd name="connsiteY19" fmla="*/ 2383091 h 4492350"/>
              <a:gd name="connsiteX20" fmla="*/ 3694535 w 3694535"/>
              <a:gd name="connsiteY20" fmla="*/ 1124252 h 4492350"/>
              <a:gd name="connsiteX21" fmla="*/ 2222205 w 3694535"/>
              <a:gd name="connsiteY21" fmla="*/ 3370521 h 4492350"/>
              <a:gd name="connsiteX22" fmla="*/ 2169042 w 3694535"/>
              <a:gd name="connsiteY22" fmla="*/ 3817088 h 4492350"/>
              <a:gd name="connsiteX23" fmla="*/ 3317358 w 3694535"/>
              <a:gd name="connsiteY23" fmla="*/ 3094074 h 4492350"/>
              <a:gd name="connsiteX24" fmla="*/ 2194317 w 3694535"/>
              <a:gd name="connsiteY24" fmla="*/ 4030951 h 4492350"/>
              <a:gd name="connsiteX25" fmla="*/ 2232838 w 3694535"/>
              <a:gd name="connsiteY25" fmla="*/ 4476307 h 4492350"/>
              <a:gd name="connsiteX26" fmla="*/ 2218194 w 3694535"/>
              <a:gd name="connsiteY26" fmla="*/ 4491415 h 4492350"/>
              <a:gd name="connsiteX27" fmla="*/ 1743740 w 3694535"/>
              <a:gd name="connsiteY27" fmla="*/ 4492350 h 4492350"/>
              <a:gd name="connsiteX0" fmla="*/ 1743740 w 3694535"/>
              <a:gd name="connsiteY0" fmla="*/ 4492350 h 4492350"/>
              <a:gd name="connsiteX1" fmla="*/ 1796903 w 3694535"/>
              <a:gd name="connsiteY1" fmla="*/ 3785190 h 4492350"/>
              <a:gd name="connsiteX2" fmla="*/ 1307805 w 3694535"/>
              <a:gd name="connsiteY2" fmla="*/ 3381153 h 4492350"/>
              <a:gd name="connsiteX3" fmla="*/ 31898 w 3694535"/>
              <a:gd name="connsiteY3" fmla="*/ 2945218 h 4492350"/>
              <a:gd name="connsiteX4" fmla="*/ 1127052 w 3694535"/>
              <a:gd name="connsiteY4" fmla="*/ 3242930 h 4492350"/>
              <a:gd name="connsiteX5" fmla="*/ 393405 w 3694535"/>
              <a:gd name="connsiteY5" fmla="*/ 2456121 h 4492350"/>
              <a:gd name="connsiteX6" fmla="*/ 1775638 w 3694535"/>
              <a:gd name="connsiteY6" fmla="*/ 3519376 h 4492350"/>
              <a:gd name="connsiteX7" fmla="*/ 1683956 w 3694535"/>
              <a:gd name="connsiteY7" fmla="*/ 2424409 h 4492350"/>
              <a:gd name="connsiteX8" fmla="*/ 0 w 3694535"/>
              <a:gd name="connsiteY8" fmla="*/ 754911 h 4492350"/>
              <a:gd name="connsiteX9" fmla="*/ 988828 w 3694535"/>
              <a:gd name="connsiteY9" fmla="*/ 1924493 h 4492350"/>
              <a:gd name="connsiteX10" fmla="*/ 1137684 w 3694535"/>
              <a:gd name="connsiteY10" fmla="*/ 861237 h 4492350"/>
              <a:gd name="connsiteX11" fmla="*/ 1194671 w 3694535"/>
              <a:gd name="connsiteY11" fmla="*/ 2026621 h 4492350"/>
              <a:gd name="connsiteX12" fmla="*/ 1714640 w 3694535"/>
              <a:gd name="connsiteY12" fmla="*/ 2194318 h 4492350"/>
              <a:gd name="connsiteX13" fmla="*/ 1956391 w 3694535"/>
              <a:gd name="connsiteY13" fmla="*/ 0 h 4492350"/>
              <a:gd name="connsiteX14" fmla="*/ 2027834 w 3694535"/>
              <a:gd name="connsiteY14" fmla="*/ 986216 h 4492350"/>
              <a:gd name="connsiteX15" fmla="*/ 1881963 w 3694535"/>
              <a:gd name="connsiteY15" fmla="*/ 2060385 h 4492350"/>
              <a:gd name="connsiteX16" fmla="*/ 2057494 w 3694535"/>
              <a:gd name="connsiteY16" fmla="*/ 3046321 h 4492350"/>
              <a:gd name="connsiteX17" fmla="*/ 2647507 w 3694535"/>
              <a:gd name="connsiteY17" fmla="*/ 2519916 h 4492350"/>
              <a:gd name="connsiteX18" fmla="*/ 2913694 w 3694535"/>
              <a:gd name="connsiteY18" fmla="*/ 1291762 h 4492350"/>
              <a:gd name="connsiteX19" fmla="*/ 2806809 w 3694535"/>
              <a:gd name="connsiteY19" fmla="*/ 2383091 h 4492350"/>
              <a:gd name="connsiteX20" fmla="*/ 3694535 w 3694535"/>
              <a:gd name="connsiteY20" fmla="*/ 1124252 h 4492350"/>
              <a:gd name="connsiteX21" fmla="*/ 2222205 w 3694535"/>
              <a:gd name="connsiteY21" fmla="*/ 3370521 h 4492350"/>
              <a:gd name="connsiteX22" fmla="*/ 2169042 w 3694535"/>
              <a:gd name="connsiteY22" fmla="*/ 3817088 h 4492350"/>
              <a:gd name="connsiteX23" fmla="*/ 3317358 w 3694535"/>
              <a:gd name="connsiteY23" fmla="*/ 3094074 h 4492350"/>
              <a:gd name="connsiteX24" fmla="*/ 2194317 w 3694535"/>
              <a:gd name="connsiteY24" fmla="*/ 4030951 h 4492350"/>
              <a:gd name="connsiteX25" fmla="*/ 2232838 w 3694535"/>
              <a:gd name="connsiteY25" fmla="*/ 4476307 h 4492350"/>
              <a:gd name="connsiteX26" fmla="*/ 2218194 w 3694535"/>
              <a:gd name="connsiteY26" fmla="*/ 4491415 h 4492350"/>
              <a:gd name="connsiteX27" fmla="*/ 1743740 w 3694535"/>
              <a:gd name="connsiteY27" fmla="*/ 4492350 h 4492350"/>
              <a:gd name="connsiteX0" fmla="*/ 1743740 w 3694535"/>
              <a:gd name="connsiteY0" fmla="*/ 4492350 h 4492350"/>
              <a:gd name="connsiteX1" fmla="*/ 1796903 w 3694535"/>
              <a:gd name="connsiteY1" fmla="*/ 3785190 h 4492350"/>
              <a:gd name="connsiteX2" fmla="*/ 1307805 w 3694535"/>
              <a:gd name="connsiteY2" fmla="*/ 3381153 h 4492350"/>
              <a:gd name="connsiteX3" fmla="*/ 31898 w 3694535"/>
              <a:gd name="connsiteY3" fmla="*/ 2945218 h 4492350"/>
              <a:gd name="connsiteX4" fmla="*/ 1127052 w 3694535"/>
              <a:gd name="connsiteY4" fmla="*/ 3242930 h 4492350"/>
              <a:gd name="connsiteX5" fmla="*/ 393405 w 3694535"/>
              <a:gd name="connsiteY5" fmla="*/ 2456121 h 4492350"/>
              <a:gd name="connsiteX6" fmla="*/ 1775638 w 3694535"/>
              <a:gd name="connsiteY6" fmla="*/ 3519376 h 4492350"/>
              <a:gd name="connsiteX7" fmla="*/ 1683956 w 3694535"/>
              <a:gd name="connsiteY7" fmla="*/ 2424409 h 4492350"/>
              <a:gd name="connsiteX8" fmla="*/ 0 w 3694535"/>
              <a:gd name="connsiteY8" fmla="*/ 754911 h 4492350"/>
              <a:gd name="connsiteX9" fmla="*/ 988828 w 3694535"/>
              <a:gd name="connsiteY9" fmla="*/ 1924493 h 4492350"/>
              <a:gd name="connsiteX10" fmla="*/ 1137684 w 3694535"/>
              <a:gd name="connsiteY10" fmla="*/ 861237 h 4492350"/>
              <a:gd name="connsiteX11" fmla="*/ 1194671 w 3694535"/>
              <a:gd name="connsiteY11" fmla="*/ 2026621 h 4492350"/>
              <a:gd name="connsiteX12" fmla="*/ 1714640 w 3694535"/>
              <a:gd name="connsiteY12" fmla="*/ 2194318 h 4492350"/>
              <a:gd name="connsiteX13" fmla="*/ 1956391 w 3694535"/>
              <a:gd name="connsiteY13" fmla="*/ 0 h 4492350"/>
              <a:gd name="connsiteX14" fmla="*/ 2027834 w 3694535"/>
              <a:gd name="connsiteY14" fmla="*/ 986216 h 4492350"/>
              <a:gd name="connsiteX15" fmla="*/ 1881963 w 3694535"/>
              <a:gd name="connsiteY15" fmla="*/ 2060385 h 4492350"/>
              <a:gd name="connsiteX16" fmla="*/ 2057494 w 3694535"/>
              <a:gd name="connsiteY16" fmla="*/ 3046321 h 4492350"/>
              <a:gd name="connsiteX17" fmla="*/ 2647507 w 3694535"/>
              <a:gd name="connsiteY17" fmla="*/ 2519916 h 4492350"/>
              <a:gd name="connsiteX18" fmla="*/ 2913694 w 3694535"/>
              <a:gd name="connsiteY18" fmla="*/ 1291762 h 4492350"/>
              <a:gd name="connsiteX19" fmla="*/ 2806809 w 3694535"/>
              <a:gd name="connsiteY19" fmla="*/ 2383091 h 4492350"/>
              <a:gd name="connsiteX20" fmla="*/ 3694535 w 3694535"/>
              <a:gd name="connsiteY20" fmla="*/ 1124252 h 4492350"/>
              <a:gd name="connsiteX21" fmla="*/ 2222205 w 3694535"/>
              <a:gd name="connsiteY21" fmla="*/ 3370521 h 4492350"/>
              <a:gd name="connsiteX22" fmla="*/ 2169042 w 3694535"/>
              <a:gd name="connsiteY22" fmla="*/ 3817088 h 4492350"/>
              <a:gd name="connsiteX23" fmla="*/ 3317358 w 3694535"/>
              <a:gd name="connsiteY23" fmla="*/ 3094074 h 4492350"/>
              <a:gd name="connsiteX24" fmla="*/ 2194317 w 3694535"/>
              <a:gd name="connsiteY24" fmla="*/ 4030951 h 4492350"/>
              <a:gd name="connsiteX25" fmla="*/ 2232838 w 3694535"/>
              <a:gd name="connsiteY25" fmla="*/ 4476307 h 4492350"/>
              <a:gd name="connsiteX26" fmla="*/ 2218194 w 3694535"/>
              <a:gd name="connsiteY26" fmla="*/ 4491415 h 4492350"/>
              <a:gd name="connsiteX27" fmla="*/ 1743740 w 3694535"/>
              <a:gd name="connsiteY27" fmla="*/ 4492350 h 4492350"/>
              <a:gd name="connsiteX0" fmla="*/ 1743740 w 3694535"/>
              <a:gd name="connsiteY0" fmla="*/ 4492350 h 4492350"/>
              <a:gd name="connsiteX1" fmla="*/ 1796903 w 3694535"/>
              <a:gd name="connsiteY1" fmla="*/ 3785190 h 4492350"/>
              <a:gd name="connsiteX2" fmla="*/ 1307805 w 3694535"/>
              <a:gd name="connsiteY2" fmla="*/ 3381153 h 4492350"/>
              <a:gd name="connsiteX3" fmla="*/ 31898 w 3694535"/>
              <a:gd name="connsiteY3" fmla="*/ 2945218 h 4492350"/>
              <a:gd name="connsiteX4" fmla="*/ 1127052 w 3694535"/>
              <a:gd name="connsiteY4" fmla="*/ 3242930 h 4492350"/>
              <a:gd name="connsiteX5" fmla="*/ 393405 w 3694535"/>
              <a:gd name="connsiteY5" fmla="*/ 2456121 h 4492350"/>
              <a:gd name="connsiteX6" fmla="*/ 1775638 w 3694535"/>
              <a:gd name="connsiteY6" fmla="*/ 3519376 h 4492350"/>
              <a:gd name="connsiteX7" fmla="*/ 1683956 w 3694535"/>
              <a:gd name="connsiteY7" fmla="*/ 2424409 h 4492350"/>
              <a:gd name="connsiteX8" fmla="*/ 0 w 3694535"/>
              <a:gd name="connsiteY8" fmla="*/ 754911 h 4492350"/>
              <a:gd name="connsiteX9" fmla="*/ 988828 w 3694535"/>
              <a:gd name="connsiteY9" fmla="*/ 1924493 h 4492350"/>
              <a:gd name="connsiteX10" fmla="*/ 1113621 w 3694535"/>
              <a:gd name="connsiteY10" fmla="*/ 861237 h 4492350"/>
              <a:gd name="connsiteX11" fmla="*/ 1194671 w 3694535"/>
              <a:gd name="connsiteY11" fmla="*/ 2026621 h 4492350"/>
              <a:gd name="connsiteX12" fmla="*/ 1714640 w 3694535"/>
              <a:gd name="connsiteY12" fmla="*/ 2194318 h 4492350"/>
              <a:gd name="connsiteX13" fmla="*/ 1956391 w 3694535"/>
              <a:gd name="connsiteY13" fmla="*/ 0 h 4492350"/>
              <a:gd name="connsiteX14" fmla="*/ 2027834 w 3694535"/>
              <a:gd name="connsiteY14" fmla="*/ 986216 h 4492350"/>
              <a:gd name="connsiteX15" fmla="*/ 1881963 w 3694535"/>
              <a:gd name="connsiteY15" fmla="*/ 2060385 h 4492350"/>
              <a:gd name="connsiteX16" fmla="*/ 2057494 w 3694535"/>
              <a:gd name="connsiteY16" fmla="*/ 3046321 h 4492350"/>
              <a:gd name="connsiteX17" fmla="*/ 2647507 w 3694535"/>
              <a:gd name="connsiteY17" fmla="*/ 2519916 h 4492350"/>
              <a:gd name="connsiteX18" fmla="*/ 2913694 w 3694535"/>
              <a:gd name="connsiteY18" fmla="*/ 1291762 h 4492350"/>
              <a:gd name="connsiteX19" fmla="*/ 2806809 w 3694535"/>
              <a:gd name="connsiteY19" fmla="*/ 2383091 h 4492350"/>
              <a:gd name="connsiteX20" fmla="*/ 3694535 w 3694535"/>
              <a:gd name="connsiteY20" fmla="*/ 1124252 h 4492350"/>
              <a:gd name="connsiteX21" fmla="*/ 2222205 w 3694535"/>
              <a:gd name="connsiteY21" fmla="*/ 3370521 h 4492350"/>
              <a:gd name="connsiteX22" fmla="*/ 2169042 w 3694535"/>
              <a:gd name="connsiteY22" fmla="*/ 3817088 h 4492350"/>
              <a:gd name="connsiteX23" fmla="*/ 3317358 w 3694535"/>
              <a:gd name="connsiteY23" fmla="*/ 3094074 h 4492350"/>
              <a:gd name="connsiteX24" fmla="*/ 2194317 w 3694535"/>
              <a:gd name="connsiteY24" fmla="*/ 4030951 h 4492350"/>
              <a:gd name="connsiteX25" fmla="*/ 2232838 w 3694535"/>
              <a:gd name="connsiteY25" fmla="*/ 4476307 h 4492350"/>
              <a:gd name="connsiteX26" fmla="*/ 2218194 w 3694535"/>
              <a:gd name="connsiteY26" fmla="*/ 4491415 h 4492350"/>
              <a:gd name="connsiteX27" fmla="*/ 1743740 w 3694535"/>
              <a:gd name="connsiteY27" fmla="*/ 4492350 h 4492350"/>
              <a:gd name="connsiteX0" fmla="*/ 1743740 w 3694535"/>
              <a:gd name="connsiteY0" fmla="*/ 4492350 h 4492350"/>
              <a:gd name="connsiteX1" fmla="*/ 1796903 w 3694535"/>
              <a:gd name="connsiteY1" fmla="*/ 3785190 h 4492350"/>
              <a:gd name="connsiteX2" fmla="*/ 1307805 w 3694535"/>
              <a:gd name="connsiteY2" fmla="*/ 3381153 h 4492350"/>
              <a:gd name="connsiteX3" fmla="*/ 31898 w 3694535"/>
              <a:gd name="connsiteY3" fmla="*/ 2945218 h 4492350"/>
              <a:gd name="connsiteX4" fmla="*/ 1127052 w 3694535"/>
              <a:gd name="connsiteY4" fmla="*/ 3242930 h 4492350"/>
              <a:gd name="connsiteX5" fmla="*/ 393405 w 3694535"/>
              <a:gd name="connsiteY5" fmla="*/ 2456121 h 4492350"/>
              <a:gd name="connsiteX6" fmla="*/ 1775638 w 3694535"/>
              <a:gd name="connsiteY6" fmla="*/ 3519376 h 4492350"/>
              <a:gd name="connsiteX7" fmla="*/ 1683956 w 3694535"/>
              <a:gd name="connsiteY7" fmla="*/ 2424409 h 4492350"/>
              <a:gd name="connsiteX8" fmla="*/ 0 w 3694535"/>
              <a:gd name="connsiteY8" fmla="*/ 754911 h 4492350"/>
              <a:gd name="connsiteX9" fmla="*/ 988828 w 3694535"/>
              <a:gd name="connsiteY9" fmla="*/ 1924493 h 4492350"/>
              <a:gd name="connsiteX10" fmla="*/ 1113621 w 3694535"/>
              <a:gd name="connsiteY10" fmla="*/ 861237 h 4492350"/>
              <a:gd name="connsiteX11" fmla="*/ 1194671 w 3694535"/>
              <a:gd name="connsiteY11" fmla="*/ 2026621 h 4492350"/>
              <a:gd name="connsiteX12" fmla="*/ 1714640 w 3694535"/>
              <a:gd name="connsiteY12" fmla="*/ 2194318 h 4492350"/>
              <a:gd name="connsiteX13" fmla="*/ 1956391 w 3694535"/>
              <a:gd name="connsiteY13" fmla="*/ 0 h 4492350"/>
              <a:gd name="connsiteX14" fmla="*/ 2027834 w 3694535"/>
              <a:gd name="connsiteY14" fmla="*/ 986216 h 4492350"/>
              <a:gd name="connsiteX15" fmla="*/ 1881963 w 3694535"/>
              <a:gd name="connsiteY15" fmla="*/ 2060385 h 4492350"/>
              <a:gd name="connsiteX16" fmla="*/ 2057494 w 3694535"/>
              <a:gd name="connsiteY16" fmla="*/ 3046321 h 4492350"/>
              <a:gd name="connsiteX17" fmla="*/ 2647507 w 3694535"/>
              <a:gd name="connsiteY17" fmla="*/ 2519916 h 4492350"/>
              <a:gd name="connsiteX18" fmla="*/ 2913694 w 3694535"/>
              <a:gd name="connsiteY18" fmla="*/ 1291762 h 4492350"/>
              <a:gd name="connsiteX19" fmla="*/ 2806809 w 3694535"/>
              <a:gd name="connsiteY19" fmla="*/ 2383091 h 4492350"/>
              <a:gd name="connsiteX20" fmla="*/ 3694535 w 3694535"/>
              <a:gd name="connsiteY20" fmla="*/ 1124252 h 4492350"/>
              <a:gd name="connsiteX21" fmla="*/ 2222205 w 3694535"/>
              <a:gd name="connsiteY21" fmla="*/ 3370521 h 4492350"/>
              <a:gd name="connsiteX22" fmla="*/ 2169042 w 3694535"/>
              <a:gd name="connsiteY22" fmla="*/ 3817088 h 4492350"/>
              <a:gd name="connsiteX23" fmla="*/ 3317358 w 3694535"/>
              <a:gd name="connsiteY23" fmla="*/ 3094074 h 4492350"/>
              <a:gd name="connsiteX24" fmla="*/ 2194317 w 3694535"/>
              <a:gd name="connsiteY24" fmla="*/ 4030951 h 4492350"/>
              <a:gd name="connsiteX25" fmla="*/ 2232838 w 3694535"/>
              <a:gd name="connsiteY25" fmla="*/ 4476307 h 4492350"/>
              <a:gd name="connsiteX26" fmla="*/ 2218194 w 3694535"/>
              <a:gd name="connsiteY26" fmla="*/ 4491415 h 4492350"/>
              <a:gd name="connsiteX27" fmla="*/ 1743740 w 3694535"/>
              <a:gd name="connsiteY27" fmla="*/ 4492350 h 4492350"/>
              <a:gd name="connsiteX0" fmla="*/ 1743740 w 3694535"/>
              <a:gd name="connsiteY0" fmla="*/ 4492350 h 4492350"/>
              <a:gd name="connsiteX1" fmla="*/ 1796903 w 3694535"/>
              <a:gd name="connsiteY1" fmla="*/ 3785190 h 4492350"/>
              <a:gd name="connsiteX2" fmla="*/ 1307805 w 3694535"/>
              <a:gd name="connsiteY2" fmla="*/ 3381153 h 4492350"/>
              <a:gd name="connsiteX3" fmla="*/ 31898 w 3694535"/>
              <a:gd name="connsiteY3" fmla="*/ 2945218 h 4492350"/>
              <a:gd name="connsiteX4" fmla="*/ 1127052 w 3694535"/>
              <a:gd name="connsiteY4" fmla="*/ 3242930 h 4492350"/>
              <a:gd name="connsiteX5" fmla="*/ 393405 w 3694535"/>
              <a:gd name="connsiteY5" fmla="*/ 2456121 h 4492350"/>
              <a:gd name="connsiteX6" fmla="*/ 1775638 w 3694535"/>
              <a:gd name="connsiteY6" fmla="*/ 3519376 h 4492350"/>
              <a:gd name="connsiteX7" fmla="*/ 1683956 w 3694535"/>
              <a:gd name="connsiteY7" fmla="*/ 2424409 h 4492350"/>
              <a:gd name="connsiteX8" fmla="*/ 0 w 3694535"/>
              <a:gd name="connsiteY8" fmla="*/ 754911 h 4492350"/>
              <a:gd name="connsiteX9" fmla="*/ 988828 w 3694535"/>
              <a:gd name="connsiteY9" fmla="*/ 1924493 h 4492350"/>
              <a:gd name="connsiteX10" fmla="*/ 1113621 w 3694535"/>
              <a:gd name="connsiteY10" fmla="*/ 861237 h 4492350"/>
              <a:gd name="connsiteX11" fmla="*/ 1194671 w 3694535"/>
              <a:gd name="connsiteY11" fmla="*/ 2026621 h 4492350"/>
              <a:gd name="connsiteX12" fmla="*/ 1714640 w 3694535"/>
              <a:gd name="connsiteY12" fmla="*/ 2194318 h 4492350"/>
              <a:gd name="connsiteX13" fmla="*/ 1956391 w 3694535"/>
              <a:gd name="connsiteY13" fmla="*/ 0 h 4492350"/>
              <a:gd name="connsiteX14" fmla="*/ 2027834 w 3694535"/>
              <a:gd name="connsiteY14" fmla="*/ 986216 h 4492350"/>
              <a:gd name="connsiteX15" fmla="*/ 1881963 w 3694535"/>
              <a:gd name="connsiteY15" fmla="*/ 2060385 h 4492350"/>
              <a:gd name="connsiteX16" fmla="*/ 2057494 w 3694535"/>
              <a:gd name="connsiteY16" fmla="*/ 3046321 h 4492350"/>
              <a:gd name="connsiteX17" fmla="*/ 2647507 w 3694535"/>
              <a:gd name="connsiteY17" fmla="*/ 2519916 h 4492350"/>
              <a:gd name="connsiteX18" fmla="*/ 2913694 w 3694535"/>
              <a:gd name="connsiteY18" fmla="*/ 1291762 h 4492350"/>
              <a:gd name="connsiteX19" fmla="*/ 2806809 w 3694535"/>
              <a:gd name="connsiteY19" fmla="*/ 2383091 h 4492350"/>
              <a:gd name="connsiteX20" fmla="*/ 3694535 w 3694535"/>
              <a:gd name="connsiteY20" fmla="*/ 1124252 h 4492350"/>
              <a:gd name="connsiteX21" fmla="*/ 2222205 w 3694535"/>
              <a:gd name="connsiteY21" fmla="*/ 3370521 h 4492350"/>
              <a:gd name="connsiteX22" fmla="*/ 2169042 w 3694535"/>
              <a:gd name="connsiteY22" fmla="*/ 3817088 h 4492350"/>
              <a:gd name="connsiteX23" fmla="*/ 3317358 w 3694535"/>
              <a:gd name="connsiteY23" fmla="*/ 3094074 h 4492350"/>
              <a:gd name="connsiteX24" fmla="*/ 2194317 w 3694535"/>
              <a:gd name="connsiteY24" fmla="*/ 4030951 h 4492350"/>
              <a:gd name="connsiteX25" fmla="*/ 2232838 w 3694535"/>
              <a:gd name="connsiteY25" fmla="*/ 4476307 h 4492350"/>
              <a:gd name="connsiteX26" fmla="*/ 2218194 w 3694535"/>
              <a:gd name="connsiteY26" fmla="*/ 4491415 h 4492350"/>
              <a:gd name="connsiteX27" fmla="*/ 1743740 w 3694535"/>
              <a:gd name="connsiteY27" fmla="*/ 4492350 h 4492350"/>
              <a:gd name="connsiteX0" fmla="*/ 1743740 w 3694535"/>
              <a:gd name="connsiteY0" fmla="*/ 4492350 h 4492350"/>
              <a:gd name="connsiteX1" fmla="*/ 1796903 w 3694535"/>
              <a:gd name="connsiteY1" fmla="*/ 3785190 h 4492350"/>
              <a:gd name="connsiteX2" fmla="*/ 1307805 w 3694535"/>
              <a:gd name="connsiteY2" fmla="*/ 3381153 h 4492350"/>
              <a:gd name="connsiteX3" fmla="*/ 31898 w 3694535"/>
              <a:gd name="connsiteY3" fmla="*/ 2945218 h 4492350"/>
              <a:gd name="connsiteX4" fmla="*/ 1127052 w 3694535"/>
              <a:gd name="connsiteY4" fmla="*/ 3242930 h 4492350"/>
              <a:gd name="connsiteX5" fmla="*/ 393405 w 3694535"/>
              <a:gd name="connsiteY5" fmla="*/ 2456121 h 4492350"/>
              <a:gd name="connsiteX6" fmla="*/ 1775638 w 3694535"/>
              <a:gd name="connsiteY6" fmla="*/ 3519376 h 4492350"/>
              <a:gd name="connsiteX7" fmla="*/ 1683956 w 3694535"/>
              <a:gd name="connsiteY7" fmla="*/ 2424409 h 4492350"/>
              <a:gd name="connsiteX8" fmla="*/ 0 w 3694535"/>
              <a:gd name="connsiteY8" fmla="*/ 754911 h 4492350"/>
              <a:gd name="connsiteX9" fmla="*/ 988828 w 3694535"/>
              <a:gd name="connsiteY9" fmla="*/ 1924493 h 4492350"/>
              <a:gd name="connsiteX10" fmla="*/ 1093568 w 3694535"/>
              <a:gd name="connsiteY10" fmla="*/ 857226 h 4492350"/>
              <a:gd name="connsiteX11" fmla="*/ 1194671 w 3694535"/>
              <a:gd name="connsiteY11" fmla="*/ 2026621 h 4492350"/>
              <a:gd name="connsiteX12" fmla="*/ 1714640 w 3694535"/>
              <a:gd name="connsiteY12" fmla="*/ 2194318 h 4492350"/>
              <a:gd name="connsiteX13" fmla="*/ 1956391 w 3694535"/>
              <a:gd name="connsiteY13" fmla="*/ 0 h 4492350"/>
              <a:gd name="connsiteX14" fmla="*/ 2027834 w 3694535"/>
              <a:gd name="connsiteY14" fmla="*/ 986216 h 4492350"/>
              <a:gd name="connsiteX15" fmla="*/ 1881963 w 3694535"/>
              <a:gd name="connsiteY15" fmla="*/ 2060385 h 4492350"/>
              <a:gd name="connsiteX16" fmla="*/ 2057494 w 3694535"/>
              <a:gd name="connsiteY16" fmla="*/ 3046321 h 4492350"/>
              <a:gd name="connsiteX17" fmla="*/ 2647507 w 3694535"/>
              <a:gd name="connsiteY17" fmla="*/ 2519916 h 4492350"/>
              <a:gd name="connsiteX18" fmla="*/ 2913694 w 3694535"/>
              <a:gd name="connsiteY18" fmla="*/ 1291762 h 4492350"/>
              <a:gd name="connsiteX19" fmla="*/ 2806809 w 3694535"/>
              <a:gd name="connsiteY19" fmla="*/ 2383091 h 4492350"/>
              <a:gd name="connsiteX20" fmla="*/ 3694535 w 3694535"/>
              <a:gd name="connsiteY20" fmla="*/ 1124252 h 4492350"/>
              <a:gd name="connsiteX21" fmla="*/ 2222205 w 3694535"/>
              <a:gd name="connsiteY21" fmla="*/ 3370521 h 4492350"/>
              <a:gd name="connsiteX22" fmla="*/ 2169042 w 3694535"/>
              <a:gd name="connsiteY22" fmla="*/ 3817088 h 4492350"/>
              <a:gd name="connsiteX23" fmla="*/ 3317358 w 3694535"/>
              <a:gd name="connsiteY23" fmla="*/ 3094074 h 4492350"/>
              <a:gd name="connsiteX24" fmla="*/ 2194317 w 3694535"/>
              <a:gd name="connsiteY24" fmla="*/ 4030951 h 4492350"/>
              <a:gd name="connsiteX25" fmla="*/ 2232838 w 3694535"/>
              <a:gd name="connsiteY25" fmla="*/ 4476307 h 4492350"/>
              <a:gd name="connsiteX26" fmla="*/ 2218194 w 3694535"/>
              <a:gd name="connsiteY26" fmla="*/ 4491415 h 4492350"/>
              <a:gd name="connsiteX27" fmla="*/ 1743740 w 3694535"/>
              <a:gd name="connsiteY27" fmla="*/ 4492350 h 4492350"/>
              <a:gd name="connsiteX0" fmla="*/ 1743740 w 3694535"/>
              <a:gd name="connsiteY0" fmla="*/ 4492350 h 4492350"/>
              <a:gd name="connsiteX1" fmla="*/ 1796903 w 3694535"/>
              <a:gd name="connsiteY1" fmla="*/ 3785190 h 4492350"/>
              <a:gd name="connsiteX2" fmla="*/ 1307805 w 3694535"/>
              <a:gd name="connsiteY2" fmla="*/ 3381153 h 4492350"/>
              <a:gd name="connsiteX3" fmla="*/ 31898 w 3694535"/>
              <a:gd name="connsiteY3" fmla="*/ 2945218 h 4492350"/>
              <a:gd name="connsiteX4" fmla="*/ 1127052 w 3694535"/>
              <a:gd name="connsiteY4" fmla="*/ 3242930 h 4492350"/>
              <a:gd name="connsiteX5" fmla="*/ 393405 w 3694535"/>
              <a:gd name="connsiteY5" fmla="*/ 2456121 h 4492350"/>
              <a:gd name="connsiteX6" fmla="*/ 1775638 w 3694535"/>
              <a:gd name="connsiteY6" fmla="*/ 3519376 h 4492350"/>
              <a:gd name="connsiteX7" fmla="*/ 1683956 w 3694535"/>
              <a:gd name="connsiteY7" fmla="*/ 2424409 h 4492350"/>
              <a:gd name="connsiteX8" fmla="*/ 0 w 3694535"/>
              <a:gd name="connsiteY8" fmla="*/ 754911 h 4492350"/>
              <a:gd name="connsiteX9" fmla="*/ 988828 w 3694535"/>
              <a:gd name="connsiteY9" fmla="*/ 1924493 h 4492350"/>
              <a:gd name="connsiteX10" fmla="*/ 1093568 w 3694535"/>
              <a:gd name="connsiteY10" fmla="*/ 857226 h 4492350"/>
              <a:gd name="connsiteX11" fmla="*/ 1194671 w 3694535"/>
              <a:gd name="connsiteY11" fmla="*/ 2026621 h 4492350"/>
              <a:gd name="connsiteX12" fmla="*/ 1714640 w 3694535"/>
              <a:gd name="connsiteY12" fmla="*/ 2194318 h 4492350"/>
              <a:gd name="connsiteX13" fmla="*/ 1956391 w 3694535"/>
              <a:gd name="connsiteY13" fmla="*/ 0 h 4492350"/>
              <a:gd name="connsiteX14" fmla="*/ 2027834 w 3694535"/>
              <a:gd name="connsiteY14" fmla="*/ 986216 h 4492350"/>
              <a:gd name="connsiteX15" fmla="*/ 1881963 w 3694535"/>
              <a:gd name="connsiteY15" fmla="*/ 2060385 h 4492350"/>
              <a:gd name="connsiteX16" fmla="*/ 2057494 w 3694535"/>
              <a:gd name="connsiteY16" fmla="*/ 3046321 h 4492350"/>
              <a:gd name="connsiteX17" fmla="*/ 2647507 w 3694535"/>
              <a:gd name="connsiteY17" fmla="*/ 2519916 h 4492350"/>
              <a:gd name="connsiteX18" fmla="*/ 2913694 w 3694535"/>
              <a:gd name="connsiteY18" fmla="*/ 1291762 h 4492350"/>
              <a:gd name="connsiteX19" fmla="*/ 2806809 w 3694535"/>
              <a:gd name="connsiteY19" fmla="*/ 2383091 h 4492350"/>
              <a:gd name="connsiteX20" fmla="*/ 3694535 w 3694535"/>
              <a:gd name="connsiteY20" fmla="*/ 1124252 h 4492350"/>
              <a:gd name="connsiteX21" fmla="*/ 2222205 w 3694535"/>
              <a:gd name="connsiteY21" fmla="*/ 3370521 h 4492350"/>
              <a:gd name="connsiteX22" fmla="*/ 2169042 w 3694535"/>
              <a:gd name="connsiteY22" fmla="*/ 3817088 h 4492350"/>
              <a:gd name="connsiteX23" fmla="*/ 3317358 w 3694535"/>
              <a:gd name="connsiteY23" fmla="*/ 3094074 h 4492350"/>
              <a:gd name="connsiteX24" fmla="*/ 2194317 w 3694535"/>
              <a:gd name="connsiteY24" fmla="*/ 4030951 h 4492350"/>
              <a:gd name="connsiteX25" fmla="*/ 2232838 w 3694535"/>
              <a:gd name="connsiteY25" fmla="*/ 4476307 h 4492350"/>
              <a:gd name="connsiteX26" fmla="*/ 2218194 w 3694535"/>
              <a:gd name="connsiteY26" fmla="*/ 4491415 h 4492350"/>
              <a:gd name="connsiteX27" fmla="*/ 1743740 w 3694535"/>
              <a:gd name="connsiteY27" fmla="*/ 4492350 h 4492350"/>
              <a:gd name="connsiteX0" fmla="*/ 1711842 w 3662637"/>
              <a:gd name="connsiteY0" fmla="*/ 4492350 h 4492350"/>
              <a:gd name="connsiteX1" fmla="*/ 1765005 w 3662637"/>
              <a:gd name="connsiteY1" fmla="*/ 3785190 h 4492350"/>
              <a:gd name="connsiteX2" fmla="*/ 1275907 w 3662637"/>
              <a:gd name="connsiteY2" fmla="*/ 3381153 h 4492350"/>
              <a:gd name="connsiteX3" fmla="*/ 0 w 3662637"/>
              <a:gd name="connsiteY3" fmla="*/ 2945218 h 4492350"/>
              <a:gd name="connsiteX4" fmla="*/ 1095154 w 3662637"/>
              <a:gd name="connsiteY4" fmla="*/ 3242930 h 4492350"/>
              <a:gd name="connsiteX5" fmla="*/ 361507 w 3662637"/>
              <a:gd name="connsiteY5" fmla="*/ 2456121 h 4492350"/>
              <a:gd name="connsiteX6" fmla="*/ 1743740 w 3662637"/>
              <a:gd name="connsiteY6" fmla="*/ 3519376 h 4492350"/>
              <a:gd name="connsiteX7" fmla="*/ 1652058 w 3662637"/>
              <a:gd name="connsiteY7" fmla="*/ 2424409 h 4492350"/>
              <a:gd name="connsiteX8" fmla="*/ 8208 w 3662637"/>
              <a:gd name="connsiteY8" fmla="*/ 750901 h 4492350"/>
              <a:gd name="connsiteX9" fmla="*/ 956930 w 3662637"/>
              <a:gd name="connsiteY9" fmla="*/ 1924493 h 4492350"/>
              <a:gd name="connsiteX10" fmla="*/ 1061670 w 3662637"/>
              <a:gd name="connsiteY10" fmla="*/ 857226 h 4492350"/>
              <a:gd name="connsiteX11" fmla="*/ 1162773 w 3662637"/>
              <a:gd name="connsiteY11" fmla="*/ 2026621 h 4492350"/>
              <a:gd name="connsiteX12" fmla="*/ 1682742 w 3662637"/>
              <a:gd name="connsiteY12" fmla="*/ 2194318 h 4492350"/>
              <a:gd name="connsiteX13" fmla="*/ 1924493 w 3662637"/>
              <a:gd name="connsiteY13" fmla="*/ 0 h 4492350"/>
              <a:gd name="connsiteX14" fmla="*/ 1995936 w 3662637"/>
              <a:gd name="connsiteY14" fmla="*/ 986216 h 4492350"/>
              <a:gd name="connsiteX15" fmla="*/ 1850065 w 3662637"/>
              <a:gd name="connsiteY15" fmla="*/ 2060385 h 4492350"/>
              <a:gd name="connsiteX16" fmla="*/ 2025596 w 3662637"/>
              <a:gd name="connsiteY16" fmla="*/ 3046321 h 4492350"/>
              <a:gd name="connsiteX17" fmla="*/ 2615609 w 3662637"/>
              <a:gd name="connsiteY17" fmla="*/ 2519916 h 4492350"/>
              <a:gd name="connsiteX18" fmla="*/ 2881796 w 3662637"/>
              <a:gd name="connsiteY18" fmla="*/ 1291762 h 4492350"/>
              <a:gd name="connsiteX19" fmla="*/ 2774911 w 3662637"/>
              <a:gd name="connsiteY19" fmla="*/ 2383091 h 4492350"/>
              <a:gd name="connsiteX20" fmla="*/ 3662637 w 3662637"/>
              <a:gd name="connsiteY20" fmla="*/ 1124252 h 4492350"/>
              <a:gd name="connsiteX21" fmla="*/ 2190307 w 3662637"/>
              <a:gd name="connsiteY21" fmla="*/ 3370521 h 4492350"/>
              <a:gd name="connsiteX22" fmla="*/ 2137144 w 3662637"/>
              <a:gd name="connsiteY22" fmla="*/ 3817088 h 4492350"/>
              <a:gd name="connsiteX23" fmla="*/ 3285460 w 3662637"/>
              <a:gd name="connsiteY23" fmla="*/ 3094074 h 4492350"/>
              <a:gd name="connsiteX24" fmla="*/ 2162419 w 3662637"/>
              <a:gd name="connsiteY24" fmla="*/ 4030951 h 4492350"/>
              <a:gd name="connsiteX25" fmla="*/ 2200940 w 3662637"/>
              <a:gd name="connsiteY25" fmla="*/ 4476307 h 4492350"/>
              <a:gd name="connsiteX26" fmla="*/ 2186296 w 3662637"/>
              <a:gd name="connsiteY26" fmla="*/ 4491415 h 4492350"/>
              <a:gd name="connsiteX27" fmla="*/ 1711842 w 3662637"/>
              <a:gd name="connsiteY27" fmla="*/ 4492350 h 4492350"/>
              <a:gd name="connsiteX0" fmla="*/ 1711842 w 3662637"/>
              <a:gd name="connsiteY0" fmla="*/ 4492350 h 4492350"/>
              <a:gd name="connsiteX1" fmla="*/ 1765005 w 3662637"/>
              <a:gd name="connsiteY1" fmla="*/ 3785190 h 4492350"/>
              <a:gd name="connsiteX2" fmla="*/ 1275907 w 3662637"/>
              <a:gd name="connsiteY2" fmla="*/ 3381153 h 4492350"/>
              <a:gd name="connsiteX3" fmla="*/ 0 w 3662637"/>
              <a:gd name="connsiteY3" fmla="*/ 2945218 h 4492350"/>
              <a:gd name="connsiteX4" fmla="*/ 1095154 w 3662637"/>
              <a:gd name="connsiteY4" fmla="*/ 3242930 h 4492350"/>
              <a:gd name="connsiteX5" fmla="*/ 361507 w 3662637"/>
              <a:gd name="connsiteY5" fmla="*/ 2456121 h 4492350"/>
              <a:gd name="connsiteX6" fmla="*/ 1743740 w 3662637"/>
              <a:gd name="connsiteY6" fmla="*/ 3519376 h 4492350"/>
              <a:gd name="connsiteX7" fmla="*/ 1652058 w 3662637"/>
              <a:gd name="connsiteY7" fmla="*/ 2424409 h 4492350"/>
              <a:gd name="connsiteX8" fmla="*/ 8208 w 3662637"/>
              <a:gd name="connsiteY8" fmla="*/ 750901 h 4492350"/>
              <a:gd name="connsiteX9" fmla="*/ 956930 w 3662637"/>
              <a:gd name="connsiteY9" fmla="*/ 1924493 h 4492350"/>
              <a:gd name="connsiteX10" fmla="*/ 1061670 w 3662637"/>
              <a:gd name="connsiteY10" fmla="*/ 857226 h 4492350"/>
              <a:gd name="connsiteX11" fmla="*/ 1162773 w 3662637"/>
              <a:gd name="connsiteY11" fmla="*/ 2026621 h 4492350"/>
              <a:gd name="connsiteX12" fmla="*/ 1682742 w 3662637"/>
              <a:gd name="connsiteY12" fmla="*/ 2194318 h 4492350"/>
              <a:gd name="connsiteX13" fmla="*/ 1924493 w 3662637"/>
              <a:gd name="connsiteY13" fmla="*/ 0 h 4492350"/>
              <a:gd name="connsiteX14" fmla="*/ 1995936 w 3662637"/>
              <a:gd name="connsiteY14" fmla="*/ 986216 h 4492350"/>
              <a:gd name="connsiteX15" fmla="*/ 1850065 w 3662637"/>
              <a:gd name="connsiteY15" fmla="*/ 2060385 h 4492350"/>
              <a:gd name="connsiteX16" fmla="*/ 2025596 w 3662637"/>
              <a:gd name="connsiteY16" fmla="*/ 3046321 h 4492350"/>
              <a:gd name="connsiteX17" fmla="*/ 2615609 w 3662637"/>
              <a:gd name="connsiteY17" fmla="*/ 2519916 h 4492350"/>
              <a:gd name="connsiteX18" fmla="*/ 2881796 w 3662637"/>
              <a:gd name="connsiteY18" fmla="*/ 1291762 h 4492350"/>
              <a:gd name="connsiteX19" fmla="*/ 2774911 w 3662637"/>
              <a:gd name="connsiteY19" fmla="*/ 2383091 h 4492350"/>
              <a:gd name="connsiteX20" fmla="*/ 3662637 w 3662637"/>
              <a:gd name="connsiteY20" fmla="*/ 1124252 h 4492350"/>
              <a:gd name="connsiteX21" fmla="*/ 2190307 w 3662637"/>
              <a:gd name="connsiteY21" fmla="*/ 3370521 h 4492350"/>
              <a:gd name="connsiteX22" fmla="*/ 2137144 w 3662637"/>
              <a:gd name="connsiteY22" fmla="*/ 3817088 h 4492350"/>
              <a:gd name="connsiteX23" fmla="*/ 3285460 w 3662637"/>
              <a:gd name="connsiteY23" fmla="*/ 3094074 h 4492350"/>
              <a:gd name="connsiteX24" fmla="*/ 2162419 w 3662637"/>
              <a:gd name="connsiteY24" fmla="*/ 4030951 h 4492350"/>
              <a:gd name="connsiteX25" fmla="*/ 2200940 w 3662637"/>
              <a:gd name="connsiteY25" fmla="*/ 4476307 h 4492350"/>
              <a:gd name="connsiteX26" fmla="*/ 2186296 w 3662637"/>
              <a:gd name="connsiteY26" fmla="*/ 4491415 h 4492350"/>
              <a:gd name="connsiteX27" fmla="*/ 1711842 w 3662637"/>
              <a:gd name="connsiteY27" fmla="*/ 4492350 h 4492350"/>
              <a:gd name="connsiteX0" fmla="*/ 1711842 w 3662637"/>
              <a:gd name="connsiteY0" fmla="*/ 4492350 h 4492350"/>
              <a:gd name="connsiteX1" fmla="*/ 1765005 w 3662637"/>
              <a:gd name="connsiteY1" fmla="*/ 3785190 h 4492350"/>
              <a:gd name="connsiteX2" fmla="*/ 1275907 w 3662637"/>
              <a:gd name="connsiteY2" fmla="*/ 3381153 h 4492350"/>
              <a:gd name="connsiteX3" fmla="*/ 0 w 3662637"/>
              <a:gd name="connsiteY3" fmla="*/ 2945218 h 4492350"/>
              <a:gd name="connsiteX4" fmla="*/ 1095154 w 3662637"/>
              <a:gd name="connsiteY4" fmla="*/ 3242930 h 4492350"/>
              <a:gd name="connsiteX5" fmla="*/ 361507 w 3662637"/>
              <a:gd name="connsiteY5" fmla="*/ 2456121 h 4492350"/>
              <a:gd name="connsiteX6" fmla="*/ 1743740 w 3662637"/>
              <a:gd name="connsiteY6" fmla="*/ 3519376 h 4492350"/>
              <a:gd name="connsiteX7" fmla="*/ 1652058 w 3662637"/>
              <a:gd name="connsiteY7" fmla="*/ 2424409 h 4492350"/>
              <a:gd name="connsiteX8" fmla="*/ 8208 w 3662637"/>
              <a:gd name="connsiteY8" fmla="*/ 750901 h 4492350"/>
              <a:gd name="connsiteX9" fmla="*/ 956930 w 3662637"/>
              <a:gd name="connsiteY9" fmla="*/ 1924493 h 4492350"/>
              <a:gd name="connsiteX10" fmla="*/ 1061670 w 3662637"/>
              <a:gd name="connsiteY10" fmla="*/ 857226 h 4492350"/>
              <a:gd name="connsiteX11" fmla="*/ 1162773 w 3662637"/>
              <a:gd name="connsiteY11" fmla="*/ 2026621 h 4492350"/>
              <a:gd name="connsiteX12" fmla="*/ 1682742 w 3662637"/>
              <a:gd name="connsiteY12" fmla="*/ 2194318 h 4492350"/>
              <a:gd name="connsiteX13" fmla="*/ 1924493 w 3662637"/>
              <a:gd name="connsiteY13" fmla="*/ 0 h 4492350"/>
              <a:gd name="connsiteX14" fmla="*/ 1995936 w 3662637"/>
              <a:gd name="connsiteY14" fmla="*/ 986216 h 4492350"/>
              <a:gd name="connsiteX15" fmla="*/ 1850065 w 3662637"/>
              <a:gd name="connsiteY15" fmla="*/ 2060385 h 4492350"/>
              <a:gd name="connsiteX16" fmla="*/ 2025596 w 3662637"/>
              <a:gd name="connsiteY16" fmla="*/ 3046321 h 4492350"/>
              <a:gd name="connsiteX17" fmla="*/ 2615609 w 3662637"/>
              <a:gd name="connsiteY17" fmla="*/ 2519916 h 4492350"/>
              <a:gd name="connsiteX18" fmla="*/ 2881796 w 3662637"/>
              <a:gd name="connsiteY18" fmla="*/ 1291762 h 4492350"/>
              <a:gd name="connsiteX19" fmla="*/ 2774911 w 3662637"/>
              <a:gd name="connsiteY19" fmla="*/ 2383091 h 4492350"/>
              <a:gd name="connsiteX20" fmla="*/ 3662637 w 3662637"/>
              <a:gd name="connsiteY20" fmla="*/ 1124252 h 4492350"/>
              <a:gd name="connsiteX21" fmla="*/ 2190307 w 3662637"/>
              <a:gd name="connsiteY21" fmla="*/ 3370521 h 4492350"/>
              <a:gd name="connsiteX22" fmla="*/ 2137144 w 3662637"/>
              <a:gd name="connsiteY22" fmla="*/ 3817088 h 4492350"/>
              <a:gd name="connsiteX23" fmla="*/ 3285460 w 3662637"/>
              <a:gd name="connsiteY23" fmla="*/ 3094074 h 4492350"/>
              <a:gd name="connsiteX24" fmla="*/ 2162419 w 3662637"/>
              <a:gd name="connsiteY24" fmla="*/ 4030951 h 4492350"/>
              <a:gd name="connsiteX25" fmla="*/ 2200940 w 3662637"/>
              <a:gd name="connsiteY25" fmla="*/ 4476307 h 4492350"/>
              <a:gd name="connsiteX26" fmla="*/ 2186296 w 3662637"/>
              <a:gd name="connsiteY26" fmla="*/ 4491415 h 4492350"/>
              <a:gd name="connsiteX27" fmla="*/ 1711842 w 3662637"/>
              <a:gd name="connsiteY27" fmla="*/ 4492350 h 4492350"/>
              <a:gd name="connsiteX0" fmla="*/ 1711842 w 3662637"/>
              <a:gd name="connsiteY0" fmla="*/ 4492350 h 4492350"/>
              <a:gd name="connsiteX1" fmla="*/ 1765005 w 3662637"/>
              <a:gd name="connsiteY1" fmla="*/ 3785190 h 4492350"/>
              <a:gd name="connsiteX2" fmla="*/ 1275907 w 3662637"/>
              <a:gd name="connsiteY2" fmla="*/ 3381153 h 4492350"/>
              <a:gd name="connsiteX3" fmla="*/ 0 w 3662637"/>
              <a:gd name="connsiteY3" fmla="*/ 2945218 h 4492350"/>
              <a:gd name="connsiteX4" fmla="*/ 1095154 w 3662637"/>
              <a:gd name="connsiteY4" fmla="*/ 3242930 h 4492350"/>
              <a:gd name="connsiteX5" fmla="*/ 361507 w 3662637"/>
              <a:gd name="connsiteY5" fmla="*/ 2456121 h 4492350"/>
              <a:gd name="connsiteX6" fmla="*/ 1743740 w 3662637"/>
              <a:gd name="connsiteY6" fmla="*/ 3519376 h 4492350"/>
              <a:gd name="connsiteX7" fmla="*/ 1652058 w 3662637"/>
              <a:gd name="connsiteY7" fmla="*/ 2424409 h 4492350"/>
              <a:gd name="connsiteX8" fmla="*/ 8208 w 3662637"/>
              <a:gd name="connsiteY8" fmla="*/ 750901 h 4492350"/>
              <a:gd name="connsiteX9" fmla="*/ 956930 w 3662637"/>
              <a:gd name="connsiteY9" fmla="*/ 1924493 h 4492350"/>
              <a:gd name="connsiteX10" fmla="*/ 1061670 w 3662637"/>
              <a:gd name="connsiteY10" fmla="*/ 857226 h 4492350"/>
              <a:gd name="connsiteX11" fmla="*/ 1162773 w 3662637"/>
              <a:gd name="connsiteY11" fmla="*/ 2026621 h 4492350"/>
              <a:gd name="connsiteX12" fmla="*/ 1682742 w 3662637"/>
              <a:gd name="connsiteY12" fmla="*/ 2194318 h 4492350"/>
              <a:gd name="connsiteX13" fmla="*/ 1924493 w 3662637"/>
              <a:gd name="connsiteY13" fmla="*/ 0 h 4492350"/>
              <a:gd name="connsiteX14" fmla="*/ 1995936 w 3662637"/>
              <a:gd name="connsiteY14" fmla="*/ 986216 h 4492350"/>
              <a:gd name="connsiteX15" fmla="*/ 1850065 w 3662637"/>
              <a:gd name="connsiteY15" fmla="*/ 2060385 h 4492350"/>
              <a:gd name="connsiteX16" fmla="*/ 2025596 w 3662637"/>
              <a:gd name="connsiteY16" fmla="*/ 3046321 h 4492350"/>
              <a:gd name="connsiteX17" fmla="*/ 2615609 w 3662637"/>
              <a:gd name="connsiteY17" fmla="*/ 2519916 h 4492350"/>
              <a:gd name="connsiteX18" fmla="*/ 2881796 w 3662637"/>
              <a:gd name="connsiteY18" fmla="*/ 1291762 h 4492350"/>
              <a:gd name="connsiteX19" fmla="*/ 2774911 w 3662637"/>
              <a:gd name="connsiteY19" fmla="*/ 2383091 h 4492350"/>
              <a:gd name="connsiteX20" fmla="*/ 3662637 w 3662637"/>
              <a:gd name="connsiteY20" fmla="*/ 1124252 h 4492350"/>
              <a:gd name="connsiteX21" fmla="*/ 2190307 w 3662637"/>
              <a:gd name="connsiteY21" fmla="*/ 3370521 h 4492350"/>
              <a:gd name="connsiteX22" fmla="*/ 2137144 w 3662637"/>
              <a:gd name="connsiteY22" fmla="*/ 3817088 h 4492350"/>
              <a:gd name="connsiteX23" fmla="*/ 3285460 w 3662637"/>
              <a:gd name="connsiteY23" fmla="*/ 3094074 h 4492350"/>
              <a:gd name="connsiteX24" fmla="*/ 2162419 w 3662637"/>
              <a:gd name="connsiteY24" fmla="*/ 4030951 h 4492350"/>
              <a:gd name="connsiteX25" fmla="*/ 2200940 w 3662637"/>
              <a:gd name="connsiteY25" fmla="*/ 4476307 h 4492350"/>
              <a:gd name="connsiteX26" fmla="*/ 2186296 w 3662637"/>
              <a:gd name="connsiteY26" fmla="*/ 4491415 h 4492350"/>
              <a:gd name="connsiteX27" fmla="*/ 1711842 w 3662637"/>
              <a:gd name="connsiteY27" fmla="*/ 4492350 h 4492350"/>
              <a:gd name="connsiteX0" fmla="*/ 1711842 w 3662637"/>
              <a:gd name="connsiteY0" fmla="*/ 4492350 h 4492350"/>
              <a:gd name="connsiteX1" fmla="*/ 1765005 w 3662637"/>
              <a:gd name="connsiteY1" fmla="*/ 3785190 h 4492350"/>
              <a:gd name="connsiteX2" fmla="*/ 1275907 w 3662637"/>
              <a:gd name="connsiteY2" fmla="*/ 3381153 h 4492350"/>
              <a:gd name="connsiteX3" fmla="*/ 0 w 3662637"/>
              <a:gd name="connsiteY3" fmla="*/ 2945218 h 4492350"/>
              <a:gd name="connsiteX4" fmla="*/ 1095154 w 3662637"/>
              <a:gd name="connsiteY4" fmla="*/ 3242930 h 4492350"/>
              <a:gd name="connsiteX5" fmla="*/ 361507 w 3662637"/>
              <a:gd name="connsiteY5" fmla="*/ 2456121 h 4492350"/>
              <a:gd name="connsiteX6" fmla="*/ 1743740 w 3662637"/>
              <a:gd name="connsiteY6" fmla="*/ 3519376 h 4492350"/>
              <a:gd name="connsiteX7" fmla="*/ 1652058 w 3662637"/>
              <a:gd name="connsiteY7" fmla="*/ 2400346 h 4492350"/>
              <a:gd name="connsiteX8" fmla="*/ 8208 w 3662637"/>
              <a:gd name="connsiteY8" fmla="*/ 750901 h 4492350"/>
              <a:gd name="connsiteX9" fmla="*/ 956930 w 3662637"/>
              <a:gd name="connsiteY9" fmla="*/ 1924493 h 4492350"/>
              <a:gd name="connsiteX10" fmla="*/ 1061670 w 3662637"/>
              <a:gd name="connsiteY10" fmla="*/ 857226 h 4492350"/>
              <a:gd name="connsiteX11" fmla="*/ 1162773 w 3662637"/>
              <a:gd name="connsiteY11" fmla="*/ 2026621 h 4492350"/>
              <a:gd name="connsiteX12" fmla="*/ 1682742 w 3662637"/>
              <a:gd name="connsiteY12" fmla="*/ 2194318 h 4492350"/>
              <a:gd name="connsiteX13" fmla="*/ 1924493 w 3662637"/>
              <a:gd name="connsiteY13" fmla="*/ 0 h 4492350"/>
              <a:gd name="connsiteX14" fmla="*/ 1995936 w 3662637"/>
              <a:gd name="connsiteY14" fmla="*/ 986216 h 4492350"/>
              <a:gd name="connsiteX15" fmla="*/ 1850065 w 3662637"/>
              <a:gd name="connsiteY15" fmla="*/ 2060385 h 4492350"/>
              <a:gd name="connsiteX16" fmla="*/ 2025596 w 3662637"/>
              <a:gd name="connsiteY16" fmla="*/ 3046321 h 4492350"/>
              <a:gd name="connsiteX17" fmla="*/ 2615609 w 3662637"/>
              <a:gd name="connsiteY17" fmla="*/ 2519916 h 4492350"/>
              <a:gd name="connsiteX18" fmla="*/ 2881796 w 3662637"/>
              <a:gd name="connsiteY18" fmla="*/ 1291762 h 4492350"/>
              <a:gd name="connsiteX19" fmla="*/ 2774911 w 3662637"/>
              <a:gd name="connsiteY19" fmla="*/ 2383091 h 4492350"/>
              <a:gd name="connsiteX20" fmla="*/ 3662637 w 3662637"/>
              <a:gd name="connsiteY20" fmla="*/ 1124252 h 4492350"/>
              <a:gd name="connsiteX21" fmla="*/ 2190307 w 3662637"/>
              <a:gd name="connsiteY21" fmla="*/ 3370521 h 4492350"/>
              <a:gd name="connsiteX22" fmla="*/ 2137144 w 3662637"/>
              <a:gd name="connsiteY22" fmla="*/ 3817088 h 4492350"/>
              <a:gd name="connsiteX23" fmla="*/ 3285460 w 3662637"/>
              <a:gd name="connsiteY23" fmla="*/ 3094074 h 4492350"/>
              <a:gd name="connsiteX24" fmla="*/ 2162419 w 3662637"/>
              <a:gd name="connsiteY24" fmla="*/ 4030951 h 4492350"/>
              <a:gd name="connsiteX25" fmla="*/ 2200940 w 3662637"/>
              <a:gd name="connsiteY25" fmla="*/ 4476307 h 4492350"/>
              <a:gd name="connsiteX26" fmla="*/ 2186296 w 3662637"/>
              <a:gd name="connsiteY26" fmla="*/ 4491415 h 4492350"/>
              <a:gd name="connsiteX27" fmla="*/ 1711842 w 3662637"/>
              <a:gd name="connsiteY27" fmla="*/ 4492350 h 4492350"/>
              <a:gd name="connsiteX0" fmla="*/ 1711842 w 3662637"/>
              <a:gd name="connsiteY0" fmla="*/ 4492350 h 4492350"/>
              <a:gd name="connsiteX1" fmla="*/ 1765005 w 3662637"/>
              <a:gd name="connsiteY1" fmla="*/ 3785190 h 4492350"/>
              <a:gd name="connsiteX2" fmla="*/ 1275907 w 3662637"/>
              <a:gd name="connsiteY2" fmla="*/ 3381153 h 4492350"/>
              <a:gd name="connsiteX3" fmla="*/ 0 w 3662637"/>
              <a:gd name="connsiteY3" fmla="*/ 2945218 h 4492350"/>
              <a:gd name="connsiteX4" fmla="*/ 1095154 w 3662637"/>
              <a:gd name="connsiteY4" fmla="*/ 3242930 h 4492350"/>
              <a:gd name="connsiteX5" fmla="*/ 361507 w 3662637"/>
              <a:gd name="connsiteY5" fmla="*/ 2456121 h 4492350"/>
              <a:gd name="connsiteX6" fmla="*/ 1743740 w 3662637"/>
              <a:gd name="connsiteY6" fmla="*/ 3519376 h 4492350"/>
              <a:gd name="connsiteX7" fmla="*/ 1652058 w 3662637"/>
              <a:gd name="connsiteY7" fmla="*/ 2400346 h 4492350"/>
              <a:gd name="connsiteX8" fmla="*/ 8208 w 3662637"/>
              <a:gd name="connsiteY8" fmla="*/ 750901 h 4492350"/>
              <a:gd name="connsiteX9" fmla="*/ 956930 w 3662637"/>
              <a:gd name="connsiteY9" fmla="*/ 1924493 h 4492350"/>
              <a:gd name="connsiteX10" fmla="*/ 1061670 w 3662637"/>
              <a:gd name="connsiteY10" fmla="*/ 857226 h 4492350"/>
              <a:gd name="connsiteX11" fmla="*/ 1162773 w 3662637"/>
              <a:gd name="connsiteY11" fmla="*/ 2026621 h 4492350"/>
              <a:gd name="connsiteX12" fmla="*/ 1682742 w 3662637"/>
              <a:gd name="connsiteY12" fmla="*/ 2194318 h 4492350"/>
              <a:gd name="connsiteX13" fmla="*/ 1924493 w 3662637"/>
              <a:gd name="connsiteY13" fmla="*/ 0 h 4492350"/>
              <a:gd name="connsiteX14" fmla="*/ 1995936 w 3662637"/>
              <a:gd name="connsiteY14" fmla="*/ 986216 h 4492350"/>
              <a:gd name="connsiteX15" fmla="*/ 1850065 w 3662637"/>
              <a:gd name="connsiteY15" fmla="*/ 2060385 h 4492350"/>
              <a:gd name="connsiteX16" fmla="*/ 2025596 w 3662637"/>
              <a:gd name="connsiteY16" fmla="*/ 3046321 h 4492350"/>
              <a:gd name="connsiteX17" fmla="*/ 2615609 w 3662637"/>
              <a:gd name="connsiteY17" fmla="*/ 2519916 h 4492350"/>
              <a:gd name="connsiteX18" fmla="*/ 2881796 w 3662637"/>
              <a:gd name="connsiteY18" fmla="*/ 1291762 h 4492350"/>
              <a:gd name="connsiteX19" fmla="*/ 2774911 w 3662637"/>
              <a:gd name="connsiteY19" fmla="*/ 2383091 h 4492350"/>
              <a:gd name="connsiteX20" fmla="*/ 3662637 w 3662637"/>
              <a:gd name="connsiteY20" fmla="*/ 1124252 h 4492350"/>
              <a:gd name="connsiteX21" fmla="*/ 2190307 w 3662637"/>
              <a:gd name="connsiteY21" fmla="*/ 3370521 h 4492350"/>
              <a:gd name="connsiteX22" fmla="*/ 2137144 w 3662637"/>
              <a:gd name="connsiteY22" fmla="*/ 3817088 h 4492350"/>
              <a:gd name="connsiteX23" fmla="*/ 3285460 w 3662637"/>
              <a:gd name="connsiteY23" fmla="*/ 3094074 h 4492350"/>
              <a:gd name="connsiteX24" fmla="*/ 2162419 w 3662637"/>
              <a:gd name="connsiteY24" fmla="*/ 4030951 h 4492350"/>
              <a:gd name="connsiteX25" fmla="*/ 2200940 w 3662637"/>
              <a:gd name="connsiteY25" fmla="*/ 4476307 h 4492350"/>
              <a:gd name="connsiteX26" fmla="*/ 2186296 w 3662637"/>
              <a:gd name="connsiteY26" fmla="*/ 4491415 h 4492350"/>
              <a:gd name="connsiteX27" fmla="*/ 1711842 w 3662637"/>
              <a:gd name="connsiteY27" fmla="*/ 4492350 h 4492350"/>
              <a:gd name="connsiteX0" fmla="*/ 1711842 w 3662637"/>
              <a:gd name="connsiteY0" fmla="*/ 4492350 h 4492350"/>
              <a:gd name="connsiteX1" fmla="*/ 1765005 w 3662637"/>
              <a:gd name="connsiteY1" fmla="*/ 3785190 h 4492350"/>
              <a:gd name="connsiteX2" fmla="*/ 1275907 w 3662637"/>
              <a:gd name="connsiteY2" fmla="*/ 3381153 h 4492350"/>
              <a:gd name="connsiteX3" fmla="*/ 0 w 3662637"/>
              <a:gd name="connsiteY3" fmla="*/ 2945218 h 4492350"/>
              <a:gd name="connsiteX4" fmla="*/ 1095154 w 3662637"/>
              <a:gd name="connsiteY4" fmla="*/ 3242930 h 4492350"/>
              <a:gd name="connsiteX5" fmla="*/ 361507 w 3662637"/>
              <a:gd name="connsiteY5" fmla="*/ 2456121 h 4492350"/>
              <a:gd name="connsiteX6" fmla="*/ 1743740 w 3662637"/>
              <a:gd name="connsiteY6" fmla="*/ 3519376 h 4492350"/>
              <a:gd name="connsiteX7" fmla="*/ 1652058 w 3662637"/>
              <a:gd name="connsiteY7" fmla="*/ 2400346 h 4492350"/>
              <a:gd name="connsiteX8" fmla="*/ 8208 w 3662637"/>
              <a:gd name="connsiteY8" fmla="*/ 750901 h 4492350"/>
              <a:gd name="connsiteX9" fmla="*/ 956930 w 3662637"/>
              <a:gd name="connsiteY9" fmla="*/ 1924493 h 4492350"/>
              <a:gd name="connsiteX10" fmla="*/ 1061670 w 3662637"/>
              <a:gd name="connsiteY10" fmla="*/ 857226 h 4492350"/>
              <a:gd name="connsiteX11" fmla="*/ 1162773 w 3662637"/>
              <a:gd name="connsiteY11" fmla="*/ 2026621 h 4492350"/>
              <a:gd name="connsiteX12" fmla="*/ 1682742 w 3662637"/>
              <a:gd name="connsiteY12" fmla="*/ 2194318 h 4492350"/>
              <a:gd name="connsiteX13" fmla="*/ 1924493 w 3662637"/>
              <a:gd name="connsiteY13" fmla="*/ 0 h 4492350"/>
              <a:gd name="connsiteX14" fmla="*/ 1995936 w 3662637"/>
              <a:gd name="connsiteY14" fmla="*/ 986216 h 4492350"/>
              <a:gd name="connsiteX15" fmla="*/ 1850065 w 3662637"/>
              <a:gd name="connsiteY15" fmla="*/ 2060385 h 4492350"/>
              <a:gd name="connsiteX16" fmla="*/ 2025596 w 3662637"/>
              <a:gd name="connsiteY16" fmla="*/ 3046321 h 4492350"/>
              <a:gd name="connsiteX17" fmla="*/ 2615609 w 3662637"/>
              <a:gd name="connsiteY17" fmla="*/ 2519916 h 4492350"/>
              <a:gd name="connsiteX18" fmla="*/ 2881796 w 3662637"/>
              <a:gd name="connsiteY18" fmla="*/ 1291762 h 4492350"/>
              <a:gd name="connsiteX19" fmla="*/ 2774911 w 3662637"/>
              <a:gd name="connsiteY19" fmla="*/ 2383091 h 4492350"/>
              <a:gd name="connsiteX20" fmla="*/ 3662637 w 3662637"/>
              <a:gd name="connsiteY20" fmla="*/ 1124252 h 4492350"/>
              <a:gd name="connsiteX21" fmla="*/ 2190307 w 3662637"/>
              <a:gd name="connsiteY21" fmla="*/ 3370521 h 4492350"/>
              <a:gd name="connsiteX22" fmla="*/ 2137144 w 3662637"/>
              <a:gd name="connsiteY22" fmla="*/ 3817088 h 4492350"/>
              <a:gd name="connsiteX23" fmla="*/ 3285460 w 3662637"/>
              <a:gd name="connsiteY23" fmla="*/ 3094074 h 4492350"/>
              <a:gd name="connsiteX24" fmla="*/ 2162419 w 3662637"/>
              <a:gd name="connsiteY24" fmla="*/ 4030951 h 4492350"/>
              <a:gd name="connsiteX25" fmla="*/ 2200940 w 3662637"/>
              <a:gd name="connsiteY25" fmla="*/ 4476307 h 4492350"/>
              <a:gd name="connsiteX26" fmla="*/ 2186296 w 3662637"/>
              <a:gd name="connsiteY26" fmla="*/ 4491415 h 4492350"/>
              <a:gd name="connsiteX27" fmla="*/ 1711842 w 3662637"/>
              <a:gd name="connsiteY27" fmla="*/ 4492350 h 4492350"/>
              <a:gd name="connsiteX0" fmla="*/ 1711842 w 3662637"/>
              <a:gd name="connsiteY0" fmla="*/ 4492350 h 4492350"/>
              <a:gd name="connsiteX1" fmla="*/ 1765005 w 3662637"/>
              <a:gd name="connsiteY1" fmla="*/ 3785190 h 4492350"/>
              <a:gd name="connsiteX2" fmla="*/ 1275907 w 3662637"/>
              <a:gd name="connsiteY2" fmla="*/ 3381153 h 4492350"/>
              <a:gd name="connsiteX3" fmla="*/ 0 w 3662637"/>
              <a:gd name="connsiteY3" fmla="*/ 2945218 h 4492350"/>
              <a:gd name="connsiteX4" fmla="*/ 1095154 w 3662637"/>
              <a:gd name="connsiteY4" fmla="*/ 3242930 h 4492350"/>
              <a:gd name="connsiteX5" fmla="*/ 361507 w 3662637"/>
              <a:gd name="connsiteY5" fmla="*/ 2456121 h 4492350"/>
              <a:gd name="connsiteX6" fmla="*/ 1743740 w 3662637"/>
              <a:gd name="connsiteY6" fmla="*/ 3519376 h 4492350"/>
              <a:gd name="connsiteX7" fmla="*/ 1652058 w 3662637"/>
              <a:gd name="connsiteY7" fmla="*/ 2400346 h 4492350"/>
              <a:gd name="connsiteX8" fmla="*/ 8208 w 3662637"/>
              <a:gd name="connsiteY8" fmla="*/ 750901 h 4492350"/>
              <a:gd name="connsiteX9" fmla="*/ 956930 w 3662637"/>
              <a:gd name="connsiteY9" fmla="*/ 1924493 h 4492350"/>
              <a:gd name="connsiteX10" fmla="*/ 1061670 w 3662637"/>
              <a:gd name="connsiteY10" fmla="*/ 857226 h 4492350"/>
              <a:gd name="connsiteX11" fmla="*/ 1162773 w 3662637"/>
              <a:gd name="connsiteY11" fmla="*/ 2026621 h 4492350"/>
              <a:gd name="connsiteX12" fmla="*/ 1682742 w 3662637"/>
              <a:gd name="connsiteY12" fmla="*/ 2194318 h 4492350"/>
              <a:gd name="connsiteX13" fmla="*/ 1924493 w 3662637"/>
              <a:gd name="connsiteY13" fmla="*/ 0 h 4492350"/>
              <a:gd name="connsiteX14" fmla="*/ 1995936 w 3662637"/>
              <a:gd name="connsiteY14" fmla="*/ 986216 h 4492350"/>
              <a:gd name="connsiteX15" fmla="*/ 1850065 w 3662637"/>
              <a:gd name="connsiteY15" fmla="*/ 2060385 h 4492350"/>
              <a:gd name="connsiteX16" fmla="*/ 2025596 w 3662637"/>
              <a:gd name="connsiteY16" fmla="*/ 3046321 h 4492350"/>
              <a:gd name="connsiteX17" fmla="*/ 2615609 w 3662637"/>
              <a:gd name="connsiteY17" fmla="*/ 2519916 h 4492350"/>
              <a:gd name="connsiteX18" fmla="*/ 2881796 w 3662637"/>
              <a:gd name="connsiteY18" fmla="*/ 1291762 h 4492350"/>
              <a:gd name="connsiteX19" fmla="*/ 2774911 w 3662637"/>
              <a:gd name="connsiteY19" fmla="*/ 2383091 h 4492350"/>
              <a:gd name="connsiteX20" fmla="*/ 3662637 w 3662637"/>
              <a:gd name="connsiteY20" fmla="*/ 1124252 h 4492350"/>
              <a:gd name="connsiteX21" fmla="*/ 2190307 w 3662637"/>
              <a:gd name="connsiteY21" fmla="*/ 3370521 h 4492350"/>
              <a:gd name="connsiteX22" fmla="*/ 2137144 w 3662637"/>
              <a:gd name="connsiteY22" fmla="*/ 3817088 h 4492350"/>
              <a:gd name="connsiteX23" fmla="*/ 3285460 w 3662637"/>
              <a:gd name="connsiteY23" fmla="*/ 3094074 h 4492350"/>
              <a:gd name="connsiteX24" fmla="*/ 2162419 w 3662637"/>
              <a:gd name="connsiteY24" fmla="*/ 4030951 h 4492350"/>
              <a:gd name="connsiteX25" fmla="*/ 2200940 w 3662637"/>
              <a:gd name="connsiteY25" fmla="*/ 4476307 h 4492350"/>
              <a:gd name="connsiteX26" fmla="*/ 2186296 w 3662637"/>
              <a:gd name="connsiteY26" fmla="*/ 4491415 h 4492350"/>
              <a:gd name="connsiteX27" fmla="*/ 1711842 w 3662637"/>
              <a:gd name="connsiteY27" fmla="*/ 4492350 h 4492350"/>
              <a:gd name="connsiteX0" fmla="*/ 1711842 w 3662637"/>
              <a:gd name="connsiteY0" fmla="*/ 4492350 h 4492350"/>
              <a:gd name="connsiteX1" fmla="*/ 1765005 w 3662637"/>
              <a:gd name="connsiteY1" fmla="*/ 3785190 h 4492350"/>
              <a:gd name="connsiteX2" fmla="*/ 1275907 w 3662637"/>
              <a:gd name="connsiteY2" fmla="*/ 3381153 h 4492350"/>
              <a:gd name="connsiteX3" fmla="*/ 0 w 3662637"/>
              <a:gd name="connsiteY3" fmla="*/ 2945218 h 4492350"/>
              <a:gd name="connsiteX4" fmla="*/ 1095154 w 3662637"/>
              <a:gd name="connsiteY4" fmla="*/ 3242930 h 4492350"/>
              <a:gd name="connsiteX5" fmla="*/ 361507 w 3662637"/>
              <a:gd name="connsiteY5" fmla="*/ 2456121 h 4492350"/>
              <a:gd name="connsiteX6" fmla="*/ 1743740 w 3662637"/>
              <a:gd name="connsiteY6" fmla="*/ 3519376 h 4492350"/>
              <a:gd name="connsiteX7" fmla="*/ 1652058 w 3662637"/>
              <a:gd name="connsiteY7" fmla="*/ 2400346 h 4492350"/>
              <a:gd name="connsiteX8" fmla="*/ 28261 w 3662637"/>
              <a:gd name="connsiteY8" fmla="*/ 742880 h 4492350"/>
              <a:gd name="connsiteX9" fmla="*/ 956930 w 3662637"/>
              <a:gd name="connsiteY9" fmla="*/ 1924493 h 4492350"/>
              <a:gd name="connsiteX10" fmla="*/ 1061670 w 3662637"/>
              <a:gd name="connsiteY10" fmla="*/ 857226 h 4492350"/>
              <a:gd name="connsiteX11" fmla="*/ 1162773 w 3662637"/>
              <a:gd name="connsiteY11" fmla="*/ 2026621 h 4492350"/>
              <a:gd name="connsiteX12" fmla="*/ 1682742 w 3662637"/>
              <a:gd name="connsiteY12" fmla="*/ 2194318 h 4492350"/>
              <a:gd name="connsiteX13" fmla="*/ 1924493 w 3662637"/>
              <a:gd name="connsiteY13" fmla="*/ 0 h 4492350"/>
              <a:gd name="connsiteX14" fmla="*/ 1995936 w 3662637"/>
              <a:gd name="connsiteY14" fmla="*/ 986216 h 4492350"/>
              <a:gd name="connsiteX15" fmla="*/ 1850065 w 3662637"/>
              <a:gd name="connsiteY15" fmla="*/ 2060385 h 4492350"/>
              <a:gd name="connsiteX16" fmla="*/ 2025596 w 3662637"/>
              <a:gd name="connsiteY16" fmla="*/ 3046321 h 4492350"/>
              <a:gd name="connsiteX17" fmla="*/ 2615609 w 3662637"/>
              <a:gd name="connsiteY17" fmla="*/ 2519916 h 4492350"/>
              <a:gd name="connsiteX18" fmla="*/ 2881796 w 3662637"/>
              <a:gd name="connsiteY18" fmla="*/ 1291762 h 4492350"/>
              <a:gd name="connsiteX19" fmla="*/ 2774911 w 3662637"/>
              <a:gd name="connsiteY19" fmla="*/ 2383091 h 4492350"/>
              <a:gd name="connsiteX20" fmla="*/ 3662637 w 3662637"/>
              <a:gd name="connsiteY20" fmla="*/ 1124252 h 4492350"/>
              <a:gd name="connsiteX21" fmla="*/ 2190307 w 3662637"/>
              <a:gd name="connsiteY21" fmla="*/ 3370521 h 4492350"/>
              <a:gd name="connsiteX22" fmla="*/ 2137144 w 3662637"/>
              <a:gd name="connsiteY22" fmla="*/ 3817088 h 4492350"/>
              <a:gd name="connsiteX23" fmla="*/ 3285460 w 3662637"/>
              <a:gd name="connsiteY23" fmla="*/ 3094074 h 4492350"/>
              <a:gd name="connsiteX24" fmla="*/ 2162419 w 3662637"/>
              <a:gd name="connsiteY24" fmla="*/ 4030951 h 4492350"/>
              <a:gd name="connsiteX25" fmla="*/ 2200940 w 3662637"/>
              <a:gd name="connsiteY25" fmla="*/ 4476307 h 4492350"/>
              <a:gd name="connsiteX26" fmla="*/ 2186296 w 3662637"/>
              <a:gd name="connsiteY26" fmla="*/ 4491415 h 4492350"/>
              <a:gd name="connsiteX27" fmla="*/ 1711842 w 3662637"/>
              <a:gd name="connsiteY27" fmla="*/ 4492350 h 4492350"/>
              <a:gd name="connsiteX0" fmla="*/ 1711842 w 3662637"/>
              <a:gd name="connsiteY0" fmla="*/ 4492350 h 4492350"/>
              <a:gd name="connsiteX1" fmla="*/ 1765005 w 3662637"/>
              <a:gd name="connsiteY1" fmla="*/ 3785190 h 4492350"/>
              <a:gd name="connsiteX2" fmla="*/ 1275907 w 3662637"/>
              <a:gd name="connsiteY2" fmla="*/ 3381153 h 4492350"/>
              <a:gd name="connsiteX3" fmla="*/ 0 w 3662637"/>
              <a:gd name="connsiteY3" fmla="*/ 2945218 h 4492350"/>
              <a:gd name="connsiteX4" fmla="*/ 1095154 w 3662637"/>
              <a:gd name="connsiteY4" fmla="*/ 3242930 h 4492350"/>
              <a:gd name="connsiteX5" fmla="*/ 361507 w 3662637"/>
              <a:gd name="connsiteY5" fmla="*/ 2456121 h 4492350"/>
              <a:gd name="connsiteX6" fmla="*/ 1743740 w 3662637"/>
              <a:gd name="connsiteY6" fmla="*/ 3519376 h 4492350"/>
              <a:gd name="connsiteX7" fmla="*/ 1652058 w 3662637"/>
              <a:gd name="connsiteY7" fmla="*/ 2400346 h 4492350"/>
              <a:gd name="connsiteX8" fmla="*/ 28261 w 3662637"/>
              <a:gd name="connsiteY8" fmla="*/ 742880 h 4492350"/>
              <a:gd name="connsiteX9" fmla="*/ 956930 w 3662637"/>
              <a:gd name="connsiteY9" fmla="*/ 1924493 h 4492350"/>
              <a:gd name="connsiteX10" fmla="*/ 1061670 w 3662637"/>
              <a:gd name="connsiteY10" fmla="*/ 857226 h 4492350"/>
              <a:gd name="connsiteX11" fmla="*/ 1162773 w 3662637"/>
              <a:gd name="connsiteY11" fmla="*/ 2026621 h 4492350"/>
              <a:gd name="connsiteX12" fmla="*/ 1682742 w 3662637"/>
              <a:gd name="connsiteY12" fmla="*/ 2194318 h 4492350"/>
              <a:gd name="connsiteX13" fmla="*/ 1924493 w 3662637"/>
              <a:gd name="connsiteY13" fmla="*/ 0 h 4492350"/>
              <a:gd name="connsiteX14" fmla="*/ 1995936 w 3662637"/>
              <a:gd name="connsiteY14" fmla="*/ 986216 h 4492350"/>
              <a:gd name="connsiteX15" fmla="*/ 1850065 w 3662637"/>
              <a:gd name="connsiteY15" fmla="*/ 2060385 h 4492350"/>
              <a:gd name="connsiteX16" fmla="*/ 2025596 w 3662637"/>
              <a:gd name="connsiteY16" fmla="*/ 3046321 h 4492350"/>
              <a:gd name="connsiteX17" fmla="*/ 2615609 w 3662637"/>
              <a:gd name="connsiteY17" fmla="*/ 2519916 h 4492350"/>
              <a:gd name="connsiteX18" fmla="*/ 2881796 w 3662637"/>
              <a:gd name="connsiteY18" fmla="*/ 1291762 h 4492350"/>
              <a:gd name="connsiteX19" fmla="*/ 2774911 w 3662637"/>
              <a:gd name="connsiteY19" fmla="*/ 2383091 h 4492350"/>
              <a:gd name="connsiteX20" fmla="*/ 3662637 w 3662637"/>
              <a:gd name="connsiteY20" fmla="*/ 1124252 h 4492350"/>
              <a:gd name="connsiteX21" fmla="*/ 2190307 w 3662637"/>
              <a:gd name="connsiteY21" fmla="*/ 3370521 h 4492350"/>
              <a:gd name="connsiteX22" fmla="*/ 2137144 w 3662637"/>
              <a:gd name="connsiteY22" fmla="*/ 3817088 h 4492350"/>
              <a:gd name="connsiteX23" fmla="*/ 3285460 w 3662637"/>
              <a:gd name="connsiteY23" fmla="*/ 3094074 h 4492350"/>
              <a:gd name="connsiteX24" fmla="*/ 2162419 w 3662637"/>
              <a:gd name="connsiteY24" fmla="*/ 4030951 h 4492350"/>
              <a:gd name="connsiteX25" fmla="*/ 2200940 w 3662637"/>
              <a:gd name="connsiteY25" fmla="*/ 4476307 h 4492350"/>
              <a:gd name="connsiteX26" fmla="*/ 2186296 w 3662637"/>
              <a:gd name="connsiteY26" fmla="*/ 4491415 h 4492350"/>
              <a:gd name="connsiteX27" fmla="*/ 1711842 w 3662637"/>
              <a:gd name="connsiteY27" fmla="*/ 4492350 h 4492350"/>
              <a:gd name="connsiteX0" fmla="*/ 1711842 w 3662637"/>
              <a:gd name="connsiteY0" fmla="*/ 4492350 h 4492350"/>
              <a:gd name="connsiteX1" fmla="*/ 1765005 w 3662637"/>
              <a:gd name="connsiteY1" fmla="*/ 3785190 h 4492350"/>
              <a:gd name="connsiteX2" fmla="*/ 1275907 w 3662637"/>
              <a:gd name="connsiteY2" fmla="*/ 3381153 h 4492350"/>
              <a:gd name="connsiteX3" fmla="*/ 0 w 3662637"/>
              <a:gd name="connsiteY3" fmla="*/ 2945218 h 4492350"/>
              <a:gd name="connsiteX4" fmla="*/ 1095154 w 3662637"/>
              <a:gd name="connsiteY4" fmla="*/ 3242930 h 4492350"/>
              <a:gd name="connsiteX5" fmla="*/ 361507 w 3662637"/>
              <a:gd name="connsiteY5" fmla="*/ 2456121 h 4492350"/>
              <a:gd name="connsiteX6" fmla="*/ 1743740 w 3662637"/>
              <a:gd name="connsiteY6" fmla="*/ 3519376 h 4492350"/>
              <a:gd name="connsiteX7" fmla="*/ 1652058 w 3662637"/>
              <a:gd name="connsiteY7" fmla="*/ 2400346 h 4492350"/>
              <a:gd name="connsiteX8" fmla="*/ 28261 w 3662637"/>
              <a:gd name="connsiteY8" fmla="*/ 742880 h 4492350"/>
              <a:gd name="connsiteX9" fmla="*/ 956930 w 3662637"/>
              <a:gd name="connsiteY9" fmla="*/ 1924493 h 4492350"/>
              <a:gd name="connsiteX10" fmla="*/ 1061670 w 3662637"/>
              <a:gd name="connsiteY10" fmla="*/ 857226 h 4492350"/>
              <a:gd name="connsiteX11" fmla="*/ 1162773 w 3662637"/>
              <a:gd name="connsiteY11" fmla="*/ 2026621 h 4492350"/>
              <a:gd name="connsiteX12" fmla="*/ 1682742 w 3662637"/>
              <a:gd name="connsiteY12" fmla="*/ 2194318 h 4492350"/>
              <a:gd name="connsiteX13" fmla="*/ 1924493 w 3662637"/>
              <a:gd name="connsiteY13" fmla="*/ 0 h 4492350"/>
              <a:gd name="connsiteX14" fmla="*/ 1995936 w 3662637"/>
              <a:gd name="connsiteY14" fmla="*/ 986216 h 4492350"/>
              <a:gd name="connsiteX15" fmla="*/ 1850065 w 3662637"/>
              <a:gd name="connsiteY15" fmla="*/ 2060385 h 4492350"/>
              <a:gd name="connsiteX16" fmla="*/ 2025596 w 3662637"/>
              <a:gd name="connsiteY16" fmla="*/ 3046321 h 4492350"/>
              <a:gd name="connsiteX17" fmla="*/ 2615609 w 3662637"/>
              <a:gd name="connsiteY17" fmla="*/ 2519916 h 4492350"/>
              <a:gd name="connsiteX18" fmla="*/ 2881796 w 3662637"/>
              <a:gd name="connsiteY18" fmla="*/ 1291762 h 4492350"/>
              <a:gd name="connsiteX19" fmla="*/ 2774911 w 3662637"/>
              <a:gd name="connsiteY19" fmla="*/ 2383091 h 4492350"/>
              <a:gd name="connsiteX20" fmla="*/ 3662637 w 3662637"/>
              <a:gd name="connsiteY20" fmla="*/ 1124252 h 4492350"/>
              <a:gd name="connsiteX21" fmla="*/ 2190307 w 3662637"/>
              <a:gd name="connsiteY21" fmla="*/ 3370521 h 4492350"/>
              <a:gd name="connsiteX22" fmla="*/ 2137144 w 3662637"/>
              <a:gd name="connsiteY22" fmla="*/ 3817088 h 4492350"/>
              <a:gd name="connsiteX23" fmla="*/ 3285460 w 3662637"/>
              <a:gd name="connsiteY23" fmla="*/ 3094074 h 4492350"/>
              <a:gd name="connsiteX24" fmla="*/ 2162419 w 3662637"/>
              <a:gd name="connsiteY24" fmla="*/ 4030951 h 4492350"/>
              <a:gd name="connsiteX25" fmla="*/ 2200940 w 3662637"/>
              <a:gd name="connsiteY25" fmla="*/ 4476307 h 4492350"/>
              <a:gd name="connsiteX26" fmla="*/ 2186296 w 3662637"/>
              <a:gd name="connsiteY26" fmla="*/ 4491415 h 4492350"/>
              <a:gd name="connsiteX27" fmla="*/ 1711842 w 3662637"/>
              <a:gd name="connsiteY27" fmla="*/ 4492350 h 4492350"/>
              <a:gd name="connsiteX0" fmla="*/ 1711842 w 3662637"/>
              <a:gd name="connsiteY0" fmla="*/ 4492350 h 4492350"/>
              <a:gd name="connsiteX1" fmla="*/ 1765005 w 3662637"/>
              <a:gd name="connsiteY1" fmla="*/ 3785190 h 4492350"/>
              <a:gd name="connsiteX2" fmla="*/ 1275907 w 3662637"/>
              <a:gd name="connsiteY2" fmla="*/ 3381153 h 4492350"/>
              <a:gd name="connsiteX3" fmla="*/ 0 w 3662637"/>
              <a:gd name="connsiteY3" fmla="*/ 2945218 h 4492350"/>
              <a:gd name="connsiteX4" fmla="*/ 1095154 w 3662637"/>
              <a:gd name="connsiteY4" fmla="*/ 3242930 h 4492350"/>
              <a:gd name="connsiteX5" fmla="*/ 361507 w 3662637"/>
              <a:gd name="connsiteY5" fmla="*/ 2456121 h 4492350"/>
              <a:gd name="connsiteX6" fmla="*/ 1743740 w 3662637"/>
              <a:gd name="connsiteY6" fmla="*/ 3519376 h 4492350"/>
              <a:gd name="connsiteX7" fmla="*/ 1652058 w 3662637"/>
              <a:gd name="connsiteY7" fmla="*/ 2400346 h 4492350"/>
              <a:gd name="connsiteX8" fmla="*/ 28261 w 3662637"/>
              <a:gd name="connsiteY8" fmla="*/ 742880 h 4492350"/>
              <a:gd name="connsiteX9" fmla="*/ 956930 w 3662637"/>
              <a:gd name="connsiteY9" fmla="*/ 1924493 h 4492350"/>
              <a:gd name="connsiteX10" fmla="*/ 1061670 w 3662637"/>
              <a:gd name="connsiteY10" fmla="*/ 857226 h 4492350"/>
              <a:gd name="connsiteX11" fmla="*/ 1162773 w 3662637"/>
              <a:gd name="connsiteY11" fmla="*/ 2026621 h 4492350"/>
              <a:gd name="connsiteX12" fmla="*/ 1682742 w 3662637"/>
              <a:gd name="connsiteY12" fmla="*/ 2194318 h 4492350"/>
              <a:gd name="connsiteX13" fmla="*/ 1924493 w 3662637"/>
              <a:gd name="connsiteY13" fmla="*/ 0 h 4492350"/>
              <a:gd name="connsiteX14" fmla="*/ 1995936 w 3662637"/>
              <a:gd name="connsiteY14" fmla="*/ 986216 h 4492350"/>
              <a:gd name="connsiteX15" fmla="*/ 1850065 w 3662637"/>
              <a:gd name="connsiteY15" fmla="*/ 2060385 h 4492350"/>
              <a:gd name="connsiteX16" fmla="*/ 2025596 w 3662637"/>
              <a:gd name="connsiteY16" fmla="*/ 3046321 h 4492350"/>
              <a:gd name="connsiteX17" fmla="*/ 2615609 w 3662637"/>
              <a:gd name="connsiteY17" fmla="*/ 2519916 h 4492350"/>
              <a:gd name="connsiteX18" fmla="*/ 2881796 w 3662637"/>
              <a:gd name="connsiteY18" fmla="*/ 1291762 h 4492350"/>
              <a:gd name="connsiteX19" fmla="*/ 2774911 w 3662637"/>
              <a:gd name="connsiteY19" fmla="*/ 2383091 h 4492350"/>
              <a:gd name="connsiteX20" fmla="*/ 3662637 w 3662637"/>
              <a:gd name="connsiteY20" fmla="*/ 1124252 h 4492350"/>
              <a:gd name="connsiteX21" fmla="*/ 2190307 w 3662637"/>
              <a:gd name="connsiteY21" fmla="*/ 3370521 h 4492350"/>
              <a:gd name="connsiteX22" fmla="*/ 2137144 w 3662637"/>
              <a:gd name="connsiteY22" fmla="*/ 3817088 h 4492350"/>
              <a:gd name="connsiteX23" fmla="*/ 3285460 w 3662637"/>
              <a:gd name="connsiteY23" fmla="*/ 3094074 h 4492350"/>
              <a:gd name="connsiteX24" fmla="*/ 2162419 w 3662637"/>
              <a:gd name="connsiteY24" fmla="*/ 4030951 h 4492350"/>
              <a:gd name="connsiteX25" fmla="*/ 2200940 w 3662637"/>
              <a:gd name="connsiteY25" fmla="*/ 4476307 h 4492350"/>
              <a:gd name="connsiteX26" fmla="*/ 2186296 w 3662637"/>
              <a:gd name="connsiteY26" fmla="*/ 4491415 h 4492350"/>
              <a:gd name="connsiteX27" fmla="*/ 1711842 w 3662637"/>
              <a:gd name="connsiteY27" fmla="*/ 4492350 h 4492350"/>
              <a:gd name="connsiteX0" fmla="*/ 1711842 w 3662637"/>
              <a:gd name="connsiteY0" fmla="*/ 4492350 h 4492350"/>
              <a:gd name="connsiteX1" fmla="*/ 1765005 w 3662637"/>
              <a:gd name="connsiteY1" fmla="*/ 3785190 h 4492350"/>
              <a:gd name="connsiteX2" fmla="*/ 1275907 w 3662637"/>
              <a:gd name="connsiteY2" fmla="*/ 3381153 h 4492350"/>
              <a:gd name="connsiteX3" fmla="*/ 0 w 3662637"/>
              <a:gd name="connsiteY3" fmla="*/ 2945218 h 4492350"/>
              <a:gd name="connsiteX4" fmla="*/ 1095154 w 3662637"/>
              <a:gd name="connsiteY4" fmla="*/ 3242930 h 4492350"/>
              <a:gd name="connsiteX5" fmla="*/ 361507 w 3662637"/>
              <a:gd name="connsiteY5" fmla="*/ 2456121 h 4492350"/>
              <a:gd name="connsiteX6" fmla="*/ 1743740 w 3662637"/>
              <a:gd name="connsiteY6" fmla="*/ 3519376 h 4492350"/>
              <a:gd name="connsiteX7" fmla="*/ 1652058 w 3662637"/>
              <a:gd name="connsiteY7" fmla="*/ 2400346 h 4492350"/>
              <a:gd name="connsiteX8" fmla="*/ 28261 w 3662637"/>
              <a:gd name="connsiteY8" fmla="*/ 742880 h 4492350"/>
              <a:gd name="connsiteX9" fmla="*/ 956930 w 3662637"/>
              <a:gd name="connsiteY9" fmla="*/ 1924493 h 4492350"/>
              <a:gd name="connsiteX10" fmla="*/ 1061670 w 3662637"/>
              <a:gd name="connsiteY10" fmla="*/ 857226 h 4492350"/>
              <a:gd name="connsiteX11" fmla="*/ 1162773 w 3662637"/>
              <a:gd name="connsiteY11" fmla="*/ 2026621 h 4492350"/>
              <a:gd name="connsiteX12" fmla="*/ 1682742 w 3662637"/>
              <a:gd name="connsiteY12" fmla="*/ 2194318 h 4492350"/>
              <a:gd name="connsiteX13" fmla="*/ 1924493 w 3662637"/>
              <a:gd name="connsiteY13" fmla="*/ 0 h 4492350"/>
              <a:gd name="connsiteX14" fmla="*/ 1995936 w 3662637"/>
              <a:gd name="connsiteY14" fmla="*/ 986216 h 4492350"/>
              <a:gd name="connsiteX15" fmla="*/ 1850065 w 3662637"/>
              <a:gd name="connsiteY15" fmla="*/ 2060385 h 4492350"/>
              <a:gd name="connsiteX16" fmla="*/ 2025596 w 3662637"/>
              <a:gd name="connsiteY16" fmla="*/ 3046321 h 4492350"/>
              <a:gd name="connsiteX17" fmla="*/ 2615609 w 3662637"/>
              <a:gd name="connsiteY17" fmla="*/ 2519916 h 4492350"/>
              <a:gd name="connsiteX18" fmla="*/ 2881796 w 3662637"/>
              <a:gd name="connsiteY18" fmla="*/ 1291762 h 4492350"/>
              <a:gd name="connsiteX19" fmla="*/ 2774911 w 3662637"/>
              <a:gd name="connsiteY19" fmla="*/ 2383091 h 4492350"/>
              <a:gd name="connsiteX20" fmla="*/ 3662637 w 3662637"/>
              <a:gd name="connsiteY20" fmla="*/ 1124252 h 4492350"/>
              <a:gd name="connsiteX21" fmla="*/ 2190307 w 3662637"/>
              <a:gd name="connsiteY21" fmla="*/ 3370521 h 4492350"/>
              <a:gd name="connsiteX22" fmla="*/ 2137144 w 3662637"/>
              <a:gd name="connsiteY22" fmla="*/ 3817088 h 4492350"/>
              <a:gd name="connsiteX23" fmla="*/ 3285460 w 3662637"/>
              <a:gd name="connsiteY23" fmla="*/ 3094074 h 4492350"/>
              <a:gd name="connsiteX24" fmla="*/ 2162419 w 3662637"/>
              <a:gd name="connsiteY24" fmla="*/ 4030951 h 4492350"/>
              <a:gd name="connsiteX25" fmla="*/ 2200940 w 3662637"/>
              <a:gd name="connsiteY25" fmla="*/ 4476307 h 4492350"/>
              <a:gd name="connsiteX26" fmla="*/ 2186296 w 3662637"/>
              <a:gd name="connsiteY26" fmla="*/ 4491415 h 4492350"/>
              <a:gd name="connsiteX27" fmla="*/ 1711842 w 3662637"/>
              <a:gd name="connsiteY27" fmla="*/ 4492350 h 4492350"/>
              <a:gd name="connsiteX0" fmla="*/ 1711842 w 3662637"/>
              <a:gd name="connsiteY0" fmla="*/ 4492350 h 4492350"/>
              <a:gd name="connsiteX1" fmla="*/ 1765005 w 3662637"/>
              <a:gd name="connsiteY1" fmla="*/ 3785190 h 4492350"/>
              <a:gd name="connsiteX2" fmla="*/ 1275907 w 3662637"/>
              <a:gd name="connsiteY2" fmla="*/ 3381153 h 4492350"/>
              <a:gd name="connsiteX3" fmla="*/ 0 w 3662637"/>
              <a:gd name="connsiteY3" fmla="*/ 2945218 h 4492350"/>
              <a:gd name="connsiteX4" fmla="*/ 1095154 w 3662637"/>
              <a:gd name="connsiteY4" fmla="*/ 3242930 h 4492350"/>
              <a:gd name="connsiteX5" fmla="*/ 361507 w 3662637"/>
              <a:gd name="connsiteY5" fmla="*/ 2456121 h 4492350"/>
              <a:gd name="connsiteX6" fmla="*/ 1743740 w 3662637"/>
              <a:gd name="connsiteY6" fmla="*/ 3519376 h 4492350"/>
              <a:gd name="connsiteX7" fmla="*/ 1652058 w 3662637"/>
              <a:gd name="connsiteY7" fmla="*/ 2400346 h 4492350"/>
              <a:gd name="connsiteX8" fmla="*/ 28261 w 3662637"/>
              <a:gd name="connsiteY8" fmla="*/ 742880 h 4492350"/>
              <a:gd name="connsiteX9" fmla="*/ 956930 w 3662637"/>
              <a:gd name="connsiteY9" fmla="*/ 1924493 h 4492350"/>
              <a:gd name="connsiteX10" fmla="*/ 1061670 w 3662637"/>
              <a:gd name="connsiteY10" fmla="*/ 857226 h 4492350"/>
              <a:gd name="connsiteX11" fmla="*/ 1162773 w 3662637"/>
              <a:gd name="connsiteY11" fmla="*/ 2026621 h 4492350"/>
              <a:gd name="connsiteX12" fmla="*/ 1682742 w 3662637"/>
              <a:gd name="connsiteY12" fmla="*/ 2194318 h 4492350"/>
              <a:gd name="connsiteX13" fmla="*/ 1924493 w 3662637"/>
              <a:gd name="connsiteY13" fmla="*/ 0 h 4492350"/>
              <a:gd name="connsiteX14" fmla="*/ 1995936 w 3662637"/>
              <a:gd name="connsiteY14" fmla="*/ 986216 h 4492350"/>
              <a:gd name="connsiteX15" fmla="*/ 1850065 w 3662637"/>
              <a:gd name="connsiteY15" fmla="*/ 2060385 h 4492350"/>
              <a:gd name="connsiteX16" fmla="*/ 2025596 w 3662637"/>
              <a:gd name="connsiteY16" fmla="*/ 3046321 h 4492350"/>
              <a:gd name="connsiteX17" fmla="*/ 2615609 w 3662637"/>
              <a:gd name="connsiteY17" fmla="*/ 2519916 h 4492350"/>
              <a:gd name="connsiteX18" fmla="*/ 2881796 w 3662637"/>
              <a:gd name="connsiteY18" fmla="*/ 1291762 h 4492350"/>
              <a:gd name="connsiteX19" fmla="*/ 2774911 w 3662637"/>
              <a:gd name="connsiteY19" fmla="*/ 2383091 h 4492350"/>
              <a:gd name="connsiteX20" fmla="*/ 3662637 w 3662637"/>
              <a:gd name="connsiteY20" fmla="*/ 1124252 h 4492350"/>
              <a:gd name="connsiteX21" fmla="*/ 2190307 w 3662637"/>
              <a:gd name="connsiteY21" fmla="*/ 3370521 h 4492350"/>
              <a:gd name="connsiteX22" fmla="*/ 2137144 w 3662637"/>
              <a:gd name="connsiteY22" fmla="*/ 3817088 h 4492350"/>
              <a:gd name="connsiteX23" fmla="*/ 3285460 w 3662637"/>
              <a:gd name="connsiteY23" fmla="*/ 3094074 h 4492350"/>
              <a:gd name="connsiteX24" fmla="*/ 2162419 w 3662637"/>
              <a:gd name="connsiteY24" fmla="*/ 4030951 h 4492350"/>
              <a:gd name="connsiteX25" fmla="*/ 2200940 w 3662637"/>
              <a:gd name="connsiteY25" fmla="*/ 4476307 h 4492350"/>
              <a:gd name="connsiteX26" fmla="*/ 2186296 w 3662637"/>
              <a:gd name="connsiteY26" fmla="*/ 4491415 h 4492350"/>
              <a:gd name="connsiteX27" fmla="*/ 1711842 w 3662637"/>
              <a:gd name="connsiteY27" fmla="*/ 4492350 h 4492350"/>
              <a:gd name="connsiteX0" fmla="*/ 1711842 w 3662637"/>
              <a:gd name="connsiteY0" fmla="*/ 4492350 h 4492350"/>
              <a:gd name="connsiteX1" fmla="*/ 1765005 w 3662637"/>
              <a:gd name="connsiteY1" fmla="*/ 3785190 h 4492350"/>
              <a:gd name="connsiteX2" fmla="*/ 1275907 w 3662637"/>
              <a:gd name="connsiteY2" fmla="*/ 3381153 h 4492350"/>
              <a:gd name="connsiteX3" fmla="*/ 0 w 3662637"/>
              <a:gd name="connsiteY3" fmla="*/ 2945218 h 4492350"/>
              <a:gd name="connsiteX4" fmla="*/ 1095154 w 3662637"/>
              <a:gd name="connsiteY4" fmla="*/ 3242930 h 4492350"/>
              <a:gd name="connsiteX5" fmla="*/ 381560 w 3662637"/>
              <a:gd name="connsiteY5" fmla="*/ 2432058 h 4492350"/>
              <a:gd name="connsiteX6" fmla="*/ 1743740 w 3662637"/>
              <a:gd name="connsiteY6" fmla="*/ 3519376 h 4492350"/>
              <a:gd name="connsiteX7" fmla="*/ 1652058 w 3662637"/>
              <a:gd name="connsiteY7" fmla="*/ 2400346 h 4492350"/>
              <a:gd name="connsiteX8" fmla="*/ 28261 w 3662637"/>
              <a:gd name="connsiteY8" fmla="*/ 742880 h 4492350"/>
              <a:gd name="connsiteX9" fmla="*/ 956930 w 3662637"/>
              <a:gd name="connsiteY9" fmla="*/ 1924493 h 4492350"/>
              <a:gd name="connsiteX10" fmla="*/ 1061670 w 3662637"/>
              <a:gd name="connsiteY10" fmla="*/ 857226 h 4492350"/>
              <a:gd name="connsiteX11" fmla="*/ 1162773 w 3662637"/>
              <a:gd name="connsiteY11" fmla="*/ 2026621 h 4492350"/>
              <a:gd name="connsiteX12" fmla="*/ 1682742 w 3662637"/>
              <a:gd name="connsiteY12" fmla="*/ 2194318 h 4492350"/>
              <a:gd name="connsiteX13" fmla="*/ 1924493 w 3662637"/>
              <a:gd name="connsiteY13" fmla="*/ 0 h 4492350"/>
              <a:gd name="connsiteX14" fmla="*/ 1995936 w 3662637"/>
              <a:gd name="connsiteY14" fmla="*/ 986216 h 4492350"/>
              <a:gd name="connsiteX15" fmla="*/ 1850065 w 3662637"/>
              <a:gd name="connsiteY15" fmla="*/ 2060385 h 4492350"/>
              <a:gd name="connsiteX16" fmla="*/ 2025596 w 3662637"/>
              <a:gd name="connsiteY16" fmla="*/ 3046321 h 4492350"/>
              <a:gd name="connsiteX17" fmla="*/ 2615609 w 3662637"/>
              <a:gd name="connsiteY17" fmla="*/ 2519916 h 4492350"/>
              <a:gd name="connsiteX18" fmla="*/ 2881796 w 3662637"/>
              <a:gd name="connsiteY18" fmla="*/ 1291762 h 4492350"/>
              <a:gd name="connsiteX19" fmla="*/ 2774911 w 3662637"/>
              <a:gd name="connsiteY19" fmla="*/ 2383091 h 4492350"/>
              <a:gd name="connsiteX20" fmla="*/ 3662637 w 3662637"/>
              <a:gd name="connsiteY20" fmla="*/ 1124252 h 4492350"/>
              <a:gd name="connsiteX21" fmla="*/ 2190307 w 3662637"/>
              <a:gd name="connsiteY21" fmla="*/ 3370521 h 4492350"/>
              <a:gd name="connsiteX22" fmla="*/ 2137144 w 3662637"/>
              <a:gd name="connsiteY22" fmla="*/ 3817088 h 4492350"/>
              <a:gd name="connsiteX23" fmla="*/ 3285460 w 3662637"/>
              <a:gd name="connsiteY23" fmla="*/ 3094074 h 4492350"/>
              <a:gd name="connsiteX24" fmla="*/ 2162419 w 3662637"/>
              <a:gd name="connsiteY24" fmla="*/ 4030951 h 4492350"/>
              <a:gd name="connsiteX25" fmla="*/ 2200940 w 3662637"/>
              <a:gd name="connsiteY25" fmla="*/ 4476307 h 4492350"/>
              <a:gd name="connsiteX26" fmla="*/ 2186296 w 3662637"/>
              <a:gd name="connsiteY26" fmla="*/ 4491415 h 4492350"/>
              <a:gd name="connsiteX27" fmla="*/ 1711842 w 3662637"/>
              <a:gd name="connsiteY27" fmla="*/ 4492350 h 4492350"/>
              <a:gd name="connsiteX0" fmla="*/ 1711842 w 3662637"/>
              <a:gd name="connsiteY0" fmla="*/ 4492350 h 4492350"/>
              <a:gd name="connsiteX1" fmla="*/ 1765005 w 3662637"/>
              <a:gd name="connsiteY1" fmla="*/ 3785190 h 4492350"/>
              <a:gd name="connsiteX2" fmla="*/ 1275907 w 3662637"/>
              <a:gd name="connsiteY2" fmla="*/ 3381153 h 4492350"/>
              <a:gd name="connsiteX3" fmla="*/ 0 w 3662637"/>
              <a:gd name="connsiteY3" fmla="*/ 2945218 h 4492350"/>
              <a:gd name="connsiteX4" fmla="*/ 1095154 w 3662637"/>
              <a:gd name="connsiteY4" fmla="*/ 3242930 h 4492350"/>
              <a:gd name="connsiteX5" fmla="*/ 381560 w 3662637"/>
              <a:gd name="connsiteY5" fmla="*/ 2432058 h 4492350"/>
              <a:gd name="connsiteX6" fmla="*/ 1743740 w 3662637"/>
              <a:gd name="connsiteY6" fmla="*/ 3519376 h 4492350"/>
              <a:gd name="connsiteX7" fmla="*/ 1652058 w 3662637"/>
              <a:gd name="connsiteY7" fmla="*/ 2400346 h 4492350"/>
              <a:gd name="connsiteX8" fmla="*/ 28261 w 3662637"/>
              <a:gd name="connsiteY8" fmla="*/ 742880 h 4492350"/>
              <a:gd name="connsiteX9" fmla="*/ 956930 w 3662637"/>
              <a:gd name="connsiteY9" fmla="*/ 1924493 h 4492350"/>
              <a:gd name="connsiteX10" fmla="*/ 1061670 w 3662637"/>
              <a:gd name="connsiteY10" fmla="*/ 857226 h 4492350"/>
              <a:gd name="connsiteX11" fmla="*/ 1162773 w 3662637"/>
              <a:gd name="connsiteY11" fmla="*/ 2026621 h 4492350"/>
              <a:gd name="connsiteX12" fmla="*/ 1682742 w 3662637"/>
              <a:gd name="connsiteY12" fmla="*/ 2194318 h 4492350"/>
              <a:gd name="connsiteX13" fmla="*/ 1924493 w 3662637"/>
              <a:gd name="connsiteY13" fmla="*/ 0 h 4492350"/>
              <a:gd name="connsiteX14" fmla="*/ 1995936 w 3662637"/>
              <a:gd name="connsiteY14" fmla="*/ 986216 h 4492350"/>
              <a:gd name="connsiteX15" fmla="*/ 1850065 w 3662637"/>
              <a:gd name="connsiteY15" fmla="*/ 2060385 h 4492350"/>
              <a:gd name="connsiteX16" fmla="*/ 2025596 w 3662637"/>
              <a:gd name="connsiteY16" fmla="*/ 3046321 h 4492350"/>
              <a:gd name="connsiteX17" fmla="*/ 2615609 w 3662637"/>
              <a:gd name="connsiteY17" fmla="*/ 2519916 h 4492350"/>
              <a:gd name="connsiteX18" fmla="*/ 2881796 w 3662637"/>
              <a:gd name="connsiteY18" fmla="*/ 1291762 h 4492350"/>
              <a:gd name="connsiteX19" fmla="*/ 2774911 w 3662637"/>
              <a:gd name="connsiteY19" fmla="*/ 2383091 h 4492350"/>
              <a:gd name="connsiteX20" fmla="*/ 3662637 w 3662637"/>
              <a:gd name="connsiteY20" fmla="*/ 1124252 h 4492350"/>
              <a:gd name="connsiteX21" fmla="*/ 2190307 w 3662637"/>
              <a:gd name="connsiteY21" fmla="*/ 3370521 h 4492350"/>
              <a:gd name="connsiteX22" fmla="*/ 2137144 w 3662637"/>
              <a:gd name="connsiteY22" fmla="*/ 3817088 h 4492350"/>
              <a:gd name="connsiteX23" fmla="*/ 3285460 w 3662637"/>
              <a:gd name="connsiteY23" fmla="*/ 3094074 h 4492350"/>
              <a:gd name="connsiteX24" fmla="*/ 2162419 w 3662637"/>
              <a:gd name="connsiteY24" fmla="*/ 4030951 h 4492350"/>
              <a:gd name="connsiteX25" fmla="*/ 2200940 w 3662637"/>
              <a:gd name="connsiteY25" fmla="*/ 4476307 h 4492350"/>
              <a:gd name="connsiteX26" fmla="*/ 2186296 w 3662637"/>
              <a:gd name="connsiteY26" fmla="*/ 4491415 h 4492350"/>
              <a:gd name="connsiteX27" fmla="*/ 1711842 w 3662637"/>
              <a:gd name="connsiteY27" fmla="*/ 4492350 h 4492350"/>
              <a:gd name="connsiteX0" fmla="*/ 1711842 w 3662637"/>
              <a:gd name="connsiteY0" fmla="*/ 4492350 h 4492350"/>
              <a:gd name="connsiteX1" fmla="*/ 1765005 w 3662637"/>
              <a:gd name="connsiteY1" fmla="*/ 3785190 h 4492350"/>
              <a:gd name="connsiteX2" fmla="*/ 1275907 w 3662637"/>
              <a:gd name="connsiteY2" fmla="*/ 3381153 h 4492350"/>
              <a:gd name="connsiteX3" fmla="*/ 0 w 3662637"/>
              <a:gd name="connsiteY3" fmla="*/ 2945218 h 4492350"/>
              <a:gd name="connsiteX4" fmla="*/ 1095154 w 3662637"/>
              <a:gd name="connsiteY4" fmla="*/ 3242930 h 4492350"/>
              <a:gd name="connsiteX5" fmla="*/ 381560 w 3662637"/>
              <a:gd name="connsiteY5" fmla="*/ 2432058 h 4492350"/>
              <a:gd name="connsiteX6" fmla="*/ 1743740 w 3662637"/>
              <a:gd name="connsiteY6" fmla="*/ 3519376 h 4492350"/>
              <a:gd name="connsiteX7" fmla="*/ 1652058 w 3662637"/>
              <a:gd name="connsiteY7" fmla="*/ 2400346 h 4492350"/>
              <a:gd name="connsiteX8" fmla="*/ 28261 w 3662637"/>
              <a:gd name="connsiteY8" fmla="*/ 742880 h 4492350"/>
              <a:gd name="connsiteX9" fmla="*/ 956930 w 3662637"/>
              <a:gd name="connsiteY9" fmla="*/ 1924493 h 4492350"/>
              <a:gd name="connsiteX10" fmla="*/ 1061670 w 3662637"/>
              <a:gd name="connsiteY10" fmla="*/ 857226 h 4492350"/>
              <a:gd name="connsiteX11" fmla="*/ 1162773 w 3662637"/>
              <a:gd name="connsiteY11" fmla="*/ 2026621 h 4492350"/>
              <a:gd name="connsiteX12" fmla="*/ 1682742 w 3662637"/>
              <a:gd name="connsiteY12" fmla="*/ 2194318 h 4492350"/>
              <a:gd name="connsiteX13" fmla="*/ 1924493 w 3662637"/>
              <a:gd name="connsiteY13" fmla="*/ 0 h 4492350"/>
              <a:gd name="connsiteX14" fmla="*/ 1995936 w 3662637"/>
              <a:gd name="connsiteY14" fmla="*/ 986216 h 4492350"/>
              <a:gd name="connsiteX15" fmla="*/ 1850065 w 3662637"/>
              <a:gd name="connsiteY15" fmla="*/ 2060385 h 4492350"/>
              <a:gd name="connsiteX16" fmla="*/ 2025596 w 3662637"/>
              <a:gd name="connsiteY16" fmla="*/ 3046321 h 4492350"/>
              <a:gd name="connsiteX17" fmla="*/ 2615609 w 3662637"/>
              <a:gd name="connsiteY17" fmla="*/ 2519916 h 4492350"/>
              <a:gd name="connsiteX18" fmla="*/ 2881796 w 3662637"/>
              <a:gd name="connsiteY18" fmla="*/ 1291762 h 4492350"/>
              <a:gd name="connsiteX19" fmla="*/ 2774911 w 3662637"/>
              <a:gd name="connsiteY19" fmla="*/ 2383091 h 4492350"/>
              <a:gd name="connsiteX20" fmla="*/ 3662637 w 3662637"/>
              <a:gd name="connsiteY20" fmla="*/ 1124252 h 4492350"/>
              <a:gd name="connsiteX21" fmla="*/ 2190307 w 3662637"/>
              <a:gd name="connsiteY21" fmla="*/ 3370521 h 4492350"/>
              <a:gd name="connsiteX22" fmla="*/ 2137144 w 3662637"/>
              <a:gd name="connsiteY22" fmla="*/ 3817088 h 4492350"/>
              <a:gd name="connsiteX23" fmla="*/ 3285460 w 3662637"/>
              <a:gd name="connsiteY23" fmla="*/ 3094074 h 4492350"/>
              <a:gd name="connsiteX24" fmla="*/ 2162419 w 3662637"/>
              <a:gd name="connsiteY24" fmla="*/ 4030951 h 4492350"/>
              <a:gd name="connsiteX25" fmla="*/ 2200940 w 3662637"/>
              <a:gd name="connsiteY25" fmla="*/ 4476307 h 4492350"/>
              <a:gd name="connsiteX26" fmla="*/ 2186296 w 3662637"/>
              <a:gd name="connsiteY26" fmla="*/ 4491415 h 4492350"/>
              <a:gd name="connsiteX27" fmla="*/ 1711842 w 3662637"/>
              <a:gd name="connsiteY27" fmla="*/ 4492350 h 4492350"/>
              <a:gd name="connsiteX0" fmla="*/ 1711842 w 3662637"/>
              <a:gd name="connsiteY0" fmla="*/ 4492350 h 4492350"/>
              <a:gd name="connsiteX1" fmla="*/ 1765005 w 3662637"/>
              <a:gd name="connsiteY1" fmla="*/ 3785190 h 4492350"/>
              <a:gd name="connsiteX2" fmla="*/ 1275907 w 3662637"/>
              <a:gd name="connsiteY2" fmla="*/ 3381153 h 4492350"/>
              <a:gd name="connsiteX3" fmla="*/ 0 w 3662637"/>
              <a:gd name="connsiteY3" fmla="*/ 2945218 h 4492350"/>
              <a:gd name="connsiteX4" fmla="*/ 1111196 w 3662637"/>
              <a:gd name="connsiteY4" fmla="*/ 3238920 h 4492350"/>
              <a:gd name="connsiteX5" fmla="*/ 381560 w 3662637"/>
              <a:gd name="connsiteY5" fmla="*/ 2432058 h 4492350"/>
              <a:gd name="connsiteX6" fmla="*/ 1743740 w 3662637"/>
              <a:gd name="connsiteY6" fmla="*/ 3519376 h 4492350"/>
              <a:gd name="connsiteX7" fmla="*/ 1652058 w 3662637"/>
              <a:gd name="connsiteY7" fmla="*/ 2400346 h 4492350"/>
              <a:gd name="connsiteX8" fmla="*/ 28261 w 3662637"/>
              <a:gd name="connsiteY8" fmla="*/ 742880 h 4492350"/>
              <a:gd name="connsiteX9" fmla="*/ 956930 w 3662637"/>
              <a:gd name="connsiteY9" fmla="*/ 1924493 h 4492350"/>
              <a:gd name="connsiteX10" fmla="*/ 1061670 w 3662637"/>
              <a:gd name="connsiteY10" fmla="*/ 857226 h 4492350"/>
              <a:gd name="connsiteX11" fmla="*/ 1162773 w 3662637"/>
              <a:gd name="connsiteY11" fmla="*/ 2026621 h 4492350"/>
              <a:gd name="connsiteX12" fmla="*/ 1682742 w 3662637"/>
              <a:gd name="connsiteY12" fmla="*/ 2194318 h 4492350"/>
              <a:gd name="connsiteX13" fmla="*/ 1924493 w 3662637"/>
              <a:gd name="connsiteY13" fmla="*/ 0 h 4492350"/>
              <a:gd name="connsiteX14" fmla="*/ 1995936 w 3662637"/>
              <a:gd name="connsiteY14" fmla="*/ 986216 h 4492350"/>
              <a:gd name="connsiteX15" fmla="*/ 1850065 w 3662637"/>
              <a:gd name="connsiteY15" fmla="*/ 2060385 h 4492350"/>
              <a:gd name="connsiteX16" fmla="*/ 2025596 w 3662637"/>
              <a:gd name="connsiteY16" fmla="*/ 3046321 h 4492350"/>
              <a:gd name="connsiteX17" fmla="*/ 2615609 w 3662637"/>
              <a:gd name="connsiteY17" fmla="*/ 2519916 h 4492350"/>
              <a:gd name="connsiteX18" fmla="*/ 2881796 w 3662637"/>
              <a:gd name="connsiteY18" fmla="*/ 1291762 h 4492350"/>
              <a:gd name="connsiteX19" fmla="*/ 2774911 w 3662637"/>
              <a:gd name="connsiteY19" fmla="*/ 2383091 h 4492350"/>
              <a:gd name="connsiteX20" fmla="*/ 3662637 w 3662637"/>
              <a:gd name="connsiteY20" fmla="*/ 1124252 h 4492350"/>
              <a:gd name="connsiteX21" fmla="*/ 2190307 w 3662637"/>
              <a:gd name="connsiteY21" fmla="*/ 3370521 h 4492350"/>
              <a:gd name="connsiteX22" fmla="*/ 2137144 w 3662637"/>
              <a:gd name="connsiteY22" fmla="*/ 3817088 h 4492350"/>
              <a:gd name="connsiteX23" fmla="*/ 3285460 w 3662637"/>
              <a:gd name="connsiteY23" fmla="*/ 3094074 h 4492350"/>
              <a:gd name="connsiteX24" fmla="*/ 2162419 w 3662637"/>
              <a:gd name="connsiteY24" fmla="*/ 4030951 h 4492350"/>
              <a:gd name="connsiteX25" fmla="*/ 2200940 w 3662637"/>
              <a:gd name="connsiteY25" fmla="*/ 4476307 h 4492350"/>
              <a:gd name="connsiteX26" fmla="*/ 2186296 w 3662637"/>
              <a:gd name="connsiteY26" fmla="*/ 4491415 h 4492350"/>
              <a:gd name="connsiteX27" fmla="*/ 1711842 w 3662637"/>
              <a:gd name="connsiteY27" fmla="*/ 4492350 h 4492350"/>
              <a:gd name="connsiteX0" fmla="*/ 1711842 w 3662637"/>
              <a:gd name="connsiteY0" fmla="*/ 4492350 h 4492350"/>
              <a:gd name="connsiteX1" fmla="*/ 1765005 w 3662637"/>
              <a:gd name="connsiteY1" fmla="*/ 3785190 h 4492350"/>
              <a:gd name="connsiteX2" fmla="*/ 1275907 w 3662637"/>
              <a:gd name="connsiteY2" fmla="*/ 3381153 h 4492350"/>
              <a:gd name="connsiteX3" fmla="*/ 0 w 3662637"/>
              <a:gd name="connsiteY3" fmla="*/ 2945218 h 4492350"/>
              <a:gd name="connsiteX4" fmla="*/ 1111196 w 3662637"/>
              <a:gd name="connsiteY4" fmla="*/ 3238920 h 4492350"/>
              <a:gd name="connsiteX5" fmla="*/ 381560 w 3662637"/>
              <a:gd name="connsiteY5" fmla="*/ 2432058 h 4492350"/>
              <a:gd name="connsiteX6" fmla="*/ 1743740 w 3662637"/>
              <a:gd name="connsiteY6" fmla="*/ 3519376 h 4492350"/>
              <a:gd name="connsiteX7" fmla="*/ 1652058 w 3662637"/>
              <a:gd name="connsiteY7" fmla="*/ 2400346 h 4492350"/>
              <a:gd name="connsiteX8" fmla="*/ 28261 w 3662637"/>
              <a:gd name="connsiteY8" fmla="*/ 742880 h 4492350"/>
              <a:gd name="connsiteX9" fmla="*/ 956930 w 3662637"/>
              <a:gd name="connsiteY9" fmla="*/ 1924493 h 4492350"/>
              <a:gd name="connsiteX10" fmla="*/ 1061670 w 3662637"/>
              <a:gd name="connsiteY10" fmla="*/ 857226 h 4492350"/>
              <a:gd name="connsiteX11" fmla="*/ 1162773 w 3662637"/>
              <a:gd name="connsiteY11" fmla="*/ 2026621 h 4492350"/>
              <a:gd name="connsiteX12" fmla="*/ 1682742 w 3662637"/>
              <a:gd name="connsiteY12" fmla="*/ 2194318 h 4492350"/>
              <a:gd name="connsiteX13" fmla="*/ 1924493 w 3662637"/>
              <a:gd name="connsiteY13" fmla="*/ 0 h 4492350"/>
              <a:gd name="connsiteX14" fmla="*/ 1995936 w 3662637"/>
              <a:gd name="connsiteY14" fmla="*/ 986216 h 4492350"/>
              <a:gd name="connsiteX15" fmla="*/ 1850065 w 3662637"/>
              <a:gd name="connsiteY15" fmla="*/ 2060385 h 4492350"/>
              <a:gd name="connsiteX16" fmla="*/ 2025596 w 3662637"/>
              <a:gd name="connsiteY16" fmla="*/ 3046321 h 4492350"/>
              <a:gd name="connsiteX17" fmla="*/ 2615609 w 3662637"/>
              <a:gd name="connsiteY17" fmla="*/ 2519916 h 4492350"/>
              <a:gd name="connsiteX18" fmla="*/ 2881796 w 3662637"/>
              <a:gd name="connsiteY18" fmla="*/ 1291762 h 4492350"/>
              <a:gd name="connsiteX19" fmla="*/ 2774911 w 3662637"/>
              <a:gd name="connsiteY19" fmla="*/ 2383091 h 4492350"/>
              <a:gd name="connsiteX20" fmla="*/ 3662637 w 3662637"/>
              <a:gd name="connsiteY20" fmla="*/ 1124252 h 4492350"/>
              <a:gd name="connsiteX21" fmla="*/ 2190307 w 3662637"/>
              <a:gd name="connsiteY21" fmla="*/ 3370521 h 4492350"/>
              <a:gd name="connsiteX22" fmla="*/ 2137144 w 3662637"/>
              <a:gd name="connsiteY22" fmla="*/ 3817088 h 4492350"/>
              <a:gd name="connsiteX23" fmla="*/ 3285460 w 3662637"/>
              <a:gd name="connsiteY23" fmla="*/ 3094074 h 4492350"/>
              <a:gd name="connsiteX24" fmla="*/ 2162419 w 3662637"/>
              <a:gd name="connsiteY24" fmla="*/ 4030951 h 4492350"/>
              <a:gd name="connsiteX25" fmla="*/ 2200940 w 3662637"/>
              <a:gd name="connsiteY25" fmla="*/ 4476307 h 4492350"/>
              <a:gd name="connsiteX26" fmla="*/ 2186296 w 3662637"/>
              <a:gd name="connsiteY26" fmla="*/ 4491415 h 4492350"/>
              <a:gd name="connsiteX27" fmla="*/ 1711842 w 3662637"/>
              <a:gd name="connsiteY27" fmla="*/ 4492350 h 4492350"/>
              <a:gd name="connsiteX0" fmla="*/ 1711842 w 3662637"/>
              <a:gd name="connsiteY0" fmla="*/ 4492350 h 4492350"/>
              <a:gd name="connsiteX1" fmla="*/ 1765005 w 3662637"/>
              <a:gd name="connsiteY1" fmla="*/ 3785190 h 4492350"/>
              <a:gd name="connsiteX2" fmla="*/ 1275907 w 3662637"/>
              <a:gd name="connsiteY2" fmla="*/ 3381153 h 4492350"/>
              <a:gd name="connsiteX3" fmla="*/ 0 w 3662637"/>
              <a:gd name="connsiteY3" fmla="*/ 2945218 h 4492350"/>
              <a:gd name="connsiteX4" fmla="*/ 1111196 w 3662637"/>
              <a:gd name="connsiteY4" fmla="*/ 3238920 h 4492350"/>
              <a:gd name="connsiteX5" fmla="*/ 381560 w 3662637"/>
              <a:gd name="connsiteY5" fmla="*/ 2432058 h 4492350"/>
              <a:gd name="connsiteX6" fmla="*/ 1743740 w 3662637"/>
              <a:gd name="connsiteY6" fmla="*/ 3519376 h 4492350"/>
              <a:gd name="connsiteX7" fmla="*/ 1652058 w 3662637"/>
              <a:gd name="connsiteY7" fmla="*/ 2400346 h 4492350"/>
              <a:gd name="connsiteX8" fmla="*/ 28261 w 3662637"/>
              <a:gd name="connsiteY8" fmla="*/ 742880 h 4492350"/>
              <a:gd name="connsiteX9" fmla="*/ 956930 w 3662637"/>
              <a:gd name="connsiteY9" fmla="*/ 1924493 h 4492350"/>
              <a:gd name="connsiteX10" fmla="*/ 1061670 w 3662637"/>
              <a:gd name="connsiteY10" fmla="*/ 857226 h 4492350"/>
              <a:gd name="connsiteX11" fmla="*/ 1162773 w 3662637"/>
              <a:gd name="connsiteY11" fmla="*/ 2026621 h 4492350"/>
              <a:gd name="connsiteX12" fmla="*/ 1682742 w 3662637"/>
              <a:gd name="connsiteY12" fmla="*/ 2194318 h 4492350"/>
              <a:gd name="connsiteX13" fmla="*/ 1924493 w 3662637"/>
              <a:gd name="connsiteY13" fmla="*/ 0 h 4492350"/>
              <a:gd name="connsiteX14" fmla="*/ 1995936 w 3662637"/>
              <a:gd name="connsiteY14" fmla="*/ 986216 h 4492350"/>
              <a:gd name="connsiteX15" fmla="*/ 1850065 w 3662637"/>
              <a:gd name="connsiteY15" fmla="*/ 2060385 h 4492350"/>
              <a:gd name="connsiteX16" fmla="*/ 2025596 w 3662637"/>
              <a:gd name="connsiteY16" fmla="*/ 3046321 h 4492350"/>
              <a:gd name="connsiteX17" fmla="*/ 2615609 w 3662637"/>
              <a:gd name="connsiteY17" fmla="*/ 2519916 h 4492350"/>
              <a:gd name="connsiteX18" fmla="*/ 2881796 w 3662637"/>
              <a:gd name="connsiteY18" fmla="*/ 1291762 h 4492350"/>
              <a:gd name="connsiteX19" fmla="*/ 2774911 w 3662637"/>
              <a:gd name="connsiteY19" fmla="*/ 2383091 h 4492350"/>
              <a:gd name="connsiteX20" fmla="*/ 3662637 w 3662637"/>
              <a:gd name="connsiteY20" fmla="*/ 1124252 h 4492350"/>
              <a:gd name="connsiteX21" fmla="*/ 2190307 w 3662637"/>
              <a:gd name="connsiteY21" fmla="*/ 3370521 h 4492350"/>
              <a:gd name="connsiteX22" fmla="*/ 2137144 w 3662637"/>
              <a:gd name="connsiteY22" fmla="*/ 3817088 h 4492350"/>
              <a:gd name="connsiteX23" fmla="*/ 3285460 w 3662637"/>
              <a:gd name="connsiteY23" fmla="*/ 3094074 h 4492350"/>
              <a:gd name="connsiteX24" fmla="*/ 2162419 w 3662637"/>
              <a:gd name="connsiteY24" fmla="*/ 4030951 h 4492350"/>
              <a:gd name="connsiteX25" fmla="*/ 2200940 w 3662637"/>
              <a:gd name="connsiteY25" fmla="*/ 4476307 h 4492350"/>
              <a:gd name="connsiteX26" fmla="*/ 2186296 w 3662637"/>
              <a:gd name="connsiteY26" fmla="*/ 4491415 h 4492350"/>
              <a:gd name="connsiteX27" fmla="*/ 1711842 w 3662637"/>
              <a:gd name="connsiteY27" fmla="*/ 4492350 h 4492350"/>
              <a:gd name="connsiteX0" fmla="*/ 1711842 w 3662637"/>
              <a:gd name="connsiteY0" fmla="*/ 4492350 h 4492350"/>
              <a:gd name="connsiteX1" fmla="*/ 1765005 w 3662637"/>
              <a:gd name="connsiteY1" fmla="*/ 3785190 h 4492350"/>
              <a:gd name="connsiteX2" fmla="*/ 1275907 w 3662637"/>
              <a:gd name="connsiteY2" fmla="*/ 3381153 h 4492350"/>
              <a:gd name="connsiteX3" fmla="*/ 0 w 3662637"/>
              <a:gd name="connsiteY3" fmla="*/ 2945218 h 4492350"/>
              <a:gd name="connsiteX4" fmla="*/ 1111196 w 3662637"/>
              <a:gd name="connsiteY4" fmla="*/ 3238920 h 4492350"/>
              <a:gd name="connsiteX5" fmla="*/ 381560 w 3662637"/>
              <a:gd name="connsiteY5" fmla="*/ 2432058 h 4492350"/>
              <a:gd name="connsiteX6" fmla="*/ 1743740 w 3662637"/>
              <a:gd name="connsiteY6" fmla="*/ 3519376 h 4492350"/>
              <a:gd name="connsiteX7" fmla="*/ 1652058 w 3662637"/>
              <a:gd name="connsiteY7" fmla="*/ 2400346 h 4492350"/>
              <a:gd name="connsiteX8" fmla="*/ 28261 w 3662637"/>
              <a:gd name="connsiteY8" fmla="*/ 742880 h 4492350"/>
              <a:gd name="connsiteX9" fmla="*/ 956930 w 3662637"/>
              <a:gd name="connsiteY9" fmla="*/ 1924493 h 4492350"/>
              <a:gd name="connsiteX10" fmla="*/ 1061670 w 3662637"/>
              <a:gd name="connsiteY10" fmla="*/ 857226 h 4492350"/>
              <a:gd name="connsiteX11" fmla="*/ 1162773 w 3662637"/>
              <a:gd name="connsiteY11" fmla="*/ 2026621 h 4492350"/>
              <a:gd name="connsiteX12" fmla="*/ 1682742 w 3662637"/>
              <a:gd name="connsiteY12" fmla="*/ 2194318 h 4492350"/>
              <a:gd name="connsiteX13" fmla="*/ 1924493 w 3662637"/>
              <a:gd name="connsiteY13" fmla="*/ 0 h 4492350"/>
              <a:gd name="connsiteX14" fmla="*/ 1995936 w 3662637"/>
              <a:gd name="connsiteY14" fmla="*/ 986216 h 4492350"/>
              <a:gd name="connsiteX15" fmla="*/ 1850065 w 3662637"/>
              <a:gd name="connsiteY15" fmla="*/ 2060385 h 4492350"/>
              <a:gd name="connsiteX16" fmla="*/ 2025596 w 3662637"/>
              <a:gd name="connsiteY16" fmla="*/ 3046321 h 4492350"/>
              <a:gd name="connsiteX17" fmla="*/ 2615609 w 3662637"/>
              <a:gd name="connsiteY17" fmla="*/ 2519916 h 4492350"/>
              <a:gd name="connsiteX18" fmla="*/ 2881796 w 3662637"/>
              <a:gd name="connsiteY18" fmla="*/ 1291762 h 4492350"/>
              <a:gd name="connsiteX19" fmla="*/ 2774911 w 3662637"/>
              <a:gd name="connsiteY19" fmla="*/ 2383091 h 4492350"/>
              <a:gd name="connsiteX20" fmla="*/ 3662637 w 3662637"/>
              <a:gd name="connsiteY20" fmla="*/ 1124252 h 4492350"/>
              <a:gd name="connsiteX21" fmla="*/ 2190307 w 3662637"/>
              <a:gd name="connsiteY21" fmla="*/ 3370521 h 4492350"/>
              <a:gd name="connsiteX22" fmla="*/ 2137144 w 3662637"/>
              <a:gd name="connsiteY22" fmla="*/ 3817088 h 4492350"/>
              <a:gd name="connsiteX23" fmla="*/ 3285460 w 3662637"/>
              <a:gd name="connsiteY23" fmla="*/ 3094074 h 4492350"/>
              <a:gd name="connsiteX24" fmla="*/ 2162419 w 3662637"/>
              <a:gd name="connsiteY24" fmla="*/ 4030951 h 4492350"/>
              <a:gd name="connsiteX25" fmla="*/ 2200940 w 3662637"/>
              <a:gd name="connsiteY25" fmla="*/ 4476307 h 4492350"/>
              <a:gd name="connsiteX26" fmla="*/ 2186296 w 3662637"/>
              <a:gd name="connsiteY26" fmla="*/ 4491415 h 4492350"/>
              <a:gd name="connsiteX27" fmla="*/ 1711842 w 3662637"/>
              <a:gd name="connsiteY27" fmla="*/ 4492350 h 4492350"/>
              <a:gd name="connsiteX0" fmla="*/ 1711842 w 3662637"/>
              <a:gd name="connsiteY0" fmla="*/ 4492350 h 4492350"/>
              <a:gd name="connsiteX1" fmla="*/ 1765005 w 3662637"/>
              <a:gd name="connsiteY1" fmla="*/ 3785190 h 4492350"/>
              <a:gd name="connsiteX2" fmla="*/ 1275907 w 3662637"/>
              <a:gd name="connsiteY2" fmla="*/ 3381153 h 4492350"/>
              <a:gd name="connsiteX3" fmla="*/ 0 w 3662637"/>
              <a:gd name="connsiteY3" fmla="*/ 2945218 h 4492350"/>
              <a:gd name="connsiteX4" fmla="*/ 1111196 w 3662637"/>
              <a:gd name="connsiteY4" fmla="*/ 3238920 h 4492350"/>
              <a:gd name="connsiteX5" fmla="*/ 381560 w 3662637"/>
              <a:gd name="connsiteY5" fmla="*/ 2432058 h 4492350"/>
              <a:gd name="connsiteX6" fmla="*/ 1743740 w 3662637"/>
              <a:gd name="connsiteY6" fmla="*/ 3519376 h 4492350"/>
              <a:gd name="connsiteX7" fmla="*/ 1652058 w 3662637"/>
              <a:gd name="connsiteY7" fmla="*/ 2400346 h 4492350"/>
              <a:gd name="connsiteX8" fmla="*/ 28261 w 3662637"/>
              <a:gd name="connsiteY8" fmla="*/ 742880 h 4492350"/>
              <a:gd name="connsiteX9" fmla="*/ 956930 w 3662637"/>
              <a:gd name="connsiteY9" fmla="*/ 1924493 h 4492350"/>
              <a:gd name="connsiteX10" fmla="*/ 1061670 w 3662637"/>
              <a:gd name="connsiteY10" fmla="*/ 857226 h 4492350"/>
              <a:gd name="connsiteX11" fmla="*/ 1162773 w 3662637"/>
              <a:gd name="connsiteY11" fmla="*/ 2026621 h 4492350"/>
              <a:gd name="connsiteX12" fmla="*/ 1682742 w 3662637"/>
              <a:gd name="connsiteY12" fmla="*/ 2194318 h 4492350"/>
              <a:gd name="connsiteX13" fmla="*/ 1924493 w 3662637"/>
              <a:gd name="connsiteY13" fmla="*/ 0 h 4492350"/>
              <a:gd name="connsiteX14" fmla="*/ 1995936 w 3662637"/>
              <a:gd name="connsiteY14" fmla="*/ 986216 h 4492350"/>
              <a:gd name="connsiteX15" fmla="*/ 1850065 w 3662637"/>
              <a:gd name="connsiteY15" fmla="*/ 2060385 h 4492350"/>
              <a:gd name="connsiteX16" fmla="*/ 2025596 w 3662637"/>
              <a:gd name="connsiteY16" fmla="*/ 3046321 h 4492350"/>
              <a:gd name="connsiteX17" fmla="*/ 2615609 w 3662637"/>
              <a:gd name="connsiteY17" fmla="*/ 2519916 h 4492350"/>
              <a:gd name="connsiteX18" fmla="*/ 2881796 w 3662637"/>
              <a:gd name="connsiteY18" fmla="*/ 1291762 h 4492350"/>
              <a:gd name="connsiteX19" fmla="*/ 2774911 w 3662637"/>
              <a:gd name="connsiteY19" fmla="*/ 2383091 h 4492350"/>
              <a:gd name="connsiteX20" fmla="*/ 3662637 w 3662637"/>
              <a:gd name="connsiteY20" fmla="*/ 1124252 h 4492350"/>
              <a:gd name="connsiteX21" fmla="*/ 2190307 w 3662637"/>
              <a:gd name="connsiteY21" fmla="*/ 3370521 h 4492350"/>
              <a:gd name="connsiteX22" fmla="*/ 2137144 w 3662637"/>
              <a:gd name="connsiteY22" fmla="*/ 3817088 h 4492350"/>
              <a:gd name="connsiteX23" fmla="*/ 3285460 w 3662637"/>
              <a:gd name="connsiteY23" fmla="*/ 3094074 h 4492350"/>
              <a:gd name="connsiteX24" fmla="*/ 2162419 w 3662637"/>
              <a:gd name="connsiteY24" fmla="*/ 4030951 h 4492350"/>
              <a:gd name="connsiteX25" fmla="*/ 2200940 w 3662637"/>
              <a:gd name="connsiteY25" fmla="*/ 4476307 h 4492350"/>
              <a:gd name="connsiteX26" fmla="*/ 2186296 w 3662637"/>
              <a:gd name="connsiteY26" fmla="*/ 4491415 h 4492350"/>
              <a:gd name="connsiteX27" fmla="*/ 1711842 w 3662637"/>
              <a:gd name="connsiteY27" fmla="*/ 4492350 h 4492350"/>
              <a:gd name="connsiteX0" fmla="*/ 1711842 w 3662637"/>
              <a:gd name="connsiteY0" fmla="*/ 4492350 h 4492350"/>
              <a:gd name="connsiteX1" fmla="*/ 1765005 w 3662637"/>
              <a:gd name="connsiteY1" fmla="*/ 3785190 h 4492350"/>
              <a:gd name="connsiteX2" fmla="*/ 1275907 w 3662637"/>
              <a:gd name="connsiteY2" fmla="*/ 3381153 h 4492350"/>
              <a:gd name="connsiteX3" fmla="*/ 0 w 3662637"/>
              <a:gd name="connsiteY3" fmla="*/ 2945218 h 4492350"/>
              <a:gd name="connsiteX4" fmla="*/ 1111196 w 3662637"/>
              <a:gd name="connsiteY4" fmla="*/ 3238920 h 4492350"/>
              <a:gd name="connsiteX5" fmla="*/ 381560 w 3662637"/>
              <a:gd name="connsiteY5" fmla="*/ 2432058 h 4492350"/>
              <a:gd name="connsiteX6" fmla="*/ 1743740 w 3662637"/>
              <a:gd name="connsiteY6" fmla="*/ 3519376 h 4492350"/>
              <a:gd name="connsiteX7" fmla="*/ 1652058 w 3662637"/>
              <a:gd name="connsiteY7" fmla="*/ 2400346 h 4492350"/>
              <a:gd name="connsiteX8" fmla="*/ 28261 w 3662637"/>
              <a:gd name="connsiteY8" fmla="*/ 742880 h 4492350"/>
              <a:gd name="connsiteX9" fmla="*/ 956930 w 3662637"/>
              <a:gd name="connsiteY9" fmla="*/ 1924493 h 4492350"/>
              <a:gd name="connsiteX10" fmla="*/ 1061670 w 3662637"/>
              <a:gd name="connsiteY10" fmla="*/ 857226 h 4492350"/>
              <a:gd name="connsiteX11" fmla="*/ 1162773 w 3662637"/>
              <a:gd name="connsiteY11" fmla="*/ 2026621 h 4492350"/>
              <a:gd name="connsiteX12" fmla="*/ 1682742 w 3662637"/>
              <a:gd name="connsiteY12" fmla="*/ 2194318 h 4492350"/>
              <a:gd name="connsiteX13" fmla="*/ 1924493 w 3662637"/>
              <a:gd name="connsiteY13" fmla="*/ 0 h 4492350"/>
              <a:gd name="connsiteX14" fmla="*/ 1995936 w 3662637"/>
              <a:gd name="connsiteY14" fmla="*/ 986216 h 4492350"/>
              <a:gd name="connsiteX15" fmla="*/ 1850065 w 3662637"/>
              <a:gd name="connsiteY15" fmla="*/ 2060385 h 4492350"/>
              <a:gd name="connsiteX16" fmla="*/ 2025596 w 3662637"/>
              <a:gd name="connsiteY16" fmla="*/ 3046321 h 4492350"/>
              <a:gd name="connsiteX17" fmla="*/ 2615609 w 3662637"/>
              <a:gd name="connsiteY17" fmla="*/ 2519916 h 4492350"/>
              <a:gd name="connsiteX18" fmla="*/ 2881796 w 3662637"/>
              <a:gd name="connsiteY18" fmla="*/ 1291762 h 4492350"/>
              <a:gd name="connsiteX19" fmla="*/ 2774911 w 3662637"/>
              <a:gd name="connsiteY19" fmla="*/ 2383091 h 4492350"/>
              <a:gd name="connsiteX20" fmla="*/ 3662637 w 3662637"/>
              <a:gd name="connsiteY20" fmla="*/ 1124252 h 4492350"/>
              <a:gd name="connsiteX21" fmla="*/ 2190307 w 3662637"/>
              <a:gd name="connsiteY21" fmla="*/ 3370521 h 4492350"/>
              <a:gd name="connsiteX22" fmla="*/ 2137144 w 3662637"/>
              <a:gd name="connsiteY22" fmla="*/ 3817088 h 4492350"/>
              <a:gd name="connsiteX23" fmla="*/ 3285460 w 3662637"/>
              <a:gd name="connsiteY23" fmla="*/ 3094074 h 4492350"/>
              <a:gd name="connsiteX24" fmla="*/ 2162419 w 3662637"/>
              <a:gd name="connsiteY24" fmla="*/ 4030951 h 4492350"/>
              <a:gd name="connsiteX25" fmla="*/ 2200940 w 3662637"/>
              <a:gd name="connsiteY25" fmla="*/ 4476307 h 4492350"/>
              <a:gd name="connsiteX26" fmla="*/ 2186296 w 3662637"/>
              <a:gd name="connsiteY26" fmla="*/ 4491415 h 4492350"/>
              <a:gd name="connsiteX27" fmla="*/ 1711842 w 3662637"/>
              <a:gd name="connsiteY27" fmla="*/ 4492350 h 4492350"/>
              <a:gd name="connsiteX0" fmla="*/ 1711842 w 3662637"/>
              <a:gd name="connsiteY0" fmla="*/ 4492350 h 4492350"/>
              <a:gd name="connsiteX1" fmla="*/ 1765005 w 3662637"/>
              <a:gd name="connsiteY1" fmla="*/ 3785190 h 4492350"/>
              <a:gd name="connsiteX2" fmla="*/ 1275907 w 3662637"/>
              <a:gd name="connsiteY2" fmla="*/ 3381153 h 4492350"/>
              <a:gd name="connsiteX3" fmla="*/ 0 w 3662637"/>
              <a:gd name="connsiteY3" fmla="*/ 2945218 h 4492350"/>
              <a:gd name="connsiteX4" fmla="*/ 1111196 w 3662637"/>
              <a:gd name="connsiteY4" fmla="*/ 3238920 h 4492350"/>
              <a:gd name="connsiteX5" fmla="*/ 381560 w 3662637"/>
              <a:gd name="connsiteY5" fmla="*/ 2432058 h 4492350"/>
              <a:gd name="connsiteX6" fmla="*/ 1743740 w 3662637"/>
              <a:gd name="connsiteY6" fmla="*/ 3519376 h 4492350"/>
              <a:gd name="connsiteX7" fmla="*/ 1652058 w 3662637"/>
              <a:gd name="connsiteY7" fmla="*/ 2400346 h 4492350"/>
              <a:gd name="connsiteX8" fmla="*/ 28261 w 3662637"/>
              <a:gd name="connsiteY8" fmla="*/ 742880 h 4492350"/>
              <a:gd name="connsiteX9" fmla="*/ 956930 w 3662637"/>
              <a:gd name="connsiteY9" fmla="*/ 1924493 h 4492350"/>
              <a:gd name="connsiteX10" fmla="*/ 1061670 w 3662637"/>
              <a:gd name="connsiteY10" fmla="*/ 857226 h 4492350"/>
              <a:gd name="connsiteX11" fmla="*/ 1162773 w 3662637"/>
              <a:gd name="connsiteY11" fmla="*/ 2026621 h 4492350"/>
              <a:gd name="connsiteX12" fmla="*/ 1682742 w 3662637"/>
              <a:gd name="connsiteY12" fmla="*/ 2194318 h 4492350"/>
              <a:gd name="connsiteX13" fmla="*/ 1924493 w 3662637"/>
              <a:gd name="connsiteY13" fmla="*/ 0 h 4492350"/>
              <a:gd name="connsiteX14" fmla="*/ 1995936 w 3662637"/>
              <a:gd name="connsiteY14" fmla="*/ 986216 h 4492350"/>
              <a:gd name="connsiteX15" fmla="*/ 1850065 w 3662637"/>
              <a:gd name="connsiteY15" fmla="*/ 2060385 h 4492350"/>
              <a:gd name="connsiteX16" fmla="*/ 2025596 w 3662637"/>
              <a:gd name="connsiteY16" fmla="*/ 3046321 h 4492350"/>
              <a:gd name="connsiteX17" fmla="*/ 2615609 w 3662637"/>
              <a:gd name="connsiteY17" fmla="*/ 2519916 h 4492350"/>
              <a:gd name="connsiteX18" fmla="*/ 2881796 w 3662637"/>
              <a:gd name="connsiteY18" fmla="*/ 1291762 h 4492350"/>
              <a:gd name="connsiteX19" fmla="*/ 2774911 w 3662637"/>
              <a:gd name="connsiteY19" fmla="*/ 2383091 h 4492350"/>
              <a:gd name="connsiteX20" fmla="*/ 3662637 w 3662637"/>
              <a:gd name="connsiteY20" fmla="*/ 1124252 h 4492350"/>
              <a:gd name="connsiteX21" fmla="*/ 2190307 w 3662637"/>
              <a:gd name="connsiteY21" fmla="*/ 3370521 h 4492350"/>
              <a:gd name="connsiteX22" fmla="*/ 2137144 w 3662637"/>
              <a:gd name="connsiteY22" fmla="*/ 3817088 h 4492350"/>
              <a:gd name="connsiteX23" fmla="*/ 3285460 w 3662637"/>
              <a:gd name="connsiteY23" fmla="*/ 3094074 h 4492350"/>
              <a:gd name="connsiteX24" fmla="*/ 2162419 w 3662637"/>
              <a:gd name="connsiteY24" fmla="*/ 4030951 h 4492350"/>
              <a:gd name="connsiteX25" fmla="*/ 2200940 w 3662637"/>
              <a:gd name="connsiteY25" fmla="*/ 4476307 h 4492350"/>
              <a:gd name="connsiteX26" fmla="*/ 2186296 w 3662637"/>
              <a:gd name="connsiteY26" fmla="*/ 4491415 h 4492350"/>
              <a:gd name="connsiteX27" fmla="*/ 1711842 w 3662637"/>
              <a:gd name="connsiteY27" fmla="*/ 4492350 h 4492350"/>
              <a:gd name="connsiteX0" fmla="*/ 1711842 w 3662637"/>
              <a:gd name="connsiteY0" fmla="*/ 4492350 h 4492350"/>
              <a:gd name="connsiteX1" fmla="*/ 1765005 w 3662637"/>
              <a:gd name="connsiteY1" fmla="*/ 3785190 h 4492350"/>
              <a:gd name="connsiteX2" fmla="*/ 1275907 w 3662637"/>
              <a:gd name="connsiteY2" fmla="*/ 3381153 h 4492350"/>
              <a:gd name="connsiteX3" fmla="*/ 0 w 3662637"/>
              <a:gd name="connsiteY3" fmla="*/ 2945218 h 4492350"/>
              <a:gd name="connsiteX4" fmla="*/ 1111196 w 3662637"/>
              <a:gd name="connsiteY4" fmla="*/ 3238920 h 4492350"/>
              <a:gd name="connsiteX5" fmla="*/ 381560 w 3662637"/>
              <a:gd name="connsiteY5" fmla="*/ 2432058 h 4492350"/>
              <a:gd name="connsiteX6" fmla="*/ 1743740 w 3662637"/>
              <a:gd name="connsiteY6" fmla="*/ 3519376 h 4492350"/>
              <a:gd name="connsiteX7" fmla="*/ 1652058 w 3662637"/>
              <a:gd name="connsiteY7" fmla="*/ 2400346 h 4492350"/>
              <a:gd name="connsiteX8" fmla="*/ 28261 w 3662637"/>
              <a:gd name="connsiteY8" fmla="*/ 742880 h 4492350"/>
              <a:gd name="connsiteX9" fmla="*/ 956930 w 3662637"/>
              <a:gd name="connsiteY9" fmla="*/ 1924493 h 4492350"/>
              <a:gd name="connsiteX10" fmla="*/ 1061670 w 3662637"/>
              <a:gd name="connsiteY10" fmla="*/ 857226 h 4492350"/>
              <a:gd name="connsiteX11" fmla="*/ 1162773 w 3662637"/>
              <a:gd name="connsiteY11" fmla="*/ 2026621 h 4492350"/>
              <a:gd name="connsiteX12" fmla="*/ 1682742 w 3662637"/>
              <a:gd name="connsiteY12" fmla="*/ 2194318 h 4492350"/>
              <a:gd name="connsiteX13" fmla="*/ 1924493 w 3662637"/>
              <a:gd name="connsiteY13" fmla="*/ 0 h 4492350"/>
              <a:gd name="connsiteX14" fmla="*/ 1995936 w 3662637"/>
              <a:gd name="connsiteY14" fmla="*/ 986216 h 4492350"/>
              <a:gd name="connsiteX15" fmla="*/ 1850065 w 3662637"/>
              <a:gd name="connsiteY15" fmla="*/ 2060385 h 4492350"/>
              <a:gd name="connsiteX16" fmla="*/ 2025596 w 3662637"/>
              <a:gd name="connsiteY16" fmla="*/ 3046321 h 4492350"/>
              <a:gd name="connsiteX17" fmla="*/ 2615609 w 3662637"/>
              <a:gd name="connsiteY17" fmla="*/ 2519916 h 4492350"/>
              <a:gd name="connsiteX18" fmla="*/ 2881796 w 3662637"/>
              <a:gd name="connsiteY18" fmla="*/ 1291762 h 4492350"/>
              <a:gd name="connsiteX19" fmla="*/ 2774911 w 3662637"/>
              <a:gd name="connsiteY19" fmla="*/ 2383091 h 4492350"/>
              <a:gd name="connsiteX20" fmla="*/ 3662637 w 3662637"/>
              <a:gd name="connsiteY20" fmla="*/ 1124252 h 4492350"/>
              <a:gd name="connsiteX21" fmla="*/ 2190307 w 3662637"/>
              <a:gd name="connsiteY21" fmla="*/ 3370521 h 4492350"/>
              <a:gd name="connsiteX22" fmla="*/ 2137144 w 3662637"/>
              <a:gd name="connsiteY22" fmla="*/ 3817088 h 4492350"/>
              <a:gd name="connsiteX23" fmla="*/ 3285460 w 3662637"/>
              <a:gd name="connsiteY23" fmla="*/ 3094074 h 4492350"/>
              <a:gd name="connsiteX24" fmla="*/ 2162419 w 3662637"/>
              <a:gd name="connsiteY24" fmla="*/ 4030951 h 4492350"/>
              <a:gd name="connsiteX25" fmla="*/ 2200940 w 3662637"/>
              <a:gd name="connsiteY25" fmla="*/ 4476307 h 4492350"/>
              <a:gd name="connsiteX26" fmla="*/ 2186296 w 3662637"/>
              <a:gd name="connsiteY26" fmla="*/ 4491415 h 4492350"/>
              <a:gd name="connsiteX27" fmla="*/ 1711842 w 3662637"/>
              <a:gd name="connsiteY27" fmla="*/ 4492350 h 4492350"/>
              <a:gd name="connsiteX0" fmla="*/ 1687779 w 3638574"/>
              <a:gd name="connsiteY0" fmla="*/ 4492350 h 4492350"/>
              <a:gd name="connsiteX1" fmla="*/ 1740942 w 3638574"/>
              <a:gd name="connsiteY1" fmla="*/ 3785190 h 4492350"/>
              <a:gd name="connsiteX2" fmla="*/ 1251844 w 3638574"/>
              <a:gd name="connsiteY2" fmla="*/ 3381153 h 4492350"/>
              <a:gd name="connsiteX3" fmla="*/ 0 w 3638574"/>
              <a:gd name="connsiteY3" fmla="*/ 2917145 h 4492350"/>
              <a:gd name="connsiteX4" fmla="*/ 1087133 w 3638574"/>
              <a:gd name="connsiteY4" fmla="*/ 3238920 h 4492350"/>
              <a:gd name="connsiteX5" fmla="*/ 357497 w 3638574"/>
              <a:gd name="connsiteY5" fmla="*/ 2432058 h 4492350"/>
              <a:gd name="connsiteX6" fmla="*/ 1719677 w 3638574"/>
              <a:gd name="connsiteY6" fmla="*/ 3519376 h 4492350"/>
              <a:gd name="connsiteX7" fmla="*/ 1627995 w 3638574"/>
              <a:gd name="connsiteY7" fmla="*/ 2400346 h 4492350"/>
              <a:gd name="connsiteX8" fmla="*/ 4198 w 3638574"/>
              <a:gd name="connsiteY8" fmla="*/ 742880 h 4492350"/>
              <a:gd name="connsiteX9" fmla="*/ 932867 w 3638574"/>
              <a:gd name="connsiteY9" fmla="*/ 1924493 h 4492350"/>
              <a:gd name="connsiteX10" fmla="*/ 1037607 w 3638574"/>
              <a:gd name="connsiteY10" fmla="*/ 857226 h 4492350"/>
              <a:gd name="connsiteX11" fmla="*/ 1138710 w 3638574"/>
              <a:gd name="connsiteY11" fmla="*/ 2026621 h 4492350"/>
              <a:gd name="connsiteX12" fmla="*/ 1658679 w 3638574"/>
              <a:gd name="connsiteY12" fmla="*/ 2194318 h 4492350"/>
              <a:gd name="connsiteX13" fmla="*/ 1900430 w 3638574"/>
              <a:gd name="connsiteY13" fmla="*/ 0 h 4492350"/>
              <a:gd name="connsiteX14" fmla="*/ 1971873 w 3638574"/>
              <a:gd name="connsiteY14" fmla="*/ 986216 h 4492350"/>
              <a:gd name="connsiteX15" fmla="*/ 1826002 w 3638574"/>
              <a:gd name="connsiteY15" fmla="*/ 2060385 h 4492350"/>
              <a:gd name="connsiteX16" fmla="*/ 2001533 w 3638574"/>
              <a:gd name="connsiteY16" fmla="*/ 3046321 h 4492350"/>
              <a:gd name="connsiteX17" fmla="*/ 2591546 w 3638574"/>
              <a:gd name="connsiteY17" fmla="*/ 2519916 h 4492350"/>
              <a:gd name="connsiteX18" fmla="*/ 2857733 w 3638574"/>
              <a:gd name="connsiteY18" fmla="*/ 1291762 h 4492350"/>
              <a:gd name="connsiteX19" fmla="*/ 2750848 w 3638574"/>
              <a:gd name="connsiteY19" fmla="*/ 2383091 h 4492350"/>
              <a:gd name="connsiteX20" fmla="*/ 3638574 w 3638574"/>
              <a:gd name="connsiteY20" fmla="*/ 1124252 h 4492350"/>
              <a:gd name="connsiteX21" fmla="*/ 2166244 w 3638574"/>
              <a:gd name="connsiteY21" fmla="*/ 3370521 h 4492350"/>
              <a:gd name="connsiteX22" fmla="*/ 2113081 w 3638574"/>
              <a:gd name="connsiteY22" fmla="*/ 3817088 h 4492350"/>
              <a:gd name="connsiteX23" fmla="*/ 3261397 w 3638574"/>
              <a:gd name="connsiteY23" fmla="*/ 3094074 h 4492350"/>
              <a:gd name="connsiteX24" fmla="*/ 2138356 w 3638574"/>
              <a:gd name="connsiteY24" fmla="*/ 4030951 h 4492350"/>
              <a:gd name="connsiteX25" fmla="*/ 2176877 w 3638574"/>
              <a:gd name="connsiteY25" fmla="*/ 4476307 h 4492350"/>
              <a:gd name="connsiteX26" fmla="*/ 2162233 w 3638574"/>
              <a:gd name="connsiteY26" fmla="*/ 4491415 h 4492350"/>
              <a:gd name="connsiteX27" fmla="*/ 1687779 w 3638574"/>
              <a:gd name="connsiteY27" fmla="*/ 4492350 h 4492350"/>
              <a:gd name="connsiteX0" fmla="*/ 1687779 w 3638574"/>
              <a:gd name="connsiteY0" fmla="*/ 4492350 h 4492350"/>
              <a:gd name="connsiteX1" fmla="*/ 1740942 w 3638574"/>
              <a:gd name="connsiteY1" fmla="*/ 3785190 h 4492350"/>
              <a:gd name="connsiteX2" fmla="*/ 1251844 w 3638574"/>
              <a:gd name="connsiteY2" fmla="*/ 3381153 h 4492350"/>
              <a:gd name="connsiteX3" fmla="*/ 0 w 3638574"/>
              <a:gd name="connsiteY3" fmla="*/ 2917145 h 4492350"/>
              <a:gd name="connsiteX4" fmla="*/ 1087133 w 3638574"/>
              <a:gd name="connsiteY4" fmla="*/ 3238920 h 4492350"/>
              <a:gd name="connsiteX5" fmla="*/ 357497 w 3638574"/>
              <a:gd name="connsiteY5" fmla="*/ 2432058 h 4492350"/>
              <a:gd name="connsiteX6" fmla="*/ 1719677 w 3638574"/>
              <a:gd name="connsiteY6" fmla="*/ 3519376 h 4492350"/>
              <a:gd name="connsiteX7" fmla="*/ 1627995 w 3638574"/>
              <a:gd name="connsiteY7" fmla="*/ 2400346 h 4492350"/>
              <a:gd name="connsiteX8" fmla="*/ 4198 w 3638574"/>
              <a:gd name="connsiteY8" fmla="*/ 742880 h 4492350"/>
              <a:gd name="connsiteX9" fmla="*/ 932867 w 3638574"/>
              <a:gd name="connsiteY9" fmla="*/ 1924493 h 4492350"/>
              <a:gd name="connsiteX10" fmla="*/ 1037607 w 3638574"/>
              <a:gd name="connsiteY10" fmla="*/ 857226 h 4492350"/>
              <a:gd name="connsiteX11" fmla="*/ 1138710 w 3638574"/>
              <a:gd name="connsiteY11" fmla="*/ 2026621 h 4492350"/>
              <a:gd name="connsiteX12" fmla="*/ 1658679 w 3638574"/>
              <a:gd name="connsiteY12" fmla="*/ 2194318 h 4492350"/>
              <a:gd name="connsiteX13" fmla="*/ 1900430 w 3638574"/>
              <a:gd name="connsiteY13" fmla="*/ 0 h 4492350"/>
              <a:gd name="connsiteX14" fmla="*/ 1971873 w 3638574"/>
              <a:gd name="connsiteY14" fmla="*/ 986216 h 4492350"/>
              <a:gd name="connsiteX15" fmla="*/ 1826002 w 3638574"/>
              <a:gd name="connsiteY15" fmla="*/ 2060385 h 4492350"/>
              <a:gd name="connsiteX16" fmla="*/ 2001533 w 3638574"/>
              <a:gd name="connsiteY16" fmla="*/ 3046321 h 4492350"/>
              <a:gd name="connsiteX17" fmla="*/ 2591546 w 3638574"/>
              <a:gd name="connsiteY17" fmla="*/ 2519916 h 4492350"/>
              <a:gd name="connsiteX18" fmla="*/ 2857733 w 3638574"/>
              <a:gd name="connsiteY18" fmla="*/ 1291762 h 4492350"/>
              <a:gd name="connsiteX19" fmla="*/ 2750848 w 3638574"/>
              <a:gd name="connsiteY19" fmla="*/ 2383091 h 4492350"/>
              <a:gd name="connsiteX20" fmla="*/ 3638574 w 3638574"/>
              <a:gd name="connsiteY20" fmla="*/ 1124252 h 4492350"/>
              <a:gd name="connsiteX21" fmla="*/ 2166244 w 3638574"/>
              <a:gd name="connsiteY21" fmla="*/ 3370521 h 4492350"/>
              <a:gd name="connsiteX22" fmla="*/ 2113081 w 3638574"/>
              <a:gd name="connsiteY22" fmla="*/ 3817088 h 4492350"/>
              <a:gd name="connsiteX23" fmla="*/ 3261397 w 3638574"/>
              <a:gd name="connsiteY23" fmla="*/ 3094074 h 4492350"/>
              <a:gd name="connsiteX24" fmla="*/ 2138356 w 3638574"/>
              <a:gd name="connsiteY24" fmla="*/ 4030951 h 4492350"/>
              <a:gd name="connsiteX25" fmla="*/ 2176877 w 3638574"/>
              <a:gd name="connsiteY25" fmla="*/ 4476307 h 4492350"/>
              <a:gd name="connsiteX26" fmla="*/ 2162233 w 3638574"/>
              <a:gd name="connsiteY26" fmla="*/ 4491415 h 4492350"/>
              <a:gd name="connsiteX27" fmla="*/ 1687779 w 3638574"/>
              <a:gd name="connsiteY27" fmla="*/ 4492350 h 4492350"/>
              <a:gd name="connsiteX0" fmla="*/ 1687779 w 3638574"/>
              <a:gd name="connsiteY0" fmla="*/ 4492350 h 4492350"/>
              <a:gd name="connsiteX1" fmla="*/ 1740942 w 3638574"/>
              <a:gd name="connsiteY1" fmla="*/ 3785190 h 4492350"/>
              <a:gd name="connsiteX2" fmla="*/ 1251844 w 3638574"/>
              <a:gd name="connsiteY2" fmla="*/ 3381153 h 4492350"/>
              <a:gd name="connsiteX3" fmla="*/ 0 w 3638574"/>
              <a:gd name="connsiteY3" fmla="*/ 2917145 h 4492350"/>
              <a:gd name="connsiteX4" fmla="*/ 1087133 w 3638574"/>
              <a:gd name="connsiteY4" fmla="*/ 3238920 h 4492350"/>
              <a:gd name="connsiteX5" fmla="*/ 357497 w 3638574"/>
              <a:gd name="connsiteY5" fmla="*/ 2432058 h 4492350"/>
              <a:gd name="connsiteX6" fmla="*/ 1719677 w 3638574"/>
              <a:gd name="connsiteY6" fmla="*/ 3519376 h 4492350"/>
              <a:gd name="connsiteX7" fmla="*/ 1627995 w 3638574"/>
              <a:gd name="connsiteY7" fmla="*/ 2400346 h 4492350"/>
              <a:gd name="connsiteX8" fmla="*/ 4198 w 3638574"/>
              <a:gd name="connsiteY8" fmla="*/ 742880 h 4492350"/>
              <a:gd name="connsiteX9" fmla="*/ 932867 w 3638574"/>
              <a:gd name="connsiteY9" fmla="*/ 1924493 h 4492350"/>
              <a:gd name="connsiteX10" fmla="*/ 1037607 w 3638574"/>
              <a:gd name="connsiteY10" fmla="*/ 857226 h 4492350"/>
              <a:gd name="connsiteX11" fmla="*/ 1138710 w 3638574"/>
              <a:gd name="connsiteY11" fmla="*/ 2026621 h 4492350"/>
              <a:gd name="connsiteX12" fmla="*/ 1658679 w 3638574"/>
              <a:gd name="connsiteY12" fmla="*/ 2194318 h 4492350"/>
              <a:gd name="connsiteX13" fmla="*/ 1900430 w 3638574"/>
              <a:gd name="connsiteY13" fmla="*/ 0 h 4492350"/>
              <a:gd name="connsiteX14" fmla="*/ 1971873 w 3638574"/>
              <a:gd name="connsiteY14" fmla="*/ 986216 h 4492350"/>
              <a:gd name="connsiteX15" fmla="*/ 1826002 w 3638574"/>
              <a:gd name="connsiteY15" fmla="*/ 2060385 h 4492350"/>
              <a:gd name="connsiteX16" fmla="*/ 2001533 w 3638574"/>
              <a:gd name="connsiteY16" fmla="*/ 3046321 h 4492350"/>
              <a:gd name="connsiteX17" fmla="*/ 2591546 w 3638574"/>
              <a:gd name="connsiteY17" fmla="*/ 2519916 h 4492350"/>
              <a:gd name="connsiteX18" fmla="*/ 2857733 w 3638574"/>
              <a:gd name="connsiteY18" fmla="*/ 1291762 h 4492350"/>
              <a:gd name="connsiteX19" fmla="*/ 2750848 w 3638574"/>
              <a:gd name="connsiteY19" fmla="*/ 2383091 h 4492350"/>
              <a:gd name="connsiteX20" fmla="*/ 3638574 w 3638574"/>
              <a:gd name="connsiteY20" fmla="*/ 1124252 h 4492350"/>
              <a:gd name="connsiteX21" fmla="*/ 2166244 w 3638574"/>
              <a:gd name="connsiteY21" fmla="*/ 3370521 h 4492350"/>
              <a:gd name="connsiteX22" fmla="*/ 2113081 w 3638574"/>
              <a:gd name="connsiteY22" fmla="*/ 3817088 h 4492350"/>
              <a:gd name="connsiteX23" fmla="*/ 3261397 w 3638574"/>
              <a:gd name="connsiteY23" fmla="*/ 3094074 h 4492350"/>
              <a:gd name="connsiteX24" fmla="*/ 2138356 w 3638574"/>
              <a:gd name="connsiteY24" fmla="*/ 4030951 h 4492350"/>
              <a:gd name="connsiteX25" fmla="*/ 2176877 w 3638574"/>
              <a:gd name="connsiteY25" fmla="*/ 4476307 h 4492350"/>
              <a:gd name="connsiteX26" fmla="*/ 2162233 w 3638574"/>
              <a:gd name="connsiteY26" fmla="*/ 4491415 h 4492350"/>
              <a:gd name="connsiteX27" fmla="*/ 1687779 w 3638574"/>
              <a:gd name="connsiteY27" fmla="*/ 4492350 h 4492350"/>
              <a:gd name="connsiteX0" fmla="*/ 1687779 w 3638574"/>
              <a:gd name="connsiteY0" fmla="*/ 4492350 h 4492350"/>
              <a:gd name="connsiteX1" fmla="*/ 1740942 w 3638574"/>
              <a:gd name="connsiteY1" fmla="*/ 3785190 h 4492350"/>
              <a:gd name="connsiteX2" fmla="*/ 1239812 w 3638574"/>
              <a:gd name="connsiteY2" fmla="*/ 3369121 h 4492350"/>
              <a:gd name="connsiteX3" fmla="*/ 0 w 3638574"/>
              <a:gd name="connsiteY3" fmla="*/ 2917145 h 4492350"/>
              <a:gd name="connsiteX4" fmla="*/ 1087133 w 3638574"/>
              <a:gd name="connsiteY4" fmla="*/ 3238920 h 4492350"/>
              <a:gd name="connsiteX5" fmla="*/ 357497 w 3638574"/>
              <a:gd name="connsiteY5" fmla="*/ 2432058 h 4492350"/>
              <a:gd name="connsiteX6" fmla="*/ 1719677 w 3638574"/>
              <a:gd name="connsiteY6" fmla="*/ 3519376 h 4492350"/>
              <a:gd name="connsiteX7" fmla="*/ 1627995 w 3638574"/>
              <a:gd name="connsiteY7" fmla="*/ 2400346 h 4492350"/>
              <a:gd name="connsiteX8" fmla="*/ 4198 w 3638574"/>
              <a:gd name="connsiteY8" fmla="*/ 742880 h 4492350"/>
              <a:gd name="connsiteX9" fmla="*/ 932867 w 3638574"/>
              <a:gd name="connsiteY9" fmla="*/ 1924493 h 4492350"/>
              <a:gd name="connsiteX10" fmla="*/ 1037607 w 3638574"/>
              <a:gd name="connsiteY10" fmla="*/ 857226 h 4492350"/>
              <a:gd name="connsiteX11" fmla="*/ 1138710 w 3638574"/>
              <a:gd name="connsiteY11" fmla="*/ 2026621 h 4492350"/>
              <a:gd name="connsiteX12" fmla="*/ 1658679 w 3638574"/>
              <a:gd name="connsiteY12" fmla="*/ 2194318 h 4492350"/>
              <a:gd name="connsiteX13" fmla="*/ 1900430 w 3638574"/>
              <a:gd name="connsiteY13" fmla="*/ 0 h 4492350"/>
              <a:gd name="connsiteX14" fmla="*/ 1971873 w 3638574"/>
              <a:gd name="connsiteY14" fmla="*/ 986216 h 4492350"/>
              <a:gd name="connsiteX15" fmla="*/ 1826002 w 3638574"/>
              <a:gd name="connsiteY15" fmla="*/ 2060385 h 4492350"/>
              <a:gd name="connsiteX16" fmla="*/ 2001533 w 3638574"/>
              <a:gd name="connsiteY16" fmla="*/ 3046321 h 4492350"/>
              <a:gd name="connsiteX17" fmla="*/ 2591546 w 3638574"/>
              <a:gd name="connsiteY17" fmla="*/ 2519916 h 4492350"/>
              <a:gd name="connsiteX18" fmla="*/ 2857733 w 3638574"/>
              <a:gd name="connsiteY18" fmla="*/ 1291762 h 4492350"/>
              <a:gd name="connsiteX19" fmla="*/ 2750848 w 3638574"/>
              <a:gd name="connsiteY19" fmla="*/ 2383091 h 4492350"/>
              <a:gd name="connsiteX20" fmla="*/ 3638574 w 3638574"/>
              <a:gd name="connsiteY20" fmla="*/ 1124252 h 4492350"/>
              <a:gd name="connsiteX21" fmla="*/ 2166244 w 3638574"/>
              <a:gd name="connsiteY21" fmla="*/ 3370521 h 4492350"/>
              <a:gd name="connsiteX22" fmla="*/ 2113081 w 3638574"/>
              <a:gd name="connsiteY22" fmla="*/ 3817088 h 4492350"/>
              <a:gd name="connsiteX23" fmla="*/ 3261397 w 3638574"/>
              <a:gd name="connsiteY23" fmla="*/ 3094074 h 4492350"/>
              <a:gd name="connsiteX24" fmla="*/ 2138356 w 3638574"/>
              <a:gd name="connsiteY24" fmla="*/ 4030951 h 4492350"/>
              <a:gd name="connsiteX25" fmla="*/ 2176877 w 3638574"/>
              <a:gd name="connsiteY25" fmla="*/ 4476307 h 4492350"/>
              <a:gd name="connsiteX26" fmla="*/ 2162233 w 3638574"/>
              <a:gd name="connsiteY26" fmla="*/ 4491415 h 4492350"/>
              <a:gd name="connsiteX27" fmla="*/ 1687779 w 3638574"/>
              <a:gd name="connsiteY27" fmla="*/ 4492350 h 4492350"/>
              <a:gd name="connsiteX0" fmla="*/ 1687779 w 3638574"/>
              <a:gd name="connsiteY0" fmla="*/ 4492350 h 4492350"/>
              <a:gd name="connsiteX1" fmla="*/ 1740942 w 3638574"/>
              <a:gd name="connsiteY1" fmla="*/ 3785190 h 4492350"/>
              <a:gd name="connsiteX2" fmla="*/ 1239812 w 3638574"/>
              <a:gd name="connsiteY2" fmla="*/ 3369121 h 4492350"/>
              <a:gd name="connsiteX3" fmla="*/ 0 w 3638574"/>
              <a:gd name="connsiteY3" fmla="*/ 2917145 h 4492350"/>
              <a:gd name="connsiteX4" fmla="*/ 1087133 w 3638574"/>
              <a:gd name="connsiteY4" fmla="*/ 3238920 h 4492350"/>
              <a:gd name="connsiteX5" fmla="*/ 357497 w 3638574"/>
              <a:gd name="connsiteY5" fmla="*/ 2432058 h 4492350"/>
              <a:gd name="connsiteX6" fmla="*/ 1719677 w 3638574"/>
              <a:gd name="connsiteY6" fmla="*/ 3519376 h 4492350"/>
              <a:gd name="connsiteX7" fmla="*/ 1627995 w 3638574"/>
              <a:gd name="connsiteY7" fmla="*/ 2400346 h 4492350"/>
              <a:gd name="connsiteX8" fmla="*/ 4198 w 3638574"/>
              <a:gd name="connsiteY8" fmla="*/ 742880 h 4492350"/>
              <a:gd name="connsiteX9" fmla="*/ 932867 w 3638574"/>
              <a:gd name="connsiteY9" fmla="*/ 1924493 h 4492350"/>
              <a:gd name="connsiteX10" fmla="*/ 1037607 w 3638574"/>
              <a:gd name="connsiteY10" fmla="*/ 857226 h 4492350"/>
              <a:gd name="connsiteX11" fmla="*/ 1138710 w 3638574"/>
              <a:gd name="connsiteY11" fmla="*/ 2026621 h 4492350"/>
              <a:gd name="connsiteX12" fmla="*/ 1658679 w 3638574"/>
              <a:gd name="connsiteY12" fmla="*/ 2194318 h 4492350"/>
              <a:gd name="connsiteX13" fmla="*/ 1900430 w 3638574"/>
              <a:gd name="connsiteY13" fmla="*/ 0 h 4492350"/>
              <a:gd name="connsiteX14" fmla="*/ 1971873 w 3638574"/>
              <a:gd name="connsiteY14" fmla="*/ 986216 h 4492350"/>
              <a:gd name="connsiteX15" fmla="*/ 1826002 w 3638574"/>
              <a:gd name="connsiteY15" fmla="*/ 2060385 h 4492350"/>
              <a:gd name="connsiteX16" fmla="*/ 2001533 w 3638574"/>
              <a:gd name="connsiteY16" fmla="*/ 3046321 h 4492350"/>
              <a:gd name="connsiteX17" fmla="*/ 2591546 w 3638574"/>
              <a:gd name="connsiteY17" fmla="*/ 2519916 h 4492350"/>
              <a:gd name="connsiteX18" fmla="*/ 2857733 w 3638574"/>
              <a:gd name="connsiteY18" fmla="*/ 1291762 h 4492350"/>
              <a:gd name="connsiteX19" fmla="*/ 2750848 w 3638574"/>
              <a:gd name="connsiteY19" fmla="*/ 2383091 h 4492350"/>
              <a:gd name="connsiteX20" fmla="*/ 3638574 w 3638574"/>
              <a:gd name="connsiteY20" fmla="*/ 1124252 h 4492350"/>
              <a:gd name="connsiteX21" fmla="*/ 2166244 w 3638574"/>
              <a:gd name="connsiteY21" fmla="*/ 3370521 h 4492350"/>
              <a:gd name="connsiteX22" fmla="*/ 2113081 w 3638574"/>
              <a:gd name="connsiteY22" fmla="*/ 3817088 h 4492350"/>
              <a:gd name="connsiteX23" fmla="*/ 3261397 w 3638574"/>
              <a:gd name="connsiteY23" fmla="*/ 3094074 h 4492350"/>
              <a:gd name="connsiteX24" fmla="*/ 2138356 w 3638574"/>
              <a:gd name="connsiteY24" fmla="*/ 4030951 h 4492350"/>
              <a:gd name="connsiteX25" fmla="*/ 2176877 w 3638574"/>
              <a:gd name="connsiteY25" fmla="*/ 4476307 h 4492350"/>
              <a:gd name="connsiteX26" fmla="*/ 2162233 w 3638574"/>
              <a:gd name="connsiteY26" fmla="*/ 4491415 h 4492350"/>
              <a:gd name="connsiteX27" fmla="*/ 1687779 w 3638574"/>
              <a:gd name="connsiteY27" fmla="*/ 4492350 h 4492350"/>
              <a:gd name="connsiteX0" fmla="*/ 1687779 w 3638574"/>
              <a:gd name="connsiteY0" fmla="*/ 4492350 h 4492350"/>
              <a:gd name="connsiteX1" fmla="*/ 1740942 w 3638574"/>
              <a:gd name="connsiteY1" fmla="*/ 3785190 h 4492350"/>
              <a:gd name="connsiteX2" fmla="*/ 1239812 w 3638574"/>
              <a:gd name="connsiteY2" fmla="*/ 3369121 h 4492350"/>
              <a:gd name="connsiteX3" fmla="*/ 0 w 3638574"/>
              <a:gd name="connsiteY3" fmla="*/ 2917145 h 4492350"/>
              <a:gd name="connsiteX4" fmla="*/ 1087133 w 3638574"/>
              <a:gd name="connsiteY4" fmla="*/ 3238920 h 4492350"/>
              <a:gd name="connsiteX5" fmla="*/ 365518 w 3638574"/>
              <a:gd name="connsiteY5" fmla="*/ 2420026 h 4492350"/>
              <a:gd name="connsiteX6" fmla="*/ 1719677 w 3638574"/>
              <a:gd name="connsiteY6" fmla="*/ 3519376 h 4492350"/>
              <a:gd name="connsiteX7" fmla="*/ 1627995 w 3638574"/>
              <a:gd name="connsiteY7" fmla="*/ 2400346 h 4492350"/>
              <a:gd name="connsiteX8" fmla="*/ 4198 w 3638574"/>
              <a:gd name="connsiteY8" fmla="*/ 742880 h 4492350"/>
              <a:gd name="connsiteX9" fmla="*/ 932867 w 3638574"/>
              <a:gd name="connsiteY9" fmla="*/ 1924493 h 4492350"/>
              <a:gd name="connsiteX10" fmla="*/ 1037607 w 3638574"/>
              <a:gd name="connsiteY10" fmla="*/ 857226 h 4492350"/>
              <a:gd name="connsiteX11" fmla="*/ 1138710 w 3638574"/>
              <a:gd name="connsiteY11" fmla="*/ 2026621 h 4492350"/>
              <a:gd name="connsiteX12" fmla="*/ 1658679 w 3638574"/>
              <a:gd name="connsiteY12" fmla="*/ 2194318 h 4492350"/>
              <a:gd name="connsiteX13" fmla="*/ 1900430 w 3638574"/>
              <a:gd name="connsiteY13" fmla="*/ 0 h 4492350"/>
              <a:gd name="connsiteX14" fmla="*/ 1971873 w 3638574"/>
              <a:gd name="connsiteY14" fmla="*/ 986216 h 4492350"/>
              <a:gd name="connsiteX15" fmla="*/ 1826002 w 3638574"/>
              <a:gd name="connsiteY15" fmla="*/ 2060385 h 4492350"/>
              <a:gd name="connsiteX16" fmla="*/ 2001533 w 3638574"/>
              <a:gd name="connsiteY16" fmla="*/ 3046321 h 4492350"/>
              <a:gd name="connsiteX17" fmla="*/ 2591546 w 3638574"/>
              <a:gd name="connsiteY17" fmla="*/ 2519916 h 4492350"/>
              <a:gd name="connsiteX18" fmla="*/ 2857733 w 3638574"/>
              <a:gd name="connsiteY18" fmla="*/ 1291762 h 4492350"/>
              <a:gd name="connsiteX19" fmla="*/ 2750848 w 3638574"/>
              <a:gd name="connsiteY19" fmla="*/ 2383091 h 4492350"/>
              <a:gd name="connsiteX20" fmla="*/ 3638574 w 3638574"/>
              <a:gd name="connsiteY20" fmla="*/ 1124252 h 4492350"/>
              <a:gd name="connsiteX21" fmla="*/ 2166244 w 3638574"/>
              <a:gd name="connsiteY21" fmla="*/ 3370521 h 4492350"/>
              <a:gd name="connsiteX22" fmla="*/ 2113081 w 3638574"/>
              <a:gd name="connsiteY22" fmla="*/ 3817088 h 4492350"/>
              <a:gd name="connsiteX23" fmla="*/ 3261397 w 3638574"/>
              <a:gd name="connsiteY23" fmla="*/ 3094074 h 4492350"/>
              <a:gd name="connsiteX24" fmla="*/ 2138356 w 3638574"/>
              <a:gd name="connsiteY24" fmla="*/ 4030951 h 4492350"/>
              <a:gd name="connsiteX25" fmla="*/ 2176877 w 3638574"/>
              <a:gd name="connsiteY25" fmla="*/ 4476307 h 4492350"/>
              <a:gd name="connsiteX26" fmla="*/ 2162233 w 3638574"/>
              <a:gd name="connsiteY26" fmla="*/ 4491415 h 4492350"/>
              <a:gd name="connsiteX27" fmla="*/ 1687779 w 3638574"/>
              <a:gd name="connsiteY27" fmla="*/ 4492350 h 4492350"/>
              <a:gd name="connsiteX0" fmla="*/ 1687779 w 3638574"/>
              <a:gd name="connsiteY0" fmla="*/ 4492350 h 4492350"/>
              <a:gd name="connsiteX1" fmla="*/ 1740942 w 3638574"/>
              <a:gd name="connsiteY1" fmla="*/ 3785190 h 4492350"/>
              <a:gd name="connsiteX2" fmla="*/ 1239812 w 3638574"/>
              <a:gd name="connsiteY2" fmla="*/ 3369121 h 4492350"/>
              <a:gd name="connsiteX3" fmla="*/ 0 w 3638574"/>
              <a:gd name="connsiteY3" fmla="*/ 2917145 h 4492350"/>
              <a:gd name="connsiteX4" fmla="*/ 1087133 w 3638574"/>
              <a:gd name="connsiteY4" fmla="*/ 3238920 h 4492350"/>
              <a:gd name="connsiteX5" fmla="*/ 365518 w 3638574"/>
              <a:gd name="connsiteY5" fmla="*/ 2420026 h 4492350"/>
              <a:gd name="connsiteX6" fmla="*/ 1719677 w 3638574"/>
              <a:gd name="connsiteY6" fmla="*/ 3519376 h 4492350"/>
              <a:gd name="connsiteX7" fmla="*/ 1627995 w 3638574"/>
              <a:gd name="connsiteY7" fmla="*/ 2400346 h 4492350"/>
              <a:gd name="connsiteX8" fmla="*/ 4198 w 3638574"/>
              <a:gd name="connsiteY8" fmla="*/ 742880 h 4492350"/>
              <a:gd name="connsiteX9" fmla="*/ 932867 w 3638574"/>
              <a:gd name="connsiteY9" fmla="*/ 1924493 h 4492350"/>
              <a:gd name="connsiteX10" fmla="*/ 1037607 w 3638574"/>
              <a:gd name="connsiteY10" fmla="*/ 857226 h 4492350"/>
              <a:gd name="connsiteX11" fmla="*/ 1138710 w 3638574"/>
              <a:gd name="connsiteY11" fmla="*/ 2026621 h 4492350"/>
              <a:gd name="connsiteX12" fmla="*/ 1658679 w 3638574"/>
              <a:gd name="connsiteY12" fmla="*/ 2194318 h 4492350"/>
              <a:gd name="connsiteX13" fmla="*/ 1900430 w 3638574"/>
              <a:gd name="connsiteY13" fmla="*/ 0 h 4492350"/>
              <a:gd name="connsiteX14" fmla="*/ 1971873 w 3638574"/>
              <a:gd name="connsiteY14" fmla="*/ 986216 h 4492350"/>
              <a:gd name="connsiteX15" fmla="*/ 1826002 w 3638574"/>
              <a:gd name="connsiteY15" fmla="*/ 2060385 h 4492350"/>
              <a:gd name="connsiteX16" fmla="*/ 2001533 w 3638574"/>
              <a:gd name="connsiteY16" fmla="*/ 3046321 h 4492350"/>
              <a:gd name="connsiteX17" fmla="*/ 2591546 w 3638574"/>
              <a:gd name="connsiteY17" fmla="*/ 2519916 h 4492350"/>
              <a:gd name="connsiteX18" fmla="*/ 2857733 w 3638574"/>
              <a:gd name="connsiteY18" fmla="*/ 1291762 h 4492350"/>
              <a:gd name="connsiteX19" fmla="*/ 2750848 w 3638574"/>
              <a:gd name="connsiteY19" fmla="*/ 2383091 h 4492350"/>
              <a:gd name="connsiteX20" fmla="*/ 3638574 w 3638574"/>
              <a:gd name="connsiteY20" fmla="*/ 1124252 h 4492350"/>
              <a:gd name="connsiteX21" fmla="*/ 2166244 w 3638574"/>
              <a:gd name="connsiteY21" fmla="*/ 3370521 h 4492350"/>
              <a:gd name="connsiteX22" fmla="*/ 2113081 w 3638574"/>
              <a:gd name="connsiteY22" fmla="*/ 3817088 h 4492350"/>
              <a:gd name="connsiteX23" fmla="*/ 3261397 w 3638574"/>
              <a:gd name="connsiteY23" fmla="*/ 3094074 h 4492350"/>
              <a:gd name="connsiteX24" fmla="*/ 2138356 w 3638574"/>
              <a:gd name="connsiteY24" fmla="*/ 4030951 h 4492350"/>
              <a:gd name="connsiteX25" fmla="*/ 2176877 w 3638574"/>
              <a:gd name="connsiteY25" fmla="*/ 4476307 h 4492350"/>
              <a:gd name="connsiteX26" fmla="*/ 2162233 w 3638574"/>
              <a:gd name="connsiteY26" fmla="*/ 4491415 h 4492350"/>
              <a:gd name="connsiteX27" fmla="*/ 1687779 w 3638574"/>
              <a:gd name="connsiteY27" fmla="*/ 4492350 h 4492350"/>
              <a:gd name="connsiteX0" fmla="*/ 1687779 w 3638574"/>
              <a:gd name="connsiteY0" fmla="*/ 4492350 h 4492350"/>
              <a:gd name="connsiteX1" fmla="*/ 1740942 w 3638574"/>
              <a:gd name="connsiteY1" fmla="*/ 3785190 h 4492350"/>
              <a:gd name="connsiteX2" fmla="*/ 1239812 w 3638574"/>
              <a:gd name="connsiteY2" fmla="*/ 3369121 h 4492350"/>
              <a:gd name="connsiteX3" fmla="*/ 0 w 3638574"/>
              <a:gd name="connsiteY3" fmla="*/ 2917145 h 4492350"/>
              <a:gd name="connsiteX4" fmla="*/ 1087133 w 3638574"/>
              <a:gd name="connsiteY4" fmla="*/ 3238920 h 4492350"/>
              <a:gd name="connsiteX5" fmla="*/ 365518 w 3638574"/>
              <a:gd name="connsiteY5" fmla="*/ 2420026 h 4492350"/>
              <a:gd name="connsiteX6" fmla="*/ 1719677 w 3638574"/>
              <a:gd name="connsiteY6" fmla="*/ 3519376 h 4492350"/>
              <a:gd name="connsiteX7" fmla="*/ 1627995 w 3638574"/>
              <a:gd name="connsiteY7" fmla="*/ 2400346 h 4492350"/>
              <a:gd name="connsiteX8" fmla="*/ 4198 w 3638574"/>
              <a:gd name="connsiteY8" fmla="*/ 742880 h 4492350"/>
              <a:gd name="connsiteX9" fmla="*/ 932867 w 3638574"/>
              <a:gd name="connsiteY9" fmla="*/ 1924493 h 4492350"/>
              <a:gd name="connsiteX10" fmla="*/ 1037607 w 3638574"/>
              <a:gd name="connsiteY10" fmla="*/ 857226 h 4492350"/>
              <a:gd name="connsiteX11" fmla="*/ 1138710 w 3638574"/>
              <a:gd name="connsiteY11" fmla="*/ 2026621 h 4492350"/>
              <a:gd name="connsiteX12" fmla="*/ 1658679 w 3638574"/>
              <a:gd name="connsiteY12" fmla="*/ 2194318 h 4492350"/>
              <a:gd name="connsiteX13" fmla="*/ 1900430 w 3638574"/>
              <a:gd name="connsiteY13" fmla="*/ 0 h 4492350"/>
              <a:gd name="connsiteX14" fmla="*/ 1971873 w 3638574"/>
              <a:gd name="connsiteY14" fmla="*/ 986216 h 4492350"/>
              <a:gd name="connsiteX15" fmla="*/ 1826002 w 3638574"/>
              <a:gd name="connsiteY15" fmla="*/ 2060385 h 4492350"/>
              <a:gd name="connsiteX16" fmla="*/ 2001533 w 3638574"/>
              <a:gd name="connsiteY16" fmla="*/ 3046321 h 4492350"/>
              <a:gd name="connsiteX17" fmla="*/ 2591546 w 3638574"/>
              <a:gd name="connsiteY17" fmla="*/ 2519916 h 4492350"/>
              <a:gd name="connsiteX18" fmla="*/ 2857733 w 3638574"/>
              <a:gd name="connsiteY18" fmla="*/ 1291762 h 4492350"/>
              <a:gd name="connsiteX19" fmla="*/ 2750848 w 3638574"/>
              <a:gd name="connsiteY19" fmla="*/ 2383091 h 4492350"/>
              <a:gd name="connsiteX20" fmla="*/ 3638574 w 3638574"/>
              <a:gd name="connsiteY20" fmla="*/ 1124252 h 4492350"/>
              <a:gd name="connsiteX21" fmla="*/ 2166244 w 3638574"/>
              <a:gd name="connsiteY21" fmla="*/ 3370521 h 4492350"/>
              <a:gd name="connsiteX22" fmla="*/ 2113081 w 3638574"/>
              <a:gd name="connsiteY22" fmla="*/ 3817088 h 4492350"/>
              <a:gd name="connsiteX23" fmla="*/ 3261397 w 3638574"/>
              <a:gd name="connsiteY23" fmla="*/ 3094074 h 4492350"/>
              <a:gd name="connsiteX24" fmla="*/ 2138356 w 3638574"/>
              <a:gd name="connsiteY24" fmla="*/ 4030951 h 4492350"/>
              <a:gd name="connsiteX25" fmla="*/ 2176877 w 3638574"/>
              <a:gd name="connsiteY25" fmla="*/ 4476307 h 4492350"/>
              <a:gd name="connsiteX26" fmla="*/ 2162233 w 3638574"/>
              <a:gd name="connsiteY26" fmla="*/ 4491415 h 4492350"/>
              <a:gd name="connsiteX27" fmla="*/ 1687779 w 3638574"/>
              <a:gd name="connsiteY27" fmla="*/ 4492350 h 4492350"/>
              <a:gd name="connsiteX0" fmla="*/ 1687779 w 3638574"/>
              <a:gd name="connsiteY0" fmla="*/ 4492350 h 4492350"/>
              <a:gd name="connsiteX1" fmla="*/ 1740942 w 3638574"/>
              <a:gd name="connsiteY1" fmla="*/ 3785190 h 4492350"/>
              <a:gd name="connsiteX2" fmla="*/ 1239812 w 3638574"/>
              <a:gd name="connsiteY2" fmla="*/ 3369121 h 4492350"/>
              <a:gd name="connsiteX3" fmla="*/ 0 w 3638574"/>
              <a:gd name="connsiteY3" fmla="*/ 2917145 h 4492350"/>
              <a:gd name="connsiteX4" fmla="*/ 1087133 w 3638574"/>
              <a:gd name="connsiteY4" fmla="*/ 3238920 h 4492350"/>
              <a:gd name="connsiteX5" fmla="*/ 365518 w 3638574"/>
              <a:gd name="connsiteY5" fmla="*/ 2420026 h 4492350"/>
              <a:gd name="connsiteX6" fmla="*/ 1719677 w 3638574"/>
              <a:gd name="connsiteY6" fmla="*/ 3519376 h 4492350"/>
              <a:gd name="connsiteX7" fmla="*/ 1627995 w 3638574"/>
              <a:gd name="connsiteY7" fmla="*/ 2400346 h 4492350"/>
              <a:gd name="connsiteX8" fmla="*/ 4198 w 3638574"/>
              <a:gd name="connsiteY8" fmla="*/ 742880 h 4492350"/>
              <a:gd name="connsiteX9" fmla="*/ 932867 w 3638574"/>
              <a:gd name="connsiteY9" fmla="*/ 1924493 h 4492350"/>
              <a:gd name="connsiteX10" fmla="*/ 1037607 w 3638574"/>
              <a:gd name="connsiteY10" fmla="*/ 857226 h 4492350"/>
              <a:gd name="connsiteX11" fmla="*/ 1138710 w 3638574"/>
              <a:gd name="connsiteY11" fmla="*/ 2026621 h 4492350"/>
              <a:gd name="connsiteX12" fmla="*/ 1658679 w 3638574"/>
              <a:gd name="connsiteY12" fmla="*/ 2194318 h 4492350"/>
              <a:gd name="connsiteX13" fmla="*/ 1900430 w 3638574"/>
              <a:gd name="connsiteY13" fmla="*/ 0 h 4492350"/>
              <a:gd name="connsiteX14" fmla="*/ 1971873 w 3638574"/>
              <a:gd name="connsiteY14" fmla="*/ 986216 h 4492350"/>
              <a:gd name="connsiteX15" fmla="*/ 1826002 w 3638574"/>
              <a:gd name="connsiteY15" fmla="*/ 2060385 h 4492350"/>
              <a:gd name="connsiteX16" fmla="*/ 2001533 w 3638574"/>
              <a:gd name="connsiteY16" fmla="*/ 3046321 h 4492350"/>
              <a:gd name="connsiteX17" fmla="*/ 2591546 w 3638574"/>
              <a:gd name="connsiteY17" fmla="*/ 2519916 h 4492350"/>
              <a:gd name="connsiteX18" fmla="*/ 2857733 w 3638574"/>
              <a:gd name="connsiteY18" fmla="*/ 1291762 h 4492350"/>
              <a:gd name="connsiteX19" fmla="*/ 2750848 w 3638574"/>
              <a:gd name="connsiteY19" fmla="*/ 2383091 h 4492350"/>
              <a:gd name="connsiteX20" fmla="*/ 3638574 w 3638574"/>
              <a:gd name="connsiteY20" fmla="*/ 1124252 h 4492350"/>
              <a:gd name="connsiteX21" fmla="*/ 2166244 w 3638574"/>
              <a:gd name="connsiteY21" fmla="*/ 3370521 h 4492350"/>
              <a:gd name="connsiteX22" fmla="*/ 2113081 w 3638574"/>
              <a:gd name="connsiteY22" fmla="*/ 3817088 h 4492350"/>
              <a:gd name="connsiteX23" fmla="*/ 3261397 w 3638574"/>
              <a:gd name="connsiteY23" fmla="*/ 3094074 h 4492350"/>
              <a:gd name="connsiteX24" fmla="*/ 2138356 w 3638574"/>
              <a:gd name="connsiteY24" fmla="*/ 4030951 h 4492350"/>
              <a:gd name="connsiteX25" fmla="*/ 2176877 w 3638574"/>
              <a:gd name="connsiteY25" fmla="*/ 4476307 h 4492350"/>
              <a:gd name="connsiteX26" fmla="*/ 2162233 w 3638574"/>
              <a:gd name="connsiteY26" fmla="*/ 4491415 h 4492350"/>
              <a:gd name="connsiteX27" fmla="*/ 1687779 w 3638574"/>
              <a:gd name="connsiteY27" fmla="*/ 4492350 h 4492350"/>
              <a:gd name="connsiteX0" fmla="*/ 1687779 w 3638574"/>
              <a:gd name="connsiteY0" fmla="*/ 4492350 h 4492350"/>
              <a:gd name="connsiteX1" fmla="*/ 1740942 w 3638574"/>
              <a:gd name="connsiteY1" fmla="*/ 3785190 h 4492350"/>
              <a:gd name="connsiteX2" fmla="*/ 1239812 w 3638574"/>
              <a:gd name="connsiteY2" fmla="*/ 3369121 h 4492350"/>
              <a:gd name="connsiteX3" fmla="*/ 0 w 3638574"/>
              <a:gd name="connsiteY3" fmla="*/ 2917145 h 4492350"/>
              <a:gd name="connsiteX4" fmla="*/ 1087133 w 3638574"/>
              <a:gd name="connsiteY4" fmla="*/ 3238920 h 4492350"/>
              <a:gd name="connsiteX5" fmla="*/ 365518 w 3638574"/>
              <a:gd name="connsiteY5" fmla="*/ 2420026 h 4492350"/>
              <a:gd name="connsiteX6" fmla="*/ 1719677 w 3638574"/>
              <a:gd name="connsiteY6" fmla="*/ 3519376 h 4492350"/>
              <a:gd name="connsiteX7" fmla="*/ 1627995 w 3638574"/>
              <a:gd name="connsiteY7" fmla="*/ 2400346 h 4492350"/>
              <a:gd name="connsiteX8" fmla="*/ 4198 w 3638574"/>
              <a:gd name="connsiteY8" fmla="*/ 742880 h 4492350"/>
              <a:gd name="connsiteX9" fmla="*/ 932867 w 3638574"/>
              <a:gd name="connsiteY9" fmla="*/ 1924493 h 4492350"/>
              <a:gd name="connsiteX10" fmla="*/ 1037607 w 3638574"/>
              <a:gd name="connsiteY10" fmla="*/ 857226 h 4492350"/>
              <a:gd name="connsiteX11" fmla="*/ 1138710 w 3638574"/>
              <a:gd name="connsiteY11" fmla="*/ 2026621 h 4492350"/>
              <a:gd name="connsiteX12" fmla="*/ 1658679 w 3638574"/>
              <a:gd name="connsiteY12" fmla="*/ 2194318 h 4492350"/>
              <a:gd name="connsiteX13" fmla="*/ 1900430 w 3638574"/>
              <a:gd name="connsiteY13" fmla="*/ 0 h 4492350"/>
              <a:gd name="connsiteX14" fmla="*/ 1971873 w 3638574"/>
              <a:gd name="connsiteY14" fmla="*/ 986216 h 4492350"/>
              <a:gd name="connsiteX15" fmla="*/ 1826002 w 3638574"/>
              <a:gd name="connsiteY15" fmla="*/ 2060385 h 4492350"/>
              <a:gd name="connsiteX16" fmla="*/ 2001533 w 3638574"/>
              <a:gd name="connsiteY16" fmla="*/ 3046321 h 4492350"/>
              <a:gd name="connsiteX17" fmla="*/ 2591546 w 3638574"/>
              <a:gd name="connsiteY17" fmla="*/ 2519916 h 4492350"/>
              <a:gd name="connsiteX18" fmla="*/ 2857733 w 3638574"/>
              <a:gd name="connsiteY18" fmla="*/ 1291762 h 4492350"/>
              <a:gd name="connsiteX19" fmla="*/ 2750848 w 3638574"/>
              <a:gd name="connsiteY19" fmla="*/ 2383091 h 4492350"/>
              <a:gd name="connsiteX20" fmla="*/ 3638574 w 3638574"/>
              <a:gd name="connsiteY20" fmla="*/ 1124252 h 4492350"/>
              <a:gd name="connsiteX21" fmla="*/ 2166244 w 3638574"/>
              <a:gd name="connsiteY21" fmla="*/ 3370521 h 4492350"/>
              <a:gd name="connsiteX22" fmla="*/ 2113081 w 3638574"/>
              <a:gd name="connsiteY22" fmla="*/ 3817088 h 4492350"/>
              <a:gd name="connsiteX23" fmla="*/ 3261397 w 3638574"/>
              <a:gd name="connsiteY23" fmla="*/ 3094074 h 4492350"/>
              <a:gd name="connsiteX24" fmla="*/ 2138356 w 3638574"/>
              <a:gd name="connsiteY24" fmla="*/ 4030951 h 4492350"/>
              <a:gd name="connsiteX25" fmla="*/ 2176877 w 3638574"/>
              <a:gd name="connsiteY25" fmla="*/ 4476307 h 4492350"/>
              <a:gd name="connsiteX26" fmla="*/ 2162233 w 3638574"/>
              <a:gd name="connsiteY26" fmla="*/ 4491415 h 4492350"/>
              <a:gd name="connsiteX27" fmla="*/ 1687779 w 3638574"/>
              <a:gd name="connsiteY27" fmla="*/ 4492350 h 4492350"/>
              <a:gd name="connsiteX0" fmla="*/ 1687779 w 3638574"/>
              <a:gd name="connsiteY0" fmla="*/ 4492350 h 4492350"/>
              <a:gd name="connsiteX1" fmla="*/ 1740942 w 3638574"/>
              <a:gd name="connsiteY1" fmla="*/ 3785190 h 4492350"/>
              <a:gd name="connsiteX2" fmla="*/ 1239812 w 3638574"/>
              <a:gd name="connsiteY2" fmla="*/ 3369121 h 4492350"/>
              <a:gd name="connsiteX3" fmla="*/ 0 w 3638574"/>
              <a:gd name="connsiteY3" fmla="*/ 2917145 h 4492350"/>
              <a:gd name="connsiteX4" fmla="*/ 1087133 w 3638574"/>
              <a:gd name="connsiteY4" fmla="*/ 3238920 h 4492350"/>
              <a:gd name="connsiteX5" fmla="*/ 389581 w 3638574"/>
              <a:gd name="connsiteY5" fmla="*/ 2412005 h 4492350"/>
              <a:gd name="connsiteX6" fmla="*/ 1719677 w 3638574"/>
              <a:gd name="connsiteY6" fmla="*/ 3519376 h 4492350"/>
              <a:gd name="connsiteX7" fmla="*/ 1627995 w 3638574"/>
              <a:gd name="connsiteY7" fmla="*/ 2400346 h 4492350"/>
              <a:gd name="connsiteX8" fmla="*/ 4198 w 3638574"/>
              <a:gd name="connsiteY8" fmla="*/ 742880 h 4492350"/>
              <a:gd name="connsiteX9" fmla="*/ 932867 w 3638574"/>
              <a:gd name="connsiteY9" fmla="*/ 1924493 h 4492350"/>
              <a:gd name="connsiteX10" fmla="*/ 1037607 w 3638574"/>
              <a:gd name="connsiteY10" fmla="*/ 857226 h 4492350"/>
              <a:gd name="connsiteX11" fmla="*/ 1138710 w 3638574"/>
              <a:gd name="connsiteY11" fmla="*/ 2026621 h 4492350"/>
              <a:gd name="connsiteX12" fmla="*/ 1658679 w 3638574"/>
              <a:gd name="connsiteY12" fmla="*/ 2194318 h 4492350"/>
              <a:gd name="connsiteX13" fmla="*/ 1900430 w 3638574"/>
              <a:gd name="connsiteY13" fmla="*/ 0 h 4492350"/>
              <a:gd name="connsiteX14" fmla="*/ 1971873 w 3638574"/>
              <a:gd name="connsiteY14" fmla="*/ 986216 h 4492350"/>
              <a:gd name="connsiteX15" fmla="*/ 1826002 w 3638574"/>
              <a:gd name="connsiteY15" fmla="*/ 2060385 h 4492350"/>
              <a:gd name="connsiteX16" fmla="*/ 2001533 w 3638574"/>
              <a:gd name="connsiteY16" fmla="*/ 3046321 h 4492350"/>
              <a:gd name="connsiteX17" fmla="*/ 2591546 w 3638574"/>
              <a:gd name="connsiteY17" fmla="*/ 2519916 h 4492350"/>
              <a:gd name="connsiteX18" fmla="*/ 2857733 w 3638574"/>
              <a:gd name="connsiteY18" fmla="*/ 1291762 h 4492350"/>
              <a:gd name="connsiteX19" fmla="*/ 2750848 w 3638574"/>
              <a:gd name="connsiteY19" fmla="*/ 2383091 h 4492350"/>
              <a:gd name="connsiteX20" fmla="*/ 3638574 w 3638574"/>
              <a:gd name="connsiteY20" fmla="*/ 1124252 h 4492350"/>
              <a:gd name="connsiteX21" fmla="*/ 2166244 w 3638574"/>
              <a:gd name="connsiteY21" fmla="*/ 3370521 h 4492350"/>
              <a:gd name="connsiteX22" fmla="*/ 2113081 w 3638574"/>
              <a:gd name="connsiteY22" fmla="*/ 3817088 h 4492350"/>
              <a:gd name="connsiteX23" fmla="*/ 3261397 w 3638574"/>
              <a:gd name="connsiteY23" fmla="*/ 3094074 h 4492350"/>
              <a:gd name="connsiteX24" fmla="*/ 2138356 w 3638574"/>
              <a:gd name="connsiteY24" fmla="*/ 4030951 h 4492350"/>
              <a:gd name="connsiteX25" fmla="*/ 2176877 w 3638574"/>
              <a:gd name="connsiteY25" fmla="*/ 4476307 h 4492350"/>
              <a:gd name="connsiteX26" fmla="*/ 2162233 w 3638574"/>
              <a:gd name="connsiteY26" fmla="*/ 4491415 h 4492350"/>
              <a:gd name="connsiteX27" fmla="*/ 1687779 w 3638574"/>
              <a:gd name="connsiteY27" fmla="*/ 4492350 h 4492350"/>
              <a:gd name="connsiteX0" fmla="*/ 1687779 w 3638574"/>
              <a:gd name="connsiteY0" fmla="*/ 4492350 h 4492350"/>
              <a:gd name="connsiteX1" fmla="*/ 1740942 w 3638574"/>
              <a:gd name="connsiteY1" fmla="*/ 3785190 h 4492350"/>
              <a:gd name="connsiteX2" fmla="*/ 1239812 w 3638574"/>
              <a:gd name="connsiteY2" fmla="*/ 3369121 h 4492350"/>
              <a:gd name="connsiteX3" fmla="*/ 0 w 3638574"/>
              <a:gd name="connsiteY3" fmla="*/ 2917145 h 4492350"/>
              <a:gd name="connsiteX4" fmla="*/ 1087133 w 3638574"/>
              <a:gd name="connsiteY4" fmla="*/ 3238920 h 4492350"/>
              <a:gd name="connsiteX5" fmla="*/ 389581 w 3638574"/>
              <a:gd name="connsiteY5" fmla="*/ 2412005 h 4492350"/>
              <a:gd name="connsiteX6" fmla="*/ 1719677 w 3638574"/>
              <a:gd name="connsiteY6" fmla="*/ 3519376 h 4492350"/>
              <a:gd name="connsiteX7" fmla="*/ 1627995 w 3638574"/>
              <a:gd name="connsiteY7" fmla="*/ 2400346 h 4492350"/>
              <a:gd name="connsiteX8" fmla="*/ 4198 w 3638574"/>
              <a:gd name="connsiteY8" fmla="*/ 742880 h 4492350"/>
              <a:gd name="connsiteX9" fmla="*/ 932867 w 3638574"/>
              <a:gd name="connsiteY9" fmla="*/ 1924493 h 4492350"/>
              <a:gd name="connsiteX10" fmla="*/ 1037607 w 3638574"/>
              <a:gd name="connsiteY10" fmla="*/ 857226 h 4492350"/>
              <a:gd name="connsiteX11" fmla="*/ 1138710 w 3638574"/>
              <a:gd name="connsiteY11" fmla="*/ 2026621 h 4492350"/>
              <a:gd name="connsiteX12" fmla="*/ 1658679 w 3638574"/>
              <a:gd name="connsiteY12" fmla="*/ 2194318 h 4492350"/>
              <a:gd name="connsiteX13" fmla="*/ 1900430 w 3638574"/>
              <a:gd name="connsiteY13" fmla="*/ 0 h 4492350"/>
              <a:gd name="connsiteX14" fmla="*/ 1971873 w 3638574"/>
              <a:gd name="connsiteY14" fmla="*/ 986216 h 4492350"/>
              <a:gd name="connsiteX15" fmla="*/ 1826002 w 3638574"/>
              <a:gd name="connsiteY15" fmla="*/ 2060385 h 4492350"/>
              <a:gd name="connsiteX16" fmla="*/ 2001533 w 3638574"/>
              <a:gd name="connsiteY16" fmla="*/ 3046321 h 4492350"/>
              <a:gd name="connsiteX17" fmla="*/ 2591546 w 3638574"/>
              <a:gd name="connsiteY17" fmla="*/ 2519916 h 4492350"/>
              <a:gd name="connsiteX18" fmla="*/ 2857733 w 3638574"/>
              <a:gd name="connsiteY18" fmla="*/ 1291762 h 4492350"/>
              <a:gd name="connsiteX19" fmla="*/ 2750848 w 3638574"/>
              <a:gd name="connsiteY19" fmla="*/ 2383091 h 4492350"/>
              <a:gd name="connsiteX20" fmla="*/ 3638574 w 3638574"/>
              <a:gd name="connsiteY20" fmla="*/ 1124252 h 4492350"/>
              <a:gd name="connsiteX21" fmla="*/ 2166244 w 3638574"/>
              <a:gd name="connsiteY21" fmla="*/ 3370521 h 4492350"/>
              <a:gd name="connsiteX22" fmla="*/ 2113081 w 3638574"/>
              <a:gd name="connsiteY22" fmla="*/ 3817088 h 4492350"/>
              <a:gd name="connsiteX23" fmla="*/ 3261397 w 3638574"/>
              <a:gd name="connsiteY23" fmla="*/ 3094074 h 4492350"/>
              <a:gd name="connsiteX24" fmla="*/ 2138356 w 3638574"/>
              <a:gd name="connsiteY24" fmla="*/ 4030951 h 4492350"/>
              <a:gd name="connsiteX25" fmla="*/ 2176877 w 3638574"/>
              <a:gd name="connsiteY25" fmla="*/ 4476307 h 4492350"/>
              <a:gd name="connsiteX26" fmla="*/ 2162233 w 3638574"/>
              <a:gd name="connsiteY26" fmla="*/ 4491415 h 4492350"/>
              <a:gd name="connsiteX27" fmla="*/ 1687779 w 3638574"/>
              <a:gd name="connsiteY27" fmla="*/ 4492350 h 4492350"/>
              <a:gd name="connsiteX0" fmla="*/ 1687779 w 3638574"/>
              <a:gd name="connsiteY0" fmla="*/ 4492350 h 4492350"/>
              <a:gd name="connsiteX1" fmla="*/ 1740942 w 3638574"/>
              <a:gd name="connsiteY1" fmla="*/ 3785190 h 4492350"/>
              <a:gd name="connsiteX2" fmla="*/ 1239812 w 3638574"/>
              <a:gd name="connsiteY2" fmla="*/ 3369121 h 4492350"/>
              <a:gd name="connsiteX3" fmla="*/ 0 w 3638574"/>
              <a:gd name="connsiteY3" fmla="*/ 2917145 h 4492350"/>
              <a:gd name="connsiteX4" fmla="*/ 1087133 w 3638574"/>
              <a:gd name="connsiteY4" fmla="*/ 3238920 h 4492350"/>
              <a:gd name="connsiteX5" fmla="*/ 389581 w 3638574"/>
              <a:gd name="connsiteY5" fmla="*/ 2412005 h 4492350"/>
              <a:gd name="connsiteX6" fmla="*/ 1719677 w 3638574"/>
              <a:gd name="connsiteY6" fmla="*/ 3519376 h 4492350"/>
              <a:gd name="connsiteX7" fmla="*/ 1627995 w 3638574"/>
              <a:gd name="connsiteY7" fmla="*/ 2400346 h 4492350"/>
              <a:gd name="connsiteX8" fmla="*/ 4198 w 3638574"/>
              <a:gd name="connsiteY8" fmla="*/ 742880 h 4492350"/>
              <a:gd name="connsiteX9" fmla="*/ 932867 w 3638574"/>
              <a:gd name="connsiteY9" fmla="*/ 1924493 h 4492350"/>
              <a:gd name="connsiteX10" fmla="*/ 1037607 w 3638574"/>
              <a:gd name="connsiteY10" fmla="*/ 857226 h 4492350"/>
              <a:gd name="connsiteX11" fmla="*/ 1138710 w 3638574"/>
              <a:gd name="connsiteY11" fmla="*/ 2026621 h 4492350"/>
              <a:gd name="connsiteX12" fmla="*/ 1658679 w 3638574"/>
              <a:gd name="connsiteY12" fmla="*/ 2194318 h 4492350"/>
              <a:gd name="connsiteX13" fmla="*/ 1900430 w 3638574"/>
              <a:gd name="connsiteY13" fmla="*/ 0 h 4492350"/>
              <a:gd name="connsiteX14" fmla="*/ 1971873 w 3638574"/>
              <a:gd name="connsiteY14" fmla="*/ 986216 h 4492350"/>
              <a:gd name="connsiteX15" fmla="*/ 1826002 w 3638574"/>
              <a:gd name="connsiteY15" fmla="*/ 2060385 h 4492350"/>
              <a:gd name="connsiteX16" fmla="*/ 2001533 w 3638574"/>
              <a:gd name="connsiteY16" fmla="*/ 3046321 h 4492350"/>
              <a:gd name="connsiteX17" fmla="*/ 2591546 w 3638574"/>
              <a:gd name="connsiteY17" fmla="*/ 2519916 h 4492350"/>
              <a:gd name="connsiteX18" fmla="*/ 2857733 w 3638574"/>
              <a:gd name="connsiteY18" fmla="*/ 1291762 h 4492350"/>
              <a:gd name="connsiteX19" fmla="*/ 2750848 w 3638574"/>
              <a:gd name="connsiteY19" fmla="*/ 2383091 h 4492350"/>
              <a:gd name="connsiteX20" fmla="*/ 3638574 w 3638574"/>
              <a:gd name="connsiteY20" fmla="*/ 1124252 h 4492350"/>
              <a:gd name="connsiteX21" fmla="*/ 2166244 w 3638574"/>
              <a:gd name="connsiteY21" fmla="*/ 3370521 h 4492350"/>
              <a:gd name="connsiteX22" fmla="*/ 2113081 w 3638574"/>
              <a:gd name="connsiteY22" fmla="*/ 3817088 h 4492350"/>
              <a:gd name="connsiteX23" fmla="*/ 3261397 w 3638574"/>
              <a:gd name="connsiteY23" fmla="*/ 3094074 h 4492350"/>
              <a:gd name="connsiteX24" fmla="*/ 2138356 w 3638574"/>
              <a:gd name="connsiteY24" fmla="*/ 4030951 h 4492350"/>
              <a:gd name="connsiteX25" fmla="*/ 2176877 w 3638574"/>
              <a:gd name="connsiteY25" fmla="*/ 4476307 h 4492350"/>
              <a:gd name="connsiteX26" fmla="*/ 2162233 w 3638574"/>
              <a:gd name="connsiteY26" fmla="*/ 4491415 h 4492350"/>
              <a:gd name="connsiteX27" fmla="*/ 1687779 w 3638574"/>
              <a:gd name="connsiteY27" fmla="*/ 4492350 h 4492350"/>
              <a:gd name="connsiteX0" fmla="*/ 1687779 w 3638574"/>
              <a:gd name="connsiteY0" fmla="*/ 4492350 h 4492350"/>
              <a:gd name="connsiteX1" fmla="*/ 1740942 w 3638574"/>
              <a:gd name="connsiteY1" fmla="*/ 3785190 h 4492350"/>
              <a:gd name="connsiteX2" fmla="*/ 1239812 w 3638574"/>
              <a:gd name="connsiteY2" fmla="*/ 3369121 h 4492350"/>
              <a:gd name="connsiteX3" fmla="*/ 0 w 3638574"/>
              <a:gd name="connsiteY3" fmla="*/ 2917145 h 4492350"/>
              <a:gd name="connsiteX4" fmla="*/ 1087133 w 3638574"/>
              <a:gd name="connsiteY4" fmla="*/ 3238920 h 4492350"/>
              <a:gd name="connsiteX5" fmla="*/ 389581 w 3638574"/>
              <a:gd name="connsiteY5" fmla="*/ 2412005 h 4492350"/>
              <a:gd name="connsiteX6" fmla="*/ 1719677 w 3638574"/>
              <a:gd name="connsiteY6" fmla="*/ 3519376 h 4492350"/>
              <a:gd name="connsiteX7" fmla="*/ 1627995 w 3638574"/>
              <a:gd name="connsiteY7" fmla="*/ 2400346 h 4492350"/>
              <a:gd name="connsiteX8" fmla="*/ 4198 w 3638574"/>
              <a:gd name="connsiteY8" fmla="*/ 742880 h 4492350"/>
              <a:gd name="connsiteX9" fmla="*/ 932867 w 3638574"/>
              <a:gd name="connsiteY9" fmla="*/ 1924493 h 4492350"/>
              <a:gd name="connsiteX10" fmla="*/ 1037607 w 3638574"/>
              <a:gd name="connsiteY10" fmla="*/ 857226 h 4492350"/>
              <a:gd name="connsiteX11" fmla="*/ 1138710 w 3638574"/>
              <a:gd name="connsiteY11" fmla="*/ 2026621 h 4492350"/>
              <a:gd name="connsiteX12" fmla="*/ 1658679 w 3638574"/>
              <a:gd name="connsiteY12" fmla="*/ 2194318 h 4492350"/>
              <a:gd name="connsiteX13" fmla="*/ 1900430 w 3638574"/>
              <a:gd name="connsiteY13" fmla="*/ 0 h 4492350"/>
              <a:gd name="connsiteX14" fmla="*/ 1971873 w 3638574"/>
              <a:gd name="connsiteY14" fmla="*/ 986216 h 4492350"/>
              <a:gd name="connsiteX15" fmla="*/ 1826002 w 3638574"/>
              <a:gd name="connsiteY15" fmla="*/ 2060385 h 4492350"/>
              <a:gd name="connsiteX16" fmla="*/ 2001533 w 3638574"/>
              <a:gd name="connsiteY16" fmla="*/ 3046321 h 4492350"/>
              <a:gd name="connsiteX17" fmla="*/ 2591546 w 3638574"/>
              <a:gd name="connsiteY17" fmla="*/ 2519916 h 4492350"/>
              <a:gd name="connsiteX18" fmla="*/ 2857733 w 3638574"/>
              <a:gd name="connsiteY18" fmla="*/ 1291762 h 4492350"/>
              <a:gd name="connsiteX19" fmla="*/ 2750848 w 3638574"/>
              <a:gd name="connsiteY19" fmla="*/ 2383091 h 4492350"/>
              <a:gd name="connsiteX20" fmla="*/ 3638574 w 3638574"/>
              <a:gd name="connsiteY20" fmla="*/ 1124252 h 4492350"/>
              <a:gd name="connsiteX21" fmla="*/ 2166244 w 3638574"/>
              <a:gd name="connsiteY21" fmla="*/ 3370521 h 4492350"/>
              <a:gd name="connsiteX22" fmla="*/ 2113081 w 3638574"/>
              <a:gd name="connsiteY22" fmla="*/ 3817088 h 4492350"/>
              <a:gd name="connsiteX23" fmla="*/ 3261397 w 3638574"/>
              <a:gd name="connsiteY23" fmla="*/ 3094074 h 4492350"/>
              <a:gd name="connsiteX24" fmla="*/ 2138356 w 3638574"/>
              <a:gd name="connsiteY24" fmla="*/ 4030951 h 4492350"/>
              <a:gd name="connsiteX25" fmla="*/ 2176877 w 3638574"/>
              <a:gd name="connsiteY25" fmla="*/ 4476307 h 4492350"/>
              <a:gd name="connsiteX26" fmla="*/ 2162233 w 3638574"/>
              <a:gd name="connsiteY26" fmla="*/ 4491415 h 4492350"/>
              <a:gd name="connsiteX27" fmla="*/ 1687779 w 3638574"/>
              <a:gd name="connsiteY27" fmla="*/ 4492350 h 4492350"/>
              <a:gd name="connsiteX0" fmla="*/ 1687779 w 3638574"/>
              <a:gd name="connsiteY0" fmla="*/ 4492350 h 4492350"/>
              <a:gd name="connsiteX1" fmla="*/ 1740942 w 3638574"/>
              <a:gd name="connsiteY1" fmla="*/ 3785190 h 4492350"/>
              <a:gd name="connsiteX2" fmla="*/ 1239812 w 3638574"/>
              <a:gd name="connsiteY2" fmla="*/ 3369121 h 4492350"/>
              <a:gd name="connsiteX3" fmla="*/ 0 w 3638574"/>
              <a:gd name="connsiteY3" fmla="*/ 2917145 h 4492350"/>
              <a:gd name="connsiteX4" fmla="*/ 1087133 w 3638574"/>
              <a:gd name="connsiteY4" fmla="*/ 3238920 h 4492350"/>
              <a:gd name="connsiteX5" fmla="*/ 389581 w 3638574"/>
              <a:gd name="connsiteY5" fmla="*/ 2412005 h 4492350"/>
              <a:gd name="connsiteX6" fmla="*/ 1719677 w 3638574"/>
              <a:gd name="connsiteY6" fmla="*/ 3519376 h 4492350"/>
              <a:gd name="connsiteX7" fmla="*/ 1627995 w 3638574"/>
              <a:gd name="connsiteY7" fmla="*/ 2400346 h 4492350"/>
              <a:gd name="connsiteX8" fmla="*/ 4198 w 3638574"/>
              <a:gd name="connsiteY8" fmla="*/ 742880 h 4492350"/>
              <a:gd name="connsiteX9" fmla="*/ 932867 w 3638574"/>
              <a:gd name="connsiteY9" fmla="*/ 1924493 h 4492350"/>
              <a:gd name="connsiteX10" fmla="*/ 1037607 w 3638574"/>
              <a:gd name="connsiteY10" fmla="*/ 857226 h 4492350"/>
              <a:gd name="connsiteX11" fmla="*/ 1138710 w 3638574"/>
              <a:gd name="connsiteY11" fmla="*/ 2026621 h 4492350"/>
              <a:gd name="connsiteX12" fmla="*/ 1658679 w 3638574"/>
              <a:gd name="connsiteY12" fmla="*/ 2194318 h 4492350"/>
              <a:gd name="connsiteX13" fmla="*/ 1900430 w 3638574"/>
              <a:gd name="connsiteY13" fmla="*/ 0 h 4492350"/>
              <a:gd name="connsiteX14" fmla="*/ 1971873 w 3638574"/>
              <a:gd name="connsiteY14" fmla="*/ 986216 h 4492350"/>
              <a:gd name="connsiteX15" fmla="*/ 1826002 w 3638574"/>
              <a:gd name="connsiteY15" fmla="*/ 2060385 h 4492350"/>
              <a:gd name="connsiteX16" fmla="*/ 2001533 w 3638574"/>
              <a:gd name="connsiteY16" fmla="*/ 3046321 h 4492350"/>
              <a:gd name="connsiteX17" fmla="*/ 2591546 w 3638574"/>
              <a:gd name="connsiteY17" fmla="*/ 2519916 h 4492350"/>
              <a:gd name="connsiteX18" fmla="*/ 2857733 w 3638574"/>
              <a:gd name="connsiteY18" fmla="*/ 1291762 h 4492350"/>
              <a:gd name="connsiteX19" fmla="*/ 2750848 w 3638574"/>
              <a:gd name="connsiteY19" fmla="*/ 2383091 h 4492350"/>
              <a:gd name="connsiteX20" fmla="*/ 3638574 w 3638574"/>
              <a:gd name="connsiteY20" fmla="*/ 1124252 h 4492350"/>
              <a:gd name="connsiteX21" fmla="*/ 2166244 w 3638574"/>
              <a:gd name="connsiteY21" fmla="*/ 3370521 h 4492350"/>
              <a:gd name="connsiteX22" fmla="*/ 2113081 w 3638574"/>
              <a:gd name="connsiteY22" fmla="*/ 3817088 h 4492350"/>
              <a:gd name="connsiteX23" fmla="*/ 3261397 w 3638574"/>
              <a:gd name="connsiteY23" fmla="*/ 3094074 h 4492350"/>
              <a:gd name="connsiteX24" fmla="*/ 2138356 w 3638574"/>
              <a:gd name="connsiteY24" fmla="*/ 4030951 h 4492350"/>
              <a:gd name="connsiteX25" fmla="*/ 2176877 w 3638574"/>
              <a:gd name="connsiteY25" fmla="*/ 4476307 h 4492350"/>
              <a:gd name="connsiteX26" fmla="*/ 2162233 w 3638574"/>
              <a:gd name="connsiteY26" fmla="*/ 4491415 h 4492350"/>
              <a:gd name="connsiteX27" fmla="*/ 1687779 w 3638574"/>
              <a:gd name="connsiteY27" fmla="*/ 4492350 h 4492350"/>
              <a:gd name="connsiteX0" fmla="*/ 1687779 w 3638574"/>
              <a:gd name="connsiteY0" fmla="*/ 4492350 h 4492350"/>
              <a:gd name="connsiteX1" fmla="*/ 1740942 w 3638574"/>
              <a:gd name="connsiteY1" fmla="*/ 3785190 h 4492350"/>
              <a:gd name="connsiteX2" fmla="*/ 1239812 w 3638574"/>
              <a:gd name="connsiteY2" fmla="*/ 3369121 h 4492350"/>
              <a:gd name="connsiteX3" fmla="*/ 0 w 3638574"/>
              <a:gd name="connsiteY3" fmla="*/ 2917145 h 4492350"/>
              <a:gd name="connsiteX4" fmla="*/ 1087133 w 3638574"/>
              <a:gd name="connsiteY4" fmla="*/ 3238920 h 4492350"/>
              <a:gd name="connsiteX5" fmla="*/ 389581 w 3638574"/>
              <a:gd name="connsiteY5" fmla="*/ 2412005 h 4492350"/>
              <a:gd name="connsiteX6" fmla="*/ 1719677 w 3638574"/>
              <a:gd name="connsiteY6" fmla="*/ 3519376 h 4492350"/>
              <a:gd name="connsiteX7" fmla="*/ 1627995 w 3638574"/>
              <a:gd name="connsiteY7" fmla="*/ 2400346 h 4492350"/>
              <a:gd name="connsiteX8" fmla="*/ 4198 w 3638574"/>
              <a:gd name="connsiteY8" fmla="*/ 742880 h 4492350"/>
              <a:gd name="connsiteX9" fmla="*/ 932867 w 3638574"/>
              <a:gd name="connsiteY9" fmla="*/ 1924493 h 4492350"/>
              <a:gd name="connsiteX10" fmla="*/ 1037607 w 3638574"/>
              <a:gd name="connsiteY10" fmla="*/ 857226 h 4492350"/>
              <a:gd name="connsiteX11" fmla="*/ 1138710 w 3638574"/>
              <a:gd name="connsiteY11" fmla="*/ 2026621 h 4492350"/>
              <a:gd name="connsiteX12" fmla="*/ 1658679 w 3638574"/>
              <a:gd name="connsiteY12" fmla="*/ 2194318 h 4492350"/>
              <a:gd name="connsiteX13" fmla="*/ 1900430 w 3638574"/>
              <a:gd name="connsiteY13" fmla="*/ 0 h 4492350"/>
              <a:gd name="connsiteX14" fmla="*/ 1971873 w 3638574"/>
              <a:gd name="connsiteY14" fmla="*/ 986216 h 4492350"/>
              <a:gd name="connsiteX15" fmla="*/ 1826002 w 3638574"/>
              <a:gd name="connsiteY15" fmla="*/ 2060385 h 4492350"/>
              <a:gd name="connsiteX16" fmla="*/ 2001533 w 3638574"/>
              <a:gd name="connsiteY16" fmla="*/ 3046321 h 4492350"/>
              <a:gd name="connsiteX17" fmla="*/ 2591546 w 3638574"/>
              <a:gd name="connsiteY17" fmla="*/ 2519916 h 4492350"/>
              <a:gd name="connsiteX18" fmla="*/ 2857733 w 3638574"/>
              <a:gd name="connsiteY18" fmla="*/ 1291762 h 4492350"/>
              <a:gd name="connsiteX19" fmla="*/ 2750848 w 3638574"/>
              <a:gd name="connsiteY19" fmla="*/ 2383091 h 4492350"/>
              <a:gd name="connsiteX20" fmla="*/ 3638574 w 3638574"/>
              <a:gd name="connsiteY20" fmla="*/ 1124252 h 4492350"/>
              <a:gd name="connsiteX21" fmla="*/ 2166244 w 3638574"/>
              <a:gd name="connsiteY21" fmla="*/ 3370521 h 4492350"/>
              <a:gd name="connsiteX22" fmla="*/ 2113081 w 3638574"/>
              <a:gd name="connsiteY22" fmla="*/ 3817088 h 4492350"/>
              <a:gd name="connsiteX23" fmla="*/ 3261397 w 3638574"/>
              <a:gd name="connsiteY23" fmla="*/ 3094074 h 4492350"/>
              <a:gd name="connsiteX24" fmla="*/ 2138356 w 3638574"/>
              <a:gd name="connsiteY24" fmla="*/ 4030951 h 4492350"/>
              <a:gd name="connsiteX25" fmla="*/ 2176877 w 3638574"/>
              <a:gd name="connsiteY25" fmla="*/ 4476307 h 4492350"/>
              <a:gd name="connsiteX26" fmla="*/ 2162233 w 3638574"/>
              <a:gd name="connsiteY26" fmla="*/ 4491415 h 4492350"/>
              <a:gd name="connsiteX27" fmla="*/ 1687779 w 3638574"/>
              <a:gd name="connsiteY27" fmla="*/ 4492350 h 4492350"/>
              <a:gd name="connsiteX0" fmla="*/ 1687779 w 3638574"/>
              <a:gd name="connsiteY0" fmla="*/ 4492350 h 4492350"/>
              <a:gd name="connsiteX1" fmla="*/ 1740942 w 3638574"/>
              <a:gd name="connsiteY1" fmla="*/ 3785190 h 4492350"/>
              <a:gd name="connsiteX2" fmla="*/ 1239812 w 3638574"/>
              <a:gd name="connsiteY2" fmla="*/ 3369121 h 4492350"/>
              <a:gd name="connsiteX3" fmla="*/ 0 w 3638574"/>
              <a:gd name="connsiteY3" fmla="*/ 2917145 h 4492350"/>
              <a:gd name="connsiteX4" fmla="*/ 1087133 w 3638574"/>
              <a:gd name="connsiteY4" fmla="*/ 3238920 h 4492350"/>
              <a:gd name="connsiteX5" fmla="*/ 389581 w 3638574"/>
              <a:gd name="connsiteY5" fmla="*/ 2412005 h 4492350"/>
              <a:gd name="connsiteX6" fmla="*/ 1719677 w 3638574"/>
              <a:gd name="connsiteY6" fmla="*/ 3519376 h 4492350"/>
              <a:gd name="connsiteX7" fmla="*/ 1627995 w 3638574"/>
              <a:gd name="connsiteY7" fmla="*/ 2400346 h 4492350"/>
              <a:gd name="connsiteX8" fmla="*/ 4198 w 3638574"/>
              <a:gd name="connsiteY8" fmla="*/ 742880 h 4492350"/>
              <a:gd name="connsiteX9" fmla="*/ 932867 w 3638574"/>
              <a:gd name="connsiteY9" fmla="*/ 1924493 h 4492350"/>
              <a:gd name="connsiteX10" fmla="*/ 1037607 w 3638574"/>
              <a:gd name="connsiteY10" fmla="*/ 857226 h 4492350"/>
              <a:gd name="connsiteX11" fmla="*/ 1138710 w 3638574"/>
              <a:gd name="connsiteY11" fmla="*/ 2026621 h 4492350"/>
              <a:gd name="connsiteX12" fmla="*/ 1646038 w 3638574"/>
              <a:gd name="connsiteY12" fmla="*/ 2198532 h 4492350"/>
              <a:gd name="connsiteX13" fmla="*/ 1900430 w 3638574"/>
              <a:gd name="connsiteY13" fmla="*/ 0 h 4492350"/>
              <a:gd name="connsiteX14" fmla="*/ 1971873 w 3638574"/>
              <a:gd name="connsiteY14" fmla="*/ 986216 h 4492350"/>
              <a:gd name="connsiteX15" fmla="*/ 1826002 w 3638574"/>
              <a:gd name="connsiteY15" fmla="*/ 2060385 h 4492350"/>
              <a:gd name="connsiteX16" fmla="*/ 2001533 w 3638574"/>
              <a:gd name="connsiteY16" fmla="*/ 3046321 h 4492350"/>
              <a:gd name="connsiteX17" fmla="*/ 2591546 w 3638574"/>
              <a:gd name="connsiteY17" fmla="*/ 2519916 h 4492350"/>
              <a:gd name="connsiteX18" fmla="*/ 2857733 w 3638574"/>
              <a:gd name="connsiteY18" fmla="*/ 1291762 h 4492350"/>
              <a:gd name="connsiteX19" fmla="*/ 2750848 w 3638574"/>
              <a:gd name="connsiteY19" fmla="*/ 2383091 h 4492350"/>
              <a:gd name="connsiteX20" fmla="*/ 3638574 w 3638574"/>
              <a:gd name="connsiteY20" fmla="*/ 1124252 h 4492350"/>
              <a:gd name="connsiteX21" fmla="*/ 2166244 w 3638574"/>
              <a:gd name="connsiteY21" fmla="*/ 3370521 h 4492350"/>
              <a:gd name="connsiteX22" fmla="*/ 2113081 w 3638574"/>
              <a:gd name="connsiteY22" fmla="*/ 3817088 h 4492350"/>
              <a:gd name="connsiteX23" fmla="*/ 3261397 w 3638574"/>
              <a:gd name="connsiteY23" fmla="*/ 3094074 h 4492350"/>
              <a:gd name="connsiteX24" fmla="*/ 2138356 w 3638574"/>
              <a:gd name="connsiteY24" fmla="*/ 4030951 h 4492350"/>
              <a:gd name="connsiteX25" fmla="*/ 2176877 w 3638574"/>
              <a:gd name="connsiteY25" fmla="*/ 4476307 h 4492350"/>
              <a:gd name="connsiteX26" fmla="*/ 2162233 w 3638574"/>
              <a:gd name="connsiteY26" fmla="*/ 4491415 h 4492350"/>
              <a:gd name="connsiteX27" fmla="*/ 1687779 w 3638574"/>
              <a:gd name="connsiteY27" fmla="*/ 4492350 h 4492350"/>
              <a:gd name="connsiteX0" fmla="*/ 1687779 w 3638574"/>
              <a:gd name="connsiteY0" fmla="*/ 4492350 h 4492350"/>
              <a:gd name="connsiteX1" fmla="*/ 1719873 w 3638574"/>
              <a:gd name="connsiteY1" fmla="*/ 3785190 h 4492350"/>
              <a:gd name="connsiteX2" fmla="*/ 1239812 w 3638574"/>
              <a:gd name="connsiteY2" fmla="*/ 3369121 h 4492350"/>
              <a:gd name="connsiteX3" fmla="*/ 0 w 3638574"/>
              <a:gd name="connsiteY3" fmla="*/ 2917145 h 4492350"/>
              <a:gd name="connsiteX4" fmla="*/ 1087133 w 3638574"/>
              <a:gd name="connsiteY4" fmla="*/ 3238920 h 4492350"/>
              <a:gd name="connsiteX5" fmla="*/ 389581 w 3638574"/>
              <a:gd name="connsiteY5" fmla="*/ 2412005 h 4492350"/>
              <a:gd name="connsiteX6" fmla="*/ 1719677 w 3638574"/>
              <a:gd name="connsiteY6" fmla="*/ 3519376 h 4492350"/>
              <a:gd name="connsiteX7" fmla="*/ 1627995 w 3638574"/>
              <a:gd name="connsiteY7" fmla="*/ 2400346 h 4492350"/>
              <a:gd name="connsiteX8" fmla="*/ 4198 w 3638574"/>
              <a:gd name="connsiteY8" fmla="*/ 742880 h 4492350"/>
              <a:gd name="connsiteX9" fmla="*/ 932867 w 3638574"/>
              <a:gd name="connsiteY9" fmla="*/ 1924493 h 4492350"/>
              <a:gd name="connsiteX10" fmla="*/ 1037607 w 3638574"/>
              <a:gd name="connsiteY10" fmla="*/ 857226 h 4492350"/>
              <a:gd name="connsiteX11" fmla="*/ 1138710 w 3638574"/>
              <a:gd name="connsiteY11" fmla="*/ 2026621 h 4492350"/>
              <a:gd name="connsiteX12" fmla="*/ 1646038 w 3638574"/>
              <a:gd name="connsiteY12" fmla="*/ 2198532 h 4492350"/>
              <a:gd name="connsiteX13" fmla="*/ 1900430 w 3638574"/>
              <a:gd name="connsiteY13" fmla="*/ 0 h 4492350"/>
              <a:gd name="connsiteX14" fmla="*/ 1971873 w 3638574"/>
              <a:gd name="connsiteY14" fmla="*/ 986216 h 4492350"/>
              <a:gd name="connsiteX15" fmla="*/ 1826002 w 3638574"/>
              <a:gd name="connsiteY15" fmla="*/ 2060385 h 4492350"/>
              <a:gd name="connsiteX16" fmla="*/ 2001533 w 3638574"/>
              <a:gd name="connsiteY16" fmla="*/ 3046321 h 4492350"/>
              <a:gd name="connsiteX17" fmla="*/ 2591546 w 3638574"/>
              <a:gd name="connsiteY17" fmla="*/ 2519916 h 4492350"/>
              <a:gd name="connsiteX18" fmla="*/ 2857733 w 3638574"/>
              <a:gd name="connsiteY18" fmla="*/ 1291762 h 4492350"/>
              <a:gd name="connsiteX19" fmla="*/ 2750848 w 3638574"/>
              <a:gd name="connsiteY19" fmla="*/ 2383091 h 4492350"/>
              <a:gd name="connsiteX20" fmla="*/ 3638574 w 3638574"/>
              <a:gd name="connsiteY20" fmla="*/ 1124252 h 4492350"/>
              <a:gd name="connsiteX21" fmla="*/ 2166244 w 3638574"/>
              <a:gd name="connsiteY21" fmla="*/ 3370521 h 4492350"/>
              <a:gd name="connsiteX22" fmla="*/ 2113081 w 3638574"/>
              <a:gd name="connsiteY22" fmla="*/ 3817088 h 4492350"/>
              <a:gd name="connsiteX23" fmla="*/ 3261397 w 3638574"/>
              <a:gd name="connsiteY23" fmla="*/ 3094074 h 4492350"/>
              <a:gd name="connsiteX24" fmla="*/ 2138356 w 3638574"/>
              <a:gd name="connsiteY24" fmla="*/ 4030951 h 4492350"/>
              <a:gd name="connsiteX25" fmla="*/ 2176877 w 3638574"/>
              <a:gd name="connsiteY25" fmla="*/ 4476307 h 4492350"/>
              <a:gd name="connsiteX26" fmla="*/ 2162233 w 3638574"/>
              <a:gd name="connsiteY26" fmla="*/ 4491415 h 4492350"/>
              <a:gd name="connsiteX27" fmla="*/ 1687779 w 3638574"/>
              <a:gd name="connsiteY27" fmla="*/ 4492350 h 4492350"/>
              <a:gd name="connsiteX0" fmla="*/ 1687779 w 3638574"/>
              <a:gd name="connsiteY0" fmla="*/ 4492350 h 4492350"/>
              <a:gd name="connsiteX1" fmla="*/ 1703018 w 3638574"/>
              <a:gd name="connsiteY1" fmla="*/ 3785190 h 4492350"/>
              <a:gd name="connsiteX2" fmla="*/ 1239812 w 3638574"/>
              <a:gd name="connsiteY2" fmla="*/ 3369121 h 4492350"/>
              <a:gd name="connsiteX3" fmla="*/ 0 w 3638574"/>
              <a:gd name="connsiteY3" fmla="*/ 2917145 h 4492350"/>
              <a:gd name="connsiteX4" fmla="*/ 1087133 w 3638574"/>
              <a:gd name="connsiteY4" fmla="*/ 3238920 h 4492350"/>
              <a:gd name="connsiteX5" fmla="*/ 389581 w 3638574"/>
              <a:gd name="connsiteY5" fmla="*/ 2412005 h 4492350"/>
              <a:gd name="connsiteX6" fmla="*/ 1719677 w 3638574"/>
              <a:gd name="connsiteY6" fmla="*/ 3519376 h 4492350"/>
              <a:gd name="connsiteX7" fmla="*/ 1627995 w 3638574"/>
              <a:gd name="connsiteY7" fmla="*/ 2400346 h 4492350"/>
              <a:gd name="connsiteX8" fmla="*/ 4198 w 3638574"/>
              <a:gd name="connsiteY8" fmla="*/ 742880 h 4492350"/>
              <a:gd name="connsiteX9" fmla="*/ 932867 w 3638574"/>
              <a:gd name="connsiteY9" fmla="*/ 1924493 h 4492350"/>
              <a:gd name="connsiteX10" fmla="*/ 1037607 w 3638574"/>
              <a:gd name="connsiteY10" fmla="*/ 857226 h 4492350"/>
              <a:gd name="connsiteX11" fmla="*/ 1138710 w 3638574"/>
              <a:gd name="connsiteY11" fmla="*/ 2026621 h 4492350"/>
              <a:gd name="connsiteX12" fmla="*/ 1646038 w 3638574"/>
              <a:gd name="connsiteY12" fmla="*/ 2198532 h 4492350"/>
              <a:gd name="connsiteX13" fmla="*/ 1900430 w 3638574"/>
              <a:gd name="connsiteY13" fmla="*/ 0 h 4492350"/>
              <a:gd name="connsiteX14" fmla="*/ 1971873 w 3638574"/>
              <a:gd name="connsiteY14" fmla="*/ 986216 h 4492350"/>
              <a:gd name="connsiteX15" fmla="*/ 1826002 w 3638574"/>
              <a:gd name="connsiteY15" fmla="*/ 2060385 h 4492350"/>
              <a:gd name="connsiteX16" fmla="*/ 2001533 w 3638574"/>
              <a:gd name="connsiteY16" fmla="*/ 3046321 h 4492350"/>
              <a:gd name="connsiteX17" fmla="*/ 2591546 w 3638574"/>
              <a:gd name="connsiteY17" fmla="*/ 2519916 h 4492350"/>
              <a:gd name="connsiteX18" fmla="*/ 2857733 w 3638574"/>
              <a:gd name="connsiteY18" fmla="*/ 1291762 h 4492350"/>
              <a:gd name="connsiteX19" fmla="*/ 2750848 w 3638574"/>
              <a:gd name="connsiteY19" fmla="*/ 2383091 h 4492350"/>
              <a:gd name="connsiteX20" fmla="*/ 3638574 w 3638574"/>
              <a:gd name="connsiteY20" fmla="*/ 1124252 h 4492350"/>
              <a:gd name="connsiteX21" fmla="*/ 2166244 w 3638574"/>
              <a:gd name="connsiteY21" fmla="*/ 3370521 h 4492350"/>
              <a:gd name="connsiteX22" fmla="*/ 2113081 w 3638574"/>
              <a:gd name="connsiteY22" fmla="*/ 3817088 h 4492350"/>
              <a:gd name="connsiteX23" fmla="*/ 3261397 w 3638574"/>
              <a:gd name="connsiteY23" fmla="*/ 3094074 h 4492350"/>
              <a:gd name="connsiteX24" fmla="*/ 2138356 w 3638574"/>
              <a:gd name="connsiteY24" fmla="*/ 4030951 h 4492350"/>
              <a:gd name="connsiteX25" fmla="*/ 2176877 w 3638574"/>
              <a:gd name="connsiteY25" fmla="*/ 4476307 h 4492350"/>
              <a:gd name="connsiteX26" fmla="*/ 2162233 w 3638574"/>
              <a:gd name="connsiteY26" fmla="*/ 4491415 h 4492350"/>
              <a:gd name="connsiteX27" fmla="*/ 1687779 w 3638574"/>
              <a:gd name="connsiteY27" fmla="*/ 4492350 h 4492350"/>
              <a:gd name="connsiteX0" fmla="*/ 1687779 w 3638574"/>
              <a:gd name="connsiteY0" fmla="*/ 4492350 h 4492350"/>
              <a:gd name="connsiteX1" fmla="*/ 1703018 w 3638574"/>
              <a:gd name="connsiteY1" fmla="*/ 3785190 h 4492350"/>
              <a:gd name="connsiteX2" fmla="*/ 1239812 w 3638574"/>
              <a:gd name="connsiteY2" fmla="*/ 3369121 h 4492350"/>
              <a:gd name="connsiteX3" fmla="*/ 0 w 3638574"/>
              <a:gd name="connsiteY3" fmla="*/ 2917145 h 4492350"/>
              <a:gd name="connsiteX4" fmla="*/ 1087133 w 3638574"/>
              <a:gd name="connsiteY4" fmla="*/ 3238920 h 4492350"/>
              <a:gd name="connsiteX5" fmla="*/ 389581 w 3638574"/>
              <a:gd name="connsiteY5" fmla="*/ 2412005 h 4492350"/>
              <a:gd name="connsiteX6" fmla="*/ 1719677 w 3638574"/>
              <a:gd name="connsiteY6" fmla="*/ 3519376 h 4492350"/>
              <a:gd name="connsiteX7" fmla="*/ 1627995 w 3638574"/>
              <a:gd name="connsiteY7" fmla="*/ 2400346 h 4492350"/>
              <a:gd name="connsiteX8" fmla="*/ 4198 w 3638574"/>
              <a:gd name="connsiteY8" fmla="*/ 742880 h 4492350"/>
              <a:gd name="connsiteX9" fmla="*/ 932867 w 3638574"/>
              <a:gd name="connsiteY9" fmla="*/ 1924493 h 4492350"/>
              <a:gd name="connsiteX10" fmla="*/ 1037607 w 3638574"/>
              <a:gd name="connsiteY10" fmla="*/ 857226 h 4492350"/>
              <a:gd name="connsiteX11" fmla="*/ 1138710 w 3638574"/>
              <a:gd name="connsiteY11" fmla="*/ 2026621 h 4492350"/>
              <a:gd name="connsiteX12" fmla="*/ 1646038 w 3638574"/>
              <a:gd name="connsiteY12" fmla="*/ 2198532 h 4492350"/>
              <a:gd name="connsiteX13" fmla="*/ 1900430 w 3638574"/>
              <a:gd name="connsiteY13" fmla="*/ 0 h 4492350"/>
              <a:gd name="connsiteX14" fmla="*/ 1971873 w 3638574"/>
              <a:gd name="connsiteY14" fmla="*/ 986216 h 4492350"/>
              <a:gd name="connsiteX15" fmla="*/ 1826002 w 3638574"/>
              <a:gd name="connsiteY15" fmla="*/ 2060385 h 4492350"/>
              <a:gd name="connsiteX16" fmla="*/ 2001533 w 3638574"/>
              <a:gd name="connsiteY16" fmla="*/ 3046321 h 4492350"/>
              <a:gd name="connsiteX17" fmla="*/ 2591546 w 3638574"/>
              <a:gd name="connsiteY17" fmla="*/ 2519916 h 4492350"/>
              <a:gd name="connsiteX18" fmla="*/ 2857733 w 3638574"/>
              <a:gd name="connsiteY18" fmla="*/ 1291762 h 4492350"/>
              <a:gd name="connsiteX19" fmla="*/ 2750848 w 3638574"/>
              <a:gd name="connsiteY19" fmla="*/ 2383091 h 4492350"/>
              <a:gd name="connsiteX20" fmla="*/ 3638574 w 3638574"/>
              <a:gd name="connsiteY20" fmla="*/ 1124252 h 4492350"/>
              <a:gd name="connsiteX21" fmla="*/ 2166244 w 3638574"/>
              <a:gd name="connsiteY21" fmla="*/ 3370521 h 4492350"/>
              <a:gd name="connsiteX22" fmla="*/ 2121509 w 3638574"/>
              <a:gd name="connsiteY22" fmla="*/ 3808660 h 4492350"/>
              <a:gd name="connsiteX23" fmla="*/ 3261397 w 3638574"/>
              <a:gd name="connsiteY23" fmla="*/ 3094074 h 4492350"/>
              <a:gd name="connsiteX24" fmla="*/ 2138356 w 3638574"/>
              <a:gd name="connsiteY24" fmla="*/ 4030951 h 4492350"/>
              <a:gd name="connsiteX25" fmla="*/ 2176877 w 3638574"/>
              <a:gd name="connsiteY25" fmla="*/ 4476307 h 4492350"/>
              <a:gd name="connsiteX26" fmla="*/ 2162233 w 3638574"/>
              <a:gd name="connsiteY26" fmla="*/ 4491415 h 4492350"/>
              <a:gd name="connsiteX27" fmla="*/ 1687779 w 3638574"/>
              <a:gd name="connsiteY27" fmla="*/ 4492350 h 4492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638574" h="4492350">
                <a:moveTo>
                  <a:pt x="1687779" y="4492350"/>
                </a:moveTo>
                <a:cubicBezTo>
                  <a:pt x="1649353" y="4280693"/>
                  <a:pt x="1685297" y="4020910"/>
                  <a:pt x="1703018" y="3785190"/>
                </a:cubicBezTo>
                <a:lnTo>
                  <a:pt x="1239812" y="3369121"/>
                </a:lnTo>
                <a:cubicBezTo>
                  <a:pt x="710236" y="3436368"/>
                  <a:pt x="325039" y="3138656"/>
                  <a:pt x="0" y="2917145"/>
                </a:cubicBezTo>
                <a:cubicBezTo>
                  <a:pt x="370399" y="3119320"/>
                  <a:pt x="1037576" y="3333525"/>
                  <a:pt x="1087133" y="3238920"/>
                </a:cubicBezTo>
                <a:cubicBezTo>
                  <a:pt x="945521" y="3141082"/>
                  <a:pt x="539214" y="2730422"/>
                  <a:pt x="389581" y="2412005"/>
                </a:cubicBezTo>
                <a:cubicBezTo>
                  <a:pt x="859682" y="2946896"/>
                  <a:pt x="1430048" y="3277253"/>
                  <a:pt x="1719677" y="3519376"/>
                </a:cubicBezTo>
                <a:cubicBezTo>
                  <a:pt x="1735906" y="3304113"/>
                  <a:pt x="1659893" y="2776030"/>
                  <a:pt x="1627995" y="2400346"/>
                </a:cubicBezTo>
                <a:cubicBezTo>
                  <a:pt x="725782" y="2160678"/>
                  <a:pt x="172484" y="1536000"/>
                  <a:pt x="4198" y="742880"/>
                </a:cubicBezTo>
                <a:cubicBezTo>
                  <a:pt x="248250" y="1210277"/>
                  <a:pt x="456205" y="1649601"/>
                  <a:pt x="932867" y="1924493"/>
                </a:cubicBezTo>
                <a:cubicBezTo>
                  <a:pt x="1158949" y="1666327"/>
                  <a:pt x="1108304" y="1211645"/>
                  <a:pt x="1037607" y="857226"/>
                </a:cubicBezTo>
                <a:cubicBezTo>
                  <a:pt x="1222371" y="1153446"/>
                  <a:pt x="1266767" y="1586023"/>
                  <a:pt x="1138710" y="2026621"/>
                </a:cubicBezTo>
                <a:cubicBezTo>
                  <a:pt x="1250538" y="2109256"/>
                  <a:pt x="1570304" y="2252254"/>
                  <a:pt x="1646038" y="2198532"/>
                </a:cubicBezTo>
                <a:cubicBezTo>
                  <a:pt x="1690527" y="1476450"/>
                  <a:pt x="1904067" y="874481"/>
                  <a:pt x="1900430" y="0"/>
                </a:cubicBezTo>
                <a:cubicBezTo>
                  <a:pt x="1976693" y="192349"/>
                  <a:pt x="2015482" y="645373"/>
                  <a:pt x="1971873" y="986216"/>
                </a:cubicBezTo>
                <a:cubicBezTo>
                  <a:pt x="1947436" y="1177213"/>
                  <a:pt x="1846749" y="1657958"/>
                  <a:pt x="1826002" y="2060385"/>
                </a:cubicBezTo>
                <a:cubicBezTo>
                  <a:pt x="1811014" y="2351099"/>
                  <a:pt x="1951043" y="3007770"/>
                  <a:pt x="2001533" y="3046321"/>
                </a:cubicBezTo>
                <a:cubicBezTo>
                  <a:pt x="2041794" y="3055338"/>
                  <a:pt x="2575349" y="2567047"/>
                  <a:pt x="2591546" y="2519916"/>
                </a:cubicBezTo>
                <a:cubicBezTo>
                  <a:pt x="2482423" y="2107858"/>
                  <a:pt x="2569814" y="1503293"/>
                  <a:pt x="2857733" y="1291762"/>
                </a:cubicBezTo>
                <a:cubicBezTo>
                  <a:pt x="2648315" y="1639496"/>
                  <a:pt x="2663487" y="2195777"/>
                  <a:pt x="2750848" y="2383091"/>
                </a:cubicBezTo>
                <a:cubicBezTo>
                  <a:pt x="3066810" y="2282983"/>
                  <a:pt x="3503085" y="1513118"/>
                  <a:pt x="3638574" y="1124252"/>
                </a:cubicBezTo>
                <a:cubicBezTo>
                  <a:pt x="3492704" y="2254009"/>
                  <a:pt x="2460505" y="2814271"/>
                  <a:pt x="2166244" y="3370521"/>
                </a:cubicBezTo>
                <a:cubicBezTo>
                  <a:pt x="2148523" y="3519377"/>
                  <a:pt x="2147251" y="3667825"/>
                  <a:pt x="2121509" y="3808660"/>
                </a:cubicBezTo>
                <a:cubicBezTo>
                  <a:pt x="2452144" y="3808286"/>
                  <a:pt x="3159362" y="3298984"/>
                  <a:pt x="3261397" y="3094074"/>
                </a:cubicBezTo>
                <a:cubicBezTo>
                  <a:pt x="3262702" y="3429094"/>
                  <a:pt x="2493987" y="3820258"/>
                  <a:pt x="2138356" y="4030951"/>
                </a:cubicBezTo>
                <a:cubicBezTo>
                  <a:pt x="2116438" y="4040371"/>
                  <a:pt x="2182753" y="4334539"/>
                  <a:pt x="2176877" y="4476307"/>
                </a:cubicBezTo>
                <a:cubicBezTo>
                  <a:pt x="2170659" y="4477332"/>
                  <a:pt x="2168451" y="4490390"/>
                  <a:pt x="2162233" y="4491415"/>
                </a:cubicBezTo>
                <a:lnTo>
                  <a:pt x="1687779" y="4492350"/>
                </a:lnTo>
                <a:close/>
              </a:path>
            </a:pathLst>
          </a:custGeom>
          <a:solidFill>
            <a:srgbClr val="054487"/>
          </a:solidFill>
          <a:ln w="6350" cap="flat" cmpd="sng" algn="ctr">
            <a:noFill/>
            <a:prstDash val="solid"/>
          </a:ln>
          <a:effectLst/>
        </p:spPr>
        <p:txBody>
          <a:bodyPr lIns="68580" tIns="34290" rIns="68580" bIns="34290" rtlCol="0" anchor="ctr"/>
          <a:lstStyle/>
          <a:p>
            <a:pPr algn="ctr">
              <a:defRPr/>
            </a:pPr>
            <a:endParaRPr lang="zh-CN" altLang="en-US" kern="0" dirty="0">
              <a:solidFill>
                <a:prstClr val="black"/>
              </a:solidFill>
              <a:ea typeface="微软雅黑" pitchFamily="34" charset="-122"/>
            </a:endParaRPr>
          </a:p>
        </p:txBody>
      </p:sp>
      <p:grpSp>
        <p:nvGrpSpPr>
          <p:cNvPr id="7" name="组合 6"/>
          <p:cNvGrpSpPr/>
          <p:nvPr/>
        </p:nvGrpSpPr>
        <p:grpSpPr>
          <a:xfrm>
            <a:off x="4285702" y="715617"/>
            <a:ext cx="4128904" cy="3565450"/>
            <a:chOff x="5527231" y="954156"/>
            <a:chExt cx="5505205" cy="4753933"/>
          </a:xfrm>
        </p:grpSpPr>
        <p:sp>
          <p:nvSpPr>
            <p:cNvPr id="8" name="椭圆 7"/>
            <p:cNvSpPr>
              <a:spLocks noChangeAspect="1"/>
            </p:cNvSpPr>
            <p:nvPr/>
          </p:nvSpPr>
          <p:spPr>
            <a:xfrm>
              <a:off x="8193551" y="954156"/>
              <a:ext cx="664202" cy="664199"/>
            </a:xfrm>
            <a:prstGeom prst="ellipse">
              <a:avLst/>
            </a:prstGeom>
            <a:solidFill>
              <a:srgbClr val="054487"/>
            </a:solidFill>
            <a:ln>
              <a:noFill/>
            </a:ln>
            <a:effectLst>
              <a:glow rad="190500">
                <a:srgbClr val="FFFEBC"/>
              </a:glow>
              <a:softEdge rad="0"/>
            </a:effectLst>
          </p:spPr>
          <p:txBody>
            <a:bodyPr vert="horz" wrap="square" lIns="91440" tIns="45720" rIns="91440" bIns="45720" numCol="1" anchor="t" anchorCtr="0" compatLnSpc="1">
              <a:prstTxWarp prst="textNoShape">
                <a:avLst/>
              </a:prstTxWarp>
            </a:bodyPr>
            <a:lstStyle/>
            <a:p>
              <a:endParaRPr lang="zh-CN" altLang="en-US" dirty="0">
                <a:solidFill>
                  <a:prstClr val="white"/>
                </a:solidFill>
                <a:ea typeface="微软雅黑" pitchFamily="34" charset="-122"/>
              </a:endParaRPr>
            </a:p>
          </p:txBody>
        </p:sp>
        <p:sp>
          <p:nvSpPr>
            <p:cNvPr id="9" name="椭圆 8"/>
            <p:cNvSpPr>
              <a:spLocks noChangeAspect="1"/>
            </p:cNvSpPr>
            <p:nvPr/>
          </p:nvSpPr>
          <p:spPr>
            <a:xfrm>
              <a:off x="10401724" y="2303011"/>
              <a:ext cx="630712" cy="630709"/>
            </a:xfrm>
            <a:prstGeom prst="ellipse">
              <a:avLst/>
            </a:prstGeom>
            <a:solidFill>
              <a:srgbClr val="054487"/>
            </a:solidFill>
            <a:ln>
              <a:noFill/>
            </a:ln>
            <a:effectLst>
              <a:glow rad="190500">
                <a:srgbClr val="FFFEBC"/>
              </a:glow>
              <a:softEdge rad="0"/>
            </a:effectLst>
          </p:spPr>
          <p:txBody>
            <a:bodyPr vert="horz" wrap="square" lIns="91440" tIns="45720" rIns="91440" bIns="45720" numCol="1" anchor="t" anchorCtr="0" compatLnSpc="1">
              <a:prstTxWarp prst="textNoShape">
                <a:avLst/>
              </a:prstTxWarp>
            </a:bodyPr>
            <a:lstStyle/>
            <a:p>
              <a:endParaRPr lang="zh-CN" altLang="en-US" dirty="0">
                <a:solidFill>
                  <a:prstClr val="white"/>
                </a:solidFill>
                <a:ea typeface="微软雅黑" pitchFamily="34" charset="-122"/>
              </a:endParaRPr>
            </a:p>
          </p:txBody>
        </p:sp>
        <p:sp>
          <p:nvSpPr>
            <p:cNvPr id="10" name="椭圆 9"/>
            <p:cNvSpPr>
              <a:spLocks noChangeAspect="1"/>
            </p:cNvSpPr>
            <p:nvPr/>
          </p:nvSpPr>
          <p:spPr>
            <a:xfrm>
              <a:off x="5944742" y="1618354"/>
              <a:ext cx="858517" cy="858513"/>
            </a:xfrm>
            <a:prstGeom prst="ellipse">
              <a:avLst/>
            </a:prstGeom>
            <a:solidFill>
              <a:srgbClr val="054487"/>
            </a:solidFill>
            <a:ln>
              <a:noFill/>
            </a:ln>
            <a:effectLst>
              <a:glow rad="190500">
                <a:srgbClr val="FFFEBC"/>
              </a:glow>
              <a:softEdge rad="0"/>
            </a:effectLst>
          </p:spPr>
          <p:txBody>
            <a:bodyPr vert="horz" wrap="square" lIns="91440" tIns="45720" rIns="91440" bIns="45720" numCol="1" anchor="t" anchorCtr="0" compatLnSpc="1">
              <a:prstTxWarp prst="textNoShape">
                <a:avLst/>
              </a:prstTxWarp>
            </a:bodyPr>
            <a:lstStyle/>
            <a:p>
              <a:endParaRPr lang="zh-CN" altLang="en-US" dirty="0">
                <a:solidFill>
                  <a:prstClr val="white"/>
                </a:solidFill>
                <a:ea typeface="微软雅黑" pitchFamily="34" charset="-122"/>
              </a:endParaRPr>
            </a:p>
          </p:txBody>
        </p:sp>
        <p:sp>
          <p:nvSpPr>
            <p:cNvPr id="11" name="椭圆 10"/>
            <p:cNvSpPr>
              <a:spLocks noChangeAspect="1"/>
            </p:cNvSpPr>
            <p:nvPr/>
          </p:nvSpPr>
          <p:spPr>
            <a:xfrm>
              <a:off x="5527231" y="4287192"/>
              <a:ext cx="998452" cy="998448"/>
            </a:xfrm>
            <a:prstGeom prst="ellipse">
              <a:avLst/>
            </a:prstGeom>
            <a:solidFill>
              <a:srgbClr val="054487"/>
            </a:solidFill>
            <a:ln>
              <a:noFill/>
            </a:ln>
            <a:effectLst>
              <a:glow rad="190500">
                <a:srgbClr val="FFFEBC"/>
              </a:glow>
              <a:softEdge rad="0"/>
            </a:effectLst>
          </p:spPr>
          <p:txBody>
            <a:bodyPr vert="horz" wrap="square" lIns="91440" tIns="45720" rIns="91440" bIns="45720" numCol="1" anchor="t" anchorCtr="0" compatLnSpc="1">
              <a:prstTxWarp prst="textNoShape">
                <a:avLst/>
              </a:prstTxWarp>
            </a:bodyPr>
            <a:lstStyle/>
            <a:p>
              <a:endParaRPr lang="zh-CN" altLang="en-US" dirty="0">
                <a:solidFill>
                  <a:prstClr val="white"/>
                </a:solidFill>
                <a:ea typeface="微软雅黑" pitchFamily="34" charset="-122"/>
              </a:endParaRPr>
            </a:p>
          </p:txBody>
        </p:sp>
        <p:sp>
          <p:nvSpPr>
            <p:cNvPr id="12" name="椭圆 11"/>
            <p:cNvSpPr>
              <a:spLocks noChangeAspect="1"/>
            </p:cNvSpPr>
            <p:nvPr/>
          </p:nvSpPr>
          <p:spPr>
            <a:xfrm>
              <a:off x="9860358" y="4554151"/>
              <a:ext cx="864619" cy="864616"/>
            </a:xfrm>
            <a:prstGeom prst="ellipse">
              <a:avLst/>
            </a:prstGeom>
            <a:solidFill>
              <a:srgbClr val="054487"/>
            </a:solidFill>
            <a:ln>
              <a:noFill/>
            </a:ln>
            <a:effectLst>
              <a:glow rad="190500">
                <a:srgbClr val="FFFEBC"/>
              </a:glow>
              <a:softEdge rad="0"/>
            </a:effectLst>
          </p:spPr>
          <p:txBody>
            <a:bodyPr vert="horz" wrap="square" lIns="91440" tIns="45720" rIns="91440" bIns="45720" numCol="1" anchor="t" anchorCtr="0" compatLnSpc="1">
              <a:prstTxWarp prst="textNoShape">
                <a:avLst/>
              </a:prstTxWarp>
            </a:bodyPr>
            <a:lstStyle/>
            <a:p>
              <a:endParaRPr lang="zh-CN" altLang="en-US" dirty="0">
                <a:solidFill>
                  <a:prstClr val="white"/>
                </a:solidFill>
                <a:ea typeface="微软雅黑" pitchFamily="34" charset="-122"/>
              </a:endParaRPr>
            </a:p>
          </p:txBody>
        </p:sp>
        <p:sp>
          <p:nvSpPr>
            <p:cNvPr id="13" name="椭圆 12"/>
            <p:cNvSpPr>
              <a:spLocks noChangeAspect="1"/>
            </p:cNvSpPr>
            <p:nvPr/>
          </p:nvSpPr>
          <p:spPr>
            <a:xfrm>
              <a:off x="9044057" y="2279362"/>
              <a:ext cx="899459" cy="899455"/>
            </a:xfrm>
            <a:prstGeom prst="ellipse">
              <a:avLst/>
            </a:prstGeom>
            <a:solidFill>
              <a:srgbClr val="054487"/>
            </a:solidFill>
            <a:ln>
              <a:noFill/>
            </a:ln>
            <a:effectLst>
              <a:glow rad="190500">
                <a:srgbClr val="FFFEBC"/>
              </a:glow>
              <a:softEdge rad="0"/>
            </a:effectLst>
          </p:spPr>
          <p:txBody>
            <a:bodyPr vert="horz" wrap="square" lIns="91440" tIns="45720" rIns="91440" bIns="45720" numCol="1" anchor="t" anchorCtr="0" compatLnSpc="1">
              <a:prstTxWarp prst="textNoShape">
                <a:avLst/>
              </a:prstTxWarp>
            </a:bodyPr>
            <a:lstStyle/>
            <a:p>
              <a:endParaRPr lang="zh-CN" altLang="en-US" dirty="0">
                <a:solidFill>
                  <a:prstClr val="white"/>
                </a:solidFill>
                <a:ea typeface="微软雅黑" pitchFamily="34" charset="-122"/>
              </a:endParaRPr>
            </a:p>
          </p:txBody>
        </p:sp>
        <p:sp>
          <p:nvSpPr>
            <p:cNvPr id="14" name="椭圆 13"/>
            <p:cNvSpPr>
              <a:spLocks noChangeAspect="1"/>
            </p:cNvSpPr>
            <p:nvPr/>
          </p:nvSpPr>
          <p:spPr>
            <a:xfrm>
              <a:off x="7195723" y="1908312"/>
              <a:ext cx="749646" cy="749644"/>
            </a:xfrm>
            <a:prstGeom prst="ellipse">
              <a:avLst/>
            </a:prstGeom>
            <a:solidFill>
              <a:srgbClr val="054487"/>
            </a:solidFill>
            <a:ln>
              <a:noFill/>
            </a:ln>
            <a:effectLst>
              <a:glow rad="190500">
                <a:srgbClr val="FFFEBC"/>
              </a:glow>
              <a:softEdge rad="0"/>
            </a:effectLst>
          </p:spPr>
          <p:txBody>
            <a:bodyPr vert="horz" wrap="square" lIns="91440" tIns="45720" rIns="91440" bIns="45720" numCol="1" anchor="t" anchorCtr="0" compatLnSpc="1">
              <a:prstTxWarp prst="textNoShape">
                <a:avLst/>
              </a:prstTxWarp>
            </a:bodyPr>
            <a:lstStyle/>
            <a:p>
              <a:endParaRPr lang="zh-CN" altLang="en-US" dirty="0">
                <a:solidFill>
                  <a:prstClr val="white"/>
                </a:solidFill>
                <a:ea typeface="微软雅黑" pitchFamily="34" charset="-122"/>
              </a:endParaRPr>
            </a:p>
          </p:txBody>
        </p:sp>
        <p:sp>
          <p:nvSpPr>
            <p:cNvPr id="15" name="椭圆 14"/>
            <p:cNvSpPr>
              <a:spLocks noChangeAspect="1"/>
            </p:cNvSpPr>
            <p:nvPr/>
          </p:nvSpPr>
          <p:spPr>
            <a:xfrm>
              <a:off x="8574548" y="3372396"/>
              <a:ext cx="332101" cy="332100"/>
            </a:xfrm>
            <a:prstGeom prst="ellipse">
              <a:avLst/>
            </a:prstGeom>
            <a:solidFill>
              <a:srgbClr val="054487"/>
            </a:solidFill>
            <a:ln>
              <a:noFill/>
            </a:ln>
            <a:effectLst>
              <a:glow rad="190500">
                <a:srgbClr val="FFFEBC"/>
              </a:glow>
              <a:softEdge rad="0"/>
            </a:effectLst>
          </p:spPr>
          <p:txBody>
            <a:bodyPr vert="horz" wrap="square" lIns="91440" tIns="45720" rIns="91440" bIns="45720" numCol="1" anchor="t" anchorCtr="0" compatLnSpc="1">
              <a:prstTxWarp prst="textNoShape">
                <a:avLst/>
              </a:prstTxWarp>
            </a:bodyPr>
            <a:lstStyle/>
            <a:p>
              <a:endParaRPr lang="zh-CN" altLang="en-US" dirty="0">
                <a:solidFill>
                  <a:prstClr val="white"/>
                </a:solidFill>
                <a:ea typeface="微软雅黑" pitchFamily="34" charset="-122"/>
              </a:endParaRPr>
            </a:p>
          </p:txBody>
        </p:sp>
        <p:sp>
          <p:nvSpPr>
            <p:cNvPr id="16" name="椭圆 15"/>
            <p:cNvSpPr>
              <a:spLocks noChangeAspect="1"/>
            </p:cNvSpPr>
            <p:nvPr/>
          </p:nvSpPr>
          <p:spPr>
            <a:xfrm>
              <a:off x="9808259" y="3278115"/>
              <a:ext cx="332101" cy="332100"/>
            </a:xfrm>
            <a:prstGeom prst="ellipse">
              <a:avLst/>
            </a:prstGeom>
            <a:solidFill>
              <a:srgbClr val="054487"/>
            </a:solidFill>
            <a:ln>
              <a:noFill/>
            </a:ln>
            <a:effectLst>
              <a:glow rad="190500">
                <a:srgbClr val="FFFEBC"/>
              </a:glow>
              <a:softEdge rad="0"/>
            </a:effectLst>
          </p:spPr>
          <p:txBody>
            <a:bodyPr vert="horz" wrap="square" lIns="91440" tIns="45720" rIns="91440" bIns="45720" numCol="1" anchor="t" anchorCtr="0" compatLnSpc="1">
              <a:prstTxWarp prst="textNoShape">
                <a:avLst/>
              </a:prstTxWarp>
            </a:bodyPr>
            <a:lstStyle/>
            <a:p>
              <a:endParaRPr lang="zh-CN" altLang="en-US" dirty="0">
                <a:solidFill>
                  <a:prstClr val="white"/>
                </a:solidFill>
                <a:ea typeface="微软雅黑" pitchFamily="34" charset="-122"/>
              </a:endParaRPr>
            </a:p>
          </p:txBody>
        </p:sp>
        <p:sp>
          <p:nvSpPr>
            <p:cNvPr id="17" name="椭圆 16"/>
            <p:cNvSpPr>
              <a:spLocks noChangeAspect="1"/>
            </p:cNvSpPr>
            <p:nvPr/>
          </p:nvSpPr>
          <p:spPr>
            <a:xfrm>
              <a:off x="8029639" y="2630392"/>
              <a:ext cx="332101" cy="332100"/>
            </a:xfrm>
            <a:prstGeom prst="ellipse">
              <a:avLst/>
            </a:prstGeom>
            <a:solidFill>
              <a:srgbClr val="054487"/>
            </a:solidFill>
            <a:ln>
              <a:noFill/>
            </a:ln>
            <a:effectLst>
              <a:glow rad="190500">
                <a:srgbClr val="FFFEBC"/>
              </a:glow>
              <a:softEdge rad="0"/>
            </a:effectLst>
          </p:spPr>
          <p:txBody>
            <a:bodyPr vert="horz" wrap="square" lIns="91440" tIns="45720" rIns="91440" bIns="45720" numCol="1" anchor="t" anchorCtr="0" compatLnSpc="1">
              <a:prstTxWarp prst="textNoShape">
                <a:avLst/>
              </a:prstTxWarp>
            </a:bodyPr>
            <a:lstStyle/>
            <a:p>
              <a:endParaRPr lang="zh-CN" altLang="en-US" dirty="0">
                <a:solidFill>
                  <a:prstClr val="white"/>
                </a:solidFill>
                <a:ea typeface="微软雅黑" pitchFamily="34" charset="-122"/>
              </a:endParaRPr>
            </a:p>
          </p:txBody>
        </p:sp>
        <p:sp>
          <p:nvSpPr>
            <p:cNvPr id="18" name="椭圆 17"/>
            <p:cNvSpPr>
              <a:spLocks noChangeAspect="1"/>
            </p:cNvSpPr>
            <p:nvPr/>
          </p:nvSpPr>
          <p:spPr>
            <a:xfrm>
              <a:off x="6931436" y="3100478"/>
              <a:ext cx="332101" cy="332100"/>
            </a:xfrm>
            <a:prstGeom prst="ellipse">
              <a:avLst/>
            </a:prstGeom>
            <a:solidFill>
              <a:srgbClr val="054487"/>
            </a:solidFill>
            <a:ln>
              <a:noFill/>
            </a:ln>
            <a:effectLst>
              <a:glow rad="190500">
                <a:srgbClr val="FFFEBC"/>
              </a:glow>
              <a:softEdge rad="0"/>
            </a:effectLst>
          </p:spPr>
          <p:txBody>
            <a:bodyPr vert="horz" wrap="square" lIns="91440" tIns="45720" rIns="91440" bIns="45720" numCol="1" anchor="t" anchorCtr="0" compatLnSpc="1">
              <a:prstTxWarp prst="textNoShape">
                <a:avLst/>
              </a:prstTxWarp>
            </a:bodyPr>
            <a:lstStyle/>
            <a:p>
              <a:endParaRPr lang="zh-CN" altLang="en-US" dirty="0">
                <a:solidFill>
                  <a:prstClr val="white"/>
                </a:solidFill>
                <a:ea typeface="微软雅黑" pitchFamily="34" charset="-122"/>
              </a:endParaRPr>
            </a:p>
          </p:txBody>
        </p:sp>
        <p:sp>
          <p:nvSpPr>
            <p:cNvPr id="19" name="椭圆 18"/>
            <p:cNvSpPr>
              <a:spLocks noChangeAspect="1"/>
            </p:cNvSpPr>
            <p:nvPr/>
          </p:nvSpPr>
          <p:spPr>
            <a:xfrm>
              <a:off x="6676161" y="4125811"/>
              <a:ext cx="332101" cy="332100"/>
            </a:xfrm>
            <a:prstGeom prst="ellipse">
              <a:avLst/>
            </a:prstGeom>
            <a:solidFill>
              <a:srgbClr val="054487"/>
            </a:solidFill>
            <a:ln>
              <a:noFill/>
            </a:ln>
            <a:effectLst>
              <a:glow rad="190500">
                <a:srgbClr val="FFFEBC"/>
              </a:glow>
              <a:softEdge rad="0"/>
            </a:effectLst>
          </p:spPr>
          <p:txBody>
            <a:bodyPr vert="horz" wrap="square" lIns="91440" tIns="45720" rIns="91440" bIns="45720" numCol="1" anchor="t" anchorCtr="0" compatLnSpc="1">
              <a:prstTxWarp prst="textNoShape">
                <a:avLst/>
              </a:prstTxWarp>
            </a:bodyPr>
            <a:lstStyle/>
            <a:p>
              <a:endParaRPr lang="zh-CN" altLang="en-US" dirty="0">
                <a:solidFill>
                  <a:prstClr val="white"/>
                </a:solidFill>
                <a:ea typeface="微软雅黑" pitchFamily="34" charset="-122"/>
              </a:endParaRPr>
            </a:p>
          </p:txBody>
        </p:sp>
        <p:sp>
          <p:nvSpPr>
            <p:cNvPr id="20" name="椭圆 19"/>
            <p:cNvSpPr>
              <a:spLocks noChangeAspect="1"/>
            </p:cNvSpPr>
            <p:nvPr/>
          </p:nvSpPr>
          <p:spPr>
            <a:xfrm>
              <a:off x="7601317" y="4868007"/>
              <a:ext cx="332101" cy="332100"/>
            </a:xfrm>
            <a:prstGeom prst="ellipse">
              <a:avLst/>
            </a:prstGeom>
            <a:solidFill>
              <a:srgbClr val="054487"/>
            </a:solidFill>
            <a:ln>
              <a:noFill/>
            </a:ln>
            <a:effectLst>
              <a:softEdge rad="0"/>
            </a:effectLst>
          </p:spPr>
          <p:txBody>
            <a:bodyPr vert="horz" wrap="square" lIns="91440" tIns="45720" rIns="91440" bIns="45720" numCol="1" anchor="t" anchorCtr="0" compatLnSpc="1">
              <a:prstTxWarp prst="textNoShape">
                <a:avLst/>
              </a:prstTxWarp>
            </a:bodyPr>
            <a:lstStyle/>
            <a:p>
              <a:endParaRPr lang="zh-CN" altLang="en-US" dirty="0">
                <a:solidFill>
                  <a:prstClr val="white"/>
                </a:solidFill>
                <a:ea typeface="微软雅黑" pitchFamily="34" charset="-122"/>
              </a:endParaRPr>
            </a:p>
          </p:txBody>
        </p:sp>
        <p:sp>
          <p:nvSpPr>
            <p:cNvPr id="21" name="椭圆 20"/>
            <p:cNvSpPr>
              <a:spLocks noChangeAspect="1"/>
            </p:cNvSpPr>
            <p:nvPr/>
          </p:nvSpPr>
          <p:spPr>
            <a:xfrm>
              <a:off x="8672199" y="4482294"/>
              <a:ext cx="332101" cy="332100"/>
            </a:xfrm>
            <a:prstGeom prst="ellipse">
              <a:avLst/>
            </a:prstGeom>
            <a:solidFill>
              <a:srgbClr val="054487"/>
            </a:solidFill>
            <a:ln>
              <a:noFill/>
            </a:ln>
            <a:effectLst>
              <a:softEdge rad="0"/>
            </a:effectLst>
          </p:spPr>
          <p:txBody>
            <a:bodyPr vert="horz" wrap="square" lIns="91440" tIns="45720" rIns="91440" bIns="45720" numCol="1" anchor="t" anchorCtr="0" compatLnSpc="1">
              <a:prstTxWarp prst="textNoShape">
                <a:avLst/>
              </a:prstTxWarp>
            </a:bodyPr>
            <a:lstStyle/>
            <a:p>
              <a:endParaRPr lang="zh-CN" altLang="en-US" dirty="0">
                <a:solidFill>
                  <a:prstClr val="white"/>
                </a:solidFill>
                <a:ea typeface="微软雅黑" pitchFamily="34" charset="-122"/>
              </a:endParaRPr>
            </a:p>
          </p:txBody>
        </p:sp>
        <p:sp>
          <p:nvSpPr>
            <p:cNvPr id="22" name="椭圆 21"/>
            <p:cNvSpPr>
              <a:spLocks noChangeAspect="1"/>
            </p:cNvSpPr>
            <p:nvPr/>
          </p:nvSpPr>
          <p:spPr>
            <a:xfrm>
              <a:off x="9164903" y="5375989"/>
              <a:ext cx="332101" cy="332100"/>
            </a:xfrm>
            <a:prstGeom prst="ellipse">
              <a:avLst/>
            </a:prstGeom>
            <a:solidFill>
              <a:srgbClr val="054487"/>
            </a:solidFill>
            <a:ln>
              <a:noFill/>
            </a:ln>
            <a:effectLst>
              <a:softEdge rad="0"/>
            </a:effectLst>
          </p:spPr>
          <p:txBody>
            <a:bodyPr vert="horz" wrap="square" lIns="91440" tIns="45720" rIns="91440" bIns="45720" numCol="1" anchor="t" anchorCtr="0" compatLnSpc="1">
              <a:prstTxWarp prst="textNoShape">
                <a:avLst/>
              </a:prstTxWarp>
            </a:bodyPr>
            <a:lstStyle/>
            <a:p>
              <a:endParaRPr lang="zh-CN" altLang="en-US" dirty="0">
                <a:solidFill>
                  <a:prstClr val="white"/>
                </a:solidFill>
                <a:ea typeface="微软雅黑" pitchFamily="34" charset="-122"/>
              </a:endParaRPr>
            </a:p>
          </p:txBody>
        </p:sp>
      </p:grpSp>
      <p:sp>
        <p:nvSpPr>
          <p:cNvPr id="23" name="矩形 22"/>
          <p:cNvSpPr/>
          <p:nvPr/>
        </p:nvSpPr>
        <p:spPr>
          <a:xfrm>
            <a:off x="4653508" y="1406352"/>
            <a:ext cx="548868" cy="315471"/>
          </a:xfrm>
          <a:prstGeom prst="rect">
            <a:avLst/>
          </a:prstGeom>
        </p:spPr>
        <p:txBody>
          <a:bodyPr wrap="none" lIns="68580" tIns="34290" rIns="68580" bIns="34290">
            <a:spAutoFit/>
          </a:bodyPr>
          <a:lstStyle/>
          <a:p>
            <a:r>
              <a:rPr lang="zh-CN" altLang="en-US" sz="1600" kern="0" dirty="0">
                <a:solidFill>
                  <a:prstClr val="white"/>
                </a:solidFill>
                <a:latin typeface="方正正中黑简体" pitchFamily="2" charset="-122"/>
                <a:ea typeface="方正正中黑简体" pitchFamily="2" charset="-122"/>
              </a:rPr>
              <a:t>文字</a:t>
            </a:r>
            <a:endParaRPr lang="zh-CN" altLang="en-US" sz="1600" dirty="0">
              <a:solidFill>
                <a:prstClr val="white"/>
              </a:solidFill>
              <a:ea typeface="微软雅黑" pitchFamily="34" charset="-122"/>
            </a:endParaRPr>
          </a:p>
        </p:txBody>
      </p:sp>
      <p:sp>
        <p:nvSpPr>
          <p:cNvPr id="24" name="矩形 23"/>
          <p:cNvSpPr/>
          <p:nvPr/>
        </p:nvSpPr>
        <p:spPr>
          <a:xfrm>
            <a:off x="6252600" y="808879"/>
            <a:ext cx="548868" cy="315471"/>
          </a:xfrm>
          <a:prstGeom prst="rect">
            <a:avLst/>
          </a:prstGeom>
        </p:spPr>
        <p:txBody>
          <a:bodyPr wrap="none" lIns="68580" tIns="34290" rIns="68580" bIns="34290">
            <a:spAutoFit/>
          </a:bodyPr>
          <a:lstStyle/>
          <a:p>
            <a:r>
              <a:rPr lang="zh-CN" altLang="en-US" sz="1600" kern="0" dirty="0">
                <a:solidFill>
                  <a:prstClr val="white"/>
                </a:solidFill>
                <a:latin typeface="方正正中黑简体" pitchFamily="2" charset="-122"/>
                <a:ea typeface="方正正中黑简体" pitchFamily="2" charset="-122"/>
              </a:rPr>
              <a:t>文字</a:t>
            </a:r>
            <a:endParaRPr lang="zh-CN" altLang="en-US" sz="1600" dirty="0">
              <a:solidFill>
                <a:prstClr val="white"/>
              </a:solidFill>
              <a:ea typeface="微软雅黑" pitchFamily="34" charset="-122"/>
            </a:endParaRPr>
          </a:p>
        </p:txBody>
      </p:sp>
      <p:sp>
        <p:nvSpPr>
          <p:cNvPr id="25" name="矩形 24"/>
          <p:cNvSpPr/>
          <p:nvPr/>
        </p:nvSpPr>
        <p:spPr>
          <a:xfrm>
            <a:off x="6983148" y="1914453"/>
            <a:ext cx="548868" cy="315471"/>
          </a:xfrm>
          <a:prstGeom prst="rect">
            <a:avLst/>
          </a:prstGeom>
        </p:spPr>
        <p:txBody>
          <a:bodyPr wrap="none" lIns="68580" tIns="34290" rIns="68580" bIns="34290">
            <a:spAutoFit/>
          </a:bodyPr>
          <a:lstStyle/>
          <a:p>
            <a:r>
              <a:rPr lang="zh-CN" altLang="en-US" sz="1600" kern="0" dirty="0">
                <a:solidFill>
                  <a:prstClr val="white"/>
                </a:solidFill>
                <a:latin typeface="方正正中黑简体" pitchFamily="2" charset="-122"/>
                <a:ea typeface="方正正中黑简体" pitchFamily="2" charset="-122"/>
              </a:rPr>
              <a:t>文字</a:t>
            </a:r>
            <a:endParaRPr lang="zh-CN" altLang="en-US" sz="1600" dirty="0">
              <a:solidFill>
                <a:prstClr val="white"/>
              </a:solidFill>
              <a:ea typeface="微软雅黑" pitchFamily="34" charset="-122"/>
            </a:endParaRPr>
          </a:p>
        </p:txBody>
      </p:sp>
      <p:sp>
        <p:nvSpPr>
          <p:cNvPr id="26" name="矩形 25"/>
          <p:cNvSpPr/>
          <p:nvPr/>
        </p:nvSpPr>
        <p:spPr>
          <a:xfrm>
            <a:off x="5570038" y="1571446"/>
            <a:ext cx="548868" cy="315471"/>
          </a:xfrm>
          <a:prstGeom prst="rect">
            <a:avLst/>
          </a:prstGeom>
        </p:spPr>
        <p:txBody>
          <a:bodyPr wrap="none" lIns="68580" tIns="34290" rIns="68580" bIns="34290">
            <a:spAutoFit/>
          </a:bodyPr>
          <a:lstStyle/>
          <a:p>
            <a:r>
              <a:rPr lang="zh-CN" altLang="en-US" sz="1600" kern="0" dirty="0">
                <a:solidFill>
                  <a:prstClr val="white"/>
                </a:solidFill>
                <a:latin typeface="方正正中黑简体" pitchFamily="2" charset="-122"/>
                <a:ea typeface="方正正中黑简体" pitchFamily="2" charset="-122"/>
              </a:rPr>
              <a:t>文字</a:t>
            </a:r>
            <a:endParaRPr lang="zh-CN" altLang="en-US" sz="1600" dirty="0">
              <a:solidFill>
                <a:prstClr val="white"/>
              </a:solidFill>
              <a:ea typeface="微软雅黑" pitchFamily="34" charset="-122"/>
            </a:endParaRPr>
          </a:p>
        </p:txBody>
      </p:sp>
      <p:sp>
        <p:nvSpPr>
          <p:cNvPr id="27" name="矩形 26"/>
          <p:cNvSpPr/>
          <p:nvPr/>
        </p:nvSpPr>
        <p:spPr>
          <a:xfrm>
            <a:off x="4382279" y="3454984"/>
            <a:ext cx="548868" cy="315471"/>
          </a:xfrm>
          <a:prstGeom prst="rect">
            <a:avLst/>
          </a:prstGeom>
        </p:spPr>
        <p:txBody>
          <a:bodyPr wrap="none" lIns="68580" tIns="34290" rIns="68580" bIns="34290">
            <a:spAutoFit/>
          </a:bodyPr>
          <a:lstStyle/>
          <a:p>
            <a:r>
              <a:rPr lang="zh-CN" altLang="en-US" sz="1600" kern="0" dirty="0">
                <a:solidFill>
                  <a:prstClr val="white"/>
                </a:solidFill>
                <a:latin typeface="方正正中黑简体" pitchFamily="2" charset="-122"/>
                <a:ea typeface="方正正中黑简体" pitchFamily="2" charset="-122"/>
              </a:rPr>
              <a:t>文字</a:t>
            </a:r>
            <a:endParaRPr lang="zh-CN" altLang="en-US" sz="1600" dirty="0">
              <a:solidFill>
                <a:prstClr val="white"/>
              </a:solidFill>
              <a:ea typeface="微软雅黑" pitchFamily="34" charset="-122"/>
            </a:endParaRPr>
          </a:p>
        </p:txBody>
      </p:sp>
      <p:sp>
        <p:nvSpPr>
          <p:cNvPr id="28" name="矩形 27"/>
          <p:cNvSpPr/>
          <p:nvPr/>
        </p:nvSpPr>
        <p:spPr>
          <a:xfrm>
            <a:off x="7941572" y="1807962"/>
            <a:ext cx="548868" cy="315471"/>
          </a:xfrm>
          <a:prstGeom prst="rect">
            <a:avLst/>
          </a:prstGeom>
        </p:spPr>
        <p:txBody>
          <a:bodyPr wrap="none" lIns="68580" tIns="34290" rIns="68580" bIns="34290">
            <a:spAutoFit/>
          </a:bodyPr>
          <a:lstStyle/>
          <a:p>
            <a:r>
              <a:rPr lang="zh-CN" altLang="en-US" sz="1600" kern="0" dirty="0">
                <a:solidFill>
                  <a:prstClr val="white"/>
                </a:solidFill>
                <a:latin typeface="方正正中黑简体" pitchFamily="2" charset="-122"/>
                <a:ea typeface="方正正中黑简体" pitchFamily="2" charset="-122"/>
              </a:rPr>
              <a:t>文字</a:t>
            </a:r>
            <a:endParaRPr lang="zh-CN" altLang="en-US" sz="1600" dirty="0">
              <a:solidFill>
                <a:prstClr val="white"/>
              </a:solidFill>
              <a:ea typeface="微软雅黑" pitchFamily="34" charset="-122"/>
            </a:endParaRPr>
          </a:p>
        </p:txBody>
      </p:sp>
      <p:sp>
        <p:nvSpPr>
          <p:cNvPr id="29" name="矩形 28"/>
          <p:cNvSpPr/>
          <p:nvPr/>
        </p:nvSpPr>
        <p:spPr>
          <a:xfrm>
            <a:off x="7608201" y="3611879"/>
            <a:ext cx="548868" cy="315471"/>
          </a:xfrm>
          <a:prstGeom prst="rect">
            <a:avLst/>
          </a:prstGeom>
        </p:spPr>
        <p:txBody>
          <a:bodyPr wrap="none" lIns="68580" tIns="34290" rIns="68580" bIns="34290">
            <a:spAutoFit/>
          </a:bodyPr>
          <a:lstStyle/>
          <a:p>
            <a:r>
              <a:rPr lang="zh-CN" altLang="en-US" sz="1600" kern="0" dirty="0">
                <a:solidFill>
                  <a:prstClr val="white"/>
                </a:solidFill>
                <a:latin typeface="方正正中黑简体" pitchFamily="2" charset="-122"/>
                <a:ea typeface="方正正中黑简体" pitchFamily="2" charset="-122"/>
              </a:rPr>
              <a:t>文字</a:t>
            </a:r>
            <a:endParaRPr lang="zh-CN" altLang="en-US" sz="1600" dirty="0">
              <a:solidFill>
                <a:prstClr val="white"/>
              </a:solidFill>
              <a:ea typeface="微软雅黑" pitchFamily="34" charset="-122"/>
            </a:endParaRPr>
          </a:p>
        </p:txBody>
      </p:sp>
      <p:sp>
        <p:nvSpPr>
          <p:cNvPr id="30" name="矩形 1"/>
          <p:cNvSpPr>
            <a:spLocks noChangeArrowheads="1"/>
          </p:cNvSpPr>
          <p:nvPr/>
        </p:nvSpPr>
        <p:spPr bwMode="auto">
          <a:xfrm>
            <a:off x="803367" y="2519308"/>
            <a:ext cx="3220140" cy="1146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p>
            <a:pPr algn="ctr">
              <a:lnSpc>
                <a:spcPts val="2100"/>
              </a:lnSpc>
            </a:pPr>
            <a:r>
              <a:rPr lang="zh-CN" altLang="en-US" sz="1500" dirty="0">
                <a:solidFill>
                  <a:prstClr val="black"/>
                </a:solidFill>
                <a:latin typeface="微软雅黑" panose="020B0503020204020204" pitchFamily="34" charset="-122"/>
                <a:ea typeface="微软雅黑" panose="020B0503020204020204" pitchFamily="34" charset="-122"/>
              </a:rPr>
              <a:t>点击添加文本点击添加文本点击添加文本点击添加文本点击添加文本点击添加文本点击添加文本点击添加文本点击添加文本点击添加文本点击添加</a:t>
            </a:r>
            <a:endParaRPr lang="en-US" altLang="zh-CN" sz="1500" dirty="0">
              <a:solidFill>
                <a:prstClr val="black"/>
              </a:solidFill>
              <a:latin typeface="微软雅黑" panose="020B0503020204020204" pitchFamily="34" charset="-122"/>
              <a:ea typeface="微软雅黑" panose="020B0503020204020204" pitchFamily="34" charset="-122"/>
            </a:endParaRPr>
          </a:p>
        </p:txBody>
      </p:sp>
      <p:cxnSp>
        <p:nvCxnSpPr>
          <p:cNvPr id="31" name="直線接點 35"/>
          <p:cNvCxnSpPr/>
          <p:nvPr/>
        </p:nvCxnSpPr>
        <p:spPr>
          <a:xfrm flipV="1">
            <a:off x="898078" y="2503786"/>
            <a:ext cx="3044954" cy="1"/>
          </a:xfrm>
          <a:prstGeom prst="line">
            <a:avLst/>
          </a:prstGeom>
          <a:noFill/>
          <a:ln w="19050" cap="flat" cmpd="sng" algn="ctr">
            <a:solidFill>
              <a:srgbClr val="FFE68E">
                <a:alpha val="30000"/>
              </a:srgbClr>
            </a:solidFill>
            <a:prstDash val="solid"/>
          </a:ln>
          <a:effectLst/>
          <a:scene3d>
            <a:camera prst="orthographicFront"/>
            <a:lightRig rig="chilly" dir="t">
              <a:rot lat="0" lon="0" rev="10200000"/>
            </a:lightRig>
          </a:scene3d>
          <a:sp3d>
            <a:bevelT w="152400" h="50800" prst="softRound"/>
          </a:sp3d>
        </p:spPr>
      </p:cxnSp>
      <p:sp>
        <p:nvSpPr>
          <p:cNvPr id="32" name="矩形 31"/>
          <p:cNvSpPr/>
          <p:nvPr/>
        </p:nvSpPr>
        <p:spPr>
          <a:xfrm>
            <a:off x="899592" y="1777110"/>
            <a:ext cx="3037253" cy="650624"/>
          </a:xfrm>
          <a:prstGeom prst="rect">
            <a:avLst/>
          </a:prstGeom>
          <a:solidFill>
            <a:srgbClr val="054487"/>
          </a:solidFill>
          <a:ln w="25400" cap="flat" cmpd="sng" algn="ctr">
            <a:noFill/>
            <a:prstDash val="solid"/>
          </a:ln>
          <a:effectLst/>
        </p:spPr>
        <p:txBody>
          <a:bodyPr rtlCol="0" anchor="ctr"/>
          <a:lstStyle/>
          <a:p>
            <a:pPr algn="ctr">
              <a:defRPr/>
            </a:pPr>
            <a:r>
              <a:rPr lang="zh-CN" altLang="en-US" sz="2000" kern="0" dirty="0">
                <a:solidFill>
                  <a:prstClr val="white"/>
                </a:solidFill>
                <a:latin typeface="思源黑体 CN Heavy" pitchFamily="34" charset="-122"/>
                <a:ea typeface="思源黑体 CN Heavy" pitchFamily="34" charset="-122"/>
              </a:rPr>
              <a:t>点击在此输入文字内容</a:t>
            </a:r>
          </a:p>
        </p:txBody>
      </p:sp>
    </p:spTree>
    <p:extLst>
      <p:ext uri="{BB962C8B-B14F-4D97-AF65-F5344CB8AC3E}">
        <p14:creationId xmlns:p14="http://schemas.microsoft.com/office/powerpoint/2010/main" val="607498493"/>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32" fill="hold" grpId="0" nodeType="withEffect">
                                  <p:stCondLst>
                                    <p:cond delay="1000"/>
                                  </p:stCondLst>
                                  <p:childTnLst>
                                    <p:set>
                                      <p:cBhvr>
                                        <p:cTn id="6" dur="1" fill="hold">
                                          <p:stCondLst>
                                            <p:cond delay="0"/>
                                          </p:stCondLst>
                                        </p:cTn>
                                        <p:tgtEl>
                                          <p:spTgt spid="5"/>
                                        </p:tgtEl>
                                        <p:attrNameLst>
                                          <p:attrName>style.visibility</p:attrName>
                                        </p:attrNameLst>
                                      </p:cBhvr>
                                      <p:to>
                                        <p:strVal val="visible"/>
                                      </p:to>
                                    </p:set>
                                    <p:animEffect transition="in" filter="circle(out)">
                                      <p:cBhvr>
                                        <p:cTn id="7" dur="100"/>
                                        <p:tgtEl>
                                          <p:spTgt spid="5"/>
                                        </p:tgtEl>
                                      </p:cBhvr>
                                    </p:animEffect>
                                  </p:childTnLst>
                                </p:cTn>
                              </p:par>
                              <p:par>
                                <p:cTn id="8" presetID="42" presetClass="path" presetSubtype="0" decel="50000" fill="hold" grpId="3" nodeType="withEffect">
                                  <p:stCondLst>
                                    <p:cond delay="1000"/>
                                  </p:stCondLst>
                                  <p:childTnLst>
                                    <p:animMotion origin="layout" path="M -0.65821 -0.68657 L 4.79167E-6 -1.48148E-6 " pathEditMode="relative" rAng="0" ptsTypes="AA">
                                      <p:cBhvr>
                                        <p:cTn id="9" dur="500" fill="hold"/>
                                        <p:tgtEl>
                                          <p:spTgt spid="5"/>
                                        </p:tgtEl>
                                        <p:attrNameLst>
                                          <p:attrName>ppt_x</p:attrName>
                                          <p:attrName>ppt_y</p:attrName>
                                        </p:attrNameLst>
                                      </p:cBhvr>
                                      <p:rCtr x="32904" y="34329"/>
                                    </p:animMotion>
                                  </p:childTnLst>
                                </p:cTn>
                              </p:par>
                              <p:par>
                                <p:cTn id="10" presetID="53" presetClass="entr" presetSubtype="16" fill="hold" grpId="4" nodeType="withEffect">
                                  <p:stCondLst>
                                    <p:cond delay="100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par>
                                <p:cTn id="15" presetID="6" presetClass="emph" presetSubtype="0" fill="hold" grpId="2" nodeType="withEffect">
                                  <p:stCondLst>
                                    <p:cond delay="1500"/>
                                  </p:stCondLst>
                                  <p:childTnLst>
                                    <p:animScale>
                                      <p:cBhvr>
                                        <p:cTn id="16" dur="500" fill="hold"/>
                                        <p:tgtEl>
                                          <p:spTgt spid="5"/>
                                        </p:tgtEl>
                                      </p:cBhvr>
                                      <p:by x="1000000" y="1000000"/>
                                    </p:animScale>
                                  </p:childTnLst>
                                </p:cTn>
                              </p:par>
                              <p:par>
                                <p:cTn id="17" presetID="10" presetClass="exit" presetSubtype="0" fill="hold" grpId="1" nodeType="withEffect">
                                  <p:stCondLst>
                                    <p:cond delay="1500"/>
                                  </p:stCondLst>
                                  <p:childTnLst>
                                    <p:animEffect transition="out" filter="fade">
                                      <p:cBhvr>
                                        <p:cTn id="18" dur="500"/>
                                        <p:tgtEl>
                                          <p:spTgt spid="5"/>
                                        </p:tgtEl>
                                      </p:cBhvr>
                                    </p:animEffect>
                                    <p:set>
                                      <p:cBhvr>
                                        <p:cTn id="19" dur="1" fill="hold">
                                          <p:stCondLst>
                                            <p:cond delay="499"/>
                                          </p:stCondLst>
                                        </p:cTn>
                                        <p:tgtEl>
                                          <p:spTgt spid="5"/>
                                        </p:tgtEl>
                                        <p:attrNameLst>
                                          <p:attrName>style.visibility</p:attrName>
                                        </p:attrNameLst>
                                      </p:cBhvr>
                                      <p:to>
                                        <p:strVal val="hidden"/>
                                      </p:to>
                                    </p:set>
                                  </p:childTnLst>
                                </p:cTn>
                              </p:par>
                              <p:par>
                                <p:cTn id="20" presetID="10" presetClass="entr" presetSubtype="0" fill="hold" grpId="0" nodeType="withEffect">
                                  <p:stCondLst>
                                    <p:cond delay="150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par>
                          <p:cTn id="23" fill="hold">
                            <p:stCondLst>
                              <p:cond delay="2000"/>
                            </p:stCondLst>
                            <p:childTnLst>
                              <p:par>
                                <p:cTn id="24" presetID="10" presetClass="entr" presetSubtype="0"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par>
                          <p:cTn id="27" fill="hold">
                            <p:stCondLst>
                              <p:cond delay="2500"/>
                            </p:stCondLst>
                            <p:childTnLst>
                              <p:par>
                                <p:cTn id="28" presetID="53" presetClass="entr" presetSubtype="16" fill="hold" grpId="0" nodeType="afterEffect">
                                  <p:stCondLst>
                                    <p:cond delay="0"/>
                                  </p:stCondLst>
                                  <p:childTnLst>
                                    <p:set>
                                      <p:cBhvr>
                                        <p:cTn id="29" dur="1" fill="hold">
                                          <p:stCondLst>
                                            <p:cond delay="0"/>
                                          </p:stCondLst>
                                        </p:cTn>
                                        <p:tgtEl>
                                          <p:spTgt spid="24"/>
                                        </p:tgtEl>
                                        <p:attrNameLst>
                                          <p:attrName>style.visibility</p:attrName>
                                        </p:attrNameLst>
                                      </p:cBhvr>
                                      <p:to>
                                        <p:strVal val="visible"/>
                                      </p:to>
                                    </p:set>
                                    <p:anim calcmode="lin" valueType="num">
                                      <p:cBhvr>
                                        <p:cTn id="30" dur="200" fill="hold"/>
                                        <p:tgtEl>
                                          <p:spTgt spid="24"/>
                                        </p:tgtEl>
                                        <p:attrNameLst>
                                          <p:attrName>ppt_w</p:attrName>
                                        </p:attrNameLst>
                                      </p:cBhvr>
                                      <p:tavLst>
                                        <p:tav tm="0">
                                          <p:val>
                                            <p:fltVal val="0"/>
                                          </p:val>
                                        </p:tav>
                                        <p:tav tm="100000">
                                          <p:val>
                                            <p:strVal val="#ppt_w"/>
                                          </p:val>
                                        </p:tav>
                                      </p:tavLst>
                                    </p:anim>
                                    <p:anim calcmode="lin" valueType="num">
                                      <p:cBhvr>
                                        <p:cTn id="31" dur="200" fill="hold"/>
                                        <p:tgtEl>
                                          <p:spTgt spid="24"/>
                                        </p:tgtEl>
                                        <p:attrNameLst>
                                          <p:attrName>ppt_h</p:attrName>
                                        </p:attrNameLst>
                                      </p:cBhvr>
                                      <p:tavLst>
                                        <p:tav tm="0">
                                          <p:val>
                                            <p:fltVal val="0"/>
                                          </p:val>
                                        </p:tav>
                                        <p:tav tm="100000">
                                          <p:val>
                                            <p:strVal val="#ppt_h"/>
                                          </p:val>
                                        </p:tav>
                                      </p:tavLst>
                                    </p:anim>
                                    <p:animEffect transition="in" filter="fade">
                                      <p:cBhvr>
                                        <p:cTn id="32" dur="200"/>
                                        <p:tgtEl>
                                          <p:spTgt spid="24"/>
                                        </p:tgtEl>
                                      </p:cBhvr>
                                    </p:animEffect>
                                  </p:childTnLst>
                                </p:cTn>
                              </p:par>
                            </p:childTnLst>
                          </p:cTn>
                        </p:par>
                        <p:par>
                          <p:cTn id="33" fill="hold">
                            <p:stCondLst>
                              <p:cond delay="2700"/>
                            </p:stCondLst>
                            <p:childTnLst>
                              <p:par>
                                <p:cTn id="34" presetID="53" presetClass="entr" presetSubtype="16" fill="hold" grpId="0" nodeType="afterEffect">
                                  <p:stCondLst>
                                    <p:cond delay="0"/>
                                  </p:stCondLst>
                                  <p:childTnLst>
                                    <p:set>
                                      <p:cBhvr>
                                        <p:cTn id="35" dur="1" fill="hold">
                                          <p:stCondLst>
                                            <p:cond delay="0"/>
                                          </p:stCondLst>
                                        </p:cTn>
                                        <p:tgtEl>
                                          <p:spTgt spid="23"/>
                                        </p:tgtEl>
                                        <p:attrNameLst>
                                          <p:attrName>style.visibility</p:attrName>
                                        </p:attrNameLst>
                                      </p:cBhvr>
                                      <p:to>
                                        <p:strVal val="visible"/>
                                      </p:to>
                                    </p:set>
                                    <p:anim calcmode="lin" valueType="num">
                                      <p:cBhvr>
                                        <p:cTn id="36" dur="200" fill="hold"/>
                                        <p:tgtEl>
                                          <p:spTgt spid="23"/>
                                        </p:tgtEl>
                                        <p:attrNameLst>
                                          <p:attrName>ppt_w</p:attrName>
                                        </p:attrNameLst>
                                      </p:cBhvr>
                                      <p:tavLst>
                                        <p:tav tm="0">
                                          <p:val>
                                            <p:fltVal val="0"/>
                                          </p:val>
                                        </p:tav>
                                        <p:tav tm="100000">
                                          <p:val>
                                            <p:strVal val="#ppt_w"/>
                                          </p:val>
                                        </p:tav>
                                      </p:tavLst>
                                    </p:anim>
                                    <p:anim calcmode="lin" valueType="num">
                                      <p:cBhvr>
                                        <p:cTn id="37" dur="200" fill="hold"/>
                                        <p:tgtEl>
                                          <p:spTgt spid="23"/>
                                        </p:tgtEl>
                                        <p:attrNameLst>
                                          <p:attrName>ppt_h</p:attrName>
                                        </p:attrNameLst>
                                      </p:cBhvr>
                                      <p:tavLst>
                                        <p:tav tm="0">
                                          <p:val>
                                            <p:fltVal val="0"/>
                                          </p:val>
                                        </p:tav>
                                        <p:tav tm="100000">
                                          <p:val>
                                            <p:strVal val="#ppt_h"/>
                                          </p:val>
                                        </p:tav>
                                      </p:tavLst>
                                    </p:anim>
                                    <p:animEffect transition="in" filter="fade">
                                      <p:cBhvr>
                                        <p:cTn id="38" dur="200"/>
                                        <p:tgtEl>
                                          <p:spTgt spid="23"/>
                                        </p:tgtEl>
                                      </p:cBhvr>
                                    </p:animEffect>
                                  </p:childTnLst>
                                </p:cTn>
                              </p:par>
                            </p:childTnLst>
                          </p:cTn>
                        </p:par>
                        <p:par>
                          <p:cTn id="39" fill="hold">
                            <p:stCondLst>
                              <p:cond delay="2900"/>
                            </p:stCondLst>
                            <p:childTnLst>
                              <p:par>
                                <p:cTn id="40" presetID="53" presetClass="entr" presetSubtype="16" fill="hold" grpId="0" nodeType="afterEffect">
                                  <p:stCondLst>
                                    <p:cond delay="0"/>
                                  </p:stCondLst>
                                  <p:childTnLst>
                                    <p:set>
                                      <p:cBhvr>
                                        <p:cTn id="41" dur="1" fill="hold">
                                          <p:stCondLst>
                                            <p:cond delay="0"/>
                                          </p:stCondLst>
                                        </p:cTn>
                                        <p:tgtEl>
                                          <p:spTgt spid="26"/>
                                        </p:tgtEl>
                                        <p:attrNameLst>
                                          <p:attrName>style.visibility</p:attrName>
                                        </p:attrNameLst>
                                      </p:cBhvr>
                                      <p:to>
                                        <p:strVal val="visible"/>
                                      </p:to>
                                    </p:set>
                                    <p:anim calcmode="lin" valueType="num">
                                      <p:cBhvr>
                                        <p:cTn id="42" dur="200" fill="hold"/>
                                        <p:tgtEl>
                                          <p:spTgt spid="26"/>
                                        </p:tgtEl>
                                        <p:attrNameLst>
                                          <p:attrName>ppt_w</p:attrName>
                                        </p:attrNameLst>
                                      </p:cBhvr>
                                      <p:tavLst>
                                        <p:tav tm="0">
                                          <p:val>
                                            <p:fltVal val="0"/>
                                          </p:val>
                                        </p:tav>
                                        <p:tav tm="100000">
                                          <p:val>
                                            <p:strVal val="#ppt_w"/>
                                          </p:val>
                                        </p:tav>
                                      </p:tavLst>
                                    </p:anim>
                                    <p:anim calcmode="lin" valueType="num">
                                      <p:cBhvr>
                                        <p:cTn id="43" dur="200" fill="hold"/>
                                        <p:tgtEl>
                                          <p:spTgt spid="26"/>
                                        </p:tgtEl>
                                        <p:attrNameLst>
                                          <p:attrName>ppt_h</p:attrName>
                                        </p:attrNameLst>
                                      </p:cBhvr>
                                      <p:tavLst>
                                        <p:tav tm="0">
                                          <p:val>
                                            <p:fltVal val="0"/>
                                          </p:val>
                                        </p:tav>
                                        <p:tav tm="100000">
                                          <p:val>
                                            <p:strVal val="#ppt_h"/>
                                          </p:val>
                                        </p:tav>
                                      </p:tavLst>
                                    </p:anim>
                                    <p:animEffect transition="in" filter="fade">
                                      <p:cBhvr>
                                        <p:cTn id="44" dur="200"/>
                                        <p:tgtEl>
                                          <p:spTgt spid="26"/>
                                        </p:tgtEl>
                                      </p:cBhvr>
                                    </p:animEffect>
                                  </p:childTnLst>
                                </p:cTn>
                              </p:par>
                            </p:childTnLst>
                          </p:cTn>
                        </p:par>
                        <p:par>
                          <p:cTn id="45" fill="hold">
                            <p:stCondLst>
                              <p:cond delay="3100"/>
                            </p:stCondLst>
                            <p:childTnLst>
                              <p:par>
                                <p:cTn id="46" presetID="53" presetClass="entr" presetSubtype="16" fill="hold" grpId="0" nodeType="afterEffect">
                                  <p:stCondLst>
                                    <p:cond delay="0"/>
                                  </p:stCondLst>
                                  <p:childTnLst>
                                    <p:set>
                                      <p:cBhvr>
                                        <p:cTn id="47" dur="1" fill="hold">
                                          <p:stCondLst>
                                            <p:cond delay="0"/>
                                          </p:stCondLst>
                                        </p:cTn>
                                        <p:tgtEl>
                                          <p:spTgt spid="25"/>
                                        </p:tgtEl>
                                        <p:attrNameLst>
                                          <p:attrName>style.visibility</p:attrName>
                                        </p:attrNameLst>
                                      </p:cBhvr>
                                      <p:to>
                                        <p:strVal val="visible"/>
                                      </p:to>
                                    </p:set>
                                    <p:anim calcmode="lin" valueType="num">
                                      <p:cBhvr>
                                        <p:cTn id="48" dur="200" fill="hold"/>
                                        <p:tgtEl>
                                          <p:spTgt spid="25"/>
                                        </p:tgtEl>
                                        <p:attrNameLst>
                                          <p:attrName>ppt_w</p:attrName>
                                        </p:attrNameLst>
                                      </p:cBhvr>
                                      <p:tavLst>
                                        <p:tav tm="0">
                                          <p:val>
                                            <p:fltVal val="0"/>
                                          </p:val>
                                        </p:tav>
                                        <p:tav tm="100000">
                                          <p:val>
                                            <p:strVal val="#ppt_w"/>
                                          </p:val>
                                        </p:tav>
                                      </p:tavLst>
                                    </p:anim>
                                    <p:anim calcmode="lin" valueType="num">
                                      <p:cBhvr>
                                        <p:cTn id="49" dur="200" fill="hold"/>
                                        <p:tgtEl>
                                          <p:spTgt spid="25"/>
                                        </p:tgtEl>
                                        <p:attrNameLst>
                                          <p:attrName>ppt_h</p:attrName>
                                        </p:attrNameLst>
                                      </p:cBhvr>
                                      <p:tavLst>
                                        <p:tav tm="0">
                                          <p:val>
                                            <p:fltVal val="0"/>
                                          </p:val>
                                        </p:tav>
                                        <p:tav tm="100000">
                                          <p:val>
                                            <p:strVal val="#ppt_h"/>
                                          </p:val>
                                        </p:tav>
                                      </p:tavLst>
                                    </p:anim>
                                    <p:animEffect transition="in" filter="fade">
                                      <p:cBhvr>
                                        <p:cTn id="50" dur="200"/>
                                        <p:tgtEl>
                                          <p:spTgt spid="25"/>
                                        </p:tgtEl>
                                      </p:cBhvr>
                                    </p:animEffect>
                                  </p:childTnLst>
                                </p:cTn>
                              </p:par>
                            </p:childTnLst>
                          </p:cTn>
                        </p:par>
                        <p:par>
                          <p:cTn id="51" fill="hold">
                            <p:stCondLst>
                              <p:cond delay="3300"/>
                            </p:stCondLst>
                            <p:childTnLst>
                              <p:par>
                                <p:cTn id="52" presetID="53" presetClass="entr" presetSubtype="16" fill="hold" grpId="0" nodeType="afterEffect">
                                  <p:stCondLst>
                                    <p:cond delay="0"/>
                                  </p:stCondLst>
                                  <p:childTnLst>
                                    <p:set>
                                      <p:cBhvr>
                                        <p:cTn id="53" dur="1" fill="hold">
                                          <p:stCondLst>
                                            <p:cond delay="0"/>
                                          </p:stCondLst>
                                        </p:cTn>
                                        <p:tgtEl>
                                          <p:spTgt spid="28"/>
                                        </p:tgtEl>
                                        <p:attrNameLst>
                                          <p:attrName>style.visibility</p:attrName>
                                        </p:attrNameLst>
                                      </p:cBhvr>
                                      <p:to>
                                        <p:strVal val="visible"/>
                                      </p:to>
                                    </p:set>
                                    <p:anim calcmode="lin" valueType="num">
                                      <p:cBhvr>
                                        <p:cTn id="54" dur="200" fill="hold"/>
                                        <p:tgtEl>
                                          <p:spTgt spid="28"/>
                                        </p:tgtEl>
                                        <p:attrNameLst>
                                          <p:attrName>ppt_w</p:attrName>
                                        </p:attrNameLst>
                                      </p:cBhvr>
                                      <p:tavLst>
                                        <p:tav tm="0">
                                          <p:val>
                                            <p:fltVal val="0"/>
                                          </p:val>
                                        </p:tav>
                                        <p:tav tm="100000">
                                          <p:val>
                                            <p:strVal val="#ppt_w"/>
                                          </p:val>
                                        </p:tav>
                                      </p:tavLst>
                                    </p:anim>
                                    <p:anim calcmode="lin" valueType="num">
                                      <p:cBhvr>
                                        <p:cTn id="55" dur="200" fill="hold"/>
                                        <p:tgtEl>
                                          <p:spTgt spid="28"/>
                                        </p:tgtEl>
                                        <p:attrNameLst>
                                          <p:attrName>ppt_h</p:attrName>
                                        </p:attrNameLst>
                                      </p:cBhvr>
                                      <p:tavLst>
                                        <p:tav tm="0">
                                          <p:val>
                                            <p:fltVal val="0"/>
                                          </p:val>
                                        </p:tav>
                                        <p:tav tm="100000">
                                          <p:val>
                                            <p:strVal val="#ppt_h"/>
                                          </p:val>
                                        </p:tav>
                                      </p:tavLst>
                                    </p:anim>
                                    <p:animEffect transition="in" filter="fade">
                                      <p:cBhvr>
                                        <p:cTn id="56" dur="200"/>
                                        <p:tgtEl>
                                          <p:spTgt spid="28"/>
                                        </p:tgtEl>
                                      </p:cBhvr>
                                    </p:animEffect>
                                  </p:childTnLst>
                                </p:cTn>
                              </p:par>
                            </p:childTnLst>
                          </p:cTn>
                        </p:par>
                        <p:par>
                          <p:cTn id="57" fill="hold">
                            <p:stCondLst>
                              <p:cond delay="3500"/>
                            </p:stCondLst>
                            <p:childTnLst>
                              <p:par>
                                <p:cTn id="58" presetID="53" presetClass="entr" presetSubtype="16" fill="hold" grpId="0" nodeType="afterEffect">
                                  <p:stCondLst>
                                    <p:cond delay="0"/>
                                  </p:stCondLst>
                                  <p:childTnLst>
                                    <p:set>
                                      <p:cBhvr>
                                        <p:cTn id="59" dur="1" fill="hold">
                                          <p:stCondLst>
                                            <p:cond delay="0"/>
                                          </p:stCondLst>
                                        </p:cTn>
                                        <p:tgtEl>
                                          <p:spTgt spid="27"/>
                                        </p:tgtEl>
                                        <p:attrNameLst>
                                          <p:attrName>style.visibility</p:attrName>
                                        </p:attrNameLst>
                                      </p:cBhvr>
                                      <p:to>
                                        <p:strVal val="visible"/>
                                      </p:to>
                                    </p:set>
                                    <p:anim calcmode="lin" valueType="num">
                                      <p:cBhvr>
                                        <p:cTn id="60" dur="200" fill="hold"/>
                                        <p:tgtEl>
                                          <p:spTgt spid="27"/>
                                        </p:tgtEl>
                                        <p:attrNameLst>
                                          <p:attrName>ppt_w</p:attrName>
                                        </p:attrNameLst>
                                      </p:cBhvr>
                                      <p:tavLst>
                                        <p:tav tm="0">
                                          <p:val>
                                            <p:fltVal val="0"/>
                                          </p:val>
                                        </p:tav>
                                        <p:tav tm="100000">
                                          <p:val>
                                            <p:strVal val="#ppt_w"/>
                                          </p:val>
                                        </p:tav>
                                      </p:tavLst>
                                    </p:anim>
                                    <p:anim calcmode="lin" valueType="num">
                                      <p:cBhvr>
                                        <p:cTn id="61" dur="200" fill="hold"/>
                                        <p:tgtEl>
                                          <p:spTgt spid="27"/>
                                        </p:tgtEl>
                                        <p:attrNameLst>
                                          <p:attrName>ppt_h</p:attrName>
                                        </p:attrNameLst>
                                      </p:cBhvr>
                                      <p:tavLst>
                                        <p:tav tm="0">
                                          <p:val>
                                            <p:fltVal val="0"/>
                                          </p:val>
                                        </p:tav>
                                        <p:tav tm="100000">
                                          <p:val>
                                            <p:strVal val="#ppt_h"/>
                                          </p:val>
                                        </p:tav>
                                      </p:tavLst>
                                    </p:anim>
                                    <p:animEffect transition="in" filter="fade">
                                      <p:cBhvr>
                                        <p:cTn id="62" dur="200"/>
                                        <p:tgtEl>
                                          <p:spTgt spid="27"/>
                                        </p:tgtEl>
                                      </p:cBhvr>
                                    </p:animEffect>
                                  </p:childTnLst>
                                </p:cTn>
                              </p:par>
                            </p:childTnLst>
                          </p:cTn>
                        </p:par>
                        <p:par>
                          <p:cTn id="63" fill="hold">
                            <p:stCondLst>
                              <p:cond delay="3700"/>
                            </p:stCondLst>
                            <p:childTnLst>
                              <p:par>
                                <p:cTn id="64" presetID="53" presetClass="entr" presetSubtype="16" fill="hold" grpId="0" nodeType="afterEffect">
                                  <p:stCondLst>
                                    <p:cond delay="0"/>
                                  </p:stCondLst>
                                  <p:childTnLst>
                                    <p:set>
                                      <p:cBhvr>
                                        <p:cTn id="65" dur="1" fill="hold">
                                          <p:stCondLst>
                                            <p:cond delay="0"/>
                                          </p:stCondLst>
                                        </p:cTn>
                                        <p:tgtEl>
                                          <p:spTgt spid="29"/>
                                        </p:tgtEl>
                                        <p:attrNameLst>
                                          <p:attrName>style.visibility</p:attrName>
                                        </p:attrNameLst>
                                      </p:cBhvr>
                                      <p:to>
                                        <p:strVal val="visible"/>
                                      </p:to>
                                    </p:set>
                                    <p:anim calcmode="lin" valueType="num">
                                      <p:cBhvr>
                                        <p:cTn id="66" dur="200" fill="hold"/>
                                        <p:tgtEl>
                                          <p:spTgt spid="29"/>
                                        </p:tgtEl>
                                        <p:attrNameLst>
                                          <p:attrName>ppt_w</p:attrName>
                                        </p:attrNameLst>
                                      </p:cBhvr>
                                      <p:tavLst>
                                        <p:tav tm="0">
                                          <p:val>
                                            <p:fltVal val="0"/>
                                          </p:val>
                                        </p:tav>
                                        <p:tav tm="100000">
                                          <p:val>
                                            <p:strVal val="#ppt_w"/>
                                          </p:val>
                                        </p:tav>
                                      </p:tavLst>
                                    </p:anim>
                                    <p:anim calcmode="lin" valueType="num">
                                      <p:cBhvr>
                                        <p:cTn id="67" dur="200" fill="hold"/>
                                        <p:tgtEl>
                                          <p:spTgt spid="29"/>
                                        </p:tgtEl>
                                        <p:attrNameLst>
                                          <p:attrName>ppt_h</p:attrName>
                                        </p:attrNameLst>
                                      </p:cBhvr>
                                      <p:tavLst>
                                        <p:tav tm="0">
                                          <p:val>
                                            <p:fltVal val="0"/>
                                          </p:val>
                                        </p:tav>
                                        <p:tav tm="100000">
                                          <p:val>
                                            <p:strVal val="#ppt_h"/>
                                          </p:val>
                                        </p:tav>
                                      </p:tavLst>
                                    </p:anim>
                                    <p:animEffect transition="in" filter="fade">
                                      <p:cBhvr>
                                        <p:cTn id="68" dur="200"/>
                                        <p:tgtEl>
                                          <p:spTgt spid="29"/>
                                        </p:tgtEl>
                                      </p:cBhvr>
                                    </p:animEffect>
                                  </p:childTnLst>
                                </p:cTn>
                              </p:par>
                            </p:childTnLst>
                          </p:cTn>
                        </p:par>
                        <p:par>
                          <p:cTn id="69" fill="hold">
                            <p:stCondLst>
                              <p:cond delay="3900"/>
                            </p:stCondLst>
                            <p:childTnLst>
                              <p:par>
                                <p:cTn id="70" presetID="10" presetClass="entr" presetSubtype="0" fill="hold" grpId="0" nodeType="afterEffect">
                                  <p:stCondLst>
                                    <p:cond delay="0"/>
                                  </p:stCondLst>
                                  <p:childTnLst>
                                    <p:set>
                                      <p:cBhvr>
                                        <p:cTn id="71" dur="1" fill="hold">
                                          <p:stCondLst>
                                            <p:cond delay="0"/>
                                          </p:stCondLst>
                                        </p:cTn>
                                        <p:tgtEl>
                                          <p:spTgt spid="32"/>
                                        </p:tgtEl>
                                        <p:attrNameLst>
                                          <p:attrName>style.visibility</p:attrName>
                                        </p:attrNameLst>
                                      </p:cBhvr>
                                      <p:to>
                                        <p:strVal val="visible"/>
                                      </p:to>
                                    </p:set>
                                    <p:animEffect transition="in" filter="fade">
                                      <p:cBhvr>
                                        <p:cTn id="72" dur="500"/>
                                        <p:tgtEl>
                                          <p:spTgt spid="32"/>
                                        </p:tgtEl>
                                      </p:cBhvr>
                                    </p:animEffect>
                                  </p:childTnLst>
                                </p:cTn>
                              </p:par>
                            </p:childTnLst>
                          </p:cTn>
                        </p:par>
                        <p:par>
                          <p:cTn id="73" fill="hold">
                            <p:stCondLst>
                              <p:cond delay="4400"/>
                            </p:stCondLst>
                            <p:childTnLst>
                              <p:par>
                                <p:cTn id="74" presetID="22" presetClass="entr" presetSubtype="8" fill="hold" nodeType="afterEffect">
                                  <p:stCondLst>
                                    <p:cond delay="0"/>
                                  </p:stCondLst>
                                  <p:childTnLst>
                                    <p:set>
                                      <p:cBhvr>
                                        <p:cTn id="75" dur="1" fill="hold">
                                          <p:stCondLst>
                                            <p:cond delay="0"/>
                                          </p:stCondLst>
                                        </p:cTn>
                                        <p:tgtEl>
                                          <p:spTgt spid="31"/>
                                        </p:tgtEl>
                                        <p:attrNameLst>
                                          <p:attrName>style.visibility</p:attrName>
                                        </p:attrNameLst>
                                      </p:cBhvr>
                                      <p:to>
                                        <p:strVal val="visible"/>
                                      </p:to>
                                    </p:set>
                                    <p:animEffect transition="in" filter="wipe(left)">
                                      <p:cBhvr>
                                        <p:cTn id="76" dur="500"/>
                                        <p:tgtEl>
                                          <p:spTgt spid="31"/>
                                        </p:tgtEl>
                                      </p:cBhvr>
                                    </p:animEffect>
                                  </p:childTnLst>
                                </p:cTn>
                              </p:par>
                            </p:childTnLst>
                          </p:cTn>
                        </p:par>
                        <p:par>
                          <p:cTn id="77" fill="hold">
                            <p:stCondLst>
                              <p:cond delay="4900"/>
                            </p:stCondLst>
                            <p:childTnLst>
                              <p:par>
                                <p:cTn id="78" presetID="10" presetClass="entr" presetSubtype="0" fill="hold" grpId="0" nodeType="afterEffect">
                                  <p:stCondLst>
                                    <p:cond delay="0"/>
                                  </p:stCondLst>
                                  <p:iterate type="lt">
                                    <p:tmPct val="10000"/>
                                  </p:iterate>
                                  <p:childTnLst>
                                    <p:set>
                                      <p:cBhvr>
                                        <p:cTn id="79" dur="1" fill="hold">
                                          <p:stCondLst>
                                            <p:cond delay="0"/>
                                          </p:stCondLst>
                                        </p:cTn>
                                        <p:tgtEl>
                                          <p:spTgt spid="30"/>
                                        </p:tgtEl>
                                        <p:attrNameLst>
                                          <p:attrName>style.visibility</p:attrName>
                                        </p:attrNameLst>
                                      </p:cBhvr>
                                      <p:to>
                                        <p:strVal val="visible"/>
                                      </p:to>
                                    </p:set>
                                    <p:animEffect transition="in" filter="fade">
                                      <p:cBhvr>
                                        <p:cTn id="80" dur="2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5" grpId="2" animBg="1"/>
      <p:bldP spid="5" grpId="3" animBg="1"/>
      <p:bldP spid="5" grpId="4" animBg="1"/>
      <p:bldP spid="6" grpId="0" animBg="1"/>
      <p:bldP spid="23" grpId="0"/>
      <p:bldP spid="24" grpId="0"/>
      <p:bldP spid="25" grpId="0"/>
      <p:bldP spid="26" grpId="0"/>
      <p:bldP spid="27" grpId="0"/>
      <p:bldP spid="28" grpId="0"/>
      <p:bldP spid="29" grpId="0"/>
      <p:bldP spid="30" grpId="0"/>
      <p:bldP spid="3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95486"/>
            <a:ext cx="611560" cy="369332"/>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3"/>
          <p:cNvSpPr txBox="1"/>
          <p:nvPr/>
        </p:nvSpPr>
        <p:spPr>
          <a:xfrm>
            <a:off x="683568" y="195486"/>
            <a:ext cx="3816424" cy="646331"/>
          </a:xfrm>
          <a:prstGeom prst="rect">
            <a:avLst/>
          </a:prstGeom>
          <a:noFill/>
        </p:spPr>
        <p:txBody>
          <a:bodyPr wrap="square" rtlCol="0">
            <a:spAutoFit/>
          </a:bodyPr>
          <a:lstStyle/>
          <a:p>
            <a:r>
              <a:rPr lang="zh-CN" altLang="en-US" dirty="0">
                <a:solidFill>
                  <a:srgbClr val="054487"/>
                </a:solidFill>
                <a:latin typeface="微软雅黑" pitchFamily="34" charset="-122"/>
                <a:ea typeface="微软雅黑" pitchFamily="34" charset="-122"/>
              </a:rPr>
              <a:t>输入你的标题 </a:t>
            </a:r>
            <a:r>
              <a:rPr lang="en-US" altLang="zh-CN" dirty="0">
                <a:solidFill>
                  <a:srgbClr val="054487"/>
                </a:solidFill>
                <a:latin typeface="微软雅黑" pitchFamily="34" charset="-122"/>
                <a:ea typeface="微软雅黑" pitchFamily="34" charset="-122"/>
              </a:rPr>
              <a:t>/Add your title</a:t>
            </a:r>
            <a:endParaRPr lang="zh-CN" altLang="en-US" dirty="0">
              <a:solidFill>
                <a:srgbClr val="054487"/>
              </a:solidFill>
              <a:latin typeface="微软雅黑" pitchFamily="34" charset="-122"/>
              <a:ea typeface="微软雅黑" pitchFamily="34" charset="-122"/>
            </a:endParaRPr>
          </a:p>
          <a:p>
            <a:endParaRPr lang="zh-CN" altLang="en-US" dirty="0">
              <a:solidFill>
                <a:srgbClr val="F46970"/>
              </a:solidFill>
              <a:latin typeface="微软雅黑" pitchFamily="34" charset="-122"/>
              <a:ea typeface="微软雅黑" pitchFamily="34" charset="-122"/>
            </a:endParaRPr>
          </a:p>
        </p:txBody>
      </p:sp>
      <p:grpSp>
        <p:nvGrpSpPr>
          <p:cNvPr id="5" name="组合 4"/>
          <p:cNvGrpSpPr/>
          <p:nvPr/>
        </p:nvGrpSpPr>
        <p:grpSpPr>
          <a:xfrm>
            <a:off x="5555401" y="2310812"/>
            <a:ext cx="1512168" cy="1134126"/>
            <a:chOff x="5868144" y="2649035"/>
            <a:chExt cx="2016224" cy="1512168"/>
          </a:xfrm>
        </p:grpSpPr>
        <p:sp>
          <p:nvSpPr>
            <p:cNvPr id="6" name="右箭头 5"/>
            <p:cNvSpPr/>
            <p:nvPr/>
          </p:nvSpPr>
          <p:spPr>
            <a:xfrm>
              <a:off x="5868144" y="2649035"/>
              <a:ext cx="2016224" cy="1512168"/>
            </a:xfrm>
            <a:prstGeom prst="rightArrow">
              <a:avLst>
                <a:gd name="adj1" fmla="val 69095"/>
                <a:gd name="adj2" fmla="val 44430"/>
              </a:avLst>
            </a:prstGeom>
            <a:solidFill>
              <a:srgbClr val="054487"/>
            </a:solidFill>
            <a:ln w="25400" cap="flat" cmpd="sng" algn="ctr">
              <a:noFill/>
              <a:prstDash val="solid"/>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a:ln>
                  <a:noFill/>
                </a:ln>
                <a:solidFill>
                  <a:prstClr val="white"/>
                </a:solidFill>
                <a:effectLst/>
                <a:uLnTx/>
                <a:uFillTx/>
              </a:endParaRPr>
            </a:p>
          </p:txBody>
        </p:sp>
        <p:sp>
          <p:nvSpPr>
            <p:cNvPr id="7" name="TextBox 6"/>
            <p:cNvSpPr txBox="1"/>
            <p:nvPr/>
          </p:nvSpPr>
          <p:spPr>
            <a:xfrm>
              <a:off x="5890303" y="3205064"/>
              <a:ext cx="1710299" cy="43088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500" b="1" i="0" u="none" strike="noStrike" kern="0" cap="none" spc="0" normalizeH="0" baseline="0" noProof="0" dirty="0">
                  <a:ln>
                    <a:noFill/>
                  </a:ln>
                  <a:solidFill>
                    <a:prstClr val="white"/>
                  </a:solidFill>
                  <a:effectLst/>
                  <a:uLnTx/>
                  <a:uFillTx/>
                  <a:latin typeface="微软雅黑" pitchFamily="34" charset="-122"/>
                </a:rPr>
                <a:t>添加标题</a:t>
              </a:r>
            </a:p>
          </p:txBody>
        </p:sp>
      </p:grpSp>
      <p:grpSp>
        <p:nvGrpSpPr>
          <p:cNvPr id="8" name="组合 7"/>
          <p:cNvGrpSpPr/>
          <p:nvPr/>
        </p:nvGrpSpPr>
        <p:grpSpPr>
          <a:xfrm>
            <a:off x="2045011" y="2301721"/>
            <a:ext cx="2700300" cy="1134126"/>
            <a:chOff x="1187624" y="2636913"/>
            <a:chExt cx="3600400" cy="1512168"/>
          </a:xfrm>
        </p:grpSpPr>
        <p:sp>
          <p:nvSpPr>
            <p:cNvPr id="9" name="右箭头 8"/>
            <p:cNvSpPr/>
            <p:nvPr/>
          </p:nvSpPr>
          <p:spPr>
            <a:xfrm flipH="1">
              <a:off x="1187624" y="2636913"/>
              <a:ext cx="3600400" cy="1512168"/>
            </a:xfrm>
            <a:prstGeom prst="rightArrow">
              <a:avLst>
                <a:gd name="adj1" fmla="val 69095"/>
                <a:gd name="adj2" fmla="val 44430"/>
              </a:avLst>
            </a:prstGeom>
            <a:solidFill>
              <a:srgbClr val="054487"/>
            </a:solidFill>
            <a:ln w="25400" cap="flat" cmpd="sng" algn="ctr">
              <a:noFill/>
              <a:prstDash val="solid"/>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a:ln>
                  <a:noFill/>
                </a:ln>
                <a:solidFill>
                  <a:prstClr val="white"/>
                </a:solidFill>
                <a:effectLst/>
                <a:uLnTx/>
                <a:uFillTx/>
              </a:endParaRPr>
            </a:p>
          </p:txBody>
        </p:sp>
        <p:sp>
          <p:nvSpPr>
            <p:cNvPr id="10" name="TextBox 9"/>
            <p:cNvSpPr txBox="1"/>
            <p:nvPr/>
          </p:nvSpPr>
          <p:spPr>
            <a:xfrm>
              <a:off x="1691680" y="3190141"/>
              <a:ext cx="1368152" cy="43088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500" b="1" i="0" u="none" strike="noStrike" kern="0" cap="none" spc="0" normalizeH="0" baseline="0" noProof="0" dirty="0">
                  <a:ln>
                    <a:noFill/>
                  </a:ln>
                  <a:solidFill>
                    <a:prstClr val="white"/>
                  </a:solidFill>
                  <a:effectLst/>
                  <a:uLnTx/>
                  <a:uFillTx/>
                  <a:latin typeface="微软雅黑" pitchFamily="34" charset="-122"/>
                </a:rPr>
                <a:t>添加标题</a:t>
              </a:r>
            </a:p>
          </p:txBody>
        </p:sp>
      </p:grpSp>
      <p:grpSp>
        <p:nvGrpSpPr>
          <p:cNvPr id="11" name="组合 10"/>
          <p:cNvGrpSpPr/>
          <p:nvPr/>
        </p:nvGrpSpPr>
        <p:grpSpPr>
          <a:xfrm>
            <a:off x="4591636" y="1059582"/>
            <a:ext cx="1134126" cy="1404156"/>
            <a:chOff x="4583124" y="980728"/>
            <a:chExt cx="1512168" cy="1872208"/>
          </a:xfrm>
        </p:grpSpPr>
        <p:sp>
          <p:nvSpPr>
            <p:cNvPr id="12" name="右箭头 11"/>
            <p:cNvSpPr/>
            <p:nvPr/>
          </p:nvSpPr>
          <p:spPr>
            <a:xfrm rot="5400000" flipH="1">
              <a:off x="4403104" y="1160748"/>
              <a:ext cx="1872208" cy="1512168"/>
            </a:xfrm>
            <a:prstGeom prst="rightArrow">
              <a:avLst>
                <a:gd name="adj1" fmla="val 69095"/>
                <a:gd name="adj2" fmla="val 44430"/>
              </a:avLst>
            </a:prstGeom>
            <a:solidFill>
              <a:srgbClr val="054487"/>
            </a:solidFill>
            <a:ln w="127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white"/>
                </a:solidFill>
                <a:effectLst/>
                <a:uLnTx/>
                <a:uFillTx/>
              </a:endParaRPr>
            </a:p>
          </p:txBody>
        </p:sp>
        <p:sp>
          <p:nvSpPr>
            <p:cNvPr id="13" name="TextBox 12"/>
            <p:cNvSpPr txBox="1"/>
            <p:nvPr/>
          </p:nvSpPr>
          <p:spPr>
            <a:xfrm>
              <a:off x="5032816" y="1516928"/>
              <a:ext cx="553997" cy="1191992"/>
            </a:xfrm>
            <a:prstGeom prst="rect">
              <a:avLst/>
            </a:prstGeom>
            <a:noFill/>
          </p:spPr>
          <p:txBody>
            <a:bodyPr vert="eaVert" wrap="square" rtlCol="0">
              <a:spAutoFit/>
            </a:bodyPr>
            <a:lstStyle>
              <a:defPPr>
                <a:defRPr lang="zh-CN"/>
              </a:defPPr>
              <a:lvl1pPr>
                <a:defRPr sz="2000" b="1">
                  <a:solidFill>
                    <a:schemeClr val="bg1"/>
                  </a:solidFill>
                  <a:latin typeface="微软雅黑" pitchFamily="34" charset="-122"/>
                  <a:ea typeface="微软雅黑" pitchFamily="34" charset="-122"/>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500" b="1" i="0" u="none" strike="noStrike" kern="0" cap="none" spc="0" normalizeH="0" baseline="0" noProof="0" dirty="0">
                  <a:ln>
                    <a:noFill/>
                  </a:ln>
                  <a:solidFill>
                    <a:prstClr val="white"/>
                  </a:solidFill>
                  <a:effectLst/>
                  <a:uLnTx/>
                  <a:uFillTx/>
                  <a:latin typeface="微软雅黑" pitchFamily="34" charset="-122"/>
                  <a:ea typeface="微软雅黑" pitchFamily="34" charset="-122"/>
                </a:rPr>
                <a:t>添加标题</a:t>
              </a:r>
            </a:p>
          </p:txBody>
        </p:sp>
      </p:grpSp>
      <p:grpSp>
        <p:nvGrpSpPr>
          <p:cNvPr id="14" name="组合 13"/>
          <p:cNvGrpSpPr/>
          <p:nvPr/>
        </p:nvGrpSpPr>
        <p:grpSpPr>
          <a:xfrm>
            <a:off x="4583293" y="3273828"/>
            <a:ext cx="1134126" cy="1404156"/>
            <a:chOff x="4572000" y="3933056"/>
            <a:chExt cx="1512168" cy="1872208"/>
          </a:xfrm>
        </p:grpSpPr>
        <p:sp>
          <p:nvSpPr>
            <p:cNvPr id="15" name="右箭头 14"/>
            <p:cNvSpPr/>
            <p:nvPr/>
          </p:nvSpPr>
          <p:spPr>
            <a:xfrm rot="16200000" flipH="1" flipV="1">
              <a:off x="4391980" y="4113076"/>
              <a:ext cx="1872208" cy="1512168"/>
            </a:xfrm>
            <a:prstGeom prst="rightArrow">
              <a:avLst>
                <a:gd name="adj1" fmla="val 69095"/>
                <a:gd name="adj2" fmla="val 44430"/>
              </a:avLst>
            </a:prstGeom>
            <a:solidFill>
              <a:srgbClr val="054487"/>
            </a:solidFill>
            <a:ln w="127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white"/>
                </a:solidFill>
                <a:effectLst/>
                <a:uLnTx/>
                <a:uFillTx/>
              </a:endParaRPr>
            </a:p>
          </p:txBody>
        </p:sp>
        <p:sp>
          <p:nvSpPr>
            <p:cNvPr id="16" name="TextBox 15"/>
            <p:cNvSpPr txBox="1"/>
            <p:nvPr/>
          </p:nvSpPr>
          <p:spPr>
            <a:xfrm>
              <a:off x="5044380" y="4064856"/>
              <a:ext cx="553997" cy="1323439"/>
            </a:xfrm>
            <a:prstGeom prst="rect">
              <a:avLst/>
            </a:prstGeom>
            <a:noFill/>
          </p:spPr>
          <p:txBody>
            <a:bodyPr vert="eaVert" wrap="square" rtlCol="0">
              <a:spAutoFit/>
            </a:bodyPr>
            <a:lstStyle>
              <a:defPPr>
                <a:defRPr lang="zh-CN"/>
              </a:defPPr>
              <a:lvl1pPr algn="ctr">
                <a:defRPr sz="2000" b="1">
                  <a:solidFill>
                    <a:schemeClr val="bg1"/>
                  </a:solidFill>
                  <a:latin typeface="微软雅黑" pitchFamily="34" charset="-122"/>
                  <a:ea typeface="微软雅黑" pitchFamily="34" charset="-122"/>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500" b="1" i="0" u="none" strike="noStrike" kern="0" cap="none" spc="0" normalizeH="0" baseline="0" noProof="0" dirty="0">
                  <a:ln>
                    <a:noFill/>
                  </a:ln>
                  <a:solidFill>
                    <a:prstClr val="white"/>
                  </a:solidFill>
                  <a:effectLst/>
                  <a:uLnTx/>
                  <a:uFillTx/>
                  <a:latin typeface="微软雅黑" pitchFamily="34" charset="-122"/>
                  <a:ea typeface="微软雅黑" pitchFamily="34" charset="-122"/>
                </a:rPr>
                <a:t>添加标题</a:t>
              </a:r>
            </a:p>
          </p:txBody>
        </p:sp>
      </p:grpSp>
      <p:sp>
        <p:nvSpPr>
          <p:cNvPr id="17" name="TextBox 16"/>
          <p:cNvSpPr txBox="1"/>
          <p:nvPr/>
        </p:nvSpPr>
        <p:spPr>
          <a:xfrm>
            <a:off x="7308304" y="2423134"/>
            <a:ext cx="1512168" cy="972574"/>
          </a:xfrm>
          <a:prstGeom prst="rect">
            <a:avLst/>
          </a:prstGeom>
          <a:noFill/>
        </p:spPr>
        <p:txBody>
          <a:bodyPr wrap="square" rtlCol="0">
            <a:spAutoFit/>
          </a:bodyPr>
          <a:lstStyle/>
          <a:p>
            <a:pPr>
              <a:lnSpc>
                <a:spcPct val="130000"/>
              </a:lnSpc>
            </a:pPr>
            <a:r>
              <a:rPr lang="zh-CN" altLang="en-US" sz="1100" dirty="0">
                <a:solidFill>
                  <a:prstClr val="black"/>
                </a:solidFill>
                <a:latin typeface="微软雅黑" pitchFamily="34" charset="-122"/>
              </a:rPr>
              <a:t>单击此处添加文本</a:t>
            </a:r>
            <a:endParaRPr lang="en-US" altLang="zh-CN" sz="1100" dirty="0">
              <a:solidFill>
                <a:prstClr val="black"/>
              </a:solidFill>
              <a:latin typeface="微软雅黑" pitchFamily="34" charset="-122"/>
            </a:endParaRPr>
          </a:p>
          <a:p>
            <a:pPr>
              <a:lnSpc>
                <a:spcPct val="130000"/>
              </a:lnSpc>
            </a:pPr>
            <a:r>
              <a:rPr lang="zh-CN" altLang="en-US" sz="1100" dirty="0">
                <a:solidFill>
                  <a:prstClr val="black"/>
                </a:solidFill>
                <a:latin typeface="微软雅黑" pitchFamily="34" charset="-122"/>
              </a:rPr>
              <a:t>单击此处添加文本</a:t>
            </a:r>
            <a:endParaRPr lang="en-US" altLang="zh-CN" sz="1100" dirty="0">
              <a:solidFill>
                <a:prstClr val="black"/>
              </a:solidFill>
              <a:latin typeface="微软雅黑" pitchFamily="34" charset="-122"/>
            </a:endParaRPr>
          </a:p>
          <a:p>
            <a:pPr>
              <a:lnSpc>
                <a:spcPct val="130000"/>
              </a:lnSpc>
            </a:pPr>
            <a:r>
              <a:rPr lang="zh-CN" altLang="en-US" sz="1100" dirty="0">
                <a:solidFill>
                  <a:prstClr val="black"/>
                </a:solidFill>
                <a:latin typeface="微软雅黑" pitchFamily="34" charset="-122"/>
              </a:rPr>
              <a:t>单击此处添加文本</a:t>
            </a:r>
            <a:endParaRPr lang="en-US" altLang="zh-CN" sz="1100" dirty="0">
              <a:solidFill>
                <a:prstClr val="black"/>
              </a:solidFill>
              <a:latin typeface="微软雅黑" pitchFamily="34" charset="-122"/>
            </a:endParaRPr>
          </a:p>
          <a:p>
            <a:pPr>
              <a:lnSpc>
                <a:spcPct val="130000"/>
              </a:lnSpc>
            </a:pPr>
            <a:r>
              <a:rPr lang="zh-CN" altLang="en-US" sz="1100" dirty="0">
                <a:solidFill>
                  <a:prstClr val="black"/>
                </a:solidFill>
                <a:latin typeface="微软雅黑" pitchFamily="34" charset="-122"/>
              </a:rPr>
              <a:t>单击此处添加文本</a:t>
            </a:r>
            <a:endParaRPr lang="en-US" altLang="zh-CN" sz="1100" dirty="0">
              <a:solidFill>
                <a:prstClr val="black"/>
              </a:solidFill>
              <a:latin typeface="微软雅黑" pitchFamily="34" charset="-122"/>
            </a:endParaRPr>
          </a:p>
        </p:txBody>
      </p:sp>
      <p:sp>
        <p:nvSpPr>
          <p:cNvPr id="18" name="TextBox 17"/>
          <p:cNvSpPr txBox="1"/>
          <p:nvPr/>
        </p:nvSpPr>
        <p:spPr>
          <a:xfrm>
            <a:off x="2699792" y="1299231"/>
            <a:ext cx="1890210" cy="951158"/>
          </a:xfrm>
          <a:prstGeom prst="rect">
            <a:avLst/>
          </a:prstGeom>
          <a:noFill/>
        </p:spPr>
        <p:txBody>
          <a:bodyPr wrap="square" rtlCol="0">
            <a:spAutoFit/>
          </a:bodyPr>
          <a:lstStyle/>
          <a:p>
            <a:pPr algn="r">
              <a:lnSpc>
                <a:spcPct val="130000"/>
              </a:lnSpc>
            </a:pPr>
            <a:r>
              <a:rPr lang="zh-CN" altLang="en-US" sz="1100" dirty="0">
                <a:solidFill>
                  <a:prstClr val="black"/>
                </a:solidFill>
                <a:latin typeface="微软雅黑" pitchFamily="34" charset="-122"/>
              </a:rPr>
              <a:t>单击此处添加文本</a:t>
            </a:r>
            <a:endParaRPr lang="en-US" altLang="zh-CN" sz="1100" dirty="0">
              <a:solidFill>
                <a:prstClr val="black"/>
              </a:solidFill>
              <a:latin typeface="微软雅黑" pitchFamily="34" charset="-122"/>
            </a:endParaRPr>
          </a:p>
          <a:p>
            <a:pPr algn="r">
              <a:lnSpc>
                <a:spcPct val="130000"/>
              </a:lnSpc>
            </a:pPr>
            <a:r>
              <a:rPr lang="zh-CN" altLang="en-US" sz="1100" dirty="0">
                <a:solidFill>
                  <a:prstClr val="black"/>
                </a:solidFill>
                <a:latin typeface="微软雅黑" pitchFamily="34" charset="-122"/>
              </a:rPr>
              <a:t>单击此处添加文本</a:t>
            </a:r>
            <a:endParaRPr lang="en-US" altLang="zh-CN" sz="1100" dirty="0">
              <a:solidFill>
                <a:prstClr val="black"/>
              </a:solidFill>
              <a:latin typeface="微软雅黑" pitchFamily="34" charset="-122"/>
            </a:endParaRPr>
          </a:p>
          <a:p>
            <a:pPr algn="r">
              <a:lnSpc>
                <a:spcPct val="130000"/>
              </a:lnSpc>
            </a:pPr>
            <a:r>
              <a:rPr lang="zh-CN" altLang="en-US" sz="1100" dirty="0">
                <a:solidFill>
                  <a:prstClr val="black"/>
                </a:solidFill>
                <a:latin typeface="微软雅黑" pitchFamily="34" charset="-122"/>
              </a:rPr>
              <a:t>单击此处添加文本</a:t>
            </a:r>
            <a:endParaRPr lang="en-US" altLang="zh-CN" sz="1100" dirty="0">
              <a:solidFill>
                <a:prstClr val="black"/>
              </a:solidFill>
              <a:latin typeface="微软雅黑" pitchFamily="34" charset="-122"/>
            </a:endParaRPr>
          </a:p>
          <a:p>
            <a:pPr algn="r">
              <a:lnSpc>
                <a:spcPct val="130000"/>
              </a:lnSpc>
            </a:pPr>
            <a:r>
              <a:rPr lang="zh-CN" altLang="en-US" sz="1100" dirty="0">
                <a:solidFill>
                  <a:prstClr val="black"/>
                </a:solidFill>
                <a:latin typeface="微软雅黑" pitchFamily="34" charset="-122"/>
              </a:rPr>
              <a:t>单击此处添加文本</a:t>
            </a:r>
            <a:endParaRPr lang="en-US" altLang="zh-CN" sz="1100" dirty="0">
              <a:solidFill>
                <a:prstClr val="black"/>
              </a:solidFill>
              <a:latin typeface="微软雅黑" pitchFamily="34" charset="-122"/>
            </a:endParaRPr>
          </a:p>
        </p:txBody>
      </p:sp>
      <p:sp>
        <p:nvSpPr>
          <p:cNvPr id="19" name="TextBox 18"/>
          <p:cNvSpPr txBox="1"/>
          <p:nvPr/>
        </p:nvSpPr>
        <p:spPr>
          <a:xfrm>
            <a:off x="3285758" y="4038535"/>
            <a:ext cx="1304245" cy="951158"/>
          </a:xfrm>
          <a:prstGeom prst="rect">
            <a:avLst/>
          </a:prstGeom>
          <a:noFill/>
        </p:spPr>
        <p:txBody>
          <a:bodyPr wrap="square" rtlCol="0">
            <a:spAutoFit/>
          </a:bodyPr>
          <a:lstStyle/>
          <a:p>
            <a:pPr algn="r">
              <a:lnSpc>
                <a:spcPct val="130000"/>
              </a:lnSpc>
            </a:pPr>
            <a:r>
              <a:rPr lang="zh-CN" altLang="en-US" sz="1100" dirty="0">
                <a:solidFill>
                  <a:prstClr val="black"/>
                </a:solidFill>
                <a:latin typeface="微软雅黑" pitchFamily="34" charset="-122"/>
              </a:rPr>
              <a:t>单击此处添加文本</a:t>
            </a:r>
            <a:endParaRPr lang="en-US" altLang="zh-CN" sz="1100" dirty="0">
              <a:solidFill>
                <a:prstClr val="black"/>
              </a:solidFill>
              <a:latin typeface="微软雅黑" pitchFamily="34" charset="-122"/>
            </a:endParaRPr>
          </a:p>
          <a:p>
            <a:pPr algn="r">
              <a:lnSpc>
                <a:spcPct val="130000"/>
              </a:lnSpc>
            </a:pPr>
            <a:r>
              <a:rPr lang="zh-CN" altLang="en-US" sz="1100" dirty="0">
                <a:solidFill>
                  <a:prstClr val="black"/>
                </a:solidFill>
                <a:latin typeface="微软雅黑" pitchFamily="34" charset="-122"/>
              </a:rPr>
              <a:t>单击此处添加文本</a:t>
            </a:r>
            <a:endParaRPr lang="en-US" altLang="zh-CN" sz="1100" dirty="0">
              <a:solidFill>
                <a:prstClr val="black"/>
              </a:solidFill>
              <a:latin typeface="微软雅黑" pitchFamily="34" charset="-122"/>
            </a:endParaRPr>
          </a:p>
          <a:p>
            <a:pPr algn="r">
              <a:lnSpc>
                <a:spcPct val="130000"/>
              </a:lnSpc>
            </a:pPr>
            <a:r>
              <a:rPr lang="zh-CN" altLang="en-US" sz="1100" dirty="0">
                <a:solidFill>
                  <a:prstClr val="black"/>
                </a:solidFill>
                <a:latin typeface="微软雅黑" pitchFamily="34" charset="-122"/>
              </a:rPr>
              <a:t>单击此处添加文本</a:t>
            </a:r>
            <a:endParaRPr lang="en-US" altLang="zh-CN" sz="1100" dirty="0">
              <a:solidFill>
                <a:prstClr val="black"/>
              </a:solidFill>
              <a:latin typeface="微软雅黑" pitchFamily="34" charset="-122"/>
            </a:endParaRPr>
          </a:p>
          <a:p>
            <a:pPr algn="r">
              <a:lnSpc>
                <a:spcPct val="130000"/>
              </a:lnSpc>
            </a:pPr>
            <a:r>
              <a:rPr lang="zh-CN" altLang="en-US" sz="1100" dirty="0">
                <a:solidFill>
                  <a:prstClr val="black"/>
                </a:solidFill>
                <a:latin typeface="微软雅黑" pitchFamily="34" charset="-122"/>
              </a:rPr>
              <a:t>单击此处添加文本</a:t>
            </a:r>
            <a:endParaRPr lang="en-US" altLang="zh-CN" sz="1100" dirty="0">
              <a:solidFill>
                <a:prstClr val="black"/>
              </a:solidFill>
              <a:latin typeface="微软雅黑" pitchFamily="34" charset="-122"/>
            </a:endParaRPr>
          </a:p>
        </p:txBody>
      </p:sp>
    </p:spTree>
    <p:extLst>
      <p:ext uri="{BB962C8B-B14F-4D97-AF65-F5344CB8AC3E}">
        <p14:creationId xmlns:p14="http://schemas.microsoft.com/office/powerpoint/2010/main" val="3636090952"/>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p:tgtEl>
                                          <p:spTgt spid="5"/>
                                        </p:tgtEl>
                                        <p:attrNameLst>
                                          <p:attrName>ppt_x</p:attrName>
                                        </p:attrNameLst>
                                      </p:cBhvr>
                                      <p:tavLst>
                                        <p:tav tm="0">
                                          <p:val>
                                            <p:strVal val="#ppt_x-#ppt_w*1.125000"/>
                                          </p:val>
                                        </p:tav>
                                        <p:tav tm="100000">
                                          <p:val>
                                            <p:strVal val="#ppt_x"/>
                                          </p:val>
                                        </p:tav>
                                      </p:tavLst>
                                    </p:anim>
                                    <p:animEffect transition="in" filter="wipe(right)">
                                      <p:cBhvr>
                                        <p:cTn id="8" dur="500"/>
                                        <p:tgtEl>
                                          <p:spTgt spid="5"/>
                                        </p:tgtEl>
                                      </p:cBhvr>
                                    </p:animEffect>
                                  </p:childTnLst>
                                </p:cTn>
                              </p:par>
                              <p:par>
                                <p:cTn id="9" presetID="12" presetClass="entr" presetSubtype="4"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p:tgtEl>
                                          <p:spTgt spid="11"/>
                                        </p:tgtEl>
                                        <p:attrNameLst>
                                          <p:attrName>ppt_y</p:attrName>
                                        </p:attrNameLst>
                                      </p:cBhvr>
                                      <p:tavLst>
                                        <p:tav tm="0">
                                          <p:val>
                                            <p:strVal val="#ppt_y+#ppt_h*1.125000"/>
                                          </p:val>
                                        </p:tav>
                                        <p:tav tm="100000">
                                          <p:val>
                                            <p:strVal val="#ppt_y"/>
                                          </p:val>
                                        </p:tav>
                                      </p:tavLst>
                                    </p:anim>
                                    <p:animEffect transition="in" filter="wipe(up)">
                                      <p:cBhvr>
                                        <p:cTn id="12" dur="500"/>
                                        <p:tgtEl>
                                          <p:spTgt spid="11"/>
                                        </p:tgtEl>
                                      </p:cBhvr>
                                    </p:animEffect>
                                  </p:childTnLst>
                                </p:cTn>
                              </p:par>
                              <p:par>
                                <p:cTn id="13" presetID="12" presetClass="entr" presetSubtype="1"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500"/>
                                        <p:tgtEl>
                                          <p:spTgt spid="14"/>
                                        </p:tgtEl>
                                        <p:attrNameLst>
                                          <p:attrName>ppt_y</p:attrName>
                                        </p:attrNameLst>
                                      </p:cBhvr>
                                      <p:tavLst>
                                        <p:tav tm="0">
                                          <p:val>
                                            <p:strVal val="#ppt_y-#ppt_h*1.125000"/>
                                          </p:val>
                                        </p:tav>
                                        <p:tav tm="100000">
                                          <p:val>
                                            <p:strVal val="#ppt_y"/>
                                          </p:val>
                                        </p:tav>
                                      </p:tavLst>
                                    </p:anim>
                                    <p:animEffect transition="in" filter="wipe(down)">
                                      <p:cBhvr>
                                        <p:cTn id="16" dur="500"/>
                                        <p:tgtEl>
                                          <p:spTgt spid="14"/>
                                        </p:tgtEl>
                                      </p:cBhvr>
                                    </p:animEffect>
                                  </p:childTnLst>
                                </p:cTn>
                              </p:par>
                              <p:par>
                                <p:cTn id="17" presetID="12" presetClass="entr" presetSubtype="2"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p:tgtEl>
                                          <p:spTgt spid="8"/>
                                        </p:tgtEl>
                                        <p:attrNameLst>
                                          <p:attrName>ppt_x</p:attrName>
                                        </p:attrNameLst>
                                      </p:cBhvr>
                                      <p:tavLst>
                                        <p:tav tm="0">
                                          <p:val>
                                            <p:strVal val="#ppt_x+#ppt_w*1.125000"/>
                                          </p:val>
                                        </p:tav>
                                        <p:tav tm="100000">
                                          <p:val>
                                            <p:strVal val="#ppt_x"/>
                                          </p:val>
                                        </p:tav>
                                      </p:tavLst>
                                    </p:anim>
                                    <p:animEffect transition="in" filter="wipe(left)">
                                      <p:cBhvr>
                                        <p:cTn id="20" dur="500"/>
                                        <p:tgtEl>
                                          <p:spTgt spid="8"/>
                                        </p:tgtEl>
                                      </p:cBhvr>
                                    </p:animEffect>
                                  </p:childTnLst>
                                </p:cTn>
                              </p:par>
                            </p:childTnLst>
                          </p:cTn>
                        </p:par>
                        <p:par>
                          <p:cTn id="21" fill="hold">
                            <p:stCondLst>
                              <p:cond delay="500"/>
                            </p:stCondLst>
                            <p:childTnLst>
                              <p:par>
                                <p:cTn id="22" presetID="22" presetClass="entr" presetSubtype="2" fill="hold" grpId="0" nodeType="after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wipe(right)">
                                      <p:cBhvr>
                                        <p:cTn id="24" dur="500"/>
                                        <p:tgtEl>
                                          <p:spTgt spid="18"/>
                                        </p:tgtEl>
                                      </p:cBhvr>
                                    </p:animEffect>
                                  </p:childTnLst>
                                </p:cTn>
                              </p:par>
                              <p:par>
                                <p:cTn id="25" presetID="22" presetClass="entr" presetSubtype="2"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wipe(right)">
                                      <p:cBhvr>
                                        <p:cTn id="27" dur="500"/>
                                        <p:tgtEl>
                                          <p:spTgt spid="19"/>
                                        </p:tgtEl>
                                      </p:cBhvr>
                                    </p:animEffect>
                                  </p:childTnLst>
                                </p:cTn>
                              </p:par>
                            </p:childTnLst>
                          </p:cTn>
                        </p:par>
                        <p:par>
                          <p:cTn id="28" fill="hold">
                            <p:stCondLst>
                              <p:cond delay="1000"/>
                            </p:stCondLst>
                            <p:childTnLst>
                              <p:par>
                                <p:cTn id="29" presetID="22" presetClass="entr" presetSubtype="1" fill="hold" grpId="0" nodeType="after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wipe(up)">
                                      <p:cBhvr>
                                        <p:cTn id="3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95486"/>
            <a:ext cx="611560" cy="369332"/>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3"/>
          <p:cNvSpPr txBox="1"/>
          <p:nvPr/>
        </p:nvSpPr>
        <p:spPr>
          <a:xfrm>
            <a:off x="683568" y="195486"/>
            <a:ext cx="3816424" cy="646331"/>
          </a:xfrm>
          <a:prstGeom prst="rect">
            <a:avLst/>
          </a:prstGeom>
          <a:noFill/>
        </p:spPr>
        <p:txBody>
          <a:bodyPr wrap="square" rtlCol="0">
            <a:spAutoFit/>
          </a:bodyPr>
          <a:lstStyle/>
          <a:p>
            <a:r>
              <a:rPr lang="zh-CN" altLang="en-US" dirty="0">
                <a:solidFill>
                  <a:srgbClr val="054487"/>
                </a:solidFill>
                <a:latin typeface="微软雅黑" pitchFamily="34" charset="-122"/>
                <a:ea typeface="微软雅黑" pitchFamily="34" charset="-122"/>
              </a:rPr>
              <a:t>输入你的标题 </a:t>
            </a:r>
            <a:r>
              <a:rPr lang="en-US" altLang="zh-CN" dirty="0">
                <a:solidFill>
                  <a:srgbClr val="054487"/>
                </a:solidFill>
                <a:latin typeface="微软雅黑" pitchFamily="34" charset="-122"/>
                <a:ea typeface="微软雅黑" pitchFamily="34" charset="-122"/>
              </a:rPr>
              <a:t>/Add your title</a:t>
            </a:r>
            <a:endParaRPr lang="zh-CN" altLang="en-US" dirty="0">
              <a:solidFill>
                <a:srgbClr val="054487"/>
              </a:solidFill>
              <a:latin typeface="微软雅黑" pitchFamily="34" charset="-122"/>
              <a:ea typeface="微软雅黑" pitchFamily="34" charset="-122"/>
            </a:endParaRPr>
          </a:p>
          <a:p>
            <a:endParaRPr lang="zh-CN" altLang="en-US" dirty="0">
              <a:solidFill>
                <a:srgbClr val="F46970"/>
              </a:solidFill>
              <a:latin typeface="微软雅黑" pitchFamily="34" charset="-122"/>
              <a:ea typeface="微软雅黑" pitchFamily="34" charset="-122"/>
            </a:endParaRPr>
          </a:p>
        </p:txBody>
      </p:sp>
      <p:grpSp>
        <p:nvGrpSpPr>
          <p:cNvPr id="5" name="Group 149"/>
          <p:cNvGrpSpPr>
            <a:grpSpLocks/>
          </p:cNvGrpSpPr>
          <p:nvPr/>
        </p:nvGrpSpPr>
        <p:grpSpPr bwMode="auto">
          <a:xfrm>
            <a:off x="5723736" y="812404"/>
            <a:ext cx="969961" cy="966787"/>
            <a:chOff x="4216619" y="4857742"/>
            <a:chExt cx="713768" cy="712886"/>
          </a:xfrm>
          <a:solidFill>
            <a:srgbClr val="21BAFF"/>
          </a:solidFill>
        </p:grpSpPr>
        <p:sp>
          <p:nvSpPr>
            <p:cNvPr id="6" name="Donut 32"/>
            <p:cNvSpPr>
              <a:spLocks noChangeArrowheads="1"/>
            </p:cNvSpPr>
            <p:nvPr/>
          </p:nvSpPr>
          <p:spPr bwMode="auto">
            <a:xfrm>
              <a:off x="4216619" y="4857742"/>
              <a:ext cx="713768" cy="712886"/>
            </a:xfrm>
            <a:custGeom>
              <a:avLst/>
              <a:gdLst>
                <a:gd name="T0" fmla="*/ 356616 w 713232"/>
                <a:gd name="T1" fmla="*/ 0 h 713232"/>
                <a:gd name="T2" fmla="*/ 104450 w 713232"/>
                <a:gd name="T3" fmla="*/ 104450 h 713232"/>
                <a:gd name="T4" fmla="*/ 0 w 713232"/>
                <a:gd name="T5" fmla="*/ 356616 h 713232"/>
                <a:gd name="T6" fmla="*/ 104450 w 713232"/>
                <a:gd name="T7" fmla="*/ 608782 h 713232"/>
                <a:gd name="T8" fmla="*/ 356616 w 713232"/>
                <a:gd name="T9" fmla="*/ 713232 h 713232"/>
                <a:gd name="T10" fmla="*/ 608782 w 713232"/>
                <a:gd name="T11" fmla="*/ 608782 h 713232"/>
                <a:gd name="T12" fmla="*/ 713232 w 713232"/>
                <a:gd name="T13" fmla="*/ 356616 h 713232"/>
                <a:gd name="T14" fmla="*/ 608782 w 713232"/>
                <a:gd name="T15" fmla="*/ 104450 h 713232"/>
                <a:gd name="T16" fmla="*/ 17694720 60000 65536"/>
                <a:gd name="T17" fmla="*/ 17694720 60000 65536"/>
                <a:gd name="T18" fmla="*/ 11796480 60000 65536"/>
                <a:gd name="T19" fmla="*/ 5898240 60000 65536"/>
                <a:gd name="T20" fmla="*/ 5898240 60000 65536"/>
                <a:gd name="T21" fmla="*/ 5898240 60000 65536"/>
                <a:gd name="T22" fmla="*/ 0 60000 65536"/>
                <a:gd name="T23" fmla="*/ 17694720 60000 65536"/>
                <a:gd name="T24" fmla="*/ 104450 w 713232"/>
                <a:gd name="T25" fmla="*/ 104450 h 713232"/>
                <a:gd name="T26" fmla="*/ 608782 w 713232"/>
                <a:gd name="T27" fmla="*/ 608782 h 71323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13232" h="713232">
                  <a:moveTo>
                    <a:pt x="0" y="356616"/>
                  </a:moveTo>
                  <a:lnTo>
                    <a:pt x="-1" y="356615"/>
                  </a:lnTo>
                  <a:cubicBezTo>
                    <a:pt x="0" y="159662"/>
                    <a:pt x="159662" y="0"/>
                    <a:pt x="356616" y="0"/>
                  </a:cubicBezTo>
                  <a:cubicBezTo>
                    <a:pt x="356616" y="-1"/>
                    <a:pt x="356616" y="0"/>
                    <a:pt x="356616" y="0"/>
                  </a:cubicBezTo>
                  <a:lnTo>
                    <a:pt x="356617" y="-1"/>
                  </a:lnTo>
                  <a:cubicBezTo>
                    <a:pt x="553570" y="0"/>
                    <a:pt x="713233" y="159662"/>
                    <a:pt x="713233" y="356616"/>
                  </a:cubicBezTo>
                  <a:cubicBezTo>
                    <a:pt x="713233" y="356616"/>
                    <a:pt x="713232" y="356616"/>
                    <a:pt x="713232" y="356616"/>
                  </a:cubicBezTo>
                  <a:lnTo>
                    <a:pt x="713233" y="356617"/>
                  </a:lnTo>
                  <a:cubicBezTo>
                    <a:pt x="713233" y="553570"/>
                    <a:pt x="553570" y="713232"/>
                    <a:pt x="356617" y="713232"/>
                  </a:cubicBezTo>
                  <a:cubicBezTo>
                    <a:pt x="159663" y="713232"/>
                    <a:pt x="0" y="553570"/>
                    <a:pt x="0" y="356616"/>
                  </a:cubicBezTo>
                  <a:close/>
                  <a:moveTo>
                    <a:pt x="85467" y="356616"/>
                  </a:moveTo>
                  <a:lnTo>
                    <a:pt x="85466" y="356615"/>
                  </a:lnTo>
                  <a:cubicBezTo>
                    <a:pt x="85466" y="506367"/>
                    <a:pt x="206864" y="627765"/>
                    <a:pt x="356615" y="627765"/>
                  </a:cubicBezTo>
                  <a:lnTo>
                    <a:pt x="356616" y="627764"/>
                  </a:lnTo>
                  <a:cubicBezTo>
                    <a:pt x="506367" y="627764"/>
                    <a:pt x="627765" y="506367"/>
                    <a:pt x="627765" y="356616"/>
                  </a:cubicBezTo>
                  <a:cubicBezTo>
                    <a:pt x="627765" y="206864"/>
                    <a:pt x="506367" y="85467"/>
                    <a:pt x="356616" y="85467"/>
                  </a:cubicBezTo>
                  <a:lnTo>
                    <a:pt x="356616" y="85466"/>
                  </a:lnTo>
                  <a:cubicBezTo>
                    <a:pt x="206864" y="85466"/>
                    <a:pt x="85466" y="206864"/>
                    <a:pt x="85466" y="356615"/>
                  </a:cubicBezTo>
                  <a:close/>
                </a:path>
              </a:pathLst>
            </a:custGeom>
            <a:solidFill>
              <a:srgbClr val="054487"/>
            </a:solidFill>
            <a:ln w="9525">
              <a:noFill/>
              <a:miter lim="800000"/>
              <a:headEnd/>
              <a:tailEnd/>
            </a:ln>
            <a:effectLst>
              <a:outerShdw blurRad="63500" dist="23000" dir="5400000" rotWithShape="0">
                <a:srgbClr val="000000">
                  <a:alpha val="34999"/>
                </a:srgbClr>
              </a:outerShdw>
            </a:effectLst>
          </p:spPr>
          <p:txBody>
            <a:bodyPr anchor="ctr"/>
            <a:lstStyle/>
            <a:p>
              <a:pPr algn="ctr" defTabSz="457200" fontAlgn="base">
                <a:spcBef>
                  <a:spcPct val="0"/>
                </a:spcBef>
                <a:spcAft>
                  <a:spcPct val="0"/>
                </a:spcAft>
              </a:pPr>
              <a:endParaRPr lang="en-US" dirty="0">
                <a:solidFill>
                  <a:prstClr val="black"/>
                </a:solidFill>
                <a:latin typeface="微软雅黑" panose="020B0503020204020204" pitchFamily="34" charset="-122"/>
                <a:ea typeface="微软雅黑" panose="020B0503020204020204" pitchFamily="34" charset="-122"/>
              </a:endParaRPr>
            </a:p>
          </p:txBody>
        </p:sp>
        <p:grpSp>
          <p:nvGrpSpPr>
            <p:cNvPr id="7" name="Gruppe 67"/>
            <p:cNvGrpSpPr/>
            <p:nvPr/>
          </p:nvGrpSpPr>
          <p:grpSpPr bwMode="auto">
            <a:xfrm>
              <a:off x="4370796" y="5028441"/>
              <a:ext cx="405456" cy="371850"/>
              <a:chOff x="355442" y="4350695"/>
              <a:chExt cx="900893" cy="825896"/>
            </a:xfrm>
            <a:grpFill/>
          </p:grpSpPr>
          <p:sp>
            <p:nvSpPr>
              <p:cNvPr id="8" name="Freeform 26"/>
              <p:cNvSpPr>
                <a:spLocks noEditPoints="1"/>
              </p:cNvSpPr>
              <p:nvPr/>
            </p:nvSpPr>
            <p:spPr bwMode="auto">
              <a:xfrm>
                <a:off x="355442" y="4350695"/>
                <a:ext cx="584955" cy="588138"/>
              </a:xfrm>
              <a:custGeom>
                <a:avLst/>
                <a:gdLst/>
                <a:ahLst/>
                <a:cxnLst>
                  <a:cxn ang="0">
                    <a:pos x="51" y="27"/>
                  </a:cxn>
                  <a:cxn ang="0">
                    <a:pos x="46" y="23"/>
                  </a:cxn>
                  <a:cxn ang="0">
                    <a:pos x="52" y="20"/>
                  </a:cxn>
                  <a:cxn ang="0">
                    <a:pos x="49" y="13"/>
                  </a:cxn>
                  <a:cxn ang="0">
                    <a:pos x="47" y="12"/>
                  </a:cxn>
                  <a:cxn ang="0">
                    <a:pos x="40" y="13"/>
                  </a:cxn>
                  <a:cxn ang="0">
                    <a:pos x="43" y="7"/>
                  </a:cxn>
                  <a:cxn ang="0">
                    <a:pos x="37" y="2"/>
                  </a:cxn>
                  <a:cxn ang="0">
                    <a:pos x="32" y="7"/>
                  </a:cxn>
                  <a:cxn ang="0">
                    <a:pos x="29" y="1"/>
                  </a:cxn>
                  <a:cxn ang="0">
                    <a:pos x="27" y="0"/>
                  </a:cxn>
                  <a:cxn ang="0">
                    <a:pos x="19" y="2"/>
                  </a:cxn>
                  <a:cxn ang="0">
                    <a:pos x="18" y="9"/>
                  </a:cxn>
                  <a:cxn ang="0">
                    <a:pos x="12" y="4"/>
                  </a:cxn>
                  <a:cxn ang="0">
                    <a:pos x="6" y="10"/>
                  </a:cxn>
                  <a:cxn ang="0">
                    <a:pos x="10" y="15"/>
                  </a:cxn>
                  <a:cxn ang="0">
                    <a:pos x="3" y="16"/>
                  </a:cxn>
                  <a:cxn ang="0">
                    <a:pos x="2" y="17"/>
                  </a:cxn>
                  <a:cxn ang="0">
                    <a:pos x="0" y="25"/>
                  </a:cxn>
                  <a:cxn ang="0">
                    <a:pos x="7" y="27"/>
                  </a:cxn>
                  <a:cxn ang="0">
                    <a:pos x="2" y="31"/>
                  </a:cxn>
                  <a:cxn ang="0">
                    <a:pos x="4" y="39"/>
                  </a:cxn>
                  <a:cxn ang="0">
                    <a:pos x="6" y="40"/>
                  </a:cxn>
                  <a:cxn ang="0">
                    <a:pos x="12" y="40"/>
                  </a:cxn>
                  <a:cxn ang="0">
                    <a:pos x="10" y="47"/>
                  </a:cxn>
                  <a:cxn ang="0">
                    <a:pos x="17" y="50"/>
                  </a:cxn>
                  <a:cxn ang="0">
                    <a:pos x="21" y="45"/>
                  </a:cxn>
                  <a:cxn ang="0">
                    <a:pos x="23" y="51"/>
                  </a:cxn>
                  <a:cxn ang="0">
                    <a:pos x="24" y="52"/>
                  </a:cxn>
                  <a:cxn ang="0">
                    <a:pos x="32" y="52"/>
                  </a:cxn>
                  <a:cxn ang="0">
                    <a:pos x="33" y="50"/>
                  </a:cxn>
                  <a:cxn ang="0">
                    <a:pos x="35" y="44"/>
                  </a:cxn>
                  <a:cxn ang="0">
                    <a:pos x="40" y="48"/>
                  </a:cxn>
                  <a:cxn ang="0">
                    <a:pos x="46" y="43"/>
                  </a:cxn>
                  <a:cxn ang="0">
                    <a:pos x="46" y="41"/>
                  </a:cxn>
                  <a:cxn ang="0">
                    <a:pos x="43" y="35"/>
                  </a:cxn>
                  <a:cxn ang="0">
                    <a:pos x="50" y="36"/>
                  </a:cxn>
                  <a:cxn ang="0">
                    <a:pos x="52" y="29"/>
                  </a:cxn>
                  <a:cxn ang="0">
                    <a:pos x="33" y="28"/>
                  </a:cxn>
                  <a:cxn ang="0">
                    <a:pos x="19" y="25"/>
                  </a:cxn>
                  <a:cxn ang="0">
                    <a:pos x="33" y="28"/>
                  </a:cxn>
                </a:cxnLst>
                <a:rect l="0" t="0" r="r" b="b"/>
                <a:pathLst>
                  <a:path w="52" h="52">
                    <a:moveTo>
                      <a:pt x="52" y="27"/>
                    </a:moveTo>
                    <a:cubicBezTo>
                      <a:pt x="52" y="27"/>
                      <a:pt x="52" y="27"/>
                      <a:pt x="51" y="27"/>
                    </a:cubicBezTo>
                    <a:cubicBezTo>
                      <a:pt x="46" y="26"/>
                      <a:pt x="46" y="26"/>
                      <a:pt x="46" y="26"/>
                    </a:cubicBezTo>
                    <a:cubicBezTo>
                      <a:pt x="46" y="23"/>
                      <a:pt x="46" y="23"/>
                      <a:pt x="46" y="23"/>
                    </a:cubicBezTo>
                    <a:cubicBezTo>
                      <a:pt x="51" y="21"/>
                      <a:pt x="51" y="21"/>
                      <a:pt x="51" y="21"/>
                    </a:cubicBezTo>
                    <a:cubicBezTo>
                      <a:pt x="51" y="21"/>
                      <a:pt x="51" y="21"/>
                      <a:pt x="52" y="20"/>
                    </a:cubicBezTo>
                    <a:cubicBezTo>
                      <a:pt x="52" y="20"/>
                      <a:pt x="52" y="20"/>
                      <a:pt x="51" y="19"/>
                    </a:cubicBezTo>
                    <a:cubicBezTo>
                      <a:pt x="49" y="13"/>
                      <a:pt x="49" y="13"/>
                      <a:pt x="49" y="13"/>
                    </a:cubicBezTo>
                    <a:cubicBezTo>
                      <a:pt x="49" y="12"/>
                      <a:pt x="48" y="12"/>
                      <a:pt x="48" y="12"/>
                    </a:cubicBezTo>
                    <a:cubicBezTo>
                      <a:pt x="48" y="12"/>
                      <a:pt x="47" y="12"/>
                      <a:pt x="47" y="12"/>
                    </a:cubicBezTo>
                    <a:cubicBezTo>
                      <a:pt x="42" y="14"/>
                      <a:pt x="42" y="14"/>
                      <a:pt x="42" y="14"/>
                    </a:cubicBezTo>
                    <a:cubicBezTo>
                      <a:pt x="40" y="13"/>
                      <a:pt x="40" y="13"/>
                      <a:pt x="40" y="13"/>
                    </a:cubicBezTo>
                    <a:cubicBezTo>
                      <a:pt x="43" y="8"/>
                      <a:pt x="43" y="8"/>
                      <a:pt x="43" y="8"/>
                    </a:cubicBezTo>
                    <a:cubicBezTo>
                      <a:pt x="43" y="7"/>
                      <a:pt x="43" y="7"/>
                      <a:pt x="43" y="7"/>
                    </a:cubicBezTo>
                    <a:cubicBezTo>
                      <a:pt x="43" y="6"/>
                      <a:pt x="43" y="6"/>
                      <a:pt x="43" y="6"/>
                    </a:cubicBezTo>
                    <a:cubicBezTo>
                      <a:pt x="37" y="2"/>
                      <a:pt x="37" y="2"/>
                      <a:pt x="37" y="2"/>
                    </a:cubicBezTo>
                    <a:cubicBezTo>
                      <a:pt x="36" y="2"/>
                      <a:pt x="35" y="2"/>
                      <a:pt x="35" y="3"/>
                    </a:cubicBezTo>
                    <a:cubicBezTo>
                      <a:pt x="32" y="7"/>
                      <a:pt x="32" y="7"/>
                      <a:pt x="32" y="7"/>
                    </a:cubicBezTo>
                    <a:cubicBezTo>
                      <a:pt x="30" y="7"/>
                      <a:pt x="30" y="7"/>
                      <a:pt x="30" y="7"/>
                    </a:cubicBezTo>
                    <a:cubicBezTo>
                      <a:pt x="29" y="1"/>
                      <a:pt x="29" y="1"/>
                      <a:pt x="29" y="1"/>
                    </a:cubicBezTo>
                    <a:cubicBezTo>
                      <a:pt x="29" y="1"/>
                      <a:pt x="29" y="1"/>
                      <a:pt x="29" y="0"/>
                    </a:cubicBezTo>
                    <a:cubicBezTo>
                      <a:pt x="28" y="0"/>
                      <a:pt x="28" y="0"/>
                      <a:pt x="27" y="0"/>
                    </a:cubicBezTo>
                    <a:cubicBezTo>
                      <a:pt x="20" y="1"/>
                      <a:pt x="20" y="1"/>
                      <a:pt x="20" y="1"/>
                    </a:cubicBezTo>
                    <a:cubicBezTo>
                      <a:pt x="20" y="1"/>
                      <a:pt x="19" y="1"/>
                      <a:pt x="19" y="2"/>
                    </a:cubicBezTo>
                    <a:cubicBezTo>
                      <a:pt x="20" y="8"/>
                      <a:pt x="20" y="8"/>
                      <a:pt x="20" y="8"/>
                    </a:cubicBezTo>
                    <a:cubicBezTo>
                      <a:pt x="18" y="9"/>
                      <a:pt x="18" y="9"/>
                      <a:pt x="18" y="9"/>
                    </a:cubicBezTo>
                    <a:cubicBezTo>
                      <a:pt x="14" y="4"/>
                      <a:pt x="14" y="4"/>
                      <a:pt x="14" y="4"/>
                    </a:cubicBezTo>
                    <a:cubicBezTo>
                      <a:pt x="13" y="4"/>
                      <a:pt x="12" y="4"/>
                      <a:pt x="12" y="4"/>
                    </a:cubicBezTo>
                    <a:cubicBezTo>
                      <a:pt x="7" y="9"/>
                      <a:pt x="7" y="9"/>
                      <a:pt x="7" y="9"/>
                    </a:cubicBezTo>
                    <a:cubicBezTo>
                      <a:pt x="6" y="9"/>
                      <a:pt x="6" y="9"/>
                      <a:pt x="6" y="10"/>
                    </a:cubicBezTo>
                    <a:cubicBezTo>
                      <a:pt x="6" y="10"/>
                      <a:pt x="6" y="11"/>
                      <a:pt x="6" y="11"/>
                    </a:cubicBezTo>
                    <a:cubicBezTo>
                      <a:pt x="10" y="15"/>
                      <a:pt x="10" y="15"/>
                      <a:pt x="10" y="15"/>
                    </a:cubicBezTo>
                    <a:cubicBezTo>
                      <a:pt x="9" y="17"/>
                      <a:pt x="9" y="17"/>
                      <a:pt x="9" y="17"/>
                    </a:cubicBezTo>
                    <a:cubicBezTo>
                      <a:pt x="3" y="16"/>
                      <a:pt x="3" y="16"/>
                      <a:pt x="3" y="16"/>
                    </a:cubicBezTo>
                    <a:cubicBezTo>
                      <a:pt x="3" y="16"/>
                      <a:pt x="3" y="16"/>
                      <a:pt x="2" y="16"/>
                    </a:cubicBezTo>
                    <a:cubicBezTo>
                      <a:pt x="2" y="16"/>
                      <a:pt x="2" y="16"/>
                      <a:pt x="2" y="17"/>
                    </a:cubicBezTo>
                    <a:cubicBezTo>
                      <a:pt x="0" y="24"/>
                      <a:pt x="0" y="24"/>
                      <a:pt x="0" y="24"/>
                    </a:cubicBezTo>
                    <a:cubicBezTo>
                      <a:pt x="0" y="24"/>
                      <a:pt x="0" y="24"/>
                      <a:pt x="0" y="25"/>
                    </a:cubicBezTo>
                    <a:cubicBezTo>
                      <a:pt x="1" y="25"/>
                      <a:pt x="1" y="25"/>
                      <a:pt x="1" y="25"/>
                    </a:cubicBezTo>
                    <a:cubicBezTo>
                      <a:pt x="7" y="27"/>
                      <a:pt x="7" y="27"/>
                      <a:pt x="7" y="27"/>
                    </a:cubicBezTo>
                    <a:cubicBezTo>
                      <a:pt x="7" y="29"/>
                      <a:pt x="7" y="29"/>
                      <a:pt x="7" y="29"/>
                    </a:cubicBezTo>
                    <a:cubicBezTo>
                      <a:pt x="2" y="31"/>
                      <a:pt x="2" y="31"/>
                      <a:pt x="2" y="31"/>
                    </a:cubicBezTo>
                    <a:cubicBezTo>
                      <a:pt x="1" y="31"/>
                      <a:pt x="1" y="32"/>
                      <a:pt x="1" y="33"/>
                    </a:cubicBezTo>
                    <a:cubicBezTo>
                      <a:pt x="4" y="39"/>
                      <a:pt x="4" y="39"/>
                      <a:pt x="4" y="39"/>
                    </a:cubicBezTo>
                    <a:cubicBezTo>
                      <a:pt x="4" y="40"/>
                      <a:pt x="4" y="40"/>
                      <a:pt x="5" y="40"/>
                    </a:cubicBezTo>
                    <a:cubicBezTo>
                      <a:pt x="5" y="40"/>
                      <a:pt x="5" y="40"/>
                      <a:pt x="6" y="40"/>
                    </a:cubicBezTo>
                    <a:cubicBezTo>
                      <a:pt x="11" y="38"/>
                      <a:pt x="11" y="38"/>
                      <a:pt x="11" y="38"/>
                    </a:cubicBezTo>
                    <a:cubicBezTo>
                      <a:pt x="12" y="40"/>
                      <a:pt x="12" y="40"/>
                      <a:pt x="12" y="40"/>
                    </a:cubicBezTo>
                    <a:cubicBezTo>
                      <a:pt x="9" y="45"/>
                      <a:pt x="9" y="45"/>
                      <a:pt x="9" y="45"/>
                    </a:cubicBezTo>
                    <a:cubicBezTo>
                      <a:pt x="9" y="45"/>
                      <a:pt x="9" y="46"/>
                      <a:pt x="10" y="47"/>
                    </a:cubicBezTo>
                    <a:cubicBezTo>
                      <a:pt x="16" y="50"/>
                      <a:pt x="16" y="50"/>
                      <a:pt x="16" y="50"/>
                    </a:cubicBezTo>
                    <a:cubicBezTo>
                      <a:pt x="16" y="50"/>
                      <a:pt x="17" y="50"/>
                      <a:pt x="17" y="50"/>
                    </a:cubicBezTo>
                    <a:cubicBezTo>
                      <a:pt x="17" y="50"/>
                      <a:pt x="18" y="50"/>
                      <a:pt x="18" y="50"/>
                    </a:cubicBezTo>
                    <a:cubicBezTo>
                      <a:pt x="21" y="45"/>
                      <a:pt x="21" y="45"/>
                      <a:pt x="21" y="45"/>
                    </a:cubicBezTo>
                    <a:cubicBezTo>
                      <a:pt x="23" y="45"/>
                      <a:pt x="23" y="45"/>
                      <a:pt x="23" y="45"/>
                    </a:cubicBezTo>
                    <a:cubicBezTo>
                      <a:pt x="23" y="51"/>
                      <a:pt x="23" y="51"/>
                      <a:pt x="23" y="51"/>
                    </a:cubicBezTo>
                    <a:cubicBezTo>
                      <a:pt x="23" y="51"/>
                      <a:pt x="24" y="52"/>
                      <a:pt x="24" y="52"/>
                    </a:cubicBezTo>
                    <a:cubicBezTo>
                      <a:pt x="24" y="52"/>
                      <a:pt x="24" y="52"/>
                      <a:pt x="24" y="52"/>
                    </a:cubicBezTo>
                    <a:cubicBezTo>
                      <a:pt x="25" y="52"/>
                      <a:pt x="25" y="52"/>
                      <a:pt x="25" y="52"/>
                    </a:cubicBezTo>
                    <a:cubicBezTo>
                      <a:pt x="32" y="52"/>
                      <a:pt x="32" y="52"/>
                      <a:pt x="32" y="52"/>
                    </a:cubicBezTo>
                    <a:cubicBezTo>
                      <a:pt x="32" y="52"/>
                      <a:pt x="33" y="51"/>
                      <a:pt x="33" y="51"/>
                    </a:cubicBezTo>
                    <a:cubicBezTo>
                      <a:pt x="33" y="51"/>
                      <a:pt x="33" y="50"/>
                      <a:pt x="33" y="50"/>
                    </a:cubicBezTo>
                    <a:cubicBezTo>
                      <a:pt x="33" y="44"/>
                      <a:pt x="33" y="44"/>
                      <a:pt x="33" y="44"/>
                    </a:cubicBezTo>
                    <a:cubicBezTo>
                      <a:pt x="35" y="44"/>
                      <a:pt x="35" y="44"/>
                      <a:pt x="35" y="44"/>
                    </a:cubicBezTo>
                    <a:cubicBezTo>
                      <a:pt x="39" y="48"/>
                      <a:pt x="39" y="48"/>
                      <a:pt x="39" y="48"/>
                    </a:cubicBezTo>
                    <a:cubicBezTo>
                      <a:pt x="39" y="48"/>
                      <a:pt x="39" y="48"/>
                      <a:pt x="40" y="48"/>
                    </a:cubicBezTo>
                    <a:cubicBezTo>
                      <a:pt x="40" y="48"/>
                      <a:pt x="40" y="48"/>
                      <a:pt x="41" y="48"/>
                    </a:cubicBezTo>
                    <a:cubicBezTo>
                      <a:pt x="46" y="43"/>
                      <a:pt x="46" y="43"/>
                      <a:pt x="46" y="43"/>
                    </a:cubicBezTo>
                    <a:cubicBezTo>
                      <a:pt x="46" y="43"/>
                      <a:pt x="46" y="43"/>
                      <a:pt x="46" y="42"/>
                    </a:cubicBezTo>
                    <a:cubicBezTo>
                      <a:pt x="46" y="42"/>
                      <a:pt x="46" y="42"/>
                      <a:pt x="46" y="41"/>
                    </a:cubicBezTo>
                    <a:cubicBezTo>
                      <a:pt x="42" y="37"/>
                      <a:pt x="42" y="37"/>
                      <a:pt x="42" y="37"/>
                    </a:cubicBezTo>
                    <a:cubicBezTo>
                      <a:pt x="43" y="35"/>
                      <a:pt x="43" y="35"/>
                      <a:pt x="43" y="35"/>
                    </a:cubicBezTo>
                    <a:cubicBezTo>
                      <a:pt x="49" y="36"/>
                      <a:pt x="49" y="36"/>
                      <a:pt x="49" y="36"/>
                    </a:cubicBezTo>
                    <a:cubicBezTo>
                      <a:pt x="49" y="37"/>
                      <a:pt x="50" y="36"/>
                      <a:pt x="50" y="36"/>
                    </a:cubicBezTo>
                    <a:cubicBezTo>
                      <a:pt x="50" y="36"/>
                      <a:pt x="51" y="36"/>
                      <a:pt x="51" y="35"/>
                    </a:cubicBezTo>
                    <a:cubicBezTo>
                      <a:pt x="52" y="29"/>
                      <a:pt x="52" y="29"/>
                      <a:pt x="52" y="29"/>
                    </a:cubicBezTo>
                    <a:cubicBezTo>
                      <a:pt x="52" y="28"/>
                      <a:pt x="52" y="28"/>
                      <a:pt x="52" y="27"/>
                    </a:cubicBezTo>
                    <a:close/>
                    <a:moveTo>
                      <a:pt x="33" y="28"/>
                    </a:moveTo>
                    <a:cubicBezTo>
                      <a:pt x="32" y="31"/>
                      <a:pt x="28" y="34"/>
                      <a:pt x="25" y="33"/>
                    </a:cubicBezTo>
                    <a:cubicBezTo>
                      <a:pt x="21" y="32"/>
                      <a:pt x="18" y="28"/>
                      <a:pt x="19" y="25"/>
                    </a:cubicBezTo>
                    <a:cubicBezTo>
                      <a:pt x="20" y="21"/>
                      <a:pt x="24" y="18"/>
                      <a:pt x="28" y="19"/>
                    </a:cubicBezTo>
                    <a:cubicBezTo>
                      <a:pt x="32" y="20"/>
                      <a:pt x="34" y="24"/>
                      <a:pt x="33" y="28"/>
                    </a:cubicBezTo>
                    <a:close/>
                  </a:path>
                </a:pathLst>
              </a:custGeom>
              <a:solidFill>
                <a:srgbClr val="054487"/>
              </a:solidFill>
              <a:ln w="9525">
                <a:noFill/>
                <a:round/>
                <a:headEnd/>
                <a:tailEnd/>
              </a:ln>
            </p:spPr>
            <p:txBody>
              <a:bodyPr/>
              <a:lstStyle/>
              <a:p>
                <a:pPr>
                  <a:defRPr/>
                </a:pPr>
                <a:endParaRPr lang="da-DK" kern="0" dirty="0">
                  <a:solidFill>
                    <a:sysClr val="windowText" lastClr="000000"/>
                  </a:solidFill>
                  <a:latin typeface="微软雅黑" panose="020B0503020204020204" pitchFamily="34" charset="-122"/>
                  <a:ea typeface="微软雅黑" panose="020B0503020204020204" pitchFamily="34" charset="-122"/>
                </a:endParaRPr>
              </a:p>
            </p:txBody>
          </p:sp>
          <p:sp>
            <p:nvSpPr>
              <p:cNvPr id="9" name="Freeform 27"/>
              <p:cNvSpPr>
                <a:spLocks noEditPoints="1"/>
              </p:cNvSpPr>
              <p:nvPr/>
            </p:nvSpPr>
            <p:spPr bwMode="auto">
              <a:xfrm>
                <a:off x="840298" y="4757386"/>
                <a:ext cx="416037" cy="419205"/>
              </a:xfrm>
              <a:custGeom>
                <a:avLst/>
                <a:gdLst/>
                <a:ahLst/>
                <a:cxnLst>
                  <a:cxn ang="0">
                    <a:pos x="33" y="29"/>
                  </a:cxn>
                  <a:cxn ang="0">
                    <a:pos x="31" y="24"/>
                  </a:cxn>
                  <a:cxn ang="0">
                    <a:pos x="36" y="25"/>
                  </a:cxn>
                  <a:cxn ang="0">
                    <a:pos x="37" y="20"/>
                  </a:cxn>
                  <a:cxn ang="0">
                    <a:pos x="36" y="18"/>
                  </a:cxn>
                  <a:cxn ang="0">
                    <a:pos x="32" y="16"/>
                  </a:cxn>
                  <a:cxn ang="0">
                    <a:pos x="37" y="14"/>
                  </a:cxn>
                  <a:cxn ang="0">
                    <a:pos x="35" y="9"/>
                  </a:cxn>
                  <a:cxn ang="0">
                    <a:pos x="30" y="10"/>
                  </a:cxn>
                  <a:cxn ang="0">
                    <a:pos x="31" y="5"/>
                  </a:cxn>
                  <a:cxn ang="0">
                    <a:pos x="30" y="4"/>
                  </a:cxn>
                  <a:cxn ang="0">
                    <a:pos x="24" y="2"/>
                  </a:cxn>
                  <a:cxn ang="0">
                    <a:pos x="21" y="5"/>
                  </a:cxn>
                  <a:cxn ang="0">
                    <a:pos x="19" y="0"/>
                  </a:cxn>
                  <a:cxn ang="0">
                    <a:pos x="14" y="1"/>
                  </a:cxn>
                  <a:cxn ang="0">
                    <a:pos x="14" y="5"/>
                  </a:cxn>
                  <a:cxn ang="0">
                    <a:pos x="10" y="3"/>
                  </a:cxn>
                  <a:cxn ang="0">
                    <a:pos x="8" y="3"/>
                  </a:cxn>
                  <a:cxn ang="0">
                    <a:pos x="4" y="7"/>
                  </a:cxn>
                  <a:cxn ang="0">
                    <a:pos x="7" y="11"/>
                  </a:cxn>
                  <a:cxn ang="0">
                    <a:pos x="3" y="11"/>
                  </a:cxn>
                  <a:cxn ang="0">
                    <a:pos x="0" y="17"/>
                  </a:cxn>
                  <a:cxn ang="0">
                    <a:pos x="1" y="18"/>
                  </a:cxn>
                  <a:cxn ang="0">
                    <a:pos x="5" y="20"/>
                  </a:cxn>
                  <a:cxn ang="0">
                    <a:pos x="1" y="23"/>
                  </a:cxn>
                  <a:cxn ang="0">
                    <a:pos x="4" y="28"/>
                  </a:cxn>
                  <a:cxn ang="0">
                    <a:pos x="8" y="27"/>
                  </a:cxn>
                  <a:cxn ang="0">
                    <a:pos x="7" y="31"/>
                  </a:cxn>
                  <a:cxn ang="0">
                    <a:pos x="7" y="33"/>
                  </a:cxn>
                  <a:cxn ang="0">
                    <a:pos x="12" y="35"/>
                  </a:cxn>
                  <a:cxn ang="0">
                    <a:pos x="13" y="35"/>
                  </a:cxn>
                  <a:cxn ang="0">
                    <a:pos x="17" y="32"/>
                  </a:cxn>
                  <a:cxn ang="0">
                    <a:pos x="17" y="37"/>
                  </a:cxn>
                  <a:cxn ang="0">
                    <a:pos x="23" y="36"/>
                  </a:cxn>
                  <a:cxn ang="0">
                    <a:pos x="24" y="35"/>
                  </a:cxn>
                  <a:cxn ang="0">
                    <a:pos x="25" y="31"/>
                  </a:cxn>
                  <a:cxn ang="0">
                    <a:pos x="28" y="34"/>
                  </a:cxn>
                  <a:cxn ang="0">
                    <a:pos x="33" y="30"/>
                  </a:cxn>
                  <a:cxn ang="0">
                    <a:pos x="22" y="22"/>
                  </a:cxn>
                  <a:cxn ang="0">
                    <a:pos x="15" y="15"/>
                  </a:cxn>
                  <a:cxn ang="0">
                    <a:pos x="22" y="22"/>
                  </a:cxn>
                </a:cxnLst>
                <a:rect l="0" t="0" r="r" b="b"/>
                <a:pathLst>
                  <a:path w="37" h="37">
                    <a:moveTo>
                      <a:pt x="33" y="29"/>
                    </a:moveTo>
                    <a:cubicBezTo>
                      <a:pt x="33" y="29"/>
                      <a:pt x="33" y="29"/>
                      <a:pt x="33" y="29"/>
                    </a:cubicBezTo>
                    <a:cubicBezTo>
                      <a:pt x="30" y="26"/>
                      <a:pt x="30" y="26"/>
                      <a:pt x="30" y="26"/>
                    </a:cubicBezTo>
                    <a:cubicBezTo>
                      <a:pt x="31" y="24"/>
                      <a:pt x="31" y="24"/>
                      <a:pt x="31" y="24"/>
                    </a:cubicBezTo>
                    <a:cubicBezTo>
                      <a:pt x="35" y="25"/>
                      <a:pt x="35" y="25"/>
                      <a:pt x="35" y="25"/>
                    </a:cubicBezTo>
                    <a:cubicBezTo>
                      <a:pt x="35" y="25"/>
                      <a:pt x="36" y="25"/>
                      <a:pt x="36" y="25"/>
                    </a:cubicBezTo>
                    <a:cubicBezTo>
                      <a:pt x="36" y="25"/>
                      <a:pt x="36" y="25"/>
                      <a:pt x="36" y="24"/>
                    </a:cubicBezTo>
                    <a:cubicBezTo>
                      <a:pt x="37" y="20"/>
                      <a:pt x="37" y="20"/>
                      <a:pt x="37" y="20"/>
                    </a:cubicBezTo>
                    <a:cubicBezTo>
                      <a:pt x="37" y="19"/>
                      <a:pt x="37" y="19"/>
                      <a:pt x="37" y="19"/>
                    </a:cubicBezTo>
                    <a:cubicBezTo>
                      <a:pt x="37" y="19"/>
                      <a:pt x="37" y="18"/>
                      <a:pt x="36" y="18"/>
                    </a:cubicBezTo>
                    <a:cubicBezTo>
                      <a:pt x="33" y="18"/>
                      <a:pt x="33" y="18"/>
                      <a:pt x="33" y="18"/>
                    </a:cubicBezTo>
                    <a:cubicBezTo>
                      <a:pt x="32" y="16"/>
                      <a:pt x="32" y="16"/>
                      <a:pt x="32" y="16"/>
                    </a:cubicBezTo>
                    <a:cubicBezTo>
                      <a:pt x="36" y="14"/>
                      <a:pt x="36" y="14"/>
                      <a:pt x="36" y="14"/>
                    </a:cubicBezTo>
                    <a:cubicBezTo>
                      <a:pt x="36" y="14"/>
                      <a:pt x="37" y="14"/>
                      <a:pt x="37" y="14"/>
                    </a:cubicBezTo>
                    <a:cubicBezTo>
                      <a:pt x="37" y="14"/>
                      <a:pt x="37" y="13"/>
                      <a:pt x="37" y="13"/>
                    </a:cubicBezTo>
                    <a:cubicBezTo>
                      <a:pt x="35" y="9"/>
                      <a:pt x="35" y="9"/>
                      <a:pt x="35" y="9"/>
                    </a:cubicBezTo>
                    <a:cubicBezTo>
                      <a:pt x="34" y="8"/>
                      <a:pt x="34" y="8"/>
                      <a:pt x="33" y="8"/>
                    </a:cubicBezTo>
                    <a:cubicBezTo>
                      <a:pt x="30" y="10"/>
                      <a:pt x="30" y="10"/>
                      <a:pt x="30" y="10"/>
                    </a:cubicBezTo>
                    <a:cubicBezTo>
                      <a:pt x="29" y="8"/>
                      <a:pt x="29" y="8"/>
                      <a:pt x="29" y="8"/>
                    </a:cubicBezTo>
                    <a:cubicBezTo>
                      <a:pt x="31" y="5"/>
                      <a:pt x="31" y="5"/>
                      <a:pt x="31" y="5"/>
                    </a:cubicBezTo>
                    <a:cubicBezTo>
                      <a:pt x="31" y="5"/>
                      <a:pt x="31" y="4"/>
                      <a:pt x="31" y="4"/>
                    </a:cubicBezTo>
                    <a:cubicBezTo>
                      <a:pt x="31" y="4"/>
                      <a:pt x="30" y="4"/>
                      <a:pt x="30" y="4"/>
                    </a:cubicBezTo>
                    <a:cubicBezTo>
                      <a:pt x="26" y="1"/>
                      <a:pt x="26" y="1"/>
                      <a:pt x="26" y="1"/>
                    </a:cubicBezTo>
                    <a:cubicBezTo>
                      <a:pt x="25" y="1"/>
                      <a:pt x="25" y="1"/>
                      <a:pt x="24" y="2"/>
                    </a:cubicBezTo>
                    <a:cubicBezTo>
                      <a:pt x="22" y="5"/>
                      <a:pt x="22" y="5"/>
                      <a:pt x="22" y="5"/>
                    </a:cubicBezTo>
                    <a:cubicBezTo>
                      <a:pt x="21" y="5"/>
                      <a:pt x="21" y="5"/>
                      <a:pt x="21" y="5"/>
                    </a:cubicBezTo>
                    <a:cubicBezTo>
                      <a:pt x="21" y="1"/>
                      <a:pt x="21" y="1"/>
                      <a:pt x="21" y="1"/>
                    </a:cubicBezTo>
                    <a:cubicBezTo>
                      <a:pt x="20" y="0"/>
                      <a:pt x="20" y="0"/>
                      <a:pt x="19" y="0"/>
                    </a:cubicBezTo>
                    <a:cubicBezTo>
                      <a:pt x="14" y="0"/>
                      <a:pt x="14" y="0"/>
                      <a:pt x="14" y="0"/>
                    </a:cubicBezTo>
                    <a:cubicBezTo>
                      <a:pt x="14" y="0"/>
                      <a:pt x="14" y="0"/>
                      <a:pt x="14" y="1"/>
                    </a:cubicBezTo>
                    <a:cubicBezTo>
                      <a:pt x="14" y="1"/>
                      <a:pt x="14" y="1"/>
                      <a:pt x="14" y="1"/>
                    </a:cubicBezTo>
                    <a:cubicBezTo>
                      <a:pt x="14" y="5"/>
                      <a:pt x="14" y="5"/>
                      <a:pt x="14" y="5"/>
                    </a:cubicBezTo>
                    <a:cubicBezTo>
                      <a:pt x="13" y="6"/>
                      <a:pt x="13" y="6"/>
                      <a:pt x="13" y="6"/>
                    </a:cubicBezTo>
                    <a:cubicBezTo>
                      <a:pt x="10" y="3"/>
                      <a:pt x="10" y="3"/>
                      <a:pt x="10" y="3"/>
                    </a:cubicBezTo>
                    <a:cubicBezTo>
                      <a:pt x="10" y="3"/>
                      <a:pt x="9" y="3"/>
                      <a:pt x="9" y="3"/>
                    </a:cubicBezTo>
                    <a:cubicBezTo>
                      <a:pt x="9" y="3"/>
                      <a:pt x="9" y="3"/>
                      <a:pt x="8" y="3"/>
                    </a:cubicBezTo>
                    <a:cubicBezTo>
                      <a:pt x="5" y="6"/>
                      <a:pt x="5" y="6"/>
                      <a:pt x="5" y="6"/>
                    </a:cubicBezTo>
                    <a:cubicBezTo>
                      <a:pt x="5" y="6"/>
                      <a:pt x="4" y="7"/>
                      <a:pt x="4" y="7"/>
                    </a:cubicBezTo>
                    <a:cubicBezTo>
                      <a:pt x="4" y="7"/>
                      <a:pt x="4" y="8"/>
                      <a:pt x="5" y="8"/>
                    </a:cubicBezTo>
                    <a:cubicBezTo>
                      <a:pt x="7" y="11"/>
                      <a:pt x="7" y="11"/>
                      <a:pt x="7" y="11"/>
                    </a:cubicBezTo>
                    <a:cubicBezTo>
                      <a:pt x="7" y="12"/>
                      <a:pt x="7" y="12"/>
                      <a:pt x="7" y="12"/>
                    </a:cubicBezTo>
                    <a:cubicBezTo>
                      <a:pt x="3" y="11"/>
                      <a:pt x="3" y="11"/>
                      <a:pt x="3" y="11"/>
                    </a:cubicBezTo>
                    <a:cubicBezTo>
                      <a:pt x="2" y="11"/>
                      <a:pt x="2" y="11"/>
                      <a:pt x="1" y="12"/>
                    </a:cubicBezTo>
                    <a:cubicBezTo>
                      <a:pt x="0" y="17"/>
                      <a:pt x="0" y="17"/>
                      <a:pt x="0" y="17"/>
                    </a:cubicBezTo>
                    <a:cubicBezTo>
                      <a:pt x="0" y="17"/>
                      <a:pt x="0" y="17"/>
                      <a:pt x="1" y="18"/>
                    </a:cubicBezTo>
                    <a:cubicBezTo>
                      <a:pt x="1" y="18"/>
                      <a:pt x="1" y="18"/>
                      <a:pt x="1" y="18"/>
                    </a:cubicBezTo>
                    <a:cubicBezTo>
                      <a:pt x="5" y="19"/>
                      <a:pt x="5" y="19"/>
                      <a:pt x="5" y="19"/>
                    </a:cubicBezTo>
                    <a:cubicBezTo>
                      <a:pt x="5" y="20"/>
                      <a:pt x="5" y="20"/>
                      <a:pt x="5" y="20"/>
                    </a:cubicBezTo>
                    <a:cubicBezTo>
                      <a:pt x="2" y="22"/>
                      <a:pt x="2" y="22"/>
                      <a:pt x="2" y="22"/>
                    </a:cubicBezTo>
                    <a:cubicBezTo>
                      <a:pt x="1" y="22"/>
                      <a:pt x="1" y="23"/>
                      <a:pt x="1" y="23"/>
                    </a:cubicBezTo>
                    <a:cubicBezTo>
                      <a:pt x="3" y="28"/>
                      <a:pt x="3" y="28"/>
                      <a:pt x="3" y="28"/>
                    </a:cubicBezTo>
                    <a:cubicBezTo>
                      <a:pt x="3" y="28"/>
                      <a:pt x="3" y="28"/>
                      <a:pt x="4" y="28"/>
                    </a:cubicBezTo>
                    <a:cubicBezTo>
                      <a:pt x="4" y="29"/>
                      <a:pt x="4" y="29"/>
                      <a:pt x="4" y="28"/>
                    </a:cubicBezTo>
                    <a:cubicBezTo>
                      <a:pt x="8" y="27"/>
                      <a:pt x="8" y="27"/>
                      <a:pt x="8" y="27"/>
                    </a:cubicBezTo>
                    <a:cubicBezTo>
                      <a:pt x="9" y="28"/>
                      <a:pt x="9" y="28"/>
                      <a:pt x="9" y="28"/>
                    </a:cubicBezTo>
                    <a:cubicBezTo>
                      <a:pt x="7" y="31"/>
                      <a:pt x="7" y="31"/>
                      <a:pt x="7" y="31"/>
                    </a:cubicBezTo>
                    <a:cubicBezTo>
                      <a:pt x="7" y="32"/>
                      <a:pt x="7" y="32"/>
                      <a:pt x="7" y="32"/>
                    </a:cubicBezTo>
                    <a:cubicBezTo>
                      <a:pt x="7" y="32"/>
                      <a:pt x="7" y="33"/>
                      <a:pt x="7" y="33"/>
                    </a:cubicBezTo>
                    <a:cubicBezTo>
                      <a:pt x="7" y="33"/>
                      <a:pt x="7" y="33"/>
                      <a:pt x="7" y="33"/>
                    </a:cubicBezTo>
                    <a:cubicBezTo>
                      <a:pt x="12" y="35"/>
                      <a:pt x="12" y="35"/>
                      <a:pt x="12" y="35"/>
                    </a:cubicBezTo>
                    <a:cubicBezTo>
                      <a:pt x="12" y="35"/>
                      <a:pt x="12" y="35"/>
                      <a:pt x="13" y="35"/>
                    </a:cubicBezTo>
                    <a:cubicBezTo>
                      <a:pt x="13" y="35"/>
                      <a:pt x="13" y="35"/>
                      <a:pt x="13" y="35"/>
                    </a:cubicBezTo>
                    <a:cubicBezTo>
                      <a:pt x="15" y="31"/>
                      <a:pt x="15" y="31"/>
                      <a:pt x="15" y="31"/>
                    </a:cubicBezTo>
                    <a:cubicBezTo>
                      <a:pt x="17" y="32"/>
                      <a:pt x="17" y="32"/>
                      <a:pt x="17" y="32"/>
                    </a:cubicBezTo>
                    <a:cubicBezTo>
                      <a:pt x="17" y="36"/>
                      <a:pt x="17" y="36"/>
                      <a:pt x="17" y="36"/>
                    </a:cubicBezTo>
                    <a:cubicBezTo>
                      <a:pt x="17" y="36"/>
                      <a:pt x="17" y="36"/>
                      <a:pt x="17" y="37"/>
                    </a:cubicBezTo>
                    <a:cubicBezTo>
                      <a:pt x="18" y="37"/>
                      <a:pt x="18" y="37"/>
                      <a:pt x="18" y="37"/>
                    </a:cubicBezTo>
                    <a:cubicBezTo>
                      <a:pt x="23" y="36"/>
                      <a:pt x="23" y="36"/>
                      <a:pt x="23" y="36"/>
                    </a:cubicBezTo>
                    <a:cubicBezTo>
                      <a:pt x="23" y="36"/>
                      <a:pt x="24" y="36"/>
                      <a:pt x="24" y="36"/>
                    </a:cubicBezTo>
                    <a:cubicBezTo>
                      <a:pt x="24" y="36"/>
                      <a:pt x="24" y="35"/>
                      <a:pt x="24" y="35"/>
                    </a:cubicBezTo>
                    <a:cubicBezTo>
                      <a:pt x="24" y="31"/>
                      <a:pt x="24" y="31"/>
                      <a:pt x="24" y="31"/>
                    </a:cubicBezTo>
                    <a:cubicBezTo>
                      <a:pt x="25" y="31"/>
                      <a:pt x="25" y="31"/>
                      <a:pt x="25" y="31"/>
                    </a:cubicBezTo>
                    <a:cubicBezTo>
                      <a:pt x="28" y="33"/>
                      <a:pt x="28" y="33"/>
                      <a:pt x="28" y="33"/>
                    </a:cubicBezTo>
                    <a:cubicBezTo>
                      <a:pt x="28" y="34"/>
                      <a:pt x="28" y="34"/>
                      <a:pt x="28" y="34"/>
                    </a:cubicBezTo>
                    <a:cubicBezTo>
                      <a:pt x="29" y="34"/>
                      <a:pt x="29" y="34"/>
                      <a:pt x="29" y="34"/>
                    </a:cubicBezTo>
                    <a:cubicBezTo>
                      <a:pt x="33" y="30"/>
                      <a:pt x="33" y="30"/>
                      <a:pt x="33" y="30"/>
                    </a:cubicBezTo>
                    <a:cubicBezTo>
                      <a:pt x="33" y="30"/>
                      <a:pt x="33" y="30"/>
                      <a:pt x="33" y="29"/>
                    </a:cubicBezTo>
                    <a:close/>
                    <a:moveTo>
                      <a:pt x="22" y="22"/>
                    </a:moveTo>
                    <a:cubicBezTo>
                      <a:pt x="20" y="24"/>
                      <a:pt x="17" y="24"/>
                      <a:pt x="15" y="22"/>
                    </a:cubicBezTo>
                    <a:cubicBezTo>
                      <a:pt x="13" y="20"/>
                      <a:pt x="13" y="16"/>
                      <a:pt x="15" y="15"/>
                    </a:cubicBezTo>
                    <a:cubicBezTo>
                      <a:pt x="17" y="13"/>
                      <a:pt x="21" y="13"/>
                      <a:pt x="23" y="15"/>
                    </a:cubicBezTo>
                    <a:cubicBezTo>
                      <a:pt x="24" y="17"/>
                      <a:pt x="24" y="20"/>
                      <a:pt x="22" y="22"/>
                    </a:cubicBezTo>
                    <a:close/>
                  </a:path>
                </a:pathLst>
              </a:custGeom>
              <a:solidFill>
                <a:srgbClr val="054487"/>
              </a:solidFill>
              <a:ln w="9525">
                <a:noFill/>
                <a:round/>
                <a:headEnd/>
                <a:tailEnd/>
              </a:ln>
            </p:spPr>
            <p:txBody>
              <a:bodyPr/>
              <a:lstStyle/>
              <a:p>
                <a:pPr>
                  <a:defRPr/>
                </a:pPr>
                <a:endParaRPr lang="da-DK" kern="0" dirty="0">
                  <a:solidFill>
                    <a:sysClr val="windowText" lastClr="000000"/>
                  </a:solidFill>
                  <a:latin typeface="微软雅黑" panose="020B0503020204020204" pitchFamily="34" charset="-122"/>
                  <a:ea typeface="微软雅黑" panose="020B0503020204020204" pitchFamily="34" charset="-122"/>
                </a:endParaRPr>
              </a:p>
            </p:txBody>
          </p:sp>
        </p:grpSp>
      </p:grpSp>
      <p:grpSp>
        <p:nvGrpSpPr>
          <p:cNvPr id="10" name="Group 131"/>
          <p:cNvGrpSpPr>
            <a:grpSpLocks/>
          </p:cNvGrpSpPr>
          <p:nvPr/>
        </p:nvGrpSpPr>
        <p:grpSpPr bwMode="auto">
          <a:xfrm>
            <a:off x="6773274" y="1563638"/>
            <a:ext cx="967078" cy="967255"/>
            <a:chOff x="5109971" y="1507999"/>
            <a:chExt cx="713232" cy="713232"/>
          </a:xfrm>
          <a:solidFill>
            <a:srgbClr val="21BAFF"/>
          </a:solidFill>
        </p:grpSpPr>
        <p:sp>
          <p:nvSpPr>
            <p:cNvPr id="11" name="Donut 12"/>
            <p:cNvSpPr>
              <a:spLocks noChangeArrowheads="1"/>
            </p:cNvSpPr>
            <p:nvPr/>
          </p:nvSpPr>
          <p:spPr bwMode="auto">
            <a:xfrm flipV="1">
              <a:off x="5109852" y="1508172"/>
              <a:ext cx="713017" cy="712887"/>
            </a:xfrm>
            <a:custGeom>
              <a:avLst/>
              <a:gdLst>
                <a:gd name="T0" fmla="*/ 356616 w 713232"/>
                <a:gd name="T1" fmla="*/ 0 h 713232"/>
                <a:gd name="T2" fmla="*/ 104450 w 713232"/>
                <a:gd name="T3" fmla="*/ 104450 h 713232"/>
                <a:gd name="T4" fmla="*/ 0 w 713232"/>
                <a:gd name="T5" fmla="*/ 356616 h 713232"/>
                <a:gd name="T6" fmla="*/ 104450 w 713232"/>
                <a:gd name="T7" fmla="*/ 608782 h 713232"/>
                <a:gd name="T8" fmla="*/ 356616 w 713232"/>
                <a:gd name="T9" fmla="*/ 713232 h 713232"/>
                <a:gd name="T10" fmla="*/ 608782 w 713232"/>
                <a:gd name="T11" fmla="*/ 608782 h 713232"/>
                <a:gd name="T12" fmla="*/ 713232 w 713232"/>
                <a:gd name="T13" fmla="*/ 356616 h 713232"/>
                <a:gd name="T14" fmla="*/ 608782 w 713232"/>
                <a:gd name="T15" fmla="*/ 104450 h 713232"/>
                <a:gd name="T16" fmla="*/ 17694720 60000 65536"/>
                <a:gd name="T17" fmla="*/ 17694720 60000 65536"/>
                <a:gd name="T18" fmla="*/ 11796480 60000 65536"/>
                <a:gd name="T19" fmla="*/ 5898240 60000 65536"/>
                <a:gd name="T20" fmla="*/ 5898240 60000 65536"/>
                <a:gd name="T21" fmla="*/ 5898240 60000 65536"/>
                <a:gd name="T22" fmla="*/ 0 60000 65536"/>
                <a:gd name="T23" fmla="*/ 17694720 60000 65536"/>
                <a:gd name="T24" fmla="*/ 104450 w 713232"/>
                <a:gd name="T25" fmla="*/ 104450 h 713232"/>
                <a:gd name="T26" fmla="*/ 608782 w 713232"/>
                <a:gd name="T27" fmla="*/ 608782 h 71323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13232" h="713232">
                  <a:moveTo>
                    <a:pt x="0" y="356616"/>
                  </a:moveTo>
                  <a:lnTo>
                    <a:pt x="-1" y="356615"/>
                  </a:lnTo>
                  <a:cubicBezTo>
                    <a:pt x="0" y="159662"/>
                    <a:pt x="159662" y="0"/>
                    <a:pt x="356616" y="0"/>
                  </a:cubicBezTo>
                  <a:cubicBezTo>
                    <a:pt x="356616" y="-1"/>
                    <a:pt x="356616" y="0"/>
                    <a:pt x="356616" y="0"/>
                  </a:cubicBezTo>
                  <a:lnTo>
                    <a:pt x="356617" y="-1"/>
                  </a:lnTo>
                  <a:cubicBezTo>
                    <a:pt x="553570" y="0"/>
                    <a:pt x="713233" y="159662"/>
                    <a:pt x="713233" y="356616"/>
                  </a:cubicBezTo>
                  <a:cubicBezTo>
                    <a:pt x="713233" y="356616"/>
                    <a:pt x="713232" y="356616"/>
                    <a:pt x="713232" y="356616"/>
                  </a:cubicBezTo>
                  <a:lnTo>
                    <a:pt x="713233" y="356617"/>
                  </a:lnTo>
                  <a:cubicBezTo>
                    <a:pt x="713233" y="553570"/>
                    <a:pt x="553570" y="713232"/>
                    <a:pt x="356617" y="713232"/>
                  </a:cubicBezTo>
                  <a:cubicBezTo>
                    <a:pt x="159663" y="713232"/>
                    <a:pt x="0" y="553570"/>
                    <a:pt x="0" y="356616"/>
                  </a:cubicBezTo>
                  <a:close/>
                  <a:moveTo>
                    <a:pt x="85467" y="356616"/>
                  </a:moveTo>
                  <a:lnTo>
                    <a:pt x="85466" y="356615"/>
                  </a:lnTo>
                  <a:cubicBezTo>
                    <a:pt x="85466" y="506367"/>
                    <a:pt x="206864" y="627765"/>
                    <a:pt x="356615" y="627765"/>
                  </a:cubicBezTo>
                  <a:lnTo>
                    <a:pt x="356616" y="627764"/>
                  </a:lnTo>
                  <a:cubicBezTo>
                    <a:pt x="506367" y="627764"/>
                    <a:pt x="627765" y="506367"/>
                    <a:pt x="627765" y="356616"/>
                  </a:cubicBezTo>
                  <a:cubicBezTo>
                    <a:pt x="627765" y="206864"/>
                    <a:pt x="506367" y="85467"/>
                    <a:pt x="356616" y="85467"/>
                  </a:cubicBezTo>
                  <a:lnTo>
                    <a:pt x="356616" y="85466"/>
                  </a:lnTo>
                  <a:cubicBezTo>
                    <a:pt x="206864" y="85466"/>
                    <a:pt x="85466" y="206864"/>
                    <a:pt x="85466" y="356615"/>
                  </a:cubicBezTo>
                  <a:close/>
                </a:path>
              </a:pathLst>
            </a:custGeom>
            <a:solidFill>
              <a:srgbClr val="054487"/>
            </a:solidFill>
            <a:ln w="9525">
              <a:noFill/>
              <a:miter lim="800000"/>
              <a:headEnd/>
              <a:tailEnd/>
            </a:ln>
            <a:effectLst>
              <a:outerShdw blurRad="63500" dist="23000" dir="5400000" rotWithShape="0">
                <a:srgbClr val="000000">
                  <a:alpha val="34999"/>
                </a:srgbClr>
              </a:outerShdw>
            </a:effectLst>
          </p:spPr>
          <p:txBody>
            <a:bodyPr anchor="ctr"/>
            <a:lstStyle/>
            <a:p>
              <a:pPr algn="ctr" defTabSz="457200" fontAlgn="base">
                <a:spcBef>
                  <a:spcPct val="0"/>
                </a:spcBef>
                <a:spcAft>
                  <a:spcPct val="0"/>
                </a:spcAft>
              </a:pPr>
              <a:endParaRPr lang="en-US" dirty="0">
                <a:solidFill>
                  <a:prstClr val="black"/>
                </a:solidFill>
                <a:latin typeface="微软雅黑" panose="020B0503020204020204" pitchFamily="34" charset="-122"/>
                <a:ea typeface="微软雅黑" panose="020B0503020204020204" pitchFamily="34" charset="-122"/>
              </a:endParaRPr>
            </a:p>
          </p:txBody>
        </p:sp>
        <p:sp>
          <p:nvSpPr>
            <p:cNvPr id="12" name="Freeform 41"/>
            <p:cNvSpPr>
              <a:spLocks noEditPoints="1"/>
            </p:cNvSpPr>
            <p:nvPr/>
          </p:nvSpPr>
          <p:spPr bwMode="auto">
            <a:xfrm>
              <a:off x="5293668" y="1709513"/>
              <a:ext cx="345387" cy="310205"/>
            </a:xfrm>
            <a:custGeom>
              <a:avLst/>
              <a:gdLst>
                <a:gd name="T0" fmla="*/ 2147483647 w 67"/>
                <a:gd name="T1" fmla="*/ 124018912 h 60"/>
                <a:gd name="T2" fmla="*/ 2147483647 w 67"/>
                <a:gd name="T3" fmla="*/ 0 h 60"/>
                <a:gd name="T4" fmla="*/ 2147483647 w 67"/>
                <a:gd name="T5" fmla="*/ 0 h 60"/>
                <a:gd name="T6" fmla="*/ 2147483647 w 67"/>
                <a:gd name="T7" fmla="*/ 124018912 h 60"/>
                <a:gd name="T8" fmla="*/ 2147483647 w 67"/>
                <a:gd name="T9" fmla="*/ 310059138 h 60"/>
                <a:gd name="T10" fmla="*/ 2147483647 w 67"/>
                <a:gd name="T11" fmla="*/ 868156039 h 60"/>
                <a:gd name="T12" fmla="*/ 2147483647 w 67"/>
                <a:gd name="T13" fmla="*/ 124018912 h 60"/>
                <a:gd name="T14" fmla="*/ 2147483647 w 67"/>
                <a:gd name="T15" fmla="*/ 1922344337 h 60"/>
                <a:gd name="T16" fmla="*/ 2147483647 w 67"/>
                <a:gd name="T17" fmla="*/ 124018912 h 60"/>
                <a:gd name="T18" fmla="*/ 1902898002 w 67"/>
                <a:gd name="T19" fmla="*/ 124018912 h 60"/>
                <a:gd name="T20" fmla="*/ 122771150 w 67"/>
                <a:gd name="T21" fmla="*/ 1922344337 h 60"/>
                <a:gd name="T22" fmla="*/ 122771150 w 67"/>
                <a:gd name="T23" fmla="*/ 2147483647 h 60"/>
                <a:gd name="T24" fmla="*/ 245534466 w 67"/>
                <a:gd name="T25" fmla="*/ 2147483647 h 60"/>
                <a:gd name="T26" fmla="*/ 429691207 w 67"/>
                <a:gd name="T27" fmla="*/ 2147483647 h 60"/>
                <a:gd name="T28" fmla="*/ 2087055172 w 67"/>
                <a:gd name="T29" fmla="*/ 558097024 h 60"/>
                <a:gd name="T30" fmla="*/ 2147483647 w 67"/>
                <a:gd name="T31" fmla="*/ 2147483647 h 60"/>
                <a:gd name="T32" fmla="*/ 2147483647 w 67"/>
                <a:gd name="T33" fmla="*/ 2147483647 h 60"/>
                <a:gd name="T34" fmla="*/ 2147483647 w 67"/>
                <a:gd name="T35" fmla="*/ 1922344337 h 60"/>
                <a:gd name="T36" fmla="*/ 552454614 w 67"/>
                <a:gd name="T37" fmla="*/ 2147483647 h 60"/>
                <a:gd name="T38" fmla="*/ 552454614 w 67"/>
                <a:gd name="T39" fmla="*/ 2147483647 h 60"/>
                <a:gd name="T40" fmla="*/ 797989019 w 67"/>
                <a:gd name="T41" fmla="*/ 2147483647 h 60"/>
                <a:gd name="T42" fmla="*/ 1718749157 w 67"/>
                <a:gd name="T43" fmla="*/ 2147483647 h 60"/>
                <a:gd name="T44" fmla="*/ 1718749157 w 67"/>
                <a:gd name="T45" fmla="*/ 2147483647 h 60"/>
                <a:gd name="T46" fmla="*/ 1780134717 w 67"/>
                <a:gd name="T47" fmla="*/ 2147483647 h 60"/>
                <a:gd name="T48" fmla="*/ 2147483647 w 67"/>
                <a:gd name="T49" fmla="*/ 2147483647 h 60"/>
                <a:gd name="T50" fmla="*/ 2147483647 w 67"/>
                <a:gd name="T51" fmla="*/ 2147483647 h 60"/>
                <a:gd name="T52" fmla="*/ 2147483647 w 67"/>
                <a:gd name="T53" fmla="*/ 2147483647 h 60"/>
                <a:gd name="T54" fmla="*/ 2147483647 w 67"/>
                <a:gd name="T55" fmla="*/ 2147483647 h 60"/>
                <a:gd name="T56" fmla="*/ 2147483647 w 67"/>
                <a:gd name="T57" fmla="*/ 2147483647 h 60"/>
                <a:gd name="T58" fmla="*/ 2147483647 w 67"/>
                <a:gd name="T59" fmla="*/ 2147483647 h 60"/>
                <a:gd name="T60" fmla="*/ 2087055172 w 67"/>
                <a:gd name="T61" fmla="*/ 806142661 h 60"/>
                <a:gd name="T62" fmla="*/ 552454614 w 67"/>
                <a:gd name="T63" fmla="*/ 2147483647 h 6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7"/>
                <a:gd name="T97" fmla="*/ 0 h 60"/>
                <a:gd name="T98" fmla="*/ 67 w 67"/>
                <a:gd name="T99" fmla="*/ 60 h 6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7" h="60">
                  <a:moveTo>
                    <a:pt x="53" y="2"/>
                  </a:moveTo>
                  <a:cubicBezTo>
                    <a:pt x="53" y="1"/>
                    <a:pt x="52" y="0"/>
                    <a:pt x="51" y="0"/>
                  </a:cubicBezTo>
                  <a:cubicBezTo>
                    <a:pt x="46" y="0"/>
                    <a:pt x="46" y="0"/>
                    <a:pt x="46" y="0"/>
                  </a:cubicBezTo>
                  <a:cubicBezTo>
                    <a:pt x="45" y="0"/>
                    <a:pt x="44" y="1"/>
                    <a:pt x="44" y="2"/>
                  </a:cubicBezTo>
                  <a:cubicBezTo>
                    <a:pt x="44" y="5"/>
                    <a:pt x="44" y="5"/>
                    <a:pt x="44" y="5"/>
                  </a:cubicBezTo>
                  <a:cubicBezTo>
                    <a:pt x="53" y="14"/>
                    <a:pt x="53" y="14"/>
                    <a:pt x="53" y="14"/>
                  </a:cubicBezTo>
                  <a:lnTo>
                    <a:pt x="53" y="2"/>
                  </a:lnTo>
                  <a:close/>
                  <a:moveTo>
                    <a:pt x="66" y="31"/>
                  </a:moveTo>
                  <a:cubicBezTo>
                    <a:pt x="36" y="2"/>
                    <a:pt x="36" y="2"/>
                    <a:pt x="36" y="2"/>
                  </a:cubicBezTo>
                  <a:cubicBezTo>
                    <a:pt x="35" y="0"/>
                    <a:pt x="33" y="0"/>
                    <a:pt x="31" y="2"/>
                  </a:cubicBezTo>
                  <a:cubicBezTo>
                    <a:pt x="2" y="31"/>
                    <a:pt x="2" y="31"/>
                    <a:pt x="2" y="31"/>
                  </a:cubicBezTo>
                  <a:cubicBezTo>
                    <a:pt x="0" y="33"/>
                    <a:pt x="0" y="35"/>
                    <a:pt x="2" y="36"/>
                  </a:cubicBezTo>
                  <a:cubicBezTo>
                    <a:pt x="2" y="37"/>
                    <a:pt x="3" y="37"/>
                    <a:pt x="4" y="37"/>
                  </a:cubicBezTo>
                  <a:cubicBezTo>
                    <a:pt x="5" y="37"/>
                    <a:pt x="6" y="37"/>
                    <a:pt x="7" y="36"/>
                  </a:cubicBezTo>
                  <a:cubicBezTo>
                    <a:pt x="34" y="9"/>
                    <a:pt x="34" y="9"/>
                    <a:pt x="34" y="9"/>
                  </a:cubicBezTo>
                  <a:cubicBezTo>
                    <a:pt x="61" y="36"/>
                    <a:pt x="61" y="36"/>
                    <a:pt x="61" y="36"/>
                  </a:cubicBezTo>
                  <a:cubicBezTo>
                    <a:pt x="62" y="38"/>
                    <a:pt x="65" y="38"/>
                    <a:pt x="66" y="36"/>
                  </a:cubicBezTo>
                  <a:cubicBezTo>
                    <a:pt x="67" y="35"/>
                    <a:pt x="67" y="33"/>
                    <a:pt x="66" y="31"/>
                  </a:cubicBezTo>
                  <a:close/>
                  <a:moveTo>
                    <a:pt x="9" y="37"/>
                  </a:moveTo>
                  <a:cubicBezTo>
                    <a:pt x="9" y="57"/>
                    <a:pt x="9" y="57"/>
                    <a:pt x="9" y="57"/>
                  </a:cubicBezTo>
                  <a:cubicBezTo>
                    <a:pt x="9" y="59"/>
                    <a:pt x="11" y="60"/>
                    <a:pt x="13" y="60"/>
                  </a:cubicBezTo>
                  <a:cubicBezTo>
                    <a:pt x="28" y="60"/>
                    <a:pt x="28" y="60"/>
                    <a:pt x="28" y="60"/>
                  </a:cubicBezTo>
                  <a:cubicBezTo>
                    <a:pt x="28" y="42"/>
                    <a:pt x="28" y="42"/>
                    <a:pt x="28" y="42"/>
                  </a:cubicBezTo>
                  <a:cubicBezTo>
                    <a:pt x="28" y="42"/>
                    <a:pt x="29" y="41"/>
                    <a:pt x="29" y="41"/>
                  </a:cubicBezTo>
                  <a:cubicBezTo>
                    <a:pt x="38" y="41"/>
                    <a:pt x="38" y="41"/>
                    <a:pt x="38" y="41"/>
                  </a:cubicBezTo>
                  <a:cubicBezTo>
                    <a:pt x="39" y="41"/>
                    <a:pt x="39" y="42"/>
                    <a:pt x="39" y="42"/>
                  </a:cubicBezTo>
                  <a:cubicBezTo>
                    <a:pt x="39" y="60"/>
                    <a:pt x="39" y="60"/>
                    <a:pt x="39" y="60"/>
                  </a:cubicBezTo>
                  <a:cubicBezTo>
                    <a:pt x="55" y="60"/>
                    <a:pt x="55" y="60"/>
                    <a:pt x="55" y="60"/>
                  </a:cubicBezTo>
                  <a:cubicBezTo>
                    <a:pt x="57" y="60"/>
                    <a:pt x="58" y="59"/>
                    <a:pt x="58" y="57"/>
                  </a:cubicBezTo>
                  <a:cubicBezTo>
                    <a:pt x="58" y="38"/>
                    <a:pt x="58" y="38"/>
                    <a:pt x="58" y="38"/>
                  </a:cubicBezTo>
                  <a:cubicBezTo>
                    <a:pt x="34" y="13"/>
                    <a:pt x="34" y="13"/>
                    <a:pt x="34" y="13"/>
                  </a:cubicBezTo>
                  <a:lnTo>
                    <a:pt x="9" y="37"/>
                  </a:lnTo>
                  <a:close/>
                </a:path>
              </a:pathLst>
            </a:custGeom>
            <a:solidFill>
              <a:srgbClr val="054487"/>
            </a:solidFill>
            <a:ln w="9525">
              <a:noFill/>
              <a:round/>
              <a:headEnd/>
              <a:tailEnd/>
            </a:ln>
          </p:spPr>
          <p:txBody>
            <a:bodyPr/>
            <a:lstStyle/>
            <a:p>
              <a:pPr>
                <a:defRPr/>
              </a:pPr>
              <a:endParaRPr lang="en-US" kern="0" dirty="0">
                <a:solidFill>
                  <a:sysClr val="windowText" lastClr="000000"/>
                </a:solidFill>
                <a:latin typeface="微软雅黑" panose="020B0503020204020204" pitchFamily="34" charset="-122"/>
                <a:ea typeface="微软雅黑" panose="020B0503020204020204" pitchFamily="34" charset="-122"/>
              </a:endParaRPr>
            </a:p>
          </p:txBody>
        </p:sp>
      </p:grpSp>
      <p:grpSp>
        <p:nvGrpSpPr>
          <p:cNvPr id="13" name="Group 132"/>
          <p:cNvGrpSpPr>
            <a:grpSpLocks/>
          </p:cNvGrpSpPr>
          <p:nvPr/>
        </p:nvGrpSpPr>
        <p:grpSpPr bwMode="auto">
          <a:xfrm>
            <a:off x="7205321" y="2715766"/>
            <a:ext cx="967079" cy="969409"/>
            <a:chOff x="5765300" y="2141983"/>
            <a:chExt cx="713233" cy="713232"/>
          </a:xfrm>
          <a:solidFill>
            <a:srgbClr val="21BAFF"/>
          </a:solidFill>
        </p:grpSpPr>
        <p:sp>
          <p:nvSpPr>
            <p:cNvPr id="14" name="Donut 13"/>
            <p:cNvSpPr>
              <a:spLocks noChangeArrowheads="1"/>
            </p:cNvSpPr>
            <p:nvPr/>
          </p:nvSpPr>
          <p:spPr bwMode="auto">
            <a:xfrm flipV="1">
              <a:off x="5764784" y="2141636"/>
              <a:ext cx="714189" cy="713640"/>
            </a:xfrm>
            <a:custGeom>
              <a:avLst/>
              <a:gdLst>
                <a:gd name="T0" fmla="*/ 356616 w 713232"/>
                <a:gd name="T1" fmla="*/ 0 h 713232"/>
                <a:gd name="T2" fmla="*/ 104450 w 713232"/>
                <a:gd name="T3" fmla="*/ 104450 h 713232"/>
                <a:gd name="T4" fmla="*/ 0 w 713232"/>
                <a:gd name="T5" fmla="*/ 356616 h 713232"/>
                <a:gd name="T6" fmla="*/ 104450 w 713232"/>
                <a:gd name="T7" fmla="*/ 608782 h 713232"/>
                <a:gd name="T8" fmla="*/ 356616 w 713232"/>
                <a:gd name="T9" fmla="*/ 713232 h 713232"/>
                <a:gd name="T10" fmla="*/ 608782 w 713232"/>
                <a:gd name="T11" fmla="*/ 608782 h 713232"/>
                <a:gd name="T12" fmla="*/ 713232 w 713232"/>
                <a:gd name="T13" fmla="*/ 356616 h 713232"/>
                <a:gd name="T14" fmla="*/ 608782 w 713232"/>
                <a:gd name="T15" fmla="*/ 104450 h 713232"/>
                <a:gd name="T16" fmla="*/ 17694720 60000 65536"/>
                <a:gd name="T17" fmla="*/ 17694720 60000 65536"/>
                <a:gd name="T18" fmla="*/ 11796480 60000 65536"/>
                <a:gd name="T19" fmla="*/ 5898240 60000 65536"/>
                <a:gd name="T20" fmla="*/ 5898240 60000 65536"/>
                <a:gd name="T21" fmla="*/ 5898240 60000 65536"/>
                <a:gd name="T22" fmla="*/ 0 60000 65536"/>
                <a:gd name="T23" fmla="*/ 17694720 60000 65536"/>
                <a:gd name="T24" fmla="*/ 104450 w 713232"/>
                <a:gd name="T25" fmla="*/ 104450 h 713232"/>
                <a:gd name="T26" fmla="*/ 608782 w 713232"/>
                <a:gd name="T27" fmla="*/ 608782 h 71323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13232" h="713232">
                  <a:moveTo>
                    <a:pt x="0" y="356616"/>
                  </a:moveTo>
                  <a:lnTo>
                    <a:pt x="-1" y="356615"/>
                  </a:lnTo>
                  <a:cubicBezTo>
                    <a:pt x="0" y="159662"/>
                    <a:pt x="159662" y="0"/>
                    <a:pt x="356616" y="0"/>
                  </a:cubicBezTo>
                  <a:cubicBezTo>
                    <a:pt x="356616" y="-1"/>
                    <a:pt x="356616" y="0"/>
                    <a:pt x="356616" y="0"/>
                  </a:cubicBezTo>
                  <a:lnTo>
                    <a:pt x="356617" y="-1"/>
                  </a:lnTo>
                  <a:cubicBezTo>
                    <a:pt x="553570" y="0"/>
                    <a:pt x="713233" y="159662"/>
                    <a:pt x="713233" y="356616"/>
                  </a:cubicBezTo>
                  <a:cubicBezTo>
                    <a:pt x="713233" y="356616"/>
                    <a:pt x="713232" y="356616"/>
                    <a:pt x="713232" y="356616"/>
                  </a:cubicBezTo>
                  <a:lnTo>
                    <a:pt x="713233" y="356617"/>
                  </a:lnTo>
                  <a:cubicBezTo>
                    <a:pt x="713233" y="553570"/>
                    <a:pt x="553570" y="713232"/>
                    <a:pt x="356617" y="713232"/>
                  </a:cubicBezTo>
                  <a:cubicBezTo>
                    <a:pt x="159663" y="713232"/>
                    <a:pt x="0" y="553570"/>
                    <a:pt x="0" y="356616"/>
                  </a:cubicBezTo>
                  <a:close/>
                  <a:moveTo>
                    <a:pt x="85467" y="356616"/>
                  </a:moveTo>
                  <a:lnTo>
                    <a:pt x="85466" y="356615"/>
                  </a:lnTo>
                  <a:cubicBezTo>
                    <a:pt x="85466" y="506367"/>
                    <a:pt x="206864" y="627765"/>
                    <a:pt x="356615" y="627765"/>
                  </a:cubicBezTo>
                  <a:lnTo>
                    <a:pt x="356616" y="627764"/>
                  </a:lnTo>
                  <a:cubicBezTo>
                    <a:pt x="506367" y="627764"/>
                    <a:pt x="627765" y="506367"/>
                    <a:pt x="627765" y="356616"/>
                  </a:cubicBezTo>
                  <a:cubicBezTo>
                    <a:pt x="627765" y="206864"/>
                    <a:pt x="506367" y="85467"/>
                    <a:pt x="356616" y="85467"/>
                  </a:cubicBezTo>
                  <a:lnTo>
                    <a:pt x="356616" y="85466"/>
                  </a:lnTo>
                  <a:cubicBezTo>
                    <a:pt x="206864" y="85466"/>
                    <a:pt x="85466" y="206864"/>
                    <a:pt x="85466" y="356615"/>
                  </a:cubicBezTo>
                  <a:close/>
                </a:path>
              </a:pathLst>
            </a:custGeom>
            <a:solidFill>
              <a:srgbClr val="054487"/>
            </a:solidFill>
            <a:ln w="9525">
              <a:noFill/>
              <a:miter lim="800000"/>
              <a:headEnd/>
              <a:tailEnd/>
            </a:ln>
            <a:effectLst>
              <a:outerShdw blurRad="63500" dist="23000" dir="5400000" rotWithShape="0">
                <a:srgbClr val="000000">
                  <a:alpha val="34999"/>
                </a:srgbClr>
              </a:outerShdw>
            </a:effectLst>
          </p:spPr>
          <p:txBody>
            <a:bodyPr anchor="ctr"/>
            <a:lstStyle/>
            <a:p>
              <a:pPr algn="ctr" defTabSz="457200" fontAlgn="base">
                <a:spcBef>
                  <a:spcPct val="0"/>
                </a:spcBef>
                <a:spcAft>
                  <a:spcPct val="0"/>
                </a:spcAft>
              </a:pPr>
              <a:endParaRPr lang="en-US" dirty="0">
                <a:solidFill>
                  <a:prstClr val="black"/>
                </a:solidFill>
                <a:latin typeface="微软雅黑" panose="020B0503020204020204" pitchFamily="34" charset="-122"/>
                <a:ea typeface="微软雅黑" panose="020B0503020204020204" pitchFamily="34" charset="-122"/>
              </a:endParaRPr>
            </a:p>
          </p:txBody>
        </p:sp>
        <p:sp>
          <p:nvSpPr>
            <p:cNvPr id="15" name="Freeform 41"/>
            <p:cNvSpPr>
              <a:spLocks noEditPoints="1"/>
            </p:cNvSpPr>
            <p:nvPr/>
          </p:nvSpPr>
          <p:spPr bwMode="auto">
            <a:xfrm>
              <a:off x="5946258" y="2357714"/>
              <a:ext cx="351240" cy="281484"/>
            </a:xfrm>
            <a:custGeom>
              <a:avLst/>
              <a:gdLst>
                <a:gd name="T0" fmla="*/ 1176335871 w 72"/>
                <a:gd name="T1" fmla="*/ 232073966 h 58"/>
                <a:gd name="T2" fmla="*/ 2147483647 w 72"/>
                <a:gd name="T3" fmla="*/ 232073966 h 58"/>
                <a:gd name="T4" fmla="*/ 2147483647 w 72"/>
                <a:gd name="T5" fmla="*/ 510570880 h 58"/>
                <a:gd name="T6" fmla="*/ 2147483647 w 72"/>
                <a:gd name="T7" fmla="*/ 510570880 h 58"/>
                <a:gd name="T8" fmla="*/ 2147483647 w 72"/>
                <a:gd name="T9" fmla="*/ 185664591 h 58"/>
                <a:gd name="T10" fmla="*/ 2147483647 w 72"/>
                <a:gd name="T11" fmla="*/ 0 h 58"/>
                <a:gd name="T12" fmla="*/ 1129279435 w 72"/>
                <a:gd name="T13" fmla="*/ 0 h 58"/>
                <a:gd name="T14" fmla="*/ 941067411 w 72"/>
                <a:gd name="T15" fmla="*/ 185664591 h 58"/>
                <a:gd name="T16" fmla="*/ 941067411 w 72"/>
                <a:gd name="T17" fmla="*/ 510570880 h 58"/>
                <a:gd name="T18" fmla="*/ 1176335871 w 72"/>
                <a:gd name="T19" fmla="*/ 510570880 h 58"/>
                <a:gd name="T20" fmla="*/ 1176335871 w 72"/>
                <a:gd name="T21" fmla="*/ 232073966 h 58"/>
                <a:gd name="T22" fmla="*/ 0 w 72"/>
                <a:gd name="T23" fmla="*/ 881893143 h 58"/>
                <a:gd name="T24" fmla="*/ 0 w 72"/>
                <a:gd name="T25" fmla="*/ 2147483647 h 58"/>
                <a:gd name="T26" fmla="*/ 235268568 w 72"/>
                <a:gd name="T27" fmla="*/ 2147483647 h 58"/>
                <a:gd name="T28" fmla="*/ 470530276 w 72"/>
                <a:gd name="T29" fmla="*/ 2147483647 h 58"/>
                <a:gd name="T30" fmla="*/ 470530276 w 72"/>
                <a:gd name="T31" fmla="*/ 649812471 h 58"/>
                <a:gd name="T32" fmla="*/ 235268568 w 72"/>
                <a:gd name="T33" fmla="*/ 649812471 h 58"/>
                <a:gd name="T34" fmla="*/ 0 w 72"/>
                <a:gd name="T35" fmla="*/ 881893143 h 58"/>
                <a:gd name="T36" fmla="*/ 658749160 w 72"/>
                <a:gd name="T37" fmla="*/ 2147483647 h 58"/>
                <a:gd name="T38" fmla="*/ 2147483647 w 72"/>
                <a:gd name="T39" fmla="*/ 2147483647 h 58"/>
                <a:gd name="T40" fmla="*/ 2147483647 w 72"/>
                <a:gd name="T41" fmla="*/ 649812471 h 58"/>
                <a:gd name="T42" fmla="*/ 658749160 w 72"/>
                <a:gd name="T43" fmla="*/ 649812471 h 58"/>
                <a:gd name="T44" fmla="*/ 658749160 w 72"/>
                <a:gd name="T45" fmla="*/ 2147483647 h 58"/>
                <a:gd name="T46" fmla="*/ 2147483647 w 72"/>
                <a:gd name="T47" fmla="*/ 649812471 h 58"/>
                <a:gd name="T48" fmla="*/ 2147483647 w 72"/>
                <a:gd name="T49" fmla="*/ 649812471 h 58"/>
                <a:gd name="T50" fmla="*/ 2147483647 w 72"/>
                <a:gd name="T51" fmla="*/ 2147483647 h 58"/>
                <a:gd name="T52" fmla="*/ 2147483647 w 72"/>
                <a:gd name="T53" fmla="*/ 2147483647 h 58"/>
                <a:gd name="T54" fmla="*/ 2147483647 w 72"/>
                <a:gd name="T55" fmla="*/ 2147483647 h 58"/>
                <a:gd name="T56" fmla="*/ 2147483647 w 72"/>
                <a:gd name="T57" fmla="*/ 881893143 h 58"/>
                <a:gd name="T58" fmla="*/ 2147483647 w 72"/>
                <a:gd name="T59" fmla="*/ 649812471 h 5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72"/>
                <a:gd name="T91" fmla="*/ 0 h 58"/>
                <a:gd name="T92" fmla="*/ 72 w 72"/>
                <a:gd name="T93" fmla="*/ 58 h 5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72" h="58">
                  <a:moveTo>
                    <a:pt x="25" y="5"/>
                  </a:moveTo>
                  <a:cubicBezTo>
                    <a:pt x="48" y="5"/>
                    <a:pt x="48" y="5"/>
                    <a:pt x="48" y="5"/>
                  </a:cubicBezTo>
                  <a:cubicBezTo>
                    <a:pt x="48" y="11"/>
                    <a:pt x="48" y="11"/>
                    <a:pt x="48" y="11"/>
                  </a:cubicBezTo>
                  <a:cubicBezTo>
                    <a:pt x="53" y="11"/>
                    <a:pt x="53" y="11"/>
                    <a:pt x="53" y="11"/>
                  </a:cubicBezTo>
                  <a:cubicBezTo>
                    <a:pt x="53" y="4"/>
                    <a:pt x="53" y="4"/>
                    <a:pt x="53" y="4"/>
                  </a:cubicBezTo>
                  <a:cubicBezTo>
                    <a:pt x="53" y="2"/>
                    <a:pt x="51" y="0"/>
                    <a:pt x="48" y="0"/>
                  </a:cubicBezTo>
                  <a:cubicBezTo>
                    <a:pt x="24" y="0"/>
                    <a:pt x="24" y="0"/>
                    <a:pt x="24" y="0"/>
                  </a:cubicBezTo>
                  <a:cubicBezTo>
                    <a:pt x="22" y="0"/>
                    <a:pt x="20" y="2"/>
                    <a:pt x="20" y="4"/>
                  </a:cubicBezTo>
                  <a:cubicBezTo>
                    <a:pt x="20" y="11"/>
                    <a:pt x="20" y="11"/>
                    <a:pt x="20" y="11"/>
                  </a:cubicBezTo>
                  <a:cubicBezTo>
                    <a:pt x="25" y="11"/>
                    <a:pt x="25" y="11"/>
                    <a:pt x="25" y="11"/>
                  </a:cubicBezTo>
                  <a:lnTo>
                    <a:pt x="25" y="5"/>
                  </a:lnTo>
                  <a:close/>
                  <a:moveTo>
                    <a:pt x="0" y="19"/>
                  </a:moveTo>
                  <a:cubicBezTo>
                    <a:pt x="0" y="53"/>
                    <a:pt x="0" y="53"/>
                    <a:pt x="0" y="53"/>
                  </a:cubicBezTo>
                  <a:cubicBezTo>
                    <a:pt x="0" y="56"/>
                    <a:pt x="3" y="58"/>
                    <a:pt x="5" y="58"/>
                  </a:cubicBezTo>
                  <a:cubicBezTo>
                    <a:pt x="10" y="58"/>
                    <a:pt x="10" y="58"/>
                    <a:pt x="10" y="58"/>
                  </a:cubicBezTo>
                  <a:cubicBezTo>
                    <a:pt x="10" y="14"/>
                    <a:pt x="10" y="14"/>
                    <a:pt x="10" y="14"/>
                  </a:cubicBezTo>
                  <a:cubicBezTo>
                    <a:pt x="5" y="14"/>
                    <a:pt x="5" y="14"/>
                    <a:pt x="5" y="14"/>
                  </a:cubicBezTo>
                  <a:cubicBezTo>
                    <a:pt x="3" y="14"/>
                    <a:pt x="0" y="16"/>
                    <a:pt x="0" y="19"/>
                  </a:cubicBezTo>
                  <a:close/>
                  <a:moveTo>
                    <a:pt x="14" y="58"/>
                  </a:moveTo>
                  <a:cubicBezTo>
                    <a:pt x="59" y="58"/>
                    <a:pt x="59" y="58"/>
                    <a:pt x="59" y="58"/>
                  </a:cubicBezTo>
                  <a:cubicBezTo>
                    <a:pt x="59" y="14"/>
                    <a:pt x="59" y="14"/>
                    <a:pt x="59" y="14"/>
                  </a:cubicBezTo>
                  <a:cubicBezTo>
                    <a:pt x="14" y="14"/>
                    <a:pt x="14" y="14"/>
                    <a:pt x="14" y="14"/>
                  </a:cubicBezTo>
                  <a:lnTo>
                    <a:pt x="14" y="58"/>
                  </a:lnTo>
                  <a:close/>
                  <a:moveTo>
                    <a:pt x="67" y="14"/>
                  </a:moveTo>
                  <a:cubicBezTo>
                    <a:pt x="63" y="14"/>
                    <a:pt x="63" y="14"/>
                    <a:pt x="63" y="14"/>
                  </a:cubicBezTo>
                  <a:cubicBezTo>
                    <a:pt x="63" y="58"/>
                    <a:pt x="63" y="58"/>
                    <a:pt x="63" y="58"/>
                  </a:cubicBezTo>
                  <a:cubicBezTo>
                    <a:pt x="67" y="58"/>
                    <a:pt x="67" y="58"/>
                    <a:pt x="67" y="58"/>
                  </a:cubicBezTo>
                  <a:cubicBezTo>
                    <a:pt x="70" y="58"/>
                    <a:pt x="72" y="56"/>
                    <a:pt x="72" y="53"/>
                  </a:cubicBezTo>
                  <a:cubicBezTo>
                    <a:pt x="72" y="19"/>
                    <a:pt x="72" y="19"/>
                    <a:pt x="72" y="19"/>
                  </a:cubicBezTo>
                  <a:cubicBezTo>
                    <a:pt x="72" y="16"/>
                    <a:pt x="70" y="14"/>
                    <a:pt x="67" y="14"/>
                  </a:cubicBezTo>
                  <a:close/>
                </a:path>
              </a:pathLst>
            </a:custGeom>
            <a:solidFill>
              <a:srgbClr val="054487"/>
            </a:solidFill>
            <a:ln w="9525">
              <a:noFill/>
              <a:round/>
              <a:headEnd/>
              <a:tailEnd/>
            </a:ln>
          </p:spPr>
          <p:txBody>
            <a:bodyPr/>
            <a:lstStyle/>
            <a:p>
              <a:pPr>
                <a:defRPr/>
              </a:pPr>
              <a:endParaRPr lang="en-US" kern="0" dirty="0">
                <a:solidFill>
                  <a:sysClr val="windowText" lastClr="000000"/>
                </a:solidFill>
                <a:latin typeface="微软雅黑" panose="020B0503020204020204" pitchFamily="34" charset="-122"/>
                <a:ea typeface="微软雅黑" panose="020B0503020204020204" pitchFamily="34" charset="-122"/>
              </a:endParaRPr>
            </a:p>
          </p:txBody>
        </p:sp>
      </p:grpSp>
      <p:grpSp>
        <p:nvGrpSpPr>
          <p:cNvPr id="16" name="Group 133"/>
          <p:cNvGrpSpPr>
            <a:grpSpLocks/>
          </p:cNvGrpSpPr>
          <p:nvPr/>
        </p:nvGrpSpPr>
        <p:grpSpPr bwMode="auto">
          <a:xfrm>
            <a:off x="6989297" y="3867894"/>
            <a:ext cx="967079" cy="967254"/>
            <a:chOff x="5993893" y="3065525"/>
            <a:chExt cx="713232" cy="713232"/>
          </a:xfrm>
          <a:solidFill>
            <a:srgbClr val="21BAFF"/>
          </a:solidFill>
        </p:grpSpPr>
        <p:sp>
          <p:nvSpPr>
            <p:cNvPr id="17" name="Donut 14"/>
            <p:cNvSpPr>
              <a:spLocks noChangeArrowheads="1"/>
            </p:cNvSpPr>
            <p:nvPr/>
          </p:nvSpPr>
          <p:spPr bwMode="auto">
            <a:xfrm flipV="1">
              <a:off x="5994108" y="3065443"/>
              <a:ext cx="713017" cy="712888"/>
            </a:xfrm>
            <a:custGeom>
              <a:avLst/>
              <a:gdLst>
                <a:gd name="T0" fmla="*/ 356616 w 713232"/>
                <a:gd name="T1" fmla="*/ 0 h 713232"/>
                <a:gd name="T2" fmla="*/ 104450 w 713232"/>
                <a:gd name="T3" fmla="*/ 104450 h 713232"/>
                <a:gd name="T4" fmla="*/ 0 w 713232"/>
                <a:gd name="T5" fmla="*/ 356616 h 713232"/>
                <a:gd name="T6" fmla="*/ 104450 w 713232"/>
                <a:gd name="T7" fmla="*/ 608782 h 713232"/>
                <a:gd name="T8" fmla="*/ 356616 w 713232"/>
                <a:gd name="T9" fmla="*/ 713232 h 713232"/>
                <a:gd name="T10" fmla="*/ 608782 w 713232"/>
                <a:gd name="T11" fmla="*/ 608782 h 713232"/>
                <a:gd name="T12" fmla="*/ 713232 w 713232"/>
                <a:gd name="T13" fmla="*/ 356616 h 713232"/>
                <a:gd name="T14" fmla="*/ 608782 w 713232"/>
                <a:gd name="T15" fmla="*/ 104450 h 713232"/>
                <a:gd name="T16" fmla="*/ 17694720 60000 65536"/>
                <a:gd name="T17" fmla="*/ 17694720 60000 65536"/>
                <a:gd name="T18" fmla="*/ 11796480 60000 65536"/>
                <a:gd name="T19" fmla="*/ 5898240 60000 65536"/>
                <a:gd name="T20" fmla="*/ 5898240 60000 65536"/>
                <a:gd name="T21" fmla="*/ 5898240 60000 65536"/>
                <a:gd name="T22" fmla="*/ 0 60000 65536"/>
                <a:gd name="T23" fmla="*/ 17694720 60000 65536"/>
                <a:gd name="T24" fmla="*/ 104450 w 713232"/>
                <a:gd name="T25" fmla="*/ 104450 h 713232"/>
                <a:gd name="T26" fmla="*/ 608782 w 713232"/>
                <a:gd name="T27" fmla="*/ 608782 h 71323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13232" h="713232">
                  <a:moveTo>
                    <a:pt x="0" y="356616"/>
                  </a:moveTo>
                  <a:lnTo>
                    <a:pt x="-1" y="356615"/>
                  </a:lnTo>
                  <a:cubicBezTo>
                    <a:pt x="0" y="159662"/>
                    <a:pt x="159662" y="0"/>
                    <a:pt x="356616" y="0"/>
                  </a:cubicBezTo>
                  <a:cubicBezTo>
                    <a:pt x="356616" y="-1"/>
                    <a:pt x="356616" y="0"/>
                    <a:pt x="356616" y="0"/>
                  </a:cubicBezTo>
                  <a:lnTo>
                    <a:pt x="356617" y="-1"/>
                  </a:lnTo>
                  <a:cubicBezTo>
                    <a:pt x="553570" y="0"/>
                    <a:pt x="713233" y="159662"/>
                    <a:pt x="713233" y="356616"/>
                  </a:cubicBezTo>
                  <a:cubicBezTo>
                    <a:pt x="713233" y="356616"/>
                    <a:pt x="713232" y="356616"/>
                    <a:pt x="713232" y="356616"/>
                  </a:cubicBezTo>
                  <a:lnTo>
                    <a:pt x="713233" y="356617"/>
                  </a:lnTo>
                  <a:cubicBezTo>
                    <a:pt x="713233" y="553570"/>
                    <a:pt x="553570" y="713232"/>
                    <a:pt x="356617" y="713232"/>
                  </a:cubicBezTo>
                  <a:cubicBezTo>
                    <a:pt x="159663" y="713232"/>
                    <a:pt x="0" y="553570"/>
                    <a:pt x="0" y="356616"/>
                  </a:cubicBezTo>
                  <a:close/>
                  <a:moveTo>
                    <a:pt x="85467" y="356616"/>
                  </a:moveTo>
                  <a:lnTo>
                    <a:pt x="85466" y="356615"/>
                  </a:lnTo>
                  <a:cubicBezTo>
                    <a:pt x="85466" y="506367"/>
                    <a:pt x="206864" y="627765"/>
                    <a:pt x="356615" y="627765"/>
                  </a:cubicBezTo>
                  <a:lnTo>
                    <a:pt x="356616" y="627764"/>
                  </a:lnTo>
                  <a:cubicBezTo>
                    <a:pt x="506367" y="627764"/>
                    <a:pt x="627765" y="506367"/>
                    <a:pt x="627765" y="356616"/>
                  </a:cubicBezTo>
                  <a:cubicBezTo>
                    <a:pt x="627765" y="206864"/>
                    <a:pt x="506367" y="85467"/>
                    <a:pt x="356616" y="85467"/>
                  </a:cubicBezTo>
                  <a:lnTo>
                    <a:pt x="356616" y="85466"/>
                  </a:lnTo>
                  <a:cubicBezTo>
                    <a:pt x="206864" y="85466"/>
                    <a:pt x="85466" y="206864"/>
                    <a:pt x="85466" y="356615"/>
                  </a:cubicBezTo>
                  <a:close/>
                </a:path>
              </a:pathLst>
            </a:custGeom>
            <a:solidFill>
              <a:srgbClr val="054487"/>
            </a:solidFill>
            <a:ln w="9525">
              <a:noFill/>
              <a:miter lim="800000"/>
              <a:headEnd/>
              <a:tailEnd/>
            </a:ln>
            <a:effectLst>
              <a:outerShdw blurRad="63500" dist="23000" dir="5400000" rotWithShape="0">
                <a:srgbClr val="000000">
                  <a:alpha val="34999"/>
                </a:srgbClr>
              </a:outerShdw>
            </a:effectLst>
          </p:spPr>
          <p:txBody>
            <a:bodyPr anchor="ctr"/>
            <a:lstStyle/>
            <a:p>
              <a:pPr algn="ctr" defTabSz="457200" fontAlgn="base">
                <a:spcBef>
                  <a:spcPct val="0"/>
                </a:spcBef>
                <a:spcAft>
                  <a:spcPct val="0"/>
                </a:spcAft>
              </a:pPr>
              <a:endParaRPr lang="en-US" dirty="0">
                <a:solidFill>
                  <a:srgbClr val="EEECE1"/>
                </a:solidFill>
                <a:latin typeface="微软雅黑" panose="020B0503020204020204" pitchFamily="34" charset="-122"/>
                <a:ea typeface="微软雅黑" panose="020B0503020204020204" pitchFamily="34" charset="-122"/>
              </a:endParaRPr>
            </a:p>
          </p:txBody>
        </p:sp>
        <p:sp>
          <p:nvSpPr>
            <p:cNvPr id="18" name="Freeform 17"/>
            <p:cNvSpPr>
              <a:spLocks noEditPoints="1"/>
            </p:cNvSpPr>
            <p:nvPr/>
          </p:nvSpPr>
          <p:spPr bwMode="auto">
            <a:xfrm>
              <a:off x="6202511" y="3249226"/>
              <a:ext cx="296212" cy="345323"/>
            </a:xfrm>
            <a:custGeom>
              <a:avLst/>
              <a:gdLst>
                <a:gd name="T0" fmla="*/ 2147483647 w 63"/>
                <a:gd name="T1" fmla="*/ 0 h 73"/>
                <a:gd name="T2" fmla="*/ 1122599098 w 63"/>
                <a:gd name="T3" fmla="*/ 0 h 73"/>
                <a:gd name="T4" fmla="*/ 561299549 w 63"/>
                <a:gd name="T5" fmla="*/ 560595689 h 73"/>
                <a:gd name="T6" fmla="*/ 561299549 w 63"/>
                <a:gd name="T7" fmla="*/ 1009069293 h 73"/>
                <a:gd name="T8" fmla="*/ 785819275 w 63"/>
                <a:gd name="T9" fmla="*/ 953011760 h 73"/>
                <a:gd name="T10" fmla="*/ 1852288207 w 63"/>
                <a:gd name="T11" fmla="*/ 2074203372 h 73"/>
                <a:gd name="T12" fmla="*/ 1627768481 w 63"/>
                <a:gd name="T13" fmla="*/ 2147483647 h 73"/>
                <a:gd name="T14" fmla="*/ 1627768481 w 63"/>
                <a:gd name="T15" fmla="*/ 2147483647 h 73"/>
                <a:gd name="T16" fmla="*/ 2147483647 w 63"/>
                <a:gd name="T17" fmla="*/ 2147483647 h 73"/>
                <a:gd name="T18" fmla="*/ 2147483647 w 63"/>
                <a:gd name="T19" fmla="*/ 2147483647 h 73"/>
                <a:gd name="T20" fmla="*/ 2147483647 w 63"/>
                <a:gd name="T21" fmla="*/ 1121191379 h 73"/>
                <a:gd name="T22" fmla="*/ 2147483647 w 63"/>
                <a:gd name="T23" fmla="*/ 0 h 73"/>
                <a:gd name="T24" fmla="*/ 2147483647 w 63"/>
                <a:gd name="T25" fmla="*/ 1345428064 h 73"/>
                <a:gd name="T26" fmla="*/ 2147483647 w 63"/>
                <a:gd name="T27" fmla="*/ 728775075 h 73"/>
                <a:gd name="T28" fmla="*/ 2147483647 w 63"/>
                <a:gd name="T29" fmla="*/ 56057314 h 73"/>
                <a:gd name="T30" fmla="*/ 2147483647 w 63"/>
                <a:gd name="T31" fmla="*/ 280294101 h 73"/>
                <a:gd name="T32" fmla="*/ 2147483647 w 63"/>
                <a:gd name="T33" fmla="*/ 560595689 h 73"/>
                <a:gd name="T34" fmla="*/ 2147483647 w 63"/>
                <a:gd name="T35" fmla="*/ 1121191379 h 73"/>
                <a:gd name="T36" fmla="*/ 2147483647 w 63"/>
                <a:gd name="T37" fmla="*/ 1121191379 h 73"/>
                <a:gd name="T38" fmla="*/ 2147483647 w 63"/>
                <a:gd name="T39" fmla="*/ 1345428064 h 73"/>
                <a:gd name="T40" fmla="*/ 2147483647 w 63"/>
                <a:gd name="T41" fmla="*/ 1345428064 h 73"/>
                <a:gd name="T42" fmla="*/ 224519784 w 63"/>
                <a:gd name="T43" fmla="*/ 2147483647 h 73"/>
                <a:gd name="T44" fmla="*/ 224519784 w 63"/>
                <a:gd name="T45" fmla="*/ 2147483647 h 73"/>
                <a:gd name="T46" fmla="*/ 785819275 w 63"/>
                <a:gd name="T47" fmla="*/ 2147483647 h 73"/>
                <a:gd name="T48" fmla="*/ 785819275 w 63"/>
                <a:gd name="T49" fmla="*/ 2147483647 h 73"/>
                <a:gd name="T50" fmla="*/ 1347118824 w 63"/>
                <a:gd name="T51" fmla="*/ 2147483647 h 73"/>
                <a:gd name="T52" fmla="*/ 1347118824 w 63"/>
                <a:gd name="T53" fmla="*/ 2147483647 h 73"/>
                <a:gd name="T54" fmla="*/ 785819275 w 63"/>
                <a:gd name="T55" fmla="*/ 2147483647 h 73"/>
                <a:gd name="T56" fmla="*/ 224519784 w 63"/>
                <a:gd name="T57" fmla="*/ 2147483647 h 73"/>
                <a:gd name="T58" fmla="*/ 785819275 w 63"/>
                <a:gd name="T59" fmla="*/ 1289370764 h 73"/>
                <a:gd name="T60" fmla="*/ 0 w 63"/>
                <a:gd name="T61" fmla="*/ 2074203372 h 73"/>
                <a:gd name="T62" fmla="*/ 785819275 w 63"/>
                <a:gd name="T63" fmla="*/ 2147483647 h 73"/>
                <a:gd name="T64" fmla="*/ 1515508618 w 63"/>
                <a:gd name="T65" fmla="*/ 2074203372 h 73"/>
                <a:gd name="T66" fmla="*/ 785819275 w 63"/>
                <a:gd name="T67" fmla="*/ 1289370764 h 7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3"/>
                <a:gd name="T103" fmla="*/ 0 h 73"/>
                <a:gd name="T104" fmla="*/ 63 w 63"/>
                <a:gd name="T105" fmla="*/ 73 h 7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3" h="73">
                  <a:moveTo>
                    <a:pt x="43" y="0"/>
                  </a:moveTo>
                  <a:cubicBezTo>
                    <a:pt x="20" y="0"/>
                    <a:pt x="20" y="0"/>
                    <a:pt x="20" y="0"/>
                  </a:cubicBezTo>
                  <a:cubicBezTo>
                    <a:pt x="15" y="0"/>
                    <a:pt x="10" y="4"/>
                    <a:pt x="10" y="10"/>
                  </a:cubicBezTo>
                  <a:cubicBezTo>
                    <a:pt x="10" y="18"/>
                    <a:pt x="10" y="18"/>
                    <a:pt x="10" y="18"/>
                  </a:cubicBezTo>
                  <a:cubicBezTo>
                    <a:pt x="11" y="18"/>
                    <a:pt x="13" y="17"/>
                    <a:pt x="14" y="17"/>
                  </a:cubicBezTo>
                  <a:cubicBezTo>
                    <a:pt x="24" y="17"/>
                    <a:pt x="33" y="26"/>
                    <a:pt x="33" y="37"/>
                  </a:cubicBezTo>
                  <a:cubicBezTo>
                    <a:pt x="33" y="41"/>
                    <a:pt x="32" y="45"/>
                    <a:pt x="29" y="48"/>
                  </a:cubicBezTo>
                  <a:cubicBezTo>
                    <a:pt x="29" y="64"/>
                    <a:pt x="29" y="64"/>
                    <a:pt x="29" y="64"/>
                  </a:cubicBezTo>
                  <a:cubicBezTo>
                    <a:pt x="53" y="64"/>
                    <a:pt x="53" y="64"/>
                    <a:pt x="53" y="64"/>
                  </a:cubicBezTo>
                  <a:cubicBezTo>
                    <a:pt x="58" y="64"/>
                    <a:pt x="63" y="59"/>
                    <a:pt x="63" y="54"/>
                  </a:cubicBezTo>
                  <a:cubicBezTo>
                    <a:pt x="63" y="20"/>
                    <a:pt x="63" y="20"/>
                    <a:pt x="63" y="20"/>
                  </a:cubicBezTo>
                  <a:lnTo>
                    <a:pt x="43" y="0"/>
                  </a:lnTo>
                  <a:close/>
                  <a:moveTo>
                    <a:pt x="50" y="24"/>
                  </a:moveTo>
                  <a:cubicBezTo>
                    <a:pt x="44" y="24"/>
                    <a:pt x="39" y="19"/>
                    <a:pt x="39" y="13"/>
                  </a:cubicBezTo>
                  <a:cubicBezTo>
                    <a:pt x="39" y="1"/>
                    <a:pt x="39" y="1"/>
                    <a:pt x="39" y="1"/>
                  </a:cubicBezTo>
                  <a:cubicBezTo>
                    <a:pt x="43" y="5"/>
                    <a:pt x="43" y="5"/>
                    <a:pt x="43" y="5"/>
                  </a:cubicBezTo>
                  <a:cubicBezTo>
                    <a:pt x="43" y="10"/>
                    <a:pt x="43" y="10"/>
                    <a:pt x="43" y="10"/>
                  </a:cubicBezTo>
                  <a:cubicBezTo>
                    <a:pt x="43" y="16"/>
                    <a:pt x="47" y="20"/>
                    <a:pt x="53" y="20"/>
                  </a:cubicBezTo>
                  <a:cubicBezTo>
                    <a:pt x="58" y="20"/>
                    <a:pt x="58" y="20"/>
                    <a:pt x="58" y="20"/>
                  </a:cubicBezTo>
                  <a:cubicBezTo>
                    <a:pt x="62" y="24"/>
                    <a:pt x="62" y="24"/>
                    <a:pt x="62" y="24"/>
                  </a:cubicBezTo>
                  <a:lnTo>
                    <a:pt x="50" y="24"/>
                  </a:lnTo>
                  <a:close/>
                  <a:moveTo>
                    <a:pt x="4" y="52"/>
                  </a:moveTo>
                  <a:cubicBezTo>
                    <a:pt x="4" y="73"/>
                    <a:pt x="4" y="73"/>
                    <a:pt x="4" y="73"/>
                  </a:cubicBezTo>
                  <a:cubicBezTo>
                    <a:pt x="14" y="64"/>
                    <a:pt x="14" y="64"/>
                    <a:pt x="14" y="64"/>
                  </a:cubicBezTo>
                  <a:cubicBezTo>
                    <a:pt x="14" y="64"/>
                    <a:pt x="14" y="64"/>
                    <a:pt x="14" y="64"/>
                  </a:cubicBezTo>
                  <a:cubicBezTo>
                    <a:pt x="24" y="73"/>
                    <a:pt x="24" y="73"/>
                    <a:pt x="24" y="73"/>
                  </a:cubicBezTo>
                  <a:cubicBezTo>
                    <a:pt x="24" y="52"/>
                    <a:pt x="24" y="52"/>
                    <a:pt x="24" y="52"/>
                  </a:cubicBezTo>
                  <a:cubicBezTo>
                    <a:pt x="21" y="54"/>
                    <a:pt x="17" y="55"/>
                    <a:pt x="14" y="55"/>
                  </a:cubicBezTo>
                  <a:cubicBezTo>
                    <a:pt x="10" y="55"/>
                    <a:pt x="7" y="54"/>
                    <a:pt x="4" y="52"/>
                  </a:cubicBezTo>
                  <a:close/>
                  <a:moveTo>
                    <a:pt x="14" y="23"/>
                  </a:moveTo>
                  <a:cubicBezTo>
                    <a:pt x="6" y="23"/>
                    <a:pt x="0" y="29"/>
                    <a:pt x="0" y="37"/>
                  </a:cubicBezTo>
                  <a:cubicBezTo>
                    <a:pt x="0" y="44"/>
                    <a:pt x="6" y="50"/>
                    <a:pt x="14" y="50"/>
                  </a:cubicBezTo>
                  <a:cubicBezTo>
                    <a:pt x="21" y="50"/>
                    <a:pt x="27" y="44"/>
                    <a:pt x="27" y="37"/>
                  </a:cubicBezTo>
                  <a:cubicBezTo>
                    <a:pt x="27" y="29"/>
                    <a:pt x="21" y="23"/>
                    <a:pt x="14" y="23"/>
                  </a:cubicBezTo>
                  <a:close/>
                </a:path>
              </a:pathLst>
            </a:custGeom>
            <a:solidFill>
              <a:srgbClr val="054487"/>
            </a:solidFill>
            <a:ln w="9525">
              <a:noFill/>
              <a:round/>
              <a:headEnd/>
              <a:tailEnd/>
            </a:ln>
          </p:spPr>
          <p:txBody>
            <a:bodyPr/>
            <a:lstStyle/>
            <a:p>
              <a:pPr>
                <a:defRPr/>
              </a:pPr>
              <a:endParaRPr lang="en-US" kern="0" dirty="0">
                <a:solidFill>
                  <a:sysClr val="windowText" lastClr="000000"/>
                </a:solidFill>
                <a:latin typeface="微软雅黑" panose="020B0503020204020204" pitchFamily="34" charset="-122"/>
                <a:ea typeface="微软雅黑" panose="020B0503020204020204" pitchFamily="34" charset="-122"/>
              </a:endParaRPr>
            </a:p>
          </p:txBody>
        </p:sp>
      </p:grpSp>
      <p:grpSp>
        <p:nvGrpSpPr>
          <p:cNvPr id="19" name="组合 18"/>
          <p:cNvGrpSpPr/>
          <p:nvPr/>
        </p:nvGrpSpPr>
        <p:grpSpPr>
          <a:xfrm>
            <a:off x="4014843" y="1851670"/>
            <a:ext cx="2976562" cy="2976563"/>
            <a:chOff x="3838128" y="1779629"/>
            <a:chExt cx="2976562" cy="2976563"/>
          </a:xfrm>
        </p:grpSpPr>
        <p:sp>
          <p:nvSpPr>
            <p:cNvPr id="20" name="Freeform 41"/>
            <p:cNvSpPr>
              <a:spLocks noEditPoints="1"/>
            </p:cNvSpPr>
            <p:nvPr/>
          </p:nvSpPr>
          <p:spPr bwMode="auto">
            <a:xfrm>
              <a:off x="4520753" y="2594017"/>
              <a:ext cx="1603375" cy="1290637"/>
            </a:xfrm>
            <a:custGeom>
              <a:avLst/>
              <a:gdLst>
                <a:gd name="T0" fmla="*/ 1176335871 w 72"/>
                <a:gd name="T1" fmla="*/ 232073966 h 58"/>
                <a:gd name="T2" fmla="*/ 2147483647 w 72"/>
                <a:gd name="T3" fmla="*/ 232073966 h 58"/>
                <a:gd name="T4" fmla="*/ 2147483647 w 72"/>
                <a:gd name="T5" fmla="*/ 510570880 h 58"/>
                <a:gd name="T6" fmla="*/ 2147483647 w 72"/>
                <a:gd name="T7" fmla="*/ 510570880 h 58"/>
                <a:gd name="T8" fmla="*/ 2147483647 w 72"/>
                <a:gd name="T9" fmla="*/ 185664591 h 58"/>
                <a:gd name="T10" fmla="*/ 2147483647 w 72"/>
                <a:gd name="T11" fmla="*/ 0 h 58"/>
                <a:gd name="T12" fmla="*/ 1129279435 w 72"/>
                <a:gd name="T13" fmla="*/ 0 h 58"/>
                <a:gd name="T14" fmla="*/ 941067411 w 72"/>
                <a:gd name="T15" fmla="*/ 185664591 h 58"/>
                <a:gd name="T16" fmla="*/ 941067411 w 72"/>
                <a:gd name="T17" fmla="*/ 510570880 h 58"/>
                <a:gd name="T18" fmla="*/ 1176335871 w 72"/>
                <a:gd name="T19" fmla="*/ 510570880 h 58"/>
                <a:gd name="T20" fmla="*/ 1176335871 w 72"/>
                <a:gd name="T21" fmla="*/ 232073966 h 58"/>
                <a:gd name="T22" fmla="*/ 0 w 72"/>
                <a:gd name="T23" fmla="*/ 881893143 h 58"/>
                <a:gd name="T24" fmla="*/ 0 w 72"/>
                <a:gd name="T25" fmla="*/ 2147483647 h 58"/>
                <a:gd name="T26" fmla="*/ 235268568 w 72"/>
                <a:gd name="T27" fmla="*/ 2147483647 h 58"/>
                <a:gd name="T28" fmla="*/ 470530276 w 72"/>
                <a:gd name="T29" fmla="*/ 2147483647 h 58"/>
                <a:gd name="T30" fmla="*/ 470530276 w 72"/>
                <a:gd name="T31" fmla="*/ 649812471 h 58"/>
                <a:gd name="T32" fmla="*/ 235268568 w 72"/>
                <a:gd name="T33" fmla="*/ 649812471 h 58"/>
                <a:gd name="T34" fmla="*/ 0 w 72"/>
                <a:gd name="T35" fmla="*/ 881893143 h 58"/>
                <a:gd name="T36" fmla="*/ 658749160 w 72"/>
                <a:gd name="T37" fmla="*/ 2147483647 h 58"/>
                <a:gd name="T38" fmla="*/ 2147483647 w 72"/>
                <a:gd name="T39" fmla="*/ 2147483647 h 58"/>
                <a:gd name="T40" fmla="*/ 2147483647 w 72"/>
                <a:gd name="T41" fmla="*/ 649812471 h 58"/>
                <a:gd name="T42" fmla="*/ 658749160 w 72"/>
                <a:gd name="T43" fmla="*/ 649812471 h 58"/>
                <a:gd name="T44" fmla="*/ 658749160 w 72"/>
                <a:gd name="T45" fmla="*/ 2147483647 h 58"/>
                <a:gd name="T46" fmla="*/ 2147483647 w 72"/>
                <a:gd name="T47" fmla="*/ 649812471 h 58"/>
                <a:gd name="T48" fmla="*/ 2147483647 w 72"/>
                <a:gd name="T49" fmla="*/ 649812471 h 58"/>
                <a:gd name="T50" fmla="*/ 2147483647 w 72"/>
                <a:gd name="T51" fmla="*/ 2147483647 h 58"/>
                <a:gd name="T52" fmla="*/ 2147483647 w 72"/>
                <a:gd name="T53" fmla="*/ 2147483647 h 58"/>
                <a:gd name="T54" fmla="*/ 2147483647 w 72"/>
                <a:gd name="T55" fmla="*/ 2147483647 h 58"/>
                <a:gd name="T56" fmla="*/ 2147483647 w 72"/>
                <a:gd name="T57" fmla="*/ 881893143 h 58"/>
                <a:gd name="T58" fmla="*/ 2147483647 w 72"/>
                <a:gd name="T59" fmla="*/ 649812471 h 5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72"/>
                <a:gd name="T91" fmla="*/ 0 h 58"/>
                <a:gd name="T92" fmla="*/ 72 w 72"/>
                <a:gd name="T93" fmla="*/ 58 h 5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72" h="58">
                  <a:moveTo>
                    <a:pt x="25" y="5"/>
                  </a:moveTo>
                  <a:cubicBezTo>
                    <a:pt x="48" y="5"/>
                    <a:pt x="48" y="5"/>
                    <a:pt x="48" y="5"/>
                  </a:cubicBezTo>
                  <a:cubicBezTo>
                    <a:pt x="48" y="11"/>
                    <a:pt x="48" y="11"/>
                    <a:pt x="48" y="11"/>
                  </a:cubicBezTo>
                  <a:cubicBezTo>
                    <a:pt x="53" y="11"/>
                    <a:pt x="53" y="11"/>
                    <a:pt x="53" y="11"/>
                  </a:cubicBezTo>
                  <a:cubicBezTo>
                    <a:pt x="53" y="4"/>
                    <a:pt x="53" y="4"/>
                    <a:pt x="53" y="4"/>
                  </a:cubicBezTo>
                  <a:cubicBezTo>
                    <a:pt x="53" y="2"/>
                    <a:pt x="51" y="0"/>
                    <a:pt x="48" y="0"/>
                  </a:cubicBezTo>
                  <a:cubicBezTo>
                    <a:pt x="24" y="0"/>
                    <a:pt x="24" y="0"/>
                    <a:pt x="24" y="0"/>
                  </a:cubicBezTo>
                  <a:cubicBezTo>
                    <a:pt x="22" y="0"/>
                    <a:pt x="20" y="2"/>
                    <a:pt x="20" y="4"/>
                  </a:cubicBezTo>
                  <a:cubicBezTo>
                    <a:pt x="20" y="11"/>
                    <a:pt x="20" y="11"/>
                    <a:pt x="20" y="11"/>
                  </a:cubicBezTo>
                  <a:cubicBezTo>
                    <a:pt x="25" y="11"/>
                    <a:pt x="25" y="11"/>
                    <a:pt x="25" y="11"/>
                  </a:cubicBezTo>
                  <a:lnTo>
                    <a:pt x="25" y="5"/>
                  </a:lnTo>
                  <a:close/>
                  <a:moveTo>
                    <a:pt x="0" y="19"/>
                  </a:moveTo>
                  <a:cubicBezTo>
                    <a:pt x="0" y="53"/>
                    <a:pt x="0" y="53"/>
                    <a:pt x="0" y="53"/>
                  </a:cubicBezTo>
                  <a:cubicBezTo>
                    <a:pt x="0" y="56"/>
                    <a:pt x="3" y="58"/>
                    <a:pt x="5" y="58"/>
                  </a:cubicBezTo>
                  <a:cubicBezTo>
                    <a:pt x="10" y="58"/>
                    <a:pt x="10" y="58"/>
                    <a:pt x="10" y="58"/>
                  </a:cubicBezTo>
                  <a:cubicBezTo>
                    <a:pt x="10" y="14"/>
                    <a:pt x="10" y="14"/>
                    <a:pt x="10" y="14"/>
                  </a:cubicBezTo>
                  <a:cubicBezTo>
                    <a:pt x="5" y="14"/>
                    <a:pt x="5" y="14"/>
                    <a:pt x="5" y="14"/>
                  </a:cubicBezTo>
                  <a:cubicBezTo>
                    <a:pt x="3" y="14"/>
                    <a:pt x="0" y="16"/>
                    <a:pt x="0" y="19"/>
                  </a:cubicBezTo>
                  <a:close/>
                  <a:moveTo>
                    <a:pt x="14" y="58"/>
                  </a:moveTo>
                  <a:cubicBezTo>
                    <a:pt x="59" y="58"/>
                    <a:pt x="59" y="58"/>
                    <a:pt x="59" y="58"/>
                  </a:cubicBezTo>
                  <a:cubicBezTo>
                    <a:pt x="59" y="14"/>
                    <a:pt x="59" y="14"/>
                    <a:pt x="59" y="14"/>
                  </a:cubicBezTo>
                  <a:cubicBezTo>
                    <a:pt x="14" y="14"/>
                    <a:pt x="14" y="14"/>
                    <a:pt x="14" y="14"/>
                  </a:cubicBezTo>
                  <a:lnTo>
                    <a:pt x="14" y="58"/>
                  </a:lnTo>
                  <a:close/>
                  <a:moveTo>
                    <a:pt x="67" y="14"/>
                  </a:moveTo>
                  <a:cubicBezTo>
                    <a:pt x="63" y="14"/>
                    <a:pt x="63" y="14"/>
                    <a:pt x="63" y="14"/>
                  </a:cubicBezTo>
                  <a:cubicBezTo>
                    <a:pt x="63" y="58"/>
                    <a:pt x="63" y="58"/>
                    <a:pt x="63" y="58"/>
                  </a:cubicBezTo>
                  <a:cubicBezTo>
                    <a:pt x="67" y="58"/>
                    <a:pt x="67" y="58"/>
                    <a:pt x="67" y="58"/>
                  </a:cubicBezTo>
                  <a:cubicBezTo>
                    <a:pt x="70" y="58"/>
                    <a:pt x="72" y="56"/>
                    <a:pt x="72" y="53"/>
                  </a:cubicBezTo>
                  <a:cubicBezTo>
                    <a:pt x="72" y="19"/>
                    <a:pt x="72" y="19"/>
                    <a:pt x="72" y="19"/>
                  </a:cubicBezTo>
                  <a:cubicBezTo>
                    <a:pt x="72" y="16"/>
                    <a:pt x="70" y="14"/>
                    <a:pt x="67" y="14"/>
                  </a:cubicBezTo>
                  <a:close/>
                </a:path>
              </a:pathLst>
            </a:custGeom>
            <a:solidFill>
              <a:srgbClr val="000000">
                <a:alpha val="15000"/>
              </a:srgbClr>
            </a:solidFill>
            <a:ln w="9525">
              <a:noFill/>
              <a:round/>
              <a:headEnd/>
              <a:tailEnd/>
            </a:ln>
          </p:spPr>
          <p:txBody>
            <a:bodyPr/>
            <a:lstStyle/>
            <a:p>
              <a:pPr>
                <a:defRPr/>
              </a:pPr>
              <a:endParaRPr lang="en-US" kern="0" dirty="0">
                <a:solidFill>
                  <a:sysClr val="windowText" lastClr="000000"/>
                </a:solidFill>
                <a:latin typeface="微软雅黑" panose="020B0503020204020204" pitchFamily="34" charset="-122"/>
                <a:ea typeface="微软雅黑" panose="020B0503020204020204" pitchFamily="34" charset="-122"/>
              </a:endParaRPr>
            </a:p>
          </p:txBody>
        </p:sp>
        <p:sp>
          <p:nvSpPr>
            <p:cNvPr id="21" name="Donut 8"/>
            <p:cNvSpPr>
              <a:spLocks noChangeArrowheads="1"/>
            </p:cNvSpPr>
            <p:nvPr/>
          </p:nvSpPr>
          <p:spPr bwMode="auto">
            <a:xfrm>
              <a:off x="3838128" y="1779629"/>
              <a:ext cx="2976562" cy="2976563"/>
            </a:xfrm>
            <a:custGeom>
              <a:avLst/>
              <a:gdLst>
                <a:gd name="T0" fmla="*/ 1097280 w 2194560"/>
                <a:gd name="T1" fmla="*/ 0 h 2194560"/>
                <a:gd name="T2" fmla="*/ 321386 w 2194560"/>
                <a:gd name="T3" fmla="*/ 321386 h 2194560"/>
                <a:gd name="T4" fmla="*/ 0 w 2194560"/>
                <a:gd name="T5" fmla="*/ 1097280 h 2194560"/>
                <a:gd name="T6" fmla="*/ 321386 w 2194560"/>
                <a:gd name="T7" fmla="*/ 1873174 h 2194560"/>
                <a:gd name="T8" fmla="*/ 1097280 w 2194560"/>
                <a:gd name="T9" fmla="*/ 2194560 h 2194560"/>
                <a:gd name="T10" fmla="*/ 1873174 w 2194560"/>
                <a:gd name="T11" fmla="*/ 1873174 h 2194560"/>
                <a:gd name="T12" fmla="*/ 2194560 w 2194560"/>
                <a:gd name="T13" fmla="*/ 1097280 h 2194560"/>
                <a:gd name="T14" fmla="*/ 1873174 w 2194560"/>
                <a:gd name="T15" fmla="*/ 321386 h 2194560"/>
                <a:gd name="T16" fmla="*/ 17694720 60000 65536"/>
                <a:gd name="T17" fmla="*/ 17694720 60000 65536"/>
                <a:gd name="T18" fmla="*/ 11796480 60000 65536"/>
                <a:gd name="T19" fmla="*/ 5898240 60000 65536"/>
                <a:gd name="T20" fmla="*/ 5898240 60000 65536"/>
                <a:gd name="T21" fmla="*/ 5898240 60000 65536"/>
                <a:gd name="T22" fmla="*/ 0 60000 65536"/>
                <a:gd name="T23" fmla="*/ 17694720 60000 65536"/>
                <a:gd name="T24" fmla="*/ 321386 w 2194560"/>
                <a:gd name="T25" fmla="*/ 321386 h 2194560"/>
                <a:gd name="T26" fmla="*/ 1873174 w 2194560"/>
                <a:gd name="T27" fmla="*/ 1873174 h 219456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94560" h="2194560">
                  <a:moveTo>
                    <a:pt x="0" y="1097280"/>
                  </a:moveTo>
                  <a:lnTo>
                    <a:pt x="0" y="1097280"/>
                  </a:lnTo>
                  <a:cubicBezTo>
                    <a:pt x="0" y="491269"/>
                    <a:pt x="491269" y="0"/>
                    <a:pt x="1097280" y="0"/>
                  </a:cubicBezTo>
                  <a:cubicBezTo>
                    <a:pt x="1097280" y="0"/>
                    <a:pt x="1097281" y="1"/>
                    <a:pt x="1097281" y="1"/>
                  </a:cubicBezTo>
                  <a:cubicBezTo>
                    <a:pt x="1703292" y="1"/>
                    <a:pt x="2194561" y="491270"/>
                    <a:pt x="2194561" y="1097281"/>
                  </a:cubicBezTo>
                  <a:cubicBezTo>
                    <a:pt x="2194561" y="1097281"/>
                    <a:pt x="2194560" y="1097282"/>
                    <a:pt x="2194560" y="1097282"/>
                  </a:cubicBezTo>
                  <a:lnTo>
                    <a:pt x="2194561" y="1097283"/>
                  </a:lnTo>
                  <a:cubicBezTo>
                    <a:pt x="2194561" y="1703294"/>
                    <a:pt x="1703292" y="2194563"/>
                    <a:pt x="1097281" y="2194563"/>
                  </a:cubicBezTo>
                  <a:cubicBezTo>
                    <a:pt x="1097280" y="2194562"/>
                    <a:pt x="1097280" y="2194562"/>
                    <a:pt x="1097280" y="2194562"/>
                  </a:cubicBezTo>
                  <a:cubicBezTo>
                    <a:pt x="491269" y="2194562"/>
                    <a:pt x="1" y="1703293"/>
                    <a:pt x="1" y="1097283"/>
                  </a:cubicBezTo>
                  <a:cubicBezTo>
                    <a:pt x="1" y="1097282"/>
                    <a:pt x="1" y="1097282"/>
                    <a:pt x="1" y="1097282"/>
                  </a:cubicBezTo>
                  <a:close/>
                  <a:moveTo>
                    <a:pt x="262974" y="1097280"/>
                  </a:moveTo>
                  <a:lnTo>
                    <a:pt x="262974" y="1097280"/>
                  </a:lnTo>
                  <a:cubicBezTo>
                    <a:pt x="262974" y="1097280"/>
                    <a:pt x="262973" y="1097280"/>
                    <a:pt x="262973" y="1097280"/>
                  </a:cubicBezTo>
                  <a:cubicBezTo>
                    <a:pt x="262973" y="1558055"/>
                    <a:pt x="636504" y="1931586"/>
                    <a:pt x="1097279" y="1931586"/>
                  </a:cubicBezTo>
                  <a:cubicBezTo>
                    <a:pt x="1558053" y="1931586"/>
                    <a:pt x="1931585" y="1558055"/>
                    <a:pt x="1931585" y="1097281"/>
                  </a:cubicBezTo>
                  <a:cubicBezTo>
                    <a:pt x="1931585" y="636506"/>
                    <a:pt x="1558053" y="262975"/>
                    <a:pt x="1097279" y="262975"/>
                  </a:cubicBezTo>
                  <a:lnTo>
                    <a:pt x="1097278" y="262975"/>
                  </a:lnTo>
                  <a:cubicBezTo>
                    <a:pt x="1097278" y="262975"/>
                    <a:pt x="1097278" y="262974"/>
                    <a:pt x="1097278" y="262974"/>
                  </a:cubicBezTo>
                  <a:cubicBezTo>
                    <a:pt x="636503" y="262974"/>
                    <a:pt x="262972" y="636505"/>
                    <a:pt x="262972" y="1097280"/>
                  </a:cubicBezTo>
                  <a:close/>
                </a:path>
              </a:pathLst>
            </a:custGeom>
            <a:solidFill>
              <a:srgbClr val="054487"/>
            </a:solidFill>
            <a:ln w="9525">
              <a:noFill/>
              <a:miter lim="800000"/>
              <a:headEnd/>
              <a:tailEnd/>
            </a:ln>
            <a:effectLst>
              <a:outerShdw blurRad="63500" dist="23000" dir="5400000" rotWithShape="0">
                <a:srgbClr val="000000">
                  <a:alpha val="34999"/>
                </a:srgbClr>
              </a:outerShdw>
            </a:effectLst>
          </p:spPr>
          <p:txBody>
            <a:bodyPr anchor="ctr"/>
            <a:lstStyle/>
            <a:p>
              <a:pPr algn="ctr" defTabSz="457200" fontAlgn="base">
                <a:spcBef>
                  <a:spcPct val="0"/>
                </a:spcBef>
                <a:spcAft>
                  <a:spcPct val="0"/>
                </a:spcAft>
                <a:defRPr/>
              </a:pPr>
              <a:endParaRPr lang="en-US" dirty="0">
                <a:solidFill>
                  <a:prstClr val="black"/>
                </a:solidFill>
                <a:latin typeface="微软雅黑" panose="020B0503020204020204" pitchFamily="34" charset="-122"/>
                <a:ea typeface="微软雅黑" panose="020B0503020204020204" pitchFamily="34" charset="-122"/>
              </a:endParaRPr>
            </a:p>
          </p:txBody>
        </p:sp>
        <p:sp>
          <p:nvSpPr>
            <p:cNvPr id="22" name="Rektangel 76"/>
            <p:cNvSpPr>
              <a:spLocks noChangeArrowheads="1"/>
            </p:cNvSpPr>
            <p:nvPr/>
          </p:nvSpPr>
          <p:spPr bwMode="auto">
            <a:xfrm>
              <a:off x="4634948" y="2996952"/>
              <a:ext cx="1374984" cy="707886"/>
            </a:xfrm>
            <a:prstGeom prst="rect">
              <a:avLst/>
            </a:prstGeom>
            <a:noFill/>
            <a:ln w="9525">
              <a:noFill/>
              <a:miter lim="800000"/>
              <a:headEnd/>
              <a:tailEnd/>
            </a:ln>
          </p:spPr>
          <p:txBody>
            <a:bodyPr wrap="square">
              <a:spAutoFit/>
            </a:bodyPr>
            <a:lstStyle/>
            <a:p>
              <a:pPr algn="ctr" fontAlgn="base">
                <a:spcBef>
                  <a:spcPct val="0"/>
                </a:spcBef>
                <a:spcAft>
                  <a:spcPct val="0"/>
                </a:spcAft>
              </a:pPr>
              <a:r>
                <a:rPr lang="zh-CN" altLang="en-US" sz="2000" b="1" dirty="0">
                  <a:solidFill>
                    <a:srgbClr val="EEECE1"/>
                  </a:solidFill>
                  <a:latin typeface="微软雅黑" panose="020B0503020204020204" pitchFamily="34" charset="-122"/>
                  <a:ea typeface="微软雅黑" panose="020B0503020204020204" pitchFamily="34" charset="-122"/>
                </a:rPr>
                <a:t>单击此处添加文本</a:t>
              </a:r>
              <a:endParaRPr lang="da-DK" sz="2000" b="1" dirty="0">
                <a:solidFill>
                  <a:srgbClr val="EEECE1"/>
                </a:solidFill>
                <a:latin typeface="微软雅黑" panose="020B0503020204020204" pitchFamily="34" charset="-122"/>
                <a:ea typeface="微软雅黑" panose="020B0503020204020204" pitchFamily="34" charset="-122"/>
              </a:endParaRPr>
            </a:p>
          </p:txBody>
        </p:sp>
      </p:grpSp>
      <p:grpSp>
        <p:nvGrpSpPr>
          <p:cNvPr id="23" name="组合 22"/>
          <p:cNvGrpSpPr/>
          <p:nvPr/>
        </p:nvGrpSpPr>
        <p:grpSpPr>
          <a:xfrm>
            <a:off x="935965" y="1419622"/>
            <a:ext cx="2483907" cy="3196670"/>
            <a:chOff x="467544" y="1772816"/>
            <a:chExt cx="2088232" cy="2687455"/>
          </a:xfrm>
          <a:effectLst/>
        </p:grpSpPr>
        <p:sp>
          <p:nvSpPr>
            <p:cNvPr id="24" name="圆角矩形 23"/>
            <p:cNvSpPr/>
            <p:nvPr/>
          </p:nvSpPr>
          <p:spPr>
            <a:xfrm>
              <a:off x="467544" y="1772816"/>
              <a:ext cx="2088232" cy="432048"/>
            </a:xfrm>
            <a:prstGeom prst="roundRect">
              <a:avLst>
                <a:gd name="adj" fmla="val 0"/>
              </a:avLst>
            </a:prstGeom>
            <a:solidFill>
              <a:srgbClr val="054487"/>
            </a:solidFill>
            <a:ln w="25400" cap="flat" cmpd="sng" algn="ctr">
              <a:noFill/>
              <a:prstDash val="solid"/>
            </a:ln>
            <a:effectLst/>
          </p:spPr>
          <p:txBody>
            <a:bodyPr rtlCol="0" anchor="ctr"/>
            <a:lstStyle/>
            <a:p>
              <a:pPr algn="ctr">
                <a:defRPr/>
              </a:pPr>
              <a:r>
                <a:rPr lang="zh-CN" altLang="en-US" sz="1700" b="1" kern="0" dirty="0">
                  <a:solidFill>
                    <a:prstClr val="white"/>
                  </a:solidFill>
                  <a:latin typeface="微软雅黑" panose="020B0503020204020204" pitchFamily="34" charset="-122"/>
                  <a:ea typeface="微软雅黑" panose="020B0503020204020204" pitchFamily="34" charset="-122"/>
                </a:rPr>
                <a:t>单击此处添加标题</a:t>
              </a:r>
            </a:p>
          </p:txBody>
        </p:sp>
        <p:sp>
          <p:nvSpPr>
            <p:cNvPr id="25" name="矩形 24"/>
            <p:cNvSpPr/>
            <p:nvPr/>
          </p:nvSpPr>
          <p:spPr>
            <a:xfrm>
              <a:off x="467544" y="2204863"/>
              <a:ext cx="2088232" cy="2255408"/>
            </a:xfrm>
            <a:prstGeom prst="rect">
              <a:avLst/>
            </a:prstGeom>
            <a:solidFill>
              <a:srgbClr val="FFFFFF"/>
            </a:solidFill>
            <a:ln w="25400" cap="flat" cmpd="sng" algn="ctr">
              <a:noFill/>
              <a:prstDash val="sysDash"/>
            </a:ln>
            <a:effectLst/>
          </p:spPr>
          <p:txBody>
            <a:bodyPr rtlCol="0" anchor="ctr"/>
            <a:lstStyle/>
            <a:p>
              <a:pPr algn="ctr">
                <a:lnSpc>
                  <a:spcPct val="150000"/>
                </a:lnSpc>
                <a:defRPr/>
              </a:pPr>
              <a:r>
                <a:rPr lang="zh-CN" altLang="en-US" sz="1400" kern="0" dirty="0">
                  <a:solidFill>
                    <a:prstClr val="black">
                      <a:lumMod val="85000"/>
                      <a:lumOff val="15000"/>
                    </a:prstClr>
                  </a:solidFill>
                  <a:latin typeface="微软雅黑" panose="020B0503020204020204" pitchFamily="34" charset="-122"/>
                  <a:ea typeface="微软雅黑" panose="020B0503020204020204" pitchFamily="34" charset="-122"/>
                </a:rPr>
                <a:t>单击此处添加文本</a:t>
              </a:r>
              <a:endParaRPr lang="en-US" altLang="zh-CN" sz="1400" kern="0" dirty="0">
                <a:solidFill>
                  <a:prstClr val="black">
                    <a:lumMod val="85000"/>
                    <a:lumOff val="15000"/>
                  </a:prstClr>
                </a:solidFill>
                <a:latin typeface="微软雅黑" panose="020B0503020204020204" pitchFamily="34" charset="-122"/>
                <a:ea typeface="微软雅黑" panose="020B0503020204020204" pitchFamily="34" charset="-122"/>
              </a:endParaRPr>
            </a:p>
            <a:p>
              <a:pPr algn="ctr">
                <a:lnSpc>
                  <a:spcPct val="150000"/>
                </a:lnSpc>
                <a:defRPr/>
              </a:pPr>
              <a:r>
                <a:rPr lang="zh-CN" altLang="en-US" sz="1400" kern="0" dirty="0">
                  <a:solidFill>
                    <a:prstClr val="black">
                      <a:lumMod val="85000"/>
                      <a:lumOff val="15000"/>
                    </a:prstClr>
                  </a:solidFill>
                  <a:latin typeface="微软雅黑" panose="020B0503020204020204" pitchFamily="34" charset="-122"/>
                  <a:ea typeface="微软雅黑" panose="020B0503020204020204" pitchFamily="34" charset="-122"/>
                </a:rPr>
                <a:t>单击此处添加文本</a:t>
              </a:r>
            </a:p>
            <a:p>
              <a:pPr algn="ctr">
                <a:lnSpc>
                  <a:spcPct val="150000"/>
                </a:lnSpc>
                <a:defRPr/>
              </a:pPr>
              <a:r>
                <a:rPr lang="zh-CN" altLang="en-US" sz="1400" kern="0" dirty="0">
                  <a:solidFill>
                    <a:prstClr val="black">
                      <a:lumMod val="85000"/>
                      <a:lumOff val="15000"/>
                    </a:prstClr>
                  </a:solidFill>
                  <a:latin typeface="微软雅黑" panose="020B0503020204020204" pitchFamily="34" charset="-122"/>
                  <a:ea typeface="微软雅黑" panose="020B0503020204020204" pitchFamily="34" charset="-122"/>
                </a:rPr>
                <a:t>单击此处添加文本</a:t>
              </a:r>
            </a:p>
            <a:p>
              <a:pPr algn="ctr">
                <a:lnSpc>
                  <a:spcPct val="150000"/>
                </a:lnSpc>
                <a:defRPr/>
              </a:pPr>
              <a:r>
                <a:rPr lang="zh-CN" altLang="en-US" sz="1400" kern="0" dirty="0">
                  <a:solidFill>
                    <a:prstClr val="black">
                      <a:lumMod val="85000"/>
                      <a:lumOff val="15000"/>
                    </a:prstClr>
                  </a:solidFill>
                  <a:latin typeface="微软雅黑" panose="020B0503020204020204" pitchFamily="34" charset="-122"/>
                  <a:ea typeface="微软雅黑" panose="020B0503020204020204" pitchFamily="34" charset="-122"/>
                </a:rPr>
                <a:t>单击此处添加文本</a:t>
              </a:r>
              <a:endParaRPr lang="en-US" altLang="zh-CN" sz="1400" kern="0" dirty="0">
                <a:solidFill>
                  <a:prstClr val="black">
                    <a:lumMod val="85000"/>
                    <a:lumOff val="15000"/>
                  </a:prstClr>
                </a:solidFill>
                <a:latin typeface="微软雅黑" panose="020B0503020204020204" pitchFamily="34" charset="-122"/>
                <a:ea typeface="微软雅黑" panose="020B0503020204020204" pitchFamily="34" charset="-122"/>
              </a:endParaRPr>
            </a:p>
            <a:p>
              <a:pPr algn="ctr">
                <a:lnSpc>
                  <a:spcPct val="150000"/>
                </a:lnSpc>
                <a:defRPr/>
              </a:pPr>
              <a:r>
                <a:rPr lang="zh-CN" altLang="en-US" sz="1400" kern="0" dirty="0">
                  <a:solidFill>
                    <a:prstClr val="black">
                      <a:lumMod val="85000"/>
                      <a:lumOff val="15000"/>
                    </a:prstClr>
                  </a:solidFill>
                  <a:latin typeface="微软雅黑" panose="020B0503020204020204" pitchFamily="34" charset="-122"/>
                  <a:ea typeface="微软雅黑" panose="020B0503020204020204" pitchFamily="34" charset="-122"/>
                </a:rPr>
                <a:t>单击此处添加文本</a:t>
              </a:r>
              <a:endParaRPr lang="en-US" altLang="zh-CN" sz="1400" kern="0" dirty="0">
                <a:solidFill>
                  <a:prstClr val="black">
                    <a:lumMod val="85000"/>
                    <a:lumOff val="15000"/>
                  </a:prstClr>
                </a:solidFill>
                <a:latin typeface="微软雅黑" panose="020B0503020204020204" pitchFamily="34" charset="-122"/>
                <a:ea typeface="微软雅黑" panose="020B0503020204020204" pitchFamily="34" charset="-122"/>
              </a:endParaRPr>
            </a:p>
            <a:p>
              <a:pPr algn="ctr">
                <a:lnSpc>
                  <a:spcPct val="150000"/>
                </a:lnSpc>
                <a:defRPr/>
              </a:pPr>
              <a:r>
                <a:rPr lang="zh-CN" altLang="en-US" sz="1400" kern="0" dirty="0">
                  <a:solidFill>
                    <a:prstClr val="black">
                      <a:lumMod val="85000"/>
                      <a:lumOff val="15000"/>
                    </a:prstClr>
                  </a:solidFill>
                  <a:latin typeface="微软雅黑" panose="020B0503020204020204" pitchFamily="34" charset="-122"/>
                  <a:ea typeface="微软雅黑" panose="020B0503020204020204" pitchFamily="34" charset="-122"/>
                </a:rPr>
                <a:t>单击此处添加文本</a:t>
              </a:r>
              <a:endParaRPr lang="en-US" altLang="zh-CN" sz="1400" kern="0" dirty="0">
                <a:solidFill>
                  <a:prstClr val="black">
                    <a:lumMod val="85000"/>
                    <a:lumOff val="15000"/>
                  </a:prstClr>
                </a:solidFill>
                <a:latin typeface="微软雅黑" panose="020B0503020204020204" pitchFamily="34" charset="-122"/>
                <a:ea typeface="微软雅黑" panose="020B0503020204020204" pitchFamily="34" charset="-122"/>
              </a:endParaRPr>
            </a:p>
            <a:p>
              <a:pPr algn="ctr">
                <a:lnSpc>
                  <a:spcPct val="150000"/>
                </a:lnSpc>
                <a:defRPr/>
              </a:pPr>
              <a:r>
                <a:rPr lang="zh-CN" altLang="en-US" sz="1400" kern="0" dirty="0">
                  <a:solidFill>
                    <a:prstClr val="black">
                      <a:lumMod val="85000"/>
                      <a:lumOff val="15000"/>
                    </a:prstClr>
                  </a:solidFill>
                  <a:latin typeface="微软雅黑" panose="020B0503020204020204" pitchFamily="34" charset="-122"/>
                  <a:ea typeface="微软雅黑" panose="020B0503020204020204" pitchFamily="34" charset="-122"/>
                </a:rPr>
                <a:t>单击此处添加文本</a:t>
              </a:r>
            </a:p>
          </p:txBody>
        </p:sp>
      </p:grpSp>
    </p:spTree>
    <p:extLst>
      <p:ext uri="{BB962C8B-B14F-4D97-AF65-F5344CB8AC3E}">
        <p14:creationId xmlns:p14="http://schemas.microsoft.com/office/powerpoint/2010/main" val="1516836165"/>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14:presetBounceEnd="48000">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14:bounceEnd="48000">
                                          <p:cBhvr additive="base">
                                            <p:cTn id="7" dur="500" fill="hold"/>
                                            <p:tgtEl>
                                              <p:spTgt spid="23"/>
                                            </p:tgtEl>
                                            <p:attrNameLst>
                                              <p:attrName>ppt_x</p:attrName>
                                            </p:attrNameLst>
                                          </p:cBhvr>
                                          <p:tavLst>
                                            <p:tav tm="0">
                                              <p:val>
                                                <p:strVal val="0-#ppt_w/2"/>
                                              </p:val>
                                            </p:tav>
                                            <p:tav tm="100000">
                                              <p:val>
                                                <p:strVal val="#ppt_x"/>
                                              </p:val>
                                            </p:tav>
                                          </p:tavLst>
                                        </p:anim>
                                        <p:anim calcmode="lin" valueType="num" p14:bounceEnd="48000">
                                          <p:cBhvr additive="base">
                                            <p:cTn id="8" dur="500" fill="hold"/>
                                            <p:tgtEl>
                                              <p:spTgt spid="2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3" presetClass="entr" presetSubtype="16" fill="hold" nodeType="after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p:cTn id="12" dur="100" fill="hold"/>
                                            <p:tgtEl>
                                              <p:spTgt spid="19"/>
                                            </p:tgtEl>
                                            <p:attrNameLst>
                                              <p:attrName>ppt_w</p:attrName>
                                            </p:attrNameLst>
                                          </p:cBhvr>
                                          <p:tavLst>
                                            <p:tav tm="0">
                                              <p:val>
                                                <p:fltVal val="0"/>
                                              </p:val>
                                            </p:tav>
                                            <p:tav tm="100000">
                                              <p:val>
                                                <p:strVal val="#ppt_w"/>
                                              </p:val>
                                            </p:tav>
                                          </p:tavLst>
                                        </p:anim>
                                        <p:anim calcmode="lin" valueType="num">
                                          <p:cBhvr>
                                            <p:cTn id="13" dur="100" fill="hold"/>
                                            <p:tgtEl>
                                              <p:spTgt spid="19"/>
                                            </p:tgtEl>
                                            <p:attrNameLst>
                                              <p:attrName>ppt_h</p:attrName>
                                            </p:attrNameLst>
                                          </p:cBhvr>
                                          <p:tavLst>
                                            <p:tav tm="0">
                                              <p:val>
                                                <p:fltVal val="0"/>
                                              </p:val>
                                            </p:tav>
                                            <p:tav tm="100000">
                                              <p:val>
                                                <p:strVal val="#ppt_h"/>
                                              </p:val>
                                            </p:tav>
                                          </p:tavLst>
                                        </p:anim>
                                        <p:animEffect transition="in" filter="fade">
                                          <p:cBhvr>
                                            <p:cTn id="14" dur="100"/>
                                            <p:tgtEl>
                                              <p:spTgt spid="19"/>
                                            </p:tgtEl>
                                          </p:cBhvr>
                                        </p:animEffect>
                                      </p:childTnLst>
                                    </p:cTn>
                                  </p:par>
                                  <p:par>
                                    <p:cTn id="15" presetID="6" presetClass="emph" presetSubtype="0" fill="hold" nodeType="withEffect">
                                      <p:stCondLst>
                                        <p:cond delay="100"/>
                                      </p:stCondLst>
                                      <p:childTnLst>
                                        <p:animScale>
                                          <p:cBhvr>
                                            <p:cTn id="16" dur="100" fill="hold"/>
                                            <p:tgtEl>
                                              <p:spTgt spid="19"/>
                                            </p:tgtEl>
                                          </p:cBhvr>
                                          <p:by x="110000" y="110000"/>
                                        </p:animScale>
                                      </p:childTnLst>
                                    </p:cTn>
                                  </p:par>
                                  <p:par>
                                    <p:cTn id="17" presetID="6" presetClass="emph" presetSubtype="0" fill="hold" nodeType="withEffect">
                                      <p:stCondLst>
                                        <p:cond delay="200"/>
                                      </p:stCondLst>
                                      <p:childTnLst>
                                        <p:animScale>
                                          <p:cBhvr>
                                            <p:cTn id="18" dur="200" fill="hold"/>
                                            <p:tgtEl>
                                              <p:spTgt spid="19"/>
                                            </p:tgtEl>
                                          </p:cBhvr>
                                          <p:by x="90000" y="90000"/>
                                        </p:animScale>
                                      </p:childTnLst>
                                    </p:cTn>
                                  </p:par>
                                  <p:par>
                                    <p:cTn id="19" presetID="6" presetClass="emph" presetSubtype="0" fill="hold" nodeType="withEffect">
                                      <p:stCondLst>
                                        <p:cond delay="400"/>
                                      </p:stCondLst>
                                      <p:childTnLst>
                                        <p:animScale>
                                          <p:cBhvr>
                                            <p:cTn id="20" dur="100" fill="hold"/>
                                            <p:tgtEl>
                                              <p:spTgt spid="19"/>
                                            </p:tgtEl>
                                          </p:cBhvr>
                                          <p:by x="105000" y="105000"/>
                                        </p:animScale>
                                      </p:childTnLst>
                                    </p:cTn>
                                  </p:par>
                                  <p:par>
                                    <p:cTn id="21" presetID="6" presetClass="emph" presetSubtype="0" fill="hold" nodeType="withEffect">
                                      <p:stCondLst>
                                        <p:cond delay="500"/>
                                      </p:stCondLst>
                                      <p:childTnLst>
                                        <p:animScale>
                                          <p:cBhvr>
                                            <p:cTn id="22" dur="200" fill="hold"/>
                                            <p:tgtEl>
                                              <p:spTgt spid="19"/>
                                            </p:tgtEl>
                                          </p:cBhvr>
                                          <p:by x="95000" y="95000"/>
                                        </p:animScale>
                                      </p:childTnLst>
                                    </p:cTn>
                                  </p:par>
                                  <p:par>
                                    <p:cTn id="23" presetID="10" presetClass="entr" presetSubtype="0" fill="hold" nodeType="withEffect">
                                      <p:stCondLst>
                                        <p:cond delay="50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par>
                                    <p:cTn id="26" presetID="10" presetClass="entr" presetSubtype="0" fill="hold" nodeType="withEffect">
                                      <p:stCondLst>
                                        <p:cond delay="60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nodeType="withEffect">
                                      <p:stCondLst>
                                        <p:cond delay="80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nodeType="withEffect">
                                      <p:stCondLst>
                                        <p:cond delay="100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0-#ppt_w/2"/>
                                              </p:val>
                                            </p:tav>
                                            <p:tav tm="100000">
                                              <p:val>
                                                <p:strVal val="#ppt_x"/>
                                              </p:val>
                                            </p:tav>
                                          </p:tavLst>
                                        </p:anim>
                                        <p:anim calcmode="lin" valueType="num">
                                          <p:cBhvr additive="base">
                                            <p:cTn id="8" dur="500" fill="hold"/>
                                            <p:tgtEl>
                                              <p:spTgt spid="2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3" presetClass="entr" presetSubtype="16" fill="hold" nodeType="after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p:cTn id="12" dur="100" fill="hold"/>
                                            <p:tgtEl>
                                              <p:spTgt spid="19"/>
                                            </p:tgtEl>
                                            <p:attrNameLst>
                                              <p:attrName>ppt_w</p:attrName>
                                            </p:attrNameLst>
                                          </p:cBhvr>
                                          <p:tavLst>
                                            <p:tav tm="0">
                                              <p:val>
                                                <p:fltVal val="0"/>
                                              </p:val>
                                            </p:tav>
                                            <p:tav tm="100000">
                                              <p:val>
                                                <p:strVal val="#ppt_w"/>
                                              </p:val>
                                            </p:tav>
                                          </p:tavLst>
                                        </p:anim>
                                        <p:anim calcmode="lin" valueType="num">
                                          <p:cBhvr>
                                            <p:cTn id="13" dur="100" fill="hold"/>
                                            <p:tgtEl>
                                              <p:spTgt spid="19"/>
                                            </p:tgtEl>
                                            <p:attrNameLst>
                                              <p:attrName>ppt_h</p:attrName>
                                            </p:attrNameLst>
                                          </p:cBhvr>
                                          <p:tavLst>
                                            <p:tav tm="0">
                                              <p:val>
                                                <p:fltVal val="0"/>
                                              </p:val>
                                            </p:tav>
                                            <p:tav tm="100000">
                                              <p:val>
                                                <p:strVal val="#ppt_h"/>
                                              </p:val>
                                            </p:tav>
                                          </p:tavLst>
                                        </p:anim>
                                        <p:animEffect transition="in" filter="fade">
                                          <p:cBhvr>
                                            <p:cTn id="14" dur="100"/>
                                            <p:tgtEl>
                                              <p:spTgt spid="19"/>
                                            </p:tgtEl>
                                          </p:cBhvr>
                                        </p:animEffect>
                                      </p:childTnLst>
                                    </p:cTn>
                                  </p:par>
                                  <p:par>
                                    <p:cTn id="15" presetID="6" presetClass="emph" presetSubtype="0" fill="hold" nodeType="withEffect">
                                      <p:stCondLst>
                                        <p:cond delay="100"/>
                                      </p:stCondLst>
                                      <p:childTnLst>
                                        <p:animScale>
                                          <p:cBhvr>
                                            <p:cTn id="16" dur="100" fill="hold"/>
                                            <p:tgtEl>
                                              <p:spTgt spid="19"/>
                                            </p:tgtEl>
                                          </p:cBhvr>
                                          <p:by x="110000" y="110000"/>
                                        </p:animScale>
                                      </p:childTnLst>
                                    </p:cTn>
                                  </p:par>
                                  <p:par>
                                    <p:cTn id="17" presetID="6" presetClass="emph" presetSubtype="0" fill="hold" nodeType="withEffect">
                                      <p:stCondLst>
                                        <p:cond delay="200"/>
                                      </p:stCondLst>
                                      <p:childTnLst>
                                        <p:animScale>
                                          <p:cBhvr>
                                            <p:cTn id="18" dur="200" fill="hold"/>
                                            <p:tgtEl>
                                              <p:spTgt spid="19"/>
                                            </p:tgtEl>
                                          </p:cBhvr>
                                          <p:by x="90000" y="90000"/>
                                        </p:animScale>
                                      </p:childTnLst>
                                    </p:cTn>
                                  </p:par>
                                  <p:par>
                                    <p:cTn id="19" presetID="6" presetClass="emph" presetSubtype="0" fill="hold" nodeType="withEffect">
                                      <p:stCondLst>
                                        <p:cond delay="400"/>
                                      </p:stCondLst>
                                      <p:childTnLst>
                                        <p:animScale>
                                          <p:cBhvr>
                                            <p:cTn id="20" dur="100" fill="hold"/>
                                            <p:tgtEl>
                                              <p:spTgt spid="19"/>
                                            </p:tgtEl>
                                          </p:cBhvr>
                                          <p:by x="105000" y="105000"/>
                                        </p:animScale>
                                      </p:childTnLst>
                                    </p:cTn>
                                  </p:par>
                                  <p:par>
                                    <p:cTn id="21" presetID="6" presetClass="emph" presetSubtype="0" fill="hold" nodeType="withEffect">
                                      <p:stCondLst>
                                        <p:cond delay="500"/>
                                      </p:stCondLst>
                                      <p:childTnLst>
                                        <p:animScale>
                                          <p:cBhvr>
                                            <p:cTn id="22" dur="200" fill="hold"/>
                                            <p:tgtEl>
                                              <p:spTgt spid="19"/>
                                            </p:tgtEl>
                                          </p:cBhvr>
                                          <p:by x="95000" y="95000"/>
                                        </p:animScale>
                                      </p:childTnLst>
                                    </p:cTn>
                                  </p:par>
                                  <p:par>
                                    <p:cTn id="23" presetID="10" presetClass="entr" presetSubtype="0" fill="hold" nodeType="withEffect">
                                      <p:stCondLst>
                                        <p:cond delay="50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par>
                                    <p:cTn id="26" presetID="10" presetClass="entr" presetSubtype="0" fill="hold" nodeType="withEffect">
                                      <p:stCondLst>
                                        <p:cond delay="60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nodeType="withEffect">
                                      <p:stCondLst>
                                        <p:cond delay="80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nodeType="withEffect">
                                      <p:stCondLst>
                                        <p:cond delay="100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95486"/>
            <a:ext cx="611560" cy="369332"/>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3"/>
          <p:cNvSpPr txBox="1"/>
          <p:nvPr/>
        </p:nvSpPr>
        <p:spPr>
          <a:xfrm>
            <a:off x="683568" y="195486"/>
            <a:ext cx="3816424" cy="646331"/>
          </a:xfrm>
          <a:prstGeom prst="rect">
            <a:avLst/>
          </a:prstGeom>
          <a:noFill/>
        </p:spPr>
        <p:txBody>
          <a:bodyPr wrap="square" rtlCol="0">
            <a:spAutoFit/>
          </a:bodyPr>
          <a:lstStyle/>
          <a:p>
            <a:r>
              <a:rPr lang="zh-CN" altLang="en-US" dirty="0">
                <a:solidFill>
                  <a:srgbClr val="054487"/>
                </a:solidFill>
                <a:latin typeface="微软雅黑" pitchFamily="34" charset="-122"/>
                <a:ea typeface="微软雅黑" pitchFamily="34" charset="-122"/>
              </a:rPr>
              <a:t>输入你的标题 </a:t>
            </a:r>
            <a:r>
              <a:rPr lang="en-US" altLang="zh-CN" dirty="0">
                <a:solidFill>
                  <a:srgbClr val="054487"/>
                </a:solidFill>
                <a:latin typeface="微软雅黑" pitchFamily="34" charset="-122"/>
                <a:ea typeface="微软雅黑" pitchFamily="34" charset="-122"/>
              </a:rPr>
              <a:t>/Add your title</a:t>
            </a:r>
            <a:endParaRPr lang="zh-CN" altLang="en-US" dirty="0">
              <a:solidFill>
                <a:srgbClr val="054487"/>
              </a:solidFill>
              <a:latin typeface="微软雅黑" pitchFamily="34" charset="-122"/>
              <a:ea typeface="微软雅黑" pitchFamily="34" charset="-122"/>
            </a:endParaRPr>
          </a:p>
          <a:p>
            <a:endParaRPr lang="zh-CN" altLang="en-US" dirty="0">
              <a:solidFill>
                <a:srgbClr val="F46970"/>
              </a:solidFill>
              <a:latin typeface="微软雅黑" pitchFamily="34" charset="-122"/>
              <a:ea typeface="微软雅黑" pitchFamily="34" charset="-122"/>
            </a:endParaRPr>
          </a:p>
        </p:txBody>
      </p:sp>
      <p:sp>
        <p:nvSpPr>
          <p:cNvPr id="5" name="椭圆 4"/>
          <p:cNvSpPr/>
          <p:nvPr/>
        </p:nvSpPr>
        <p:spPr>
          <a:xfrm>
            <a:off x="1093752" y="1248197"/>
            <a:ext cx="1940841" cy="1940771"/>
          </a:xfrm>
          <a:prstGeom prst="ellipse">
            <a:avLst/>
          </a:prstGeom>
          <a:solidFill>
            <a:srgbClr val="054487"/>
          </a:solidFill>
          <a:ln w="25400" cap="flat" cmpd="sng" algn="ctr">
            <a:noFill/>
            <a:prstDash val="solid"/>
          </a:ln>
          <a:effectLst/>
        </p:spPr>
        <p:txBody>
          <a:bodyPr lIns="98565" tIns="49282" rIns="98565" bIns="49282"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a:cs typeface="+mn-cs"/>
            </a:endParaRPr>
          </a:p>
        </p:txBody>
      </p:sp>
      <p:sp>
        <p:nvSpPr>
          <p:cNvPr id="6" name="椭圆 5"/>
          <p:cNvSpPr/>
          <p:nvPr/>
        </p:nvSpPr>
        <p:spPr>
          <a:xfrm>
            <a:off x="977142" y="1131590"/>
            <a:ext cx="2174063" cy="2173985"/>
          </a:xfrm>
          <a:prstGeom prst="ellipse">
            <a:avLst/>
          </a:prstGeom>
          <a:noFill/>
          <a:ln w="25400" cap="flat" cmpd="sng" algn="ctr">
            <a:solidFill>
              <a:srgbClr val="054487"/>
            </a:solidFill>
            <a:prstDash val="sysDot"/>
          </a:ln>
          <a:effectLst/>
        </p:spPr>
        <p:txBody>
          <a:bodyPr lIns="98565" tIns="49282" rIns="98565" bIns="49282"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a:cs typeface="+mn-cs"/>
            </a:endParaRPr>
          </a:p>
        </p:txBody>
      </p:sp>
      <p:sp>
        <p:nvSpPr>
          <p:cNvPr id="7" name="矩形 6"/>
          <p:cNvSpPr/>
          <p:nvPr/>
        </p:nvSpPr>
        <p:spPr>
          <a:xfrm>
            <a:off x="1218210" y="1724051"/>
            <a:ext cx="1691926" cy="1061791"/>
          </a:xfrm>
          <a:prstGeom prst="rect">
            <a:avLst/>
          </a:prstGeom>
        </p:spPr>
        <p:txBody>
          <a:bodyPr wrap="square" lIns="98565" tIns="49282" rIns="98565" bIns="49282">
            <a:spAutoFit/>
          </a:bodyPr>
          <a:lstStyle/>
          <a:p>
            <a:pPr algn="ctr"/>
            <a:r>
              <a:rPr lang="zh-CN" altLang="en-US" sz="2600" b="1" dirty="0">
                <a:solidFill>
                  <a:prstClr val="white"/>
                </a:solidFill>
                <a:latin typeface="微软雅黑" pitchFamily="34" charset="-122"/>
                <a:ea typeface="微软雅黑" pitchFamily="34" charset="-122"/>
              </a:rPr>
              <a:t>应用领域</a:t>
            </a:r>
            <a:endParaRPr lang="en-US" altLang="zh-CN" sz="2600" b="1" dirty="0">
              <a:solidFill>
                <a:prstClr val="white"/>
              </a:solidFill>
              <a:latin typeface="微软雅黑" pitchFamily="34" charset="-122"/>
              <a:ea typeface="微软雅黑" pitchFamily="34" charset="-122"/>
            </a:endParaRPr>
          </a:p>
          <a:p>
            <a:pPr algn="ctr">
              <a:spcBef>
                <a:spcPts val="1294"/>
              </a:spcBef>
            </a:pPr>
            <a:r>
              <a:rPr lang="zh-CN" altLang="en-US" sz="1300" dirty="0">
                <a:solidFill>
                  <a:prstClr val="white"/>
                </a:solidFill>
                <a:latin typeface="微软雅黑" pitchFamily="34" charset="-122"/>
                <a:ea typeface="微软雅黑" pitchFamily="34" charset="-122"/>
              </a:rPr>
              <a:t>此处添加详细的说明文字做简要说明</a:t>
            </a:r>
            <a:endParaRPr lang="en-US" altLang="zh-CN" sz="1300" dirty="0">
              <a:solidFill>
                <a:prstClr val="white"/>
              </a:solidFill>
              <a:latin typeface="微软雅黑" pitchFamily="34" charset="-122"/>
              <a:ea typeface="微软雅黑" pitchFamily="34" charset="-122"/>
            </a:endParaRPr>
          </a:p>
        </p:txBody>
      </p:sp>
      <p:sp>
        <p:nvSpPr>
          <p:cNvPr id="8" name="文本框 7"/>
          <p:cNvSpPr txBox="1">
            <a:spLocks noChangeArrowheads="1"/>
          </p:cNvSpPr>
          <p:nvPr/>
        </p:nvSpPr>
        <p:spPr bwMode="auto">
          <a:xfrm>
            <a:off x="1087672" y="3538146"/>
            <a:ext cx="1953006" cy="1124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8565" tIns="49282" rIns="98565" bIns="49282"/>
          <a:lstStyle>
            <a:lvl1pPr>
              <a:defRPr sz="3200">
                <a:solidFill>
                  <a:schemeClr val="tx1"/>
                </a:solidFill>
                <a:latin typeface="Arial Narrow" pitchFamily="34" charset="0"/>
                <a:ea typeface="微软雅黑" pitchFamily="34" charset="-122"/>
              </a:defRPr>
            </a:lvl1pPr>
            <a:lvl2pPr>
              <a:defRPr sz="2800">
                <a:solidFill>
                  <a:schemeClr val="tx1"/>
                </a:solidFill>
                <a:latin typeface="Arial Narrow" pitchFamily="34" charset="0"/>
                <a:ea typeface="微软雅黑" pitchFamily="34" charset="-122"/>
              </a:defRPr>
            </a:lvl2pPr>
            <a:lvl3pPr>
              <a:defRPr sz="2400">
                <a:solidFill>
                  <a:schemeClr val="tx1"/>
                </a:solidFill>
                <a:latin typeface="Arial Narrow" pitchFamily="34" charset="0"/>
                <a:ea typeface="微软雅黑" pitchFamily="34" charset="-122"/>
              </a:defRPr>
            </a:lvl3pPr>
            <a:lvl4pPr>
              <a:defRPr sz="2000">
                <a:solidFill>
                  <a:schemeClr val="tx1"/>
                </a:solidFill>
                <a:latin typeface="Arial Narrow" pitchFamily="34" charset="0"/>
                <a:ea typeface="微软雅黑" pitchFamily="34" charset="-122"/>
              </a:defRPr>
            </a:lvl4pPr>
            <a:lvl5pPr>
              <a:defRPr sz="2000">
                <a:solidFill>
                  <a:schemeClr val="tx1"/>
                </a:solidFill>
                <a:latin typeface="Arial Narrow" pitchFamily="34" charset="0"/>
                <a:ea typeface="微软雅黑" pitchFamily="34" charset="-122"/>
              </a:defRPr>
            </a:lvl5pPr>
            <a:lvl6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6pPr>
            <a:lvl7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7pPr>
            <a:lvl8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8pPr>
            <a:lvl9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9pPr>
          </a:lstStyle>
          <a:p>
            <a:pPr algn="ctr"/>
            <a:r>
              <a:rPr lang="zh-CN" altLang="en-US" sz="1500" b="1" dirty="0">
                <a:solidFill>
                  <a:prstClr val="black"/>
                </a:solidFill>
                <a:latin typeface="微软雅黑" pitchFamily="34" charset="-122"/>
              </a:rPr>
              <a:t>添加文本信息</a:t>
            </a:r>
            <a:endParaRPr lang="en-US" altLang="zh-CN" sz="1500" b="1" dirty="0">
              <a:solidFill>
                <a:prstClr val="black"/>
              </a:solidFill>
              <a:latin typeface="微软雅黑" pitchFamily="34" charset="-122"/>
            </a:endParaRPr>
          </a:p>
          <a:p>
            <a:pPr algn="ctr">
              <a:lnSpc>
                <a:spcPct val="150000"/>
              </a:lnSpc>
              <a:spcBef>
                <a:spcPts val="323"/>
              </a:spcBef>
            </a:pPr>
            <a:r>
              <a:rPr lang="zh-CN" altLang="en-US" sz="1300" dirty="0">
                <a:solidFill>
                  <a:prstClr val="black"/>
                </a:solidFill>
                <a:latin typeface="微软雅黑" pitchFamily="34" charset="-122"/>
              </a:rPr>
              <a:t>添加对图片的说明文字添加对图片的说明文字</a:t>
            </a:r>
          </a:p>
        </p:txBody>
      </p:sp>
      <p:sp>
        <p:nvSpPr>
          <p:cNvPr id="9" name="椭圆 8"/>
          <p:cNvSpPr/>
          <p:nvPr/>
        </p:nvSpPr>
        <p:spPr>
          <a:xfrm>
            <a:off x="3604350" y="1248197"/>
            <a:ext cx="1940841" cy="1940771"/>
          </a:xfrm>
          <a:prstGeom prst="ellipse">
            <a:avLst/>
          </a:prstGeom>
          <a:solidFill>
            <a:srgbClr val="054487"/>
          </a:solidFill>
          <a:ln w="25400" cap="flat" cmpd="sng" algn="ctr">
            <a:noFill/>
            <a:prstDash val="solid"/>
          </a:ln>
          <a:effectLst/>
        </p:spPr>
        <p:txBody>
          <a:bodyPr lIns="98565" tIns="49282" rIns="98565" bIns="49282"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a:cs typeface="+mn-cs"/>
            </a:endParaRPr>
          </a:p>
        </p:txBody>
      </p:sp>
      <p:sp>
        <p:nvSpPr>
          <p:cNvPr id="10" name="椭圆 9"/>
          <p:cNvSpPr/>
          <p:nvPr/>
        </p:nvSpPr>
        <p:spPr>
          <a:xfrm>
            <a:off x="3487739" y="1131590"/>
            <a:ext cx="2174063" cy="2173985"/>
          </a:xfrm>
          <a:prstGeom prst="ellipse">
            <a:avLst/>
          </a:prstGeom>
          <a:noFill/>
          <a:ln w="25400" cap="flat" cmpd="sng" algn="ctr">
            <a:solidFill>
              <a:srgbClr val="054487"/>
            </a:solidFill>
            <a:prstDash val="sysDot"/>
          </a:ln>
          <a:effectLst/>
        </p:spPr>
        <p:txBody>
          <a:bodyPr lIns="98565" tIns="49282" rIns="98565" bIns="49282"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a:cs typeface="+mn-cs"/>
            </a:endParaRPr>
          </a:p>
        </p:txBody>
      </p:sp>
      <p:sp>
        <p:nvSpPr>
          <p:cNvPr id="11" name="矩形 10"/>
          <p:cNvSpPr/>
          <p:nvPr/>
        </p:nvSpPr>
        <p:spPr>
          <a:xfrm>
            <a:off x="3728807" y="1724051"/>
            <a:ext cx="1691926" cy="1061791"/>
          </a:xfrm>
          <a:prstGeom prst="rect">
            <a:avLst/>
          </a:prstGeom>
        </p:spPr>
        <p:txBody>
          <a:bodyPr wrap="square" lIns="98565" tIns="49282" rIns="98565" bIns="49282">
            <a:spAutoFit/>
          </a:bodyPr>
          <a:lstStyle/>
          <a:p>
            <a:pPr algn="ctr"/>
            <a:r>
              <a:rPr lang="zh-CN" altLang="en-US" sz="2600" b="1" dirty="0">
                <a:solidFill>
                  <a:prstClr val="white"/>
                </a:solidFill>
                <a:latin typeface="微软雅黑" pitchFamily="34" charset="-122"/>
                <a:ea typeface="微软雅黑" pitchFamily="34" charset="-122"/>
              </a:rPr>
              <a:t>商务领域</a:t>
            </a:r>
            <a:endParaRPr lang="en-US" altLang="zh-CN" sz="2600" b="1" dirty="0">
              <a:solidFill>
                <a:prstClr val="white"/>
              </a:solidFill>
              <a:latin typeface="微软雅黑" pitchFamily="34" charset="-122"/>
              <a:ea typeface="微软雅黑" pitchFamily="34" charset="-122"/>
            </a:endParaRPr>
          </a:p>
          <a:p>
            <a:pPr algn="ctr">
              <a:spcBef>
                <a:spcPts val="1294"/>
              </a:spcBef>
            </a:pPr>
            <a:r>
              <a:rPr lang="zh-CN" altLang="en-US" sz="1300" dirty="0">
                <a:solidFill>
                  <a:prstClr val="white"/>
                </a:solidFill>
                <a:latin typeface="微软雅黑" pitchFamily="34" charset="-122"/>
                <a:ea typeface="微软雅黑" pitchFamily="34" charset="-122"/>
              </a:rPr>
              <a:t>此处添加详细的说明文字做简要说明</a:t>
            </a:r>
            <a:endParaRPr lang="en-US" altLang="zh-CN" sz="1300" dirty="0">
              <a:solidFill>
                <a:prstClr val="white"/>
              </a:solidFill>
              <a:latin typeface="微软雅黑" pitchFamily="34" charset="-122"/>
              <a:ea typeface="微软雅黑" pitchFamily="34" charset="-122"/>
            </a:endParaRPr>
          </a:p>
        </p:txBody>
      </p:sp>
      <p:sp>
        <p:nvSpPr>
          <p:cNvPr id="12" name="文本框 7"/>
          <p:cNvSpPr txBox="1">
            <a:spLocks noChangeArrowheads="1"/>
          </p:cNvSpPr>
          <p:nvPr/>
        </p:nvSpPr>
        <p:spPr bwMode="auto">
          <a:xfrm>
            <a:off x="3598268" y="3538146"/>
            <a:ext cx="1953006" cy="1124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8565" tIns="49282" rIns="98565" bIns="49282"/>
          <a:lstStyle>
            <a:lvl1pPr>
              <a:defRPr sz="3200">
                <a:solidFill>
                  <a:schemeClr val="tx1"/>
                </a:solidFill>
                <a:latin typeface="Arial Narrow" pitchFamily="34" charset="0"/>
                <a:ea typeface="微软雅黑" pitchFamily="34" charset="-122"/>
              </a:defRPr>
            </a:lvl1pPr>
            <a:lvl2pPr>
              <a:defRPr sz="2800">
                <a:solidFill>
                  <a:schemeClr val="tx1"/>
                </a:solidFill>
                <a:latin typeface="Arial Narrow" pitchFamily="34" charset="0"/>
                <a:ea typeface="微软雅黑" pitchFamily="34" charset="-122"/>
              </a:defRPr>
            </a:lvl2pPr>
            <a:lvl3pPr>
              <a:defRPr sz="2400">
                <a:solidFill>
                  <a:schemeClr val="tx1"/>
                </a:solidFill>
                <a:latin typeface="Arial Narrow" pitchFamily="34" charset="0"/>
                <a:ea typeface="微软雅黑" pitchFamily="34" charset="-122"/>
              </a:defRPr>
            </a:lvl3pPr>
            <a:lvl4pPr>
              <a:defRPr sz="2000">
                <a:solidFill>
                  <a:schemeClr val="tx1"/>
                </a:solidFill>
                <a:latin typeface="Arial Narrow" pitchFamily="34" charset="0"/>
                <a:ea typeface="微软雅黑" pitchFamily="34" charset="-122"/>
              </a:defRPr>
            </a:lvl4pPr>
            <a:lvl5pPr>
              <a:defRPr sz="2000">
                <a:solidFill>
                  <a:schemeClr val="tx1"/>
                </a:solidFill>
                <a:latin typeface="Arial Narrow" pitchFamily="34" charset="0"/>
                <a:ea typeface="微软雅黑" pitchFamily="34" charset="-122"/>
              </a:defRPr>
            </a:lvl5pPr>
            <a:lvl6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6pPr>
            <a:lvl7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7pPr>
            <a:lvl8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8pPr>
            <a:lvl9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9pPr>
          </a:lstStyle>
          <a:p>
            <a:pPr algn="ctr"/>
            <a:r>
              <a:rPr lang="zh-CN" altLang="en-US" sz="1500" b="1" dirty="0">
                <a:solidFill>
                  <a:prstClr val="black"/>
                </a:solidFill>
                <a:latin typeface="微软雅黑" pitchFamily="34" charset="-122"/>
              </a:rPr>
              <a:t>添加文本信息</a:t>
            </a:r>
            <a:endParaRPr lang="en-US" altLang="zh-CN" sz="1500" b="1" dirty="0">
              <a:solidFill>
                <a:prstClr val="black"/>
              </a:solidFill>
              <a:latin typeface="微软雅黑" pitchFamily="34" charset="-122"/>
            </a:endParaRPr>
          </a:p>
          <a:p>
            <a:pPr algn="ctr">
              <a:lnSpc>
                <a:spcPct val="150000"/>
              </a:lnSpc>
              <a:spcBef>
                <a:spcPts val="323"/>
              </a:spcBef>
            </a:pPr>
            <a:r>
              <a:rPr lang="zh-CN" altLang="en-US" sz="1300" dirty="0">
                <a:solidFill>
                  <a:prstClr val="black"/>
                </a:solidFill>
                <a:latin typeface="微软雅黑" pitchFamily="34" charset="-122"/>
              </a:rPr>
              <a:t>添加对图片的说明文字添加对图片的说明文字</a:t>
            </a:r>
          </a:p>
        </p:txBody>
      </p:sp>
      <p:sp>
        <p:nvSpPr>
          <p:cNvPr id="13" name="椭圆 12"/>
          <p:cNvSpPr/>
          <p:nvPr/>
        </p:nvSpPr>
        <p:spPr>
          <a:xfrm>
            <a:off x="6114948" y="1248197"/>
            <a:ext cx="1940841" cy="1940771"/>
          </a:xfrm>
          <a:prstGeom prst="ellipse">
            <a:avLst/>
          </a:prstGeom>
          <a:solidFill>
            <a:srgbClr val="054487"/>
          </a:solidFill>
          <a:ln w="25400" cap="flat" cmpd="sng" algn="ctr">
            <a:noFill/>
            <a:prstDash val="solid"/>
          </a:ln>
          <a:effectLst/>
        </p:spPr>
        <p:txBody>
          <a:bodyPr lIns="98565" tIns="49282" rIns="98565" bIns="49282"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a:cs typeface="+mn-cs"/>
            </a:endParaRPr>
          </a:p>
        </p:txBody>
      </p:sp>
      <p:sp>
        <p:nvSpPr>
          <p:cNvPr id="14" name="椭圆 13"/>
          <p:cNvSpPr/>
          <p:nvPr/>
        </p:nvSpPr>
        <p:spPr>
          <a:xfrm>
            <a:off x="5998337" y="1131590"/>
            <a:ext cx="2174063" cy="2173985"/>
          </a:xfrm>
          <a:prstGeom prst="ellipse">
            <a:avLst/>
          </a:prstGeom>
          <a:noFill/>
          <a:ln w="25400" cap="flat" cmpd="sng" algn="ctr">
            <a:solidFill>
              <a:srgbClr val="054487"/>
            </a:solidFill>
            <a:prstDash val="sysDot"/>
          </a:ln>
          <a:effectLst/>
        </p:spPr>
        <p:txBody>
          <a:bodyPr lIns="98565" tIns="49282" rIns="98565" bIns="49282"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a:cs typeface="+mn-cs"/>
            </a:endParaRPr>
          </a:p>
        </p:txBody>
      </p:sp>
      <p:sp>
        <p:nvSpPr>
          <p:cNvPr id="15" name="矩形 14"/>
          <p:cNvSpPr/>
          <p:nvPr/>
        </p:nvSpPr>
        <p:spPr>
          <a:xfrm>
            <a:off x="6239404" y="1724051"/>
            <a:ext cx="1691926" cy="1061791"/>
          </a:xfrm>
          <a:prstGeom prst="rect">
            <a:avLst/>
          </a:prstGeom>
        </p:spPr>
        <p:txBody>
          <a:bodyPr wrap="square" lIns="98565" tIns="49282" rIns="98565" bIns="49282">
            <a:spAutoFit/>
          </a:bodyPr>
          <a:lstStyle/>
          <a:p>
            <a:pPr algn="ctr"/>
            <a:r>
              <a:rPr lang="zh-CN" altLang="en-US" sz="2600" b="1" dirty="0">
                <a:solidFill>
                  <a:prstClr val="white"/>
                </a:solidFill>
                <a:latin typeface="微软雅黑" pitchFamily="34" charset="-122"/>
                <a:ea typeface="微软雅黑" pitchFamily="34" charset="-122"/>
              </a:rPr>
              <a:t>服务领域</a:t>
            </a:r>
            <a:endParaRPr lang="en-US" altLang="zh-CN" sz="2600" b="1" dirty="0">
              <a:solidFill>
                <a:prstClr val="white"/>
              </a:solidFill>
              <a:latin typeface="微软雅黑" pitchFamily="34" charset="-122"/>
              <a:ea typeface="微软雅黑" pitchFamily="34" charset="-122"/>
            </a:endParaRPr>
          </a:p>
          <a:p>
            <a:pPr algn="ctr">
              <a:spcBef>
                <a:spcPts val="1294"/>
              </a:spcBef>
            </a:pPr>
            <a:r>
              <a:rPr lang="zh-CN" altLang="en-US" sz="1300" dirty="0">
                <a:solidFill>
                  <a:prstClr val="white"/>
                </a:solidFill>
                <a:latin typeface="微软雅黑" pitchFamily="34" charset="-122"/>
                <a:ea typeface="微软雅黑" pitchFamily="34" charset="-122"/>
              </a:rPr>
              <a:t>此处添加详细的说明文字做简要说明</a:t>
            </a:r>
            <a:endParaRPr lang="en-US" altLang="zh-CN" sz="1300" dirty="0">
              <a:solidFill>
                <a:prstClr val="white"/>
              </a:solidFill>
              <a:latin typeface="微软雅黑" pitchFamily="34" charset="-122"/>
              <a:ea typeface="微软雅黑" pitchFamily="34" charset="-122"/>
            </a:endParaRPr>
          </a:p>
        </p:txBody>
      </p:sp>
      <p:sp>
        <p:nvSpPr>
          <p:cNvPr id="16" name="文本框 7"/>
          <p:cNvSpPr txBox="1">
            <a:spLocks noChangeArrowheads="1"/>
          </p:cNvSpPr>
          <p:nvPr/>
        </p:nvSpPr>
        <p:spPr bwMode="auto">
          <a:xfrm>
            <a:off x="6108865" y="3538146"/>
            <a:ext cx="1953006" cy="1124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8565" tIns="49282" rIns="98565" bIns="49282"/>
          <a:lstStyle>
            <a:lvl1pPr>
              <a:defRPr sz="3200">
                <a:solidFill>
                  <a:schemeClr val="tx1"/>
                </a:solidFill>
                <a:latin typeface="Arial Narrow" pitchFamily="34" charset="0"/>
                <a:ea typeface="微软雅黑" pitchFamily="34" charset="-122"/>
              </a:defRPr>
            </a:lvl1pPr>
            <a:lvl2pPr>
              <a:defRPr sz="2800">
                <a:solidFill>
                  <a:schemeClr val="tx1"/>
                </a:solidFill>
                <a:latin typeface="Arial Narrow" pitchFamily="34" charset="0"/>
                <a:ea typeface="微软雅黑" pitchFamily="34" charset="-122"/>
              </a:defRPr>
            </a:lvl2pPr>
            <a:lvl3pPr>
              <a:defRPr sz="2400">
                <a:solidFill>
                  <a:schemeClr val="tx1"/>
                </a:solidFill>
                <a:latin typeface="Arial Narrow" pitchFamily="34" charset="0"/>
                <a:ea typeface="微软雅黑" pitchFamily="34" charset="-122"/>
              </a:defRPr>
            </a:lvl3pPr>
            <a:lvl4pPr>
              <a:defRPr sz="2000">
                <a:solidFill>
                  <a:schemeClr val="tx1"/>
                </a:solidFill>
                <a:latin typeface="Arial Narrow" pitchFamily="34" charset="0"/>
                <a:ea typeface="微软雅黑" pitchFamily="34" charset="-122"/>
              </a:defRPr>
            </a:lvl4pPr>
            <a:lvl5pPr>
              <a:defRPr sz="2000">
                <a:solidFill>
                  <a:schemeClr val="tx1"/>
                </a:solidFill>
                <a:latin typeface="Arial Narrow" pitchFamily="34" charset="0"/>
                <a:ea typeface="微软雅黑" pitchFamily="34" charset="-122"/>
              </a:defRPr>
            </a:lvl5pPr>
            <a:lvl6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6pPr>
            <a:lvl7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7pPr>
            <a:lvl8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8pPr>
            <a:lvl9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9pPr>
          </a:lstStyle>
          <a:p>
            <a:pPr algn="ctr"/>
            <a:r>
              <a:rPr lang="zh-CN" altLang="en-US" sz="1500" b="1" dirty="0">
                <a:solidFill>
                  <a:prstClr val="black"/>
                </a:solidFill>
                <a:latin typeface="微软雅黑" pitchFamily="34" charset="-122"/>
              </a:rPr>
              <a:t>添加文本信息</a:t>
            </a:r>
            <a:endParaRPr lang="en-US" altLang="zh-CN" sz="1500" b="1" dirty="0">
              <a:solidFill>
                <a:prstClr val="black"/>
              </a:solidFill>
              <a:latin typeface="微软雅黑" pitchFamily="34" charset="-122"/>
            </a:endParaRPr>
          </a:p>
          <a:p>
            <a:pPr algn="ctr">
              <a:lnSpc>
                <a:spcPct val="150000"/>
              </a:lnSpc>
              <a:spcBef>
                <a:spcPts val="323"/>
              </a:spcBef>
            </a:pPr>
            <a:r>
              <a:rPr lang="zh-CN" altLang="en-US" sz="1300" dirty="0">
                <a:solidFill>
                  <a:prstClr val="black"/>
                </a:solidFill>
                <a:latin typeface="微软雅黑" pitchFamily="34" charset="-122"/>
              </a:rPr>
              <a:t>添加对图片的说明文字添加对图片的说明文字</a:t>
            </a:r>
          </a:p>
        </p:txBody>
      </p:sp>
    </p:spTree>
    <p:extLst>
      <p:ext uri="{BB962C8B-B14F-4D97-AF65-F5344CB8AC3E}">
        <p14:creationId xmlns:p14="http://schemas.microsoft.com/office/powerpoint/2010/main" val="3638164584"/>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750"/>
                                        <p:tgtEl>
                                          <p:spTgt spid="6"/>
                                        </p:tgtEl>
                                      </p:cBhvr>
                                    </p:animEffect>
                                  </p:childTnLst>
                                </p:cTn>
                              </p:par>
                            </p:childTnLst>
                          </p:cTn>
                        </p:par>
                        <p:par>
                          <p:cTn id="8" fill="hold">
                            <p:stCondLst>
                              <p:cond delay="750"/>
                            </p:stCondLst>
                            <p:childTnLst>
                              <p:par>
                                <p:cTn id="9" presetID="53" presetClass="entr" presetSubtype="16"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childTnLst>
                          </p:cTn>
                        </p:par>
                        <p:par>
                          <p:cTn id="14" fill="hold">
                            <p:stCondLst>
                              <p:cond delay="1250"/>
                            </p:stCondLst>
                            <p:childTnLst>
                              <p:par>
                                <p:cTn id="15" presetID="22" presetClass="entr" presetSubtype="4"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par>
                                <p:cTn id="18" presetID="22" presetClass="entr" presetSubtype="1"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up)">
                                      <p:cBhvr>
                                        <p:cTn id="20" dur="500"/>
                                        <p:tgtEl>
                                          <p:spTgt spid="8"/>
                                        </p:tgtEl>
                                      </p:cBhvr>
                                    </p:animEffect>
                                  </p:childTnLst>
                                </p:cTn>
                              </p:par>
                            </p:childTnLst>
                          </p:cTn>
                        </p:par>
                        <p:par>
                          <p:cTn id="21" fill="hold">
                            <p:stCondLst>
                              <p:cond delay="1750"/>
                            </p:stCondLst>
                            <p:childTnLst>
                              <p:par>
                                <p:cTn id="22" presetID="21" presetClass="entr" presetSubtype="1"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heel(1)">
                                      <p:cBhvr>
                                        <p:cTn id="24" dur="750"/>
                                        <p:tgtEl>
                                          <p:spTgt spid="10"/>
                                        </p:tgtEl>
                                      </p:cBhvr>
                                    </p:animEffect>
                                  </p:childTnLst>
                                </p:cTn>
                              </p:par>
                            </p:childTnLst>
                          </p:cTn>
                        </p:par>
                        <p:par>
                          <p:cTn id="25" fill="hold">
                            <p:stCondLst>
                              <p:cond delay="2500"/>
                            </p:stCondLst>
                            <p:childTnLst>
                              <p:par>
                                <p:cTn id="26" presetID="53" presetClass="entr" presetSubtype="16" fill="hold" grpId="0" nodeType="after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p:cTn id="28" dur="500" fill="hold"/>
                                        <p:tgtEl>
                                          <p:spTgt spid="9"/>
                                        </p:tgtEl>
                                        <p:attrNameLst>
                                          <p:attrName>ppt_w</p:attrName>
                                        </p:attrNameLst>
                                      </p:cBhvr>
                                      <p:tavLst>
                                        <p:tav tm="0">
                                          <p:val>
                                            <p:fltVal val="0"/>
                                          </p:val>
                                        </p:tav>
                                        <p:tav tm="100000">
                                          <p:val>
                                            <p:strVal val="#ppt_w"/>
                                          </p:val>
                                        </p:tav>
                                      </p:tavLst>
                                    </p:anim>
                                    <p:anim calcmode="lin" valueType="num">
                                      <p:cBhvr>
                                        <p:cTn id="29" dur="500" fill="hold"/>
                                        <p:tgtEl>
                                          <p:spTgt spid="9"/>
                                        </p:tgtEl>
                                        <p:attrNameLst>
                                          <p:attrName>ppt_h</p:attrName>
                                        </p:attrNameLst>
                                      </p:cBhvr>
                                      <p:tavLst>
                                        <p:tav tm="0">
                                          <p:val>
                                            <p:fltVal val="0"/>
                                          </p:val>
                                        </p:tav>
                                        <p:tav tm="100000">
                                          <p:val>
                                            <p:strVal val="#ppt_h"/>
                                          </p:val>
                                        </p:tav>
                                      </p:tavLst>
                                    </p:anim>
                                    <p:animEffect transition="in" filter="fade">
                                      <p:cBhvr>
                                        <p:cTn id="30" dur="500"/>
                                        <p:tgtEl>
                                          <p:spTgt spid="9"/>
                                        </p:tgtEl>
                                      </p:cBhvr>
                                    </p:animEffect>
                                  </p:childTnLst>
                                </p:cTn>
                              </p:par>
                            </p:childTnLst>
                          </p:cTn>
                        </p:par>
                        <p:par>
                          <p:cTn id="31" fill="hold">
                            <p:stCondLst>
                              <p:cond delay="3000"/>
                            </p:stCondLst>
                            <p:childTnLst>
                              <p:par>
                                <p:cTn id="32" presetID="22" presetClass="entr" presetSubtype="4"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wipe(down)">
                                      <p:cBhvr>
                                        <p:cTn id="34" dur="500"/>
                                        <p:tgtEl>
                                          <p:spTgt spid="11"/>
                                        </p:tgtEl>
                                      </p:cBhvr>
                                    </p:animEffect>
                                  </p:childTnLst>
                                </p:cTn>
                              </p:par>
                              <p:par>
                                <p:cTn id="35" presetID="22" presetClass="entr" presetSubtype="1"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up)">
                                      <p:cBhvr>
                                        <p:cTn id="37" dur="500"/>
                                        <p:tgtEl>
                                          <p:spTgt spid="12"/>
                                        </p:tgtEl>
                                      </p:cBhvr>
                                    </p:animEffect>
                                  </p:childTnLst>
                                </p:cTn>
                              </p:par>
                            </p:childTnLst>
                          </p:cTn>
                        </p:par>
                        <p:par>
                          <p:cTn id="38" fill="hold">
                            <p:stCondLst>
                              <p:cond delay="3500"/>
                            </p:stCondLst>
                            <p:childTnLst>
                              <p:par>
                                <p:cTn id="39" presetID="21" presetClass="entr" presetSubtype="1" fill="hold" grpId="0" nodeType="after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wheel(1)">
                                      <p:cBhvr>
                                        <p:cTn id="41" dur="750"/>
                                        <p:tgtEl>
                                          <p:spTgt spid="14"/>
                                        </p:tgtEl>
                                      </p:cBhvr>
                                    </p:animEffect>
                                  </p:childTnLst>
                                </p:cTn>
                              </p:par>
                            </p:childTnLst>
                          </p:cTn>
                        </p:par>
                        <p:par>
                          <p:cTn id="42" fill="hold">
                            <p:stCondLst>
                              <p:cond delay="4250"/>
                            </p:stCondLst>
                            <p:childTnLst>
                              <p:par>
                                <p:cTn id="43" presetID="53" presetClass="entr" presetSubtype="16" fill="hold" grpId="0" nodeType="afterEffect">
                                  <p:stCondLst>
                                    <p:cond delay="0"/>
                                  </p:stCondLst>
                                  <p:childTnLst>
                                    <p:set>
                                      <p:cBhvr>
                                        <p:cTn id="44" dur="1" fill="hold">
                                          <p:stCondLst>
                                            <p:cond delay="0"/>
                                          </p:stCondLst>
                                        </p:cTn>
                                        <p:tgtEl>
                                          <p:spTgt spid="13"/>
                                        </p:tgtEl>
                                        <p:attrNameLst>
                                          <p:attrName>style.visibility</p:attrName>
                                        </p:attrNameLst>
                                      </p:cBhvr>
                                      <p:to>
                                        <p:strVal val="visible"/>
                                      </p:to>
                                    </p:set>
                                    <p:anim calcmode="lin" valueType="num">
                                      <p:cBhvr>
                                        <p:cTn id="45" dur="500" fill="hold"/>
                                        <p:tgtEl>
                                          <p:spTgt spid="13"/>
                                        </p:tgtEl>
                                        <p:attrNameLst>
                                          <p:attrName>ppt_w</p:attrName>
                                        </p:attrNameLst>
                                      </p:cBhvr>
                                      <p:tavLst>
                                        <p:tav tm="0">
                                          <p:val>
                                            <p:fltVal val="0"/>
                                          </p:val>
                                        </p:tav>
                                        <p:tav tm="100000">
                                          <p:val>
                                            <p:strVal val="#ppt_w"/>
                                          </p:val>
                                        </p:tav>
                                      </p:tavLst>
                                    </p:anim>
                                    <p:anim calcmode="lin" valueType="num">
                                      <p:cBhvr>
                                        <p:cTn id="46" dur="500" fill="hold"/>
                                        <p:tgtEl>
                                          <p:spTgt spid="13"/>
                                        </p:tgtEl>
                                        <p:attrNameLst>
                                          <p:attrName>ppt_h</p:attrName>
                                        </p:attrNameLst>
                                      </p:cBhvr>
                                      <p:tavLst>
                                        <p:tav tm="0">
                                          <p:val>
                                            <p:fltVal val="0"/>
                                          </p:val>
                                        </p:tav>
                                        <p:tav tm="100000">
                                          <p:val>
                                            <p:strVal val="#ppt_h"/>
                                          </p:val>
                                        </p:tav>
                                      </p:tavLst>
                                    </p:anim>
                                    <p:animEffect transition="in" filter="fade">
                                      <p:cBhvr>
                                        <p:cTn id="47" dur="500"/>
                                        <p:tgtEl>
                                          <p:spTgt spid="13"/>
                                        </p:tgtEl>
                                      </p:cBhvr>
                                    </p:animEffect>
                                  </p:childTnLst>
                                </p:cTn>
                              </p:par>
                            </p:childTnLst>
                          </p:cTn>
                        </p:par>
                        <p:par>
                          <p:cTn id="48" fill="hold">
                            <p:stCondLst>
                              <p:cond delay="4750"/>
                            </p:stCondLst>
                            <p:childTnLst>
                              <p:par>
                                <p:cTn id="49" presetID="22" presetClass="entr" presetSubtype="4" fill="hold" grpId="0" nodeType="after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wipe(down)">
                                      <p:cBhvr>
                                        <p:cTn id="51" dur="500"/>
                                        <p:tgtEl>
                                          <p:spTgt spid="15"/>
                                        </p:tgtEl>
                                      </p:cBhvr>
                                    </p:animEffect>
                                  </p:childTnLst>
                                </p:cTn>
                              </p:par>
                              <p:par>
                                <p:cTn id="52" presetID="22" presetClass="entr" presetSubtype="1" fill="hold" grpId="0" nodeType="withEffect">
                                  <p:stCondLst>
                                    <p:cond delay="0"/>
                                  </p:stCondLst>
                                  <p:childTnLst>
                                    <p:set>
                                      <p:cBhvr>
                                        <p:cTn id="53" dur="1" fill="hold">
                                          <p:stCondLst>
                                            <p:cond delay="0"/>
                                          </p:stCondLst>
                                        </p:cTn>
                                        <p:tgtEl>
                                          <p:spTgt spid="16"/>
                                        </p:tgtEl>
                                        <p:attrNameLst>
                                          <p:attrName>style.visibility</p:attrName>
                                        </p:attrNameLst>
                                      </p:cBhvr>
                                      <p:to>
                                        <p:strVal val="visible"/>
                                      </p:to>
                                    </p:set>
                                    <p:animEffect transition="in" filter="wipe(up)">
                                      <p:cBhvr>
                                        <p:cTn id="5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P spid="8" grpId="0"/>
      <p:bldP spid="9" grpId="0" animBg="1"/>
      <p:bldP spid="10" grpId="0" animBg="1"/>
      <p:bldP spid="11" grpId="0"/>
      <p:bldP spid="12" grpId="0"/>
      <p:bldP spid="13" grpId="0" animBg="1"/>
      <p:bldP spid="14" grpId="0" animBg="1"/>
      <p:bldP spid="15" grpId="0"/>
      <p:bldP spid="1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95486"/>
            <a:ext cx="611560" cy="369332"/>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3"/>
          <p:cNvSpPr txBox="1"/>
          <p:nvPr/>
        </p:nvSpPr>
        <p:spPr>
          <a:xfrm>
            <a:off x="683568" y="195486"/>
            <a:ext cx="3816424" cy="646331"/>
          </a:xfrm>
          <a:prstGeom prst="rect">
            <a:avLst/>
          </a:prstGeom>
          <a:noFill/>
        </p:spPr>
        <p:txBody>
          <a:bodyPr wrap="square" rtlCol="0">
            <a:spAutoFit/>
          </a:bodyPr>
          <a:lstStyle/>
          <a:p>
            <a:r>
              <a:rPr lang="zh-CN" altLang="en-US" dirty="0">
                <a:solidFill>
                  <a:srgbClr val="054487"/>
                </a:solidFill>
                <a:latin typeface="微软雅黑" pitchFamily="34" charset="-122"/>
                <a:ea typeface="微软雅黑" pitchFamily="34" charset="-122"/>
              </a:rPr>
              <a:t>输入你的标题 </a:t>
            </a:r>
            <a:r>
              <a:rPr lang="en-US" altLang="zh-CN" dirty="0">
                <a:solidFill>
                  <a:srgbClr val="054487"/>
                </a:solidFill>
                <a:latin typeface="微软雅黑" pitchFamily="34" charset="-122"/>
                <a:ea typeface="微软雅黑" pitchFamily="34" charset="-122"/>
              </a:rPr>
              <a:t>/Add your title</a:t>
            </a:r>
            <a:endParaRPr lang="zh-CN" altLang="en-US" dirty="0">
              <a:solidFill>
                <a:srgbClr val="054487"/>
              </a:solidFill>
              <a:latin typeface="微软雅黑" pitchFamily="34" charset="-122"/>
              <a:ea typeface="微软雅黑" pitchFamily="34" charset="-122"/>
            </a:endParaRPr>
          </a:p>
          <a:p>
            <a:endParaRPr lang="zh-CN" altLang="en-US" dirty="0">
              <a:solidFill>
                <a:srgbClr val="F46970"/>
              </a:solidFill>
              <a:latin typeface="微软雅黑" pitchFamily="34" charset="-122"/>
              <a:ea typeface="微软雅黑" pitchFamily="34" charset="-122"/>
            </a:endParaRPr>
          </a:p>
        </p:txBody>
      </p:sp>
      <p:pic>
        <p:nvPicPr>
          <p:cNvPr id="5" name="图片 4"/>
          <p:cNvPicPr>
            <a:picLocks noChangeAspect="1"/>
          </p:cNvPicPr>
          <p:nvPr/>
        </p:nvPicPr>
        <p:blipFill rotWithShape="1">
          <a:blip r:embed="rId2" cstate="print">
            <a:extLst>
              <a:ext uri="{28A0092B-C50C-407E-A947-70E740481C1C}">
                <a14:useLocalDpi xmlns:a14="http://schemas.microsoft.com/office/drawing/2010/main" val="0"/>
              </a:ext>
            </a:extLst>
          </a:blip>
          <a:srcRect l="25939" r="7361"/>
          <a:stretch/>
        </p:blipFill>
        <p:spPr>
          <a:xfrm>
            <a:off x="747401" y="926811"/>
            <a:ext cx="2615963" cy="2615869"/>
          </a:xfrm>
          <a:prstGeom prst="ellipse">
            <a:avLst/>
          </a:prstGeom>
        </p:spPr>
      </p:pic>
      <p:grpSp>
        <p:nvGrpSpPr>
          <p:cNvPr id="6" name="组合 5"/>
          <p:cNvGrpSpPr/>
          <p:nvPr/>
        </p:nvGrpSpPr>
        <p:grpSpPr>
          <a:xfrm>
            <a:off x="1122309" y="3643892"/>
            <a:ext cx="1866039" cy="756493"/>
            <a:chOff x="714375" y="2919239"/>
            <a:chExt cx="1420813" cy="701700"/>
          </a:xfrm>
        </p:grpSpPr>
        <p:sp>
          <p:nvSpPr>
            <p:cNvPr id="7" name="文本框 7"/>
            <p:cNvSpPr txBox="1">
              <a:spLocks noChangeArrowheads="1"/>
            </p:cNvSpPr>
            <p:nvPr/>
          </p:nvSpPr>
          <p:spPr bwMode="auto">
            <a:xfrm>
              <a:off x="714375" y="2919239"/>
              <a:ext cx="142081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Narrow" pitchFamily="34" charset="0"/>
                  <a:ea typeface="微软雅黑" pitchFamily="34" charset="-122"/>
                </a:defRPr>
              </a:lvl1pPr>
              <a:lvl2pPr>
                <a:defRPr sz="2800">
                  <a:solidFill>
                    <a:schemeClr val="tx1"/>
                  </a:solidFill>
                  <a:latin typeface="Arial Narrow" pitchFamily="34" charset="0"/>
                  <a:ea typeface="微软雅黑" pitchFamily="34" charset="-122"/>
                </a:defRPr>
              </a:lvl2pPr>
              <a:lvl3pPr>
                <a:defRPr sz="2400">
                  <a:solidFill>
                    <a:schemeClr val="tx1"/>
                  </a:solidFill>
                  <a:latin typeface="Arial Narrow" pitchFamily="34" charset="0"/>
                  <a:ea typeface="微软雅黑" pitchFamily="34" charset="-122"/>
                </a:defRPr>
              </a:lvl3pPr>
              <a:lvl4pPr>
                <a:defRPr sz="2000">
                  <a:solidFill>
                    <a:schemeClr val="tx1"/>
                  </a:solidFill>
                  <a:latin typeface="Arial Narrow" pitchFamily="34" charset="0"/>
                  <a:ea typeface="微软雅黑" pitchFamily="34" charset="-122"/>
                </a:defRPr>
              </a:lvl4pPr>
              <a:lvl5pPr>
                <a:defRPr sz="2000">
                  <a:solidFill>
                    <a:schemeClr val="tx1"/>
                  </a:solidFill>
                  <a:latin typeface="Arial Narrow" pitchFamily="34" charset="0"/>
                  <a:ea typeface="微软雅黑" pitchFamily="34" charset="-122"/>
                </a:defRPr>
              </a:lvl5pPr>
              <a:lvl6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6pPr>
              <a:lvl7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7pPr>
              <a:lvl8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8pPr>
              <a:lvl9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9pPr>
            </a:lstStyle>
            <a:p>
              <a:pPr algn="ctr">
                <a:lnSpc>
                  <a:spcPct val="130000"/>
                </a:lnSpc>
              </a:pPr>
              <a:r>
                <a:rPr lang="zh-CN" altLang="en-US" sz="1700" dirty="0">
                  <a:solidFill>
                    <a:prstClr val="black"/>
                  </a:solidFill>
                  <a:latin typeface="Arial" charset="0"/>
                </a:rPr>
                <a:t>无名氏</a:t>
              </a:r>
            </a:p>
          </p:txBody>
        </p:sp>
        <p:sp>
          <p:nvSpPr>
            <p:cNvPr id="8" name="文本框 8"/>
            <p:cNvSpPr txBox="1">
              <a:spLocks noChangeArrowheads="1"/>
            </p:cNvSpPr>
            <p:nvPr/>
          </p:nvSpPr>
          <p:spPr bwMode="auto">
            <a:xfrm>
              <a:off x="797842" y="3314527"/>
              <a:ext cx="1253878" cy="3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Narrow" pitchFamily="34" charset="0"/>
                  <a:ea typeface="微软雅黑" pitchFamily="34" charset="-122"/>
                </a:defRPr>
              </a:lvl1pPr>
              <a:lvl2pPr>
                <a:defRPr sz="2800">
                  <a:solidFill>
                    <a:schemeClr val="tx1"/>
                  </a:solidFill>
                  <a:latin typeface="Arial Narrow" pitchFamily="34" charset="0"/>
                  <a:ea typeface="微软雅黑" pitchFamily="34" charset="-122"/>
                </a:defRPr>
              </a:lvl2pPr>
              <a:lvl3pPr>
                <a:defRPr sz="2400">
                  <a:solidFill>
                    <a:schemeClr val="tx1"/>
                  </a:solidFill>
                  <a:latin typeface="Arial Narrow" pitchFamily="34" charset="0"/>
                  <a:ea typeface="微软雅黑" pitchFamily="34" charset="-122"/>
                </a:defRPr>
              </a:lvl3pPr>
              <a:lvl4pPr>
                <a:defRPr sz="2000">
                  <a:solidFill>
                    <a:schemeClr val="tx1"/>
                  </a:solidFill>
                  <a:latin typeface="Arial Narrow" pitchFamily="34" charset="0"/>
                  <a:ea typeface="微软雅黑" pitchFamily="34" charset="-122"/>
                </a:defRPr>
              </a:lvl4pPr>
              <a:lvl5pPr>
                <a:defRPr sz="2000">
                  <a:solidFill>
                    <a:schemeClr val="tx1"/>
                  </a:solidFill>
                  <a:latin typeface="Arial Narrow" pitchFamily="34" charset="0"/>
                  <a:ea typeface="微软雅黑" pitchFamily="34" charset="-122"/>
                </a:defRPr>
              </a:lvl5pPr>
              <a:lvl6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6pPr>
              <a:lvl7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7pPr>
              <a:lvl8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8pPr>
              <a:lvl9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9pPr>
            </a:lstStyle>
            <a:p>
              <a:pPr algn="ctr">
                <a:lnSpc>
                  <a:spcPct val="130000"/>
                </a:lnSpc>
              </a:pPr>
              <a:r>
                <a:rPr lang="en-US" altLang="zh-CN" sz="1300" dirty="0">
                  <a:solidFill>
                    <a:prstClr val="black"/>
                  </a:solidFill>
                  <a:latin typeface="微软雅黑" pitchFamily="34" charset="-122"/>
                </a:rPr>
                <a:t>CEO&amp;</a:t>
              </a:r>
              <a:r>
                <a:rPr lang="zh-CN" altLang="en-US" sz="1300" dirty="0">
                  <a:solidFill>
                    <a:prstClr val="black"/>
                  </a:solidFill>
                  <a:latin typeface="微软雅黑" pitchFamily="34" charset="-122"/>
                </a:rPr>
                <a:t>企业创世人</a:t>
              </a:r>
            </a:p>
          </p:txBody>
        </p:sp>
      </p:grpSp>
      <p:grpSp>
        <p:nvGrpSpPr>
          <p:cNvPr id="9" name="组合 8"/>
          <p:cNvGrpSpPr/>
          <p:nvPr/>
        </p:nvGrpSpPr>
        <p:grpSpPr>
          <a:xfrm>
            <a:off x="1469061" y="4420201"/>
            <a:ext cx="1172538" cy="194055"/>
            <a:chOff x="1362606" y="4299942"/>
            <a:chExt cx="1087571" cy="180000"/>
          </a:xfrm>
        </p:grpSpPr>
        <p:grpSp>
          <p:nvGrpSpPr>
            <p:cNvPr id="10" name="组合 9"/>
            <p:cNvGrpSpPr>
              <a:grpSpLocks noChangeAspect="1"/>
            </p:cNvGrpSpPr>
            <p:nvPr/>
          </p:nvGrpSpPr>
          <p:grpSpPr>
            <a:xfrm>
              <a:off x="1938670" y="4299942"/>
              <a:ext cx="223475" cy="180000"/>
              <a:chOff x="3304457" y="-231998"/>
              <a:chExt cx="576064" cy="463996"/>
            </a:xfrm>
          </p:grpSpPr>
          <p:sp>
            <p:nvSpPr>
              <p:cNvPr id="20" name="圆角矩形 19"/>
              <p:cNvSpPr/>
              <p:nvPr/>
            </p:nvSpPr>
            <p:spPr>
              <a:xfrm>
                <a:off x="3304457" y="-231998"/>
                <a:ext cx="576064" cy="463996"/>
              </a:xfrm>
              <a:prstGeom prst="roundRect">
                <a:avLst/>
              </a:prstGeom>
              <a:solidFill>
                <a:srgbClr val="4584D3"/>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a:cs typeface="+mn-cs"/>
                </a:endParaRPr>
              </a:p>
            </p:txBody>
          </p:sp>
          <p:sp>
            <p:nvSpPr>
              <p:cNvPr id="21" name="KSO_Shape"/>
              <p:cNvSpPr>
                <a:spLocks noChangeAspect="1"/>
              </p:cNvSpPr>
              <p:nvPr/>
            </p:nvSpPr>
            <p:spPr>
              <a:xfrm>
                <a:off x="3430489" y="-121500"/>
                <a:ext cx="324000" cy="243000"/>
              </a:xfrm>
              <a:custGeom>
                <a:avLst/>
                <a:gdLst>
                  <a:gd name="connsiteX0" fmla="*/ 577329 w 833225"/>
                  <a:gd name="connsiteY0" fmla="*/ 241699 h 624687"/>
                  <a:gd name="connsiteX1" fmla="*/ 541325 w 833225"/>
                  <a:gd name="connsiteY1" fmla="*/ 277703 h 624687"/>
                  <a:gd name="connsiteX2" fmla="*/ 577329 w 833225"/>
                  <a:gd name="connsiteY2" fmla="*/ 313707 h 624687"/>
                  <a:gd name="connsiteX3" fmla="*/ 613333 w 833225"/>
                  <a:gd name="connsiteY3" fmla="*/ 277703 h 624687"/>
                  <a:gd name="connsiteX4" fmla="*/ 577329 w 833225"/>
                  <a:gd name="connsiteY4" fmla="*/ 241699 h 624687"/>
                  <a:gd name="connsiteX5" fmla="*/ 424929 w 833225"/>
                  <a:gd name="connsiteY5" fmla="*/ 241699 h 624687"/>
                  <a:gd name="connsiteX6" fmla="*/ 388925 w 833225"/>
                  <a:gd name="connsiteY6" fmla="*/ 277703 h 624687"/>
                  <a:gd name="connsiteX7" fmla="*/ 424929 w 833225"/>
                  <a:gd name="connsiteY7" fmla="*/ 313707 h 624687"/>
                  <a:gd name="connsiteX8" fmla="*/ 460933 w 833225"/>
                  <a:gd name="connsiteY8" fmla="*/ 277703 h 624687"/>
                  <a:gd name="connsiteX9" fmla="*/ 424929 w 833225"/>
                  <a:gd name="connsiteY9" fmla="*/ 241699 h 624687"/>
                  <a:gd name="connsiteX10" fmla="*/ 272529 w 833225"/>
                  <a:gd name="connsiteY10" fmla="*/ 241699 h 624687"/>
                  <a:gd name="connsiteX11" fmla="*/ 236525 w 833225"/>
                  <a:gd name="connsiteY11" fmla="*/ 277703 h 624687"/>
                  <a:gd name="connsiteX12" fmla="*/ 272529 w 833225"/>
                  <a:gd name="connsiteY12" fmla="*/ 313707 h 624687"/>
                  <a:gd name="connsiteX13" fmla="*/ 308533 w 833225"/>
                  <a:gd name="connsiteY13" fmla="*/ 277703 h 624687"/>
                  <a:gd name="connsiteX14" fmla="*/ 272529 w 833225"/>
                  <a:gd name="connsiteY14" fmla="*/ 241699 h 624687"/>
                  <a:gd name="connsiteX15" fmla="*/ 429066 w 833225"/>
                  <a:gd name="connsiteY15" fmla="*/ 124 h 624687"/>
                  <a:gd name="connsiteX16" fmla="*/ 543580 w 833225"/>
                  <a:gd name="connsiteY16" fmla="*/ 13237 h 624687"/>
                  <a:gd name="connsiteX17" fmla="*/ 789350 w 833225"/>
                  <a:gd name="connsiteY17" fmla="*/ 401436 h 624687"/>
                  <a:gd name="connsiteX18" fmla="*/ 362652 w 833225"/>
                  <a:gd name="connsiteY18" fmla="*/ 552944 h 624687"/>
                  <a:gd name="connsiteX19" fmla="*/ 243007 w 833225"/>
                  <a:gd name="connsiteY19" fmla="*/ 624687 h 624687"/>
                  <a:gd name="connsiteX20" fmla="*/ 211865 w 833225"/>
                  <a:gd name="connsiteY20" fmla="*/ 519440 h 624687"/>
                  <a:gd name="connsiteX21" fmla="*/ 117966 w 833225"/>
                  <a:gd name="connsiteY21" fmla="*/ 84077 h 624687"/>
                  <a:gd name="connsiteX22" fmla="*/ 429066 w 833225"/>
                  <a:gd name="connsiteY22" fmla="*/ 124 h 624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833225" h="624687">
                    <a:moveTo>
                      <a:pt x="577329" y="241699"/>
                    </a:moveTo>
                    <a:cubicBezTo>
                      <a:pt x="557445" y="241699"/>
                      <a:pt x="541325" y="257819"/>
                      <a:pt x="541325" y="277703"/>
                    </a:cubicBezTo>
                    <a:cubicBezTo>
                      <a:pt x="541325" y="297587"/>
                      <a:pt x="557445" y="313707"/>
                      <a:pt x="577329" y="313707"/>
                    </a:cubicBezTo>
                    <a:cubicBezTo>
                      <a:pt x="597213" y="313707"/>
                      <a:pt x="613333" y="297587"/>
                      <a:pt x="613333" y="277703"/>
                    </a:cubicBezTo>
                    <a:cubicBezTo>
                      <a:pt x="613333" y="257819"/>
                      <a:pt x="597213" y="241699"/>
                      <a:pt x="577329" y="241699"/>
                    </a:cubicBezTo>
                    <a:close/>
                    <a:moveTo>
                      <a:pt x="424929" y="241699"/>
                    </a:moveTo>
                    <a:cubicBezTo>
                      <a:pt x="405045" y="241699"/>
                      <a:pt x="388925" y="257819"/>
                      <a:pt x="388925" y="277703"/>
                    </a:cubicBezTo>
                    <a:cubicBezTo>
                      <a:pt x="388925" y="297587"/>
                      <a:pt x="405045" y="313707"/>
                      <a:pt x="424929" y="313707"/>
                    </a:cubicBezTo>
                    <a:cubicBezTo>
                      <a:pt x="444813" y="313707"/>
                      <a:pt x="460933" y="297587"/>
                      <a:pt x="460933" y="277703"/>
                    </a:cubicBezTo>
                    <a:cubicBezTo>
                      <a:pt x="460933" y="257819"/>
                      <a:pt x="444813" y="241699"/>
                      <a:pt x="424929" y="241699"/>
                    </a:cubicBezTo>
                    <a:close/>
                    <a:moveTo>
                      <a:pt x="272529" y="241699"/>
                    </a:moveTo>
                    <a:cubicBezTo>
                      <a:pt x="252645" y="241699"/>
                      <a:pt x="236525" y="257819"/>
                      <a:pt x="236525" y="277703"/>
                    </a:cubicBezTo>
                    <a:cubicBezTo>
                      <a:pt x="236525" y="297587"/>
                      <a:pt x="252645" y="313707"/>
                      <a:pt x="272529" y="313707"/>
                    </a:cubicBezTo>
                    <a:cubicBezTo>
                      <a:pt x="292413" y="313707"/>
                      <a:pt x="308533" y="297587"/>
                      <a:pt x="308533" y="277703"/>
                    </a:cubicBezTo>
                    <a:cubicBezTo>
                      <a:pt x="308533" y="257819"/>
                      <a:pt x="292413" y="241699"/>
                      <a:pt x="272529" y="241699"/>
                    </a:cubicBezTo>
                    <a:close/>
                    <a:moveTo>
                      <a:pt x="429066" y="124"/>
                    </a:moveTo>
                    <a:cubicBezTo>
                      <a:pt x="467414" y="891"/>
                      <a:pt x="505944" y="5202"/>
                      <a:pt x="543580" y="13237"/>
                    </a:cubicBezTo>
                    <a:cubicBezTo>
                      <a:pt x="786614" y="65121"/>
                      <a:pt x="903137" y="249172"/>
                      <a:pt x="789350" y="401436"/>
                    </a:cubicBezTo>
                    <a:cubicBezTo>
                      <a:pt x="710142" y="507428"/>
                      <a:pt x="538801" y="568267"/>
                      <a:pt x="362652" y="552944"/>
                    </a:cubicBezTo>
                    <a:lnTo>
                      <a:pt x="243007" y="624687"/>
                    </a:lnTo>
                    <a:lnTo>
                      <a:pt x="211865" y="519440"/>
                    </a:lnTo>
                    <a:cubicBezTo>
                      <a:pt x="-26035" y="429957"/>
                      <a:pt x="-72481" y="214611"/>
                      <a:pt x="117966" y="84077"/>
                    </a:cubicBezTo>
                    <a:cubicBezTo>
                      <a:pt x="200623" y="27423"/>
                      <a:pt x="314022" y="-2176"/>
                      <a:pt x="429066" y="124"/>
                    </a:cubicBezTo>
                    <a:close/>
                  </a:path>
                </a:pathLst>
              </a:custGeom>
              <a:solidFill>
                <a:sysClr val="window" lastClr="FFFFFF"/>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a:ea typeface="+mn-ea"/>
                  <a:cs typeface="+mn-cs"/>
                </a:endParaRPr>
              </a:p>
            </p:txBody>
          </p:sp>
        </p:grpSp>
        <p:grpSp>
          <p:nvGrpSpPr>
            <p:cNvPr id="11" name="组合 10"/>
            <p:cNvGrpSpPr>
              <a:grpSpLocks noChangeAspect="1"/>
            </p:cNvGrpSpPr>
            <p:nvPr/>
          </p:nvGrpSpPr>
          <p:grpSpPr>
            <a:xfrm>
              <a:off x="1650638" y="4299942"/>
              <a:ext cx="223475" cy="180000"/>
              <a:chOff x="2350396" y="383407"/>
              <a:chExt cx="576064" cy="463996"/>
            </a:xfrm>
          </p:grpSpPr>
          <p:sp>
            <p:nvSpPr>
              <p:cNvPr id="18" name="圆角矩形 17"/>
              <p:cNvSpPr/>
              <p:nvPr/>
            </p:nvSpPr>
            <p:spPr>
              <a:xfrm>
                <a:off x="2350396" y="383407"/>
                <a:ext cx="576064" cy="463996"/>
              </a:xfrm>
              <a:prstGeom prst="roundRect">
                <a:avLst/>
              </a:prstGeom>
              <a:solidFill>
                <a:srgbClr val="4584D3"/>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a:cs typeface="+mn-cs"/>
                </a:endParaRPr>
              </a:p>
            </p:txBody>
          </p:sp>
          <p:sp>
            <p:nvSpPr>
              <p:cNvPr id="19" name="KSO_Shape"/>
              <p:cNvSpPr>
                <a:spLocks noChangeAspect="1"/>
              </p:cNvSpPr>
              <p:nvPr/>
            </p:nvSpPr>
            <p:spPr>
              <a:xfrm>
                <a:off x="2476428" y="507135"/>
                <a:ext cx="324000" cy="216541"/>
              </a:xfrm>
              <a:custGeom>
                <a:avLst/>
                <a:gdLst/>
                <a:ahLst/>
                <a:cxnLst/>
                <a:rect l="l" t="t" r="r" b="b"/>
                <a:pathLst>
                  <a:path w="4974795" h="3320682">
                    <a:moveTo>
                      <a:pt x="1897867" y="1805825"/>
                    </a:moveTo>
                    <a:lnTo>
                      <a:pt x="2485737" y="2315734"/>
                    </a:lnTo>
                    <a:lnTo>
                      <a:pt x="3073607" y="1805825"/>
                    </a:lnTo>
                    <a:lnTo>
                      <a:pt x="4820061" y="3320682"/>
                    </a:lnTo>
                    <a:lnTo>
                      <a:pt x="151413" y="3320682"/>
                    </a:lnTo>
                    <a:close/>
                    <a:moveTo>
                      <a:pt x="0" y="159634"/>
                    </a:moveTo>
                    <a:lnTo>
                      <a:pt x="1788328" y="1710812"/>
                    </a:lnTo>
                    <a:lnTo>
                      <a:pt x="0" y="3261996"/>
                    </a:lnTo>
                    <a:close/>
                    <a:moveTo>
                      <a:pt x="4974795" y="156753"/>
                    </a:moveTo>
                    <a:lnTo>
                      <a:pt x="4974795" y="3264872"/>
                    </a:lnTo>
                    <a:lnTo>
                      <a:pt x="3183146" y="1710812"/>
                    </a:lnTo>
                    <a:close/>
                    <a:moveTo>
                      <a:pt x="35040" y="0"/>
                    </a:moveTo>
                    <a:lnTo>
                      <a:pt x="4936434" y="0"/>
                    </a:lnTo>
                    <a:lnTo>
                      <a:pt x="2485737" y="2125709"/>
                    </a:lnTo>
                    <a:close/>
                  </a:path>
                </a:pathLst>
              </a:custGeom>
              <a:solidFill>
                <a:sysClr val="window" lastClr="FFFFFF"/>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a:ea typeface="+mn-ea"/>
                  <a:cs typeface="+mn-cs"/>
                </a:endParaRPr>
              </a:p>
            </p:txBody>
          </p:sp>
        </p:grpSp>
        <p:grpSp>
          <p:nvGrpSpPr>
            <p:cNvPr id="12" name="组合 11"/>
            <p:cNvGrpSpPr>
              <a:grpSpLocks noChangeAspect="1"/>
            </p:cNvGrpSpPr>
            <p:nvPr/>
          </p:nvGrpSpPr>
          <p:grpSpPr>
            <a:xfrm>
              <a:off x="1362606" y="4299942"/>
              <a:ext cx="223475" cy="180000"/>
              <a:chOff x="971600" y="107504"/>
              <a:chExt cx="576064" cy="463996"/>
            </a:xfrm>
          </p:grpSpPr>
          <p:sp>
            <p:nvSpPr>
              <p:cNvPr id="16" name="圆角矩形 15"/>
              <p:cNvSpPr/>
              <p:nvPr/>
            </p:nvSpPr>
            <p:spPr>
              <a:xfrm>
                <a:off x="971600" y="107504"/>
                <a:ext cx="576064" cy="463996"/>
              </a:xfrm>
              <a:prstGeom prst="roundRect">
                <a:avLst/>
              </a:prstGeom>
              <a:solidFill>
                <a:srgbClr val="4584D3"/>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a:cs typeface="+mn-cs"/>
                </a:endParaRPr>
              </a:p>
            </p:txBody>
          </p:sp>
          <p:sp>
            <p:nvSpPr>
              <p:cNvPr id="17" name="KSO_Shape"/>
              <p:cNvSpPr>
                <a:spLocks noChangeAspect="1"/>
              </p:cNvSpPr>
              <p:nvPr/>
            </p:nvSpPr>
            <p:spPr>
              <a:xfrm>
                <a:off x="1122742" y="177502"/>
                <a:ext cx="273780" cy="324000"/>
              </a:xfrm>
              <a:custGeom>
                <a:avLst/>
                <a:gdLst/>
                <a:ahLst/>
                <a:cxnLst/>
                <a:rect l="l" t="t" r="r" b="b"/>
                <a:pathLst>
                  <a:path w="396520" h="469210">
                    <a:moveTo>
                      <a:pt x="327445" y="314600"/>
                    </a:moveTo>
                    <a:cubicBezTo>
                      <a:pt x="356349" y="319254"/>
                      <a:pt x="385797" y="360745"/>
                      <a:pt x="394054" y="381803"/>
                    </a:cubicBezTo>
                    <a:cubicBezTo>
                      <a:pt x="402312" y="402860"/>
                      <a:pt x="388098" y="427511"/>
                      <a:pt x="376990" y="440944"/>
                    </a:cubicBezTo>
                    <a:cubicBezTo>
                      <a:pt x="373700" y="421882"/>
                      <a:pt x="364955" y="401443"/>
                      <a:pt x="352485" y="383463"/>
                    </a:cubicBezTo>
                    <a:cubicBezTo>
                      <a:pt x="332676" y="354903"/>
                      <a:pt x="307287" y="337803"/>
                      <a:pt x="287162" y="338581"/>
                    </a:cubicBezTo>
                    <a:cubicBezTo>
                      <a:pt x="300917" y="326499"/>
                      <a:pt x="298542" y="309947"/>
                      <a:pt x="327445" y="314600"/>
                    </a:cubicBezTo>
                    <a:close/>
                    <a:moveTo>
                      <a:pt x="44367" y="9445"/>
                    </a:moveTo>
                    <a:cubicBezTo>
                      <a:pt x="65307" y="7976"/>
                      <a:pt x="88582" y="48300"/>
                      <a:pt x="98716" y="103893"/>
                    </a:cubicBezTo>
                    <a:cubicBezTo>
                      <a:pt x="103023" y="127522"/>
                      <a:pt x="104507" y="151694"/>
                      <a:pt x="102812" y="172874"/>
                    </a:cubicBezTo>
                    <a:cubicBezTo>
                      <a:pt x="96419" y="177933"/>
                      <a:pt x="92462" y="183883"/>
                      <a:pt x="93679" y="191748"/>
                    </a:cubicBezTo>
                    <a:cubicBezTo>
                      <a:pt x="97962" y="219449"/>
                      <a:pt x="202914" y="329063"/>
                      <a:pt x="240363" y="349244"/>
                    </a:cubicBezTo>
                    <a:cubicBezTo>
                      <a:pt x="253454" y="356299"/>
                      <a:pt x="265280" y="353652"/>
                      <a:pt x="275564" y="347108"/>
                    </a:cubicBezTo>
                    <a:lnTo>
                      <a:pt x="275884" y="347663"/>
                    </a:lnTo>
                    <a:cubicBezTo>
                      <a:pt x="293996" y="337193"/>
                      <a:pt x="324545" y="354625"/>
                      <a:pt x="347507" y="388530"/>
                    </a:cubicBezTo>
                    <a:cubicBezTo>
                      <a:pt x="360303" y="407426"/>
                      <a:pt x="369015" y="429003"/>
                      <a:pt x="371399" y="448117"/>
                    </a:cubicBezTo>
                    <a:cubicBezTo>
                      <a:pt x="347296" y="472826"/>
                      <a:pt x="310581" y="469765"/>
                      <a:pt x="288158" y="468159"/>
                    </a:cubicBezTo>
                    <a:cubicBezTo>
                      <a:pt x="253182" y="465654"/>
                      <a:pt x="-15065" y="364036"/>
                      <a:pt x="664" y="89829"/>
                    </a:cubicBezTo>
                    <a:cubicBezTo>
                      <a:pt x="3125" y="70964"/>
                      <a:pt x="7079" y="53749"/>
                      <a:pt x="14299" y="39550"/>
                    </a:cubicBezTo>
                    <a:cubicBezTo>
                      <a:pt x="20978" y="26415"/>
                      <a:pt x="30453" y="15861"/>
                      <a:pt x="44367" y="9445"/>
                    </a:cubicBezTo>
                    <a:close/>
                    <a:moveTo>
                      <a:pt x="85842" y="6"/>
                    </a:moveTo>
                    <a:cubicBezTo>
                      <a:pt x="147282" y="-938"/>
                      <a:pt x="156451" y="106342"/>
                      <a:pt x="147962" y="128156"/>
                    </a:cubicBezTo>
                    <a:cubicBezTo>
                      <a:pt x="140696" y="146825"/>
                      <a:pt x="125598" y="157194"/>
                      <a:pt x="109217" y="167957"/>
                    </a:cubicBezTo>
                    <a:cubicBezTo>
                      <a:pt x="111214" y="147002"/>
                      <a:pt x="109601" y="123749"/>
                      <a:pt x="105273" y="101024"/>
                    </a:cubicBezTo>
                    <a:cubicBezTo>
                      <a:pt x="95931" y="51971"/>
                      <a:pt x="75887" y="14560"/>
                      <a:pt x="55177" y="5105"/>
                    </a:cubicBezTo>
                    <a:cubicBezTo>
                      <a:pt x="63799" y="1769"/>
                      <a:pt x="73998" y="188"/>
                      <a:pt x="85842" y="6"/>
                    </a:cubicBezTo>
                    <a:close/>
                  </a:path>
                </a:pathLst>
              </a:custGeom>
              <a:solidFill>
                <a:sysClr val="window" lastClr="FFFFFF"/>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a:ea typeface="+mn-ea"/>
                  <a:cs typeface="+mn-cs"/>
                </a:endParaRPr>
              </a:p>
            </p:txBody>
          </p:sp>
        </p:grpSp>
        <p:grpSp>
          <p:nvGrpSpPr>
            <p:cNvPr id="13" name="组合 12"/>
            <p:cNvGrpSpPr>
              <a:grpSpLocks noChangeAspect="1"/>
            </p:cNvGrpSpPr>
            <p:nvPr/>
          </p:nvGrpSpPr>
          <p:grpSpPr>
            <a:xfrm>
              <a:off x="2226702" y="4299942"/>
              <a:ext cx="223475" cy="180000"/>
              <a:chOff x="5180856" y="-282649"/>
              <a:chExt cx="576064" cy="463996"/>
            </a:xfrm>
          </p:grpSpPr>
          <p:sp>
            <p:nvSpPr>
              <p:cNvPr id="14" name="圆角矩形 13"/>
              <p:cNvSpPr/>
              <p:nvPr/>
            </p:nvSpPr>
            <p:spPr>
              <a:xfrm>
                <a:off x="5180856" y="-282649"/>
                <a:ext cx="576064" cy="463996"/>
              </a:xfrm>
              <a:prstGeom prst="roundRect">
                <a:avLst/>
              </a:prstGeom>
              <a:solidFill>
                <a:srgbClr val="4584D3"/>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a:cs typeface="+mn-cs"/>
                </a:endParaRPr>
              </a:p>
            </p:txBody>
          </p:sp>
          <p:sp>
            <p:nvSpPr>
              <p:cNvPr id="15" name="KSO_Shape"/>
              <p:cNvSpPr>
                <a:spLocks noChangeAspect="1"/>
              </p:cNvSpPr>
              <p:nvPr/>
            </p:nvSpPr>
            <p:spPr>
              <a:xfrm>
                <a:off x="5306888" y="-182411"/>
                <a:ext cx="324000" cy="263520"/>
              </a:xfrm>
              <a:custGeom>
                <a:avLst/>
                <a:gdLst/>
                <a:ahLst/>
                <a:cxnLst/>
                <a:rect l="l" t="t" r="r" b="b"/>
                <a:pathLst>
                  <a:path w="684048" h="556307">
                    <a:moveTo>
                      <a:pt x="222901" y="383453"/>
                    </a:moveTo>
                    <a:cubicBezTo>
                      <a:pt x="218315" y="383977"/>
                      <a:pt x="213613" y="385281"/>
                      <a:pt x="209039" y="387420"/>
                    </a:cubicBezTo>
                    <a:cubicBezTo>
                      <a:pt x="190739" y="395979"/>
                      <a:pt x="181407" y="414680"/>
                      <a:pt x="188193" y="429191"/>
                    </a:cubicBezTo>
                    <a:cubicBezTo>
                      <a:pt x="194980" y="443702"/>
                      <a:pt x="215317" y="448527"/>
                      <a:pt x="233616" y="439969"/>
                    </a:cubicBezTo>
                    <a:cubicBezTo>
                      <a:pt x="251915" y="431410"/>
                      <a:pt x="261248" y="412709"/>
                      <a:pt x="254461" y="398198"/>
                    </a:cubicBezTo>
                    <a:cubicBezTo>
                      <a:pt x="249371" y="387315"/>
                      <a:pt x="236659" y="381879"/>
                      <a:pt x="222901" y="383453"/>
                    </a:cubicBezTo>
                    <a:close/>
                    <a:moveTo>
                      <a:pt x="284035" y="369073"/>
                    </a:moveTo>
                    <a:cubicBezTo>
                      <a:pt x="281538" y="368297"/>
                      <a:pt x="278657" y="368441"/>
                      <a:pt x="275985" y="369691"/>
                    </a:cubicBezTo>
                    <a:cubicBezTo>
                      <a:pt x="270641" y="372190"/>
                      <a:pt x="268154" y="378164"/>
                      <a:pt x="270432" y="383034"/>
                    </a:cubicBezTo>
                    <a:cubicBezTo>
                      <a:pt x="272710" y="387904"/>
                      <a:pt x="278888" y="389825"/>
                      <a:pt x="284233" y="387325"/>
                    </a:cubicBezTo>
                    <a:cubicBezTo>
                      <a:pt x="289577" y="384826"/>
                      <a:pt x="292063" y="378852"/>
                      <a:pt x="289785" y="373982"/>
                    </a:cubicBezTo>
                    <a:cubicBezTo>
                      <a:pt x="288647" y="371547"/>
                      <a:pt x="286533" y="369850"/>
                      <a:pt x="284035" y="369073"/>
                    </a:cubicBezTo>
                    <a:close/>
                    <a:moveTo>
                      <a:pt x="266604" y="297070"/>
                    </a:moveTo>
                    <a:cubicBezTo>
                      <a:pt x="319078" y="300338"/>
                      <a:pt x="362309" y="335548"/>
                      <a:pt x="367763" y="383070"/>
                    </a:cubicBezTo>
                    <a:cubicBezTo>
                      <a:pt x="373996" y="437381"/>
                      <a:pt x="328527" y="487207"/>
                      <a:pt x="266205" y="494360"/>
                    </a:cubicBezTo>
                    <a:cubicBezTo>
                      <a:pt x="203883" y="501513"/>
                      <a:pt x="148308" y="463284"/>
                      <a:pt x="142074" y="408972"/>
                    </a:cubicBezTo>
                    <a:cubicBezTo>
                      <a:pt x="135841" y="354661"/>
                      <a:pt x="181310" y="304835"/>
                      <a:pt x="243632" y="297682"/>
                    </a:cubicBezTo>
                    <a:cubicBezTo>
                      <a:pt x="251423" y="296788"/>
                      <a:pt x="259108" y="296603"/>
                      <a:pt x="266604" y="297070"/>
                    </a:cubicBezTo>
                    <a:close/>
                    <a:moveTo>
                      <a:pt x="297042" y="252387"/>
                    </a:moveTo>
                    <a:cubicBezTo>
                      <a:pt x="283618" y="252176"/>
                      <a:pt x="269820" y="252839"/>
                      <a:pt x="255793" y="254449"/>
                    </a:cubicBezTo>
                    <a:cubicBezTo>
                      <a:pt x="143583" y="267328"/>
                      <a:pt x="59288" y="335880"/>
                      <a:pt x="67516" y="407566"/>
                    </a:cubicBezTo>
                    <a:cubicBezTo>
                      <a:pt x="75743" y="479252"/>
                      <a:pt x="173377" y="526925"/>
                      <a:pt x="285587" y="514046"/>
                    </a:cubicBezTo>
                    <a:cubicBezTo>
                      <a:pt x="397797" y="501168"/>
                      <a:pt x="482091" y="432615"/>
                      <a:pt x="473864" y="360929"/>
                    </a:cubicBezTo>
                    <a:cubicBezTo>
                      <a:pt x="466665" y="298204"/>
                      <a:pt x="391015" y="253864"/>
                      <a:pt x="297042" y="252387"/>
                    </a:cubicBezTo>
                    <a:close/>
                    <a:moveTo>
                      <a:pt x="509416" y="97868"/>
                    </a:moveTo>
                    <a:cubicBezTo>
                      <a:pt x="544841" y="99182"/>
                      <a:pt x="588107" y="127580"/>
                      <a:pt x="590257" y="183051"/>
                    </a:cubicBezTo>
                    <a:cubicBezTo>
                      <a:pt x="592352" y="199448"/>
                      <a:pt x="588214" y="215684"/>
                      <a:pt x="579852" y="229407"/>
                    </a:cubicBezTo>
                    <a:lnTo>
                      <a:pt x="580228" y="229581"/>
                    </a:lnTo>
                    <a:cubicBezTo>
                      <a:pt x="580244" y="229743"/>
                      <a:pt x="580186" y="229872"/>
                      <a:pt x="580126" y="230000"/>
                    </a:cubicBezTo>
                    <a:lnTo>
                      <a:pt x="578707" y="232024"/>
                    </a:lnTo>
                    <a:cubicBezTo>
                      <a:pt x="578590" y="232839"/>
                      <a:pt x="578192" y="233485"/>
                      <a:pt x="577787" y="234126"/>
                    </a:cubicBezTo>
                    <a:lnTo>
                      <a:pt x="577385" y="233908"/>
                    </a:lnTo>
                    <a:cubicBezTo>
                      <a:pt x="572286" y="241165"/>
                      <a:pt x="563167" y="244302"/>
                      <a:pt x="554750" y="241632"/>
                    </a:cubicBezTo>
                    <a:lnTo>
                      <a:pt x="548315" y="238643"/>
                    </a:lnTo>
                    <a:cubicBezTo>
                      <a:pt x="539522" y="233101"/>
                      <a:pt x="536249" y="221620"/>
                      <a:pt x="540834" y="211750"/>
                    </a:cubicBezTo>
                    <a:lnTo>
                      <a:pt x="541088" y="211402"/>
                    </a:lnTo>
                    <a:lnTo>
                      <a:pt x="541243" y="211474"/>
                    </a:lnTo>
                    <a:cubicBezTo>
                      <a:pt x="549302" y="193084"/>
                      <a:pt x="546794" y="175359"/>
                      <a:pt x="541863" y="165391"/>
                    </a:cubicBezTo>
                    <a:cubicBezTo>
                      <a:pt x="534763" y="151042"/>
                      <a:pt x="514479" y="135118"/>
                      <a:pt x="480142" y="145181"/>
                    </a:cubicBezTo>
                    <a:lnTo>
                      <a:pt x="480025" y="144483"/>
                    </a:lnTo>
                    <a:cubicBezTo>
                      <a:pt x="471706" y="144624"/>
                      <a:pt x="464282" y="140887"/>
                      <a:pt x="461009" y="134412"/>
                    </a:cubicBezTo>
                    <a:lnTo>
                      <a:pt x="458966" y="128175"/>
                    </a:lnTo>
                    <a:cubicBezTo>
                      <a:pt x="457496" y="119354"/>
                      <a:pt x="463572" y="110158"/>
                      <a:pt x="473636" y="106144"/>
                    </a:cubicBezTo>
                    <a:lnTo>
                      <a:pt x="473571" y="105761"/>
                    </a:lnTo>
                    <a:cubicBezTo>
                      <a:pt x="485121" y="99922"/>
                      <a:pt x="497817" y="97438"/>
                      <a:pt x="509416" y="97868"/>
                    </a:cubicBezTo>
                    <a:close/>
                    <a:moveTo>
                      <a:pt x="286518" y="82088"/>
                    </a:moveTo>
                    <a:cubicBezTo>
                      <a:pt x="376738" y="91976"/>
                      <a:pt x="317665" y="163994"/>
                      <a:pt x="337363" y="184000"/>
                    </a:cubicBezTo>
                    <a:cubicBezTo>
                      <a:pt x="387081" y="179119"/>
                      <a:pt x="437510" y="146098"/>
                      <a:pt x="486517" y="169358"/>
                    </a:cubicBezTo>
                    <a:cubicBezTo>
                      <a:pt x="533076" y="203014"/>
                      <a:pt x="494312" y="233925"/>
                      <a:pt x="501054" y="264835"/>
                    </a:cubicBezTo>
                    <a:cubicBezTo>
                      <a:pt x="649340" y="323962"/>
                      <a:pt x="585744" y="409170"/>
                      <a:pt x="562675" y="436725"/>
                    </a:cubicBezTo>
                    <a:cubicBezTo>
                      <a:pt x="354965" y="648778"/>
                      <a:pt x="45454" y="533772"/>
                      <a:pt x="10807" y="435328"/>
                    </a:cubicBezTo>
                    <a:cubicBezTo>
                      <a:pt x="-41075" y="330306"/>
                      <a:pt x="100878" y="89491"/>
                      <a:pt x="286518" y="82088"/>
                    </a:cubicBezTo>
                    <a:close/>
                    <a:moveTo>
                      <a:pt x="489068" y="0"/>
                    </a:moveTo>
                    <a:cubicBezTo>
                      <a:pt x="596753" y="0"/>
                      <a:pt x="684048" y="87296"/>
                      <a:pt x="684048" y="194980"/>
                    </a:cubicBezTo>
                    <a:cubicBezTo>
                      <a:pt x="684048" y="216847"/>
                      <a:pt x="680448" y="237874"/>
                      <a:pt x="672966" y="257215"/>
                    </a:cubicBezTo>
                    <a:lnTo>
                      <a:pt x="672379" y="257003"/>
                    </a:lnTo>
                    <a:cubicBezTo>
                      <a:pt x="668967" y="265617"/>
                      <a:pt x="657523" y="269364"/>
                      <a:pt x="645725" y="265916"/>
                    </a:cubicBezTo>
                    <a:lnTo>
                      <a:pt x="637884" y="262819"/>
                    </a:lnTo>
                    <a:cubicBezTo>
                      <a:pt x="627530" y="257587"/>
                      <a:pt x="621785" y="247890"/>
                      <a:pt x="624308" y="239644"/>
                    </a:cubicBezTo>
                    <a:lnTo>
                      <a:pt x="623975" y="239524"/>
                    </a:lnTo>
                    <a:cubicBezTo>
                      <a:pt x="629260" y="225659"/>
                      <a:pt x="631774" y="210613"/>
                      <a:pt x="631774" y="194980"/>
                    </a:cubicBezTo>
                    <a:cubicBezTo>
                      <a:pt x="631774" y="116165"/>
                      <a:pt x="567883" y="52274"/>
                      <a:pt x="489068" y="52274"/>
                    </a:cubicBezTo>
                    <a:lnTo>
                      <a:pt x="469942" y="54202"/>
                    </a:lnTo>
                    <a:lnTo>
                      <a:pt x="469951" y="54239"/>
                    </a:lnTo>
                    <a:cubicBezTo>
                      <a:pt x="469861" y="54366"/>
                      <a:pt x="469744" y="54397"/>
                      <a:pt x="469627" y="54427"/>
                    </a:cubicBezTo>
                    <a:cubicBezTo>
                      <a:pt x="460634" y="56697"/>
                      <a:pt x="450861" y="49439"/>
                      <a:pt x="446718" y="37636"/>
                    </a:cubicBezTo>
                    <a:lnTo>
                      <a:pt x="444619" y="29323"/>
                    </a:lnTo>
                    <a:cubicBezTo>
                      <a:pt x="442667" y="16995"/>
                      <a:pt x="447797" y="5987"/>
                      <a:pt x="456757" y="3699"/>
                    </a:cubicBezTo>
                    <a:lnTo>
                      <a:pt x="456661" y="3267"/>
                    </a:lnTo>
                    <a:cubicBezTo>
                      <a:pt x="467135" y="923"/>
                      <a:pt x="477994" y="0"/>
                      <a:pt x="489068" y="0"/>
                    </a:cubicBezTo>
                    <a:close/>
                  </a:path>
                </a:pathLst>
              </a:custGeom>
              <a:solidFill>
                <a:sysClr val="window" lastClr="FFFFFF"/>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a:cs typeface="+mn-cs"/>
                </a:endParaRPr>
              </a:p>
            </p:txBody>
          </p:sp>
        </p:grpSp>
      </p:grpSp>
      <p:sp>
        <p:nvSpPr>
          <p:cNvPr id="22" name="圆角矩形 21"/>
          <p:cNvSpPr/>
          <p:nvPr/>
        </p:nvSpPr>
        <p:spPr>
          <a:xfrm>
            <a:off x="4075219" y="1117170"/>
            <a:ext cx="4269375" cy="194055"/>
          </a:xfrm>
          <a:prstGeom prst="roundRect">
            <a:avLst>
              <a:gd name="adj" fmla="val 50000"/>
            </a:avLst>
          </a:prstGeom>
          <a:solidFill>
            <a:srgbClr val="5BBAF6"/>
          </a:solidFill>
          <a:ln w="25400" cap="flat" cmpd="sng" algn="ctr">
            <a:noFill/>
            <a:prstDash val="solid"/>
          </a:ln>
          <a:effectLst/>
        </p:spPr>
        <p:txBody>
          <a:bodyPr lIns="98565" tIns="49282" rIns="98565" bIns="49282"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a:cs typeface="+mn-cs"/>
            </a:endParaRPr>
          </a:p>
        </p:txBody>
      </p:sp>
      <p:sp>
        <p:nvSpPr>
          <p:cNvPr id="23" name="圆角矩形 22"/>
          <p:cNvSpPr/>
          <p:nvPr/>
        </p:nvSpPr>
        <p:spPr>
          <a:xfrm>
            <a:off x="4075219" y="2501578"/>
            <a:ext cx="4269375" cy="194055"/>
          </a:xfrm>
          <a:prstGeom prst="roundRect">
            <a:avLst>
              <a:gd name="adj" fmla="val 50000"/>
            </a:avLst>
          </a:prstGeom>
          <a:solidFill>
            <a:srgbClr val="5BBAF6"/>
          </a:solidFill>
          <a:ln w="25400" cap="flat" cmpd="sng" algn="ctr">
            <a:noFill/>
            <a:prstDash val="solid"/>
          </a:ln>
          <a:effectLst/>
        </p:spPr>
        <p:txBody>
          <a:bodyPr lIns="98565" tIns="49282" rIns="98565" bIns="49282"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a:cs typeface="+mn-cs"/>
            </a:endParaRPr>
          </a:p>
        </p:txBody>
      </p:sp>
      <p:sp>
        <p:nvSpPr>
          <p:cNvPr id="24" name="圆角矩形 23"/>
          <p:cNvSpPr/>
          <p:nvPr/>
        </p:nvSpPr>
        <p:spPr>
          <a:xfrm>
            <a:off x="4075219" y="3193780"/>
            <a:ext cx="4114125" cy="194055"/>
          </a:xfrm>
          <a:prstGeom prst="roundRect">
            <a:avLst>
              <a:gd name="adj" fmla="val 50000"/>
            </a:avLst>
          </a:prstGeom>
          <a:solidFill>
            <a:srgbClr val="5BBAF6"/>
          </a:solidFill>
          <a:ln w="25400" cap="flat" cmpd="sng" algn="ctr">
            <a:noFill/>
            <a:prstDash val="solid"/>
          </a:ln>
          <a:effectLst/>
        </p:spPr>
        <p:txBody>
          <a:bodyPr lIns="98565" tIns="49282" rIns="98565" bIns="49282"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a:cs typeface="+mn-cs"/>
            </a:endParaRPr>
          </a:p>
        </p:txBody>
      </p:sp>
      <p:sp>
        <p:nvSpPr>
          <p:cNvPr id="25" name="圆角矩形 24"/>
          <p:cNvSpPr/>
          <p:nvPr/>
        </p:nvSpPr>
        <p:spPr>
          <a:xfrm>
            <a:off x="4075219" y="1809374"/>
            <a:ext cx="4269375" cy="194055"/>
          </a:xfrm>
          <a:prstGeom prst="roundRect">
            <a:avLst>
              <a:gd name="adj" fmla="val 50000"/>
            </a:avLst>
          </a:prstGeom>
          <a:solidFill>
            <a:srgbClr val="5BBAF6"/>
          </a:solidFill>
          <a:ln w="25400" cap="flat" cmpd="sng" algn="ctr">
            <a:noFill/>
            <a:prstDash val="solid"/>
          </a:ln>
          <a:effectLst/>
        </p:spPr>
        <p:txBody>
          <a:bodyPr lIns="98565" tIns="49282" rIns="98565" bIns="49282"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a:cs typeface="+mn-cs"/>
            </a:endParaRPr>
          </a:p>
        </p:txBody>
      </p:sp>
      <p:sp>
        <p:nvSpPr>
          <p:cNvPr id="26" name="圆角矩形 25"/>
          <p:cNvSpPr/>
          <p:nvPr/>
        </p:nvSpPr>
        <p:spPr>
          <a:xfrm>
            <a:off x="4075219" y="1117170"/>
            <a:ext cx="3920063" cy="194055"/>
          </a:xfrm>
          <a:prstGeom prst="roundRect">
            <a:avLst>
              <a:gd name="adj" fmla="val 50000"/>
            </a:avLst>
          </a:prstGeom>
          <a:solidFill>
            <a:srgbClr val="054487"/>
          </a:solidFill>
          <a:ln w="25400" cap="flat" cmpd="sng" algn="ctr">
            <a:noFill/>
            <a:prstDash val="solid"/>
          </a:ln>
          <a:effectLst/>
        </p:spPr>
        <p:txBody>
          <a:bodyPr lIns="98565" tIns="49282" rIns="98565" bIns="49282"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a:cs typeface="+mn-cs"/>
            </a:endParaRPr>
          </a:p>
        </p:txBody>
      </p:sp>
      <p:sp>
        <p:nvSpPr>
          <p:cNvPr id="27" name="圆角矩形 26"/>
          <p:cNvSpPr/>
          <p:nvPr/>
        </p:nvSpPr>
        <p:spPr>
          <a:xfrm>
            <a:off x="4075218" y="1809374"/>
            <a:ext cx="3531938" cy="194055"/>
          </a:xfrm>
          <a:prstGeom prst="roundRect">
            <a:avLst>
              <a:gd name="adj" fmla="val 50000"/>
            </a:avLst>
          </a:prstGeom>
          <a:solidFill>
            <a:srgbClr val="054487"/>
          </a:solidFill>
          <a:ln w="25400" cap="flat" cmpd="sng" algn="ctr">
            <a:noFill/>
            <a:prstDash val="solid"/>
          </a:ln>
          <a:effectLst/>
        </p:spPr>
        <p:txBody>
          <a:bodyPr lIns="98565" tIns="49282" rIns="98565" bIns="49282"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a:cs typeface="+mn-cs"/>
            </a:endParaRPr>
          </a:p>
        </p:txBody>
      </p:sp>
      <p:sp>
        <p:nvSpPr>
          <p:cNvPr id="28" name="圆角矩形 27"/>
          <p:cNvSpPr/>
          <p:nvPr/>
        </p:nvSpPr>
        <p:spPr>
          <a:xfrm>
            <a:off x="4075219" y="2501578"/>
            <a:ext cx="2406375" cy="194055"/>
          </a:xfrm>
          <a:prstGeom prst="roundRect">
            <a:avLst>
              <a:gd name="adj" fmla="val 50000"/>
            </a:avLst>
          </a:prstGeom>
          <a:solidFill>
            <a:srgbClr val="054487"/>
          </a:solidFill>
          <a:ln w="25400" cap="flat" cmpd="sng" algn="ctr">
            <a:noFill/>
            <a:prstDash val="solid"/>
          </a:ln>
          <a:effectLst/>
        </p:spPr>
        <p:txBody>
          <a:bodyPr lIns="98565" tIns="49282" rIns="98565" bIns="49282"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a:cs typeface="+mn-cs"/>
            </a:endParaRPr>
          </a:p>
        </p:txBody>
      </p:sp>
      <p:sp>
        <p:nvSpPr>
          <p:cNvPr id="29" name="圆角矩形 28"/>
          <p:cNvSpPr/>
          <p:nvPr/>
        </p:nvSpPr>
        <p:spPr>
          <a:xfrm>
            <a:off x="4075218" y="3193780"/>
            <a:ext cx="3531938" cy="194055"/>
          </a:xfrm>
          <a:prstGeom prst="roundRect">
            <a:avLst>
              <a:gd name="adj" fmla="val 50000"/>
            </a:avLst>
          </a:prstGeom>
          <a:solidFill>
            <a:srgbClr val="054487"/>
          </a:solidFill>
          <a:ln w="25400" cap="flat" cmpd="sng" algn="ctr">
            <a:noFill/>
            <a:prstDash val="solid"/>
          </a:ln>
          <a:effectLst/>
        </p:spPr>
        <p:txBody>
          <a:bodyPr lIns="98565" tIns="49282" rIns="98565" bIns="49282"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a:cs typeface="+mn-cs"/>
            </a:endParaRPr>
          </a:p>
        </p:txBody>
      </p:sp>
      <p:sp>
        <p:nvSpPr>
          <p:cNvPr id="30" name="TextBox 29"/>
          <p:cNvSpPr txBox="1"/>
          <p:nvPr/>
        </p:nvSpPr>
        <p:spPr>
          <a:xfrm>
            <a:off x="8345069" y="1015112"/>
            <a:ext cx="1009237" cy="361137"/>
          </a:xfrm>
          <a:prstGeom prst="rect">
            <a:avLst/>
          </a:prstGeom>
          <a:noFill/>
        </p:spPr>
        <p:txBody>
          <a:bodyPr wrap="square" lIns="98565" tIns="49282" rIns="98565" bIns="49282" rtlCol="0">
            <a:spAutoFit/>
          </a:bodyPr>
          <a:lstStyle/>
          <a:p>
            <a:r>
              <a:rPr lang="en-US" altLang="zh-CN" sz="1700" dirty="0">
                <a:solidFill>
                  <a:prstClr val="black"/>
                </a:solidFill>
                <a:latin typeface="Arial Unicode MS" pitchFamily="34" charset="-122"/>
                <a:ea typeface="Arial Unicode MS" pitchFamily="34" charset="-122"/>
                <a:cs typeface="Arial Unicode MS" pitchFamily="34" charset="-122"/>
              </a:rPr>
              <a:t>95%</a:t>
            </a:r>
            <a:endParaRPr lang="zh-CN" altLang="en-US" sz="1700" dirty="0">
              <a:solidFill>
                <a:prstClr val="black"/>
              </a:solidFill>
              <a:latin typeface="Arial Unicode MS" pitchFamily="34" charset="-122"/>
              <a:ea typeface="Arial Unicode MS" pitchFamily="34" charset="-122"/>
              <a:cs typeface="Arial Unicode MS" pitchFamily="34" charset="-122"/>
            </a:endParaRPr>
          </a:p>
        </p:txBody>
      </p:sp>
      <p:sp>
        <p:nvSpPr>
          <p:cNvPr id="31" name="TextBox 30"/>
          <p:cNvSpPr txBox="1"/>
          <p:nvPr/>
        </p:nvSpPr>
        <p:spPr>
          <a:xfrm>
            <a:off x="8345069" y="1707315"/>
            <a:ext cx="1009237" cy="361137"/>
          </a:xfrm>
          <a:prstGeom prst="rect">
            <a:avLst/>
          </a:prstGeom>
          <a:noFill/>
        </p:spPr>
        <p:txBody>
          <a:bodyPr wrap="square" lIns="98565" tIns="49282" rIns="98565" bIns="49282" rtlCol="0">
            <a:spAutoFit/>
          </a:bodyPr>
          <a:lstStyle/>
          <a:p>
            <a:r>
              <a:rPr lang="en-US" altLang="zh-CN" sz="1700" dirty="0">
                <a:solidFill>
                  <a:prstClr val="black"/>
                </a:solidFill>
                <a:latin typeface="Arial Unicode MS" pitchFamily="34" charset="-122"/>
                <a:ea typeface="Arial Unicode MS" pitchFamily="34" charset="-122"/>
                <a:cs typeface="Arial Unicode MS" pitchFamily="34" charset="-122"/>
              </a:rPr>
              <a:t>90%</a:t>
            </a:r>
            <a:endParaRPr lang="zh-CN" altLang="en-US" sz="1700" dirty="0">
              <a:solidFill>
                <a:prstClr val="black"/>
              </a:solidFill>
              <a:latin typeface="Arial Unicode MS" pitchFamily="34" charset="-122"/>
              <a:ea typeface="Arial Unicode MS" pitchFamily="34" charset="-122"/>
              <a:cs typeface="Arial Unicode MS" pitchFamily="34" charset="-122"/>
            </a:endParaRPr>
          </a:p>
        </p:txBody>
      </p:sp>
      <p:sp>
        <p:nvSpPr>
          <p:cNvPr id="32" name="TextBox 31"/>
          <p:cNvSpPr txBox="1"/>
          <p:nvPr/>
        </p:nvSpPr>
        <p:spPr>
          <a:xfrm>
            <a:off x="8345069" y="2399520"/>
            <a:ext cx="1009237" cy="361137"/>
          </a:xfrm>
          <a:prstGeom prst="rect">
            <a:avLst/>
          </a:prstGeom>
          <a:noFill/>
        </p:spPr>
        <p:txBody>
          <a:bodyPr wrap="square" lIns="98565" tIns="49282" rIns="98565" bIns="49282" rtlCol="0">
            <a:spAutoFit/>
          </a:bodyPr>
          <a:lstStyle/>
          <a:p>
            <a:r>
              <a:rPr lang="en-US" altLang="zh-CN" sz="1700" dirty="0">
                <a:solidFill>
                  <a:prstClr val="black"/>
                </a:solidFill>
                <a:latin typeface="Arial Unicode MS" pitchFamily="34" charset="-122"/>
                <a:ea typeface="Arial Unicode MS" pitchFamily="34" charset="-122"/>
                <a:cs typeface="Arial Unicode MS" pitchFamily="34" charset="-122"/>
              </a:rPr>
              <a:t>55%</a:t>
            </a:r>
            <a:endParaRPr lang="zh-CN" altLang="en-US" sz="1700" dirty="0">
              <a:solidFill>
                <a:prstClr val="black"/>
              </a:solidFill>
              <a:latin typeface="Arial Unicode MS" pitchFamily="34" charset="-122"/>
              <a:ea typeface="Arial Unicode MS" pitchFamily="34" charset="-122"/>
              <a:cs typeface="Arial Unicode MS" pitchFamily="34" charset="-122"/>
            </a:endParaRPr>
          </a:p>
        </p:txBody>
      </p:sp>
      <p:sp>
        <p:nvSpPr>
          <p:cNvPr id="33" name="TextBox 32"/>
          <p:cNvSpPr txBox="1"/>
          <p:nvPr/>
        </p:nvSpPr>
        <p:spPr>
          <a:xfrm>
            <a:off x="8345069" y="3091722"/>
            <a:ext cx="1009237" cy="361137"/>
          </a:xfrm>
          <a:prstGeom prst="rect">
            <a:avLst/>
          </a:prstGeom>
          <a:noFill/>
        </p:spPr>
        <p:txBody>
          <a:bodyPr wrap="square" lIns="98565" tIns="49282" rIns="98565" bIns="49282" rtlCol="0">
            <a:spAutoFit/>
          </a:bodyPr>
          <a:lstStyle/>
          <a:p>
            <a:r>
              <a:rPr lang="en-US" altLang="zh-CN" sz="1700" dirty="0">
                <a:solidFill>
                  <a:prstClr val="black"/>
                </a:solidFill>
                <a:latin typeface="Arial Unicode MS" pitchFamily="34" charset="-122"/>
                <a:ea typeface="Arial Unicode MS" pitchFamily="34" charset="-122"/>
                <a:cs typeface="Arial Unicode MS" pitchFamily="34" charset="-122"/>
              </a:rPr>
              <a:t>90%</a:t>
            </a:r>
            <a:endParaRPr lang="zh-CN" altLang="en-US" sz="1700" dirty="0">
              <a:solidFill>
                <a:prstClr val="black"/>
              </a:solidFill>
              <a:latin typeface="Arial Unicode MS" pitchFamily="34" charset="-122"/>
              <a:ea typeface="Arial Unicode MS" pitchFamily="34" charset="-122"/>
              <a:cs typeface="Arial Unicode MS" pitchFamily="34" charset="-122"/>
            </a:endParaRPr>
          </a:p>
        </p:txBody>
      </p:sp>
      <p:sp>
        <p:nvSpPr>
          <p:cNvPr id="34" name="TextBox 33"/>
          <p:cNvSpPr txBox="1"/>
          <p:nvPr/>
        </p:nvSpPr>
        <p:spPr>
          <a:xfrm>
            <a:off x="4075219" y="771550"/>
            <a:ext cx="1009237" cy="361137"/>
          </a:xfrm>
          <a:prstGeom prst="rect">
            <a:avLst/>
          </a:prstGeom>
          <a:noFill/>
        </p:spPr>
        <p:txBody>
          <a:bodyPr wrap="square" lIns="98565" tIns="49282" rIns="98565" bIns="49282" rtlCol="0">
            <a:spAutoFit/>
          </a:bodyPr>
          <a:lstStyle/>
          <a:p>
            <a:r>
              <a:rPr lang="zh-CN" altLang="en-US" sz="1700" dirty="0">
                <a:solidFill>
                  <a:prstClr val="black"/>
                </a:solidFill>
                <a:latin typeface="微软雅黑" pitchFamily="34" charset="-122"/>
                <a:ea typeface="微软雅黑" pitchFamily="34" charset="-122"/>
              </a:rPr>
              <a:t>领导力</a:t>
            </a:r>
          </a:p>
        </p:txBody>
      </p:sp>
      <p:sp>
        <p:nvSpPr>
          <p:cNvPr id="35" name="TextBox 34"/>
          <p:cNvSpPr txBox="1"/>
          <p:nvPr/>
        </p:nvSpPr>
        <p:spPr>
          <a:xfrm>
            <a:off x="4075219" y="1446465"/>
            <a:ext cx="1319771" cy="361137"/>
          </a:xfrm>
          <a:prstGeom prst="rect">
            <a:avLst/>
          </a:prstGeom>
          <a:noFill/>
        </p:spPr>
        <p:txBody>
          <a:bodyPr wrap="square" lIns="98565" tIns="49282" rIns="98565" bIns="49282" rtlCol="0">
            <a:spAutoFit/>
          </a:bodyPr>
          <a:lstStyle/>
          <a:p>
            <a:r>
              <a:rPr lang="zh-CN" altLang="en-US" sz="1700" dirty="0">
                <a:solidFill>
                  <a:prstClr val="black"/>
                </a:solidFill>
                <a:latin typeface="微软雅黑" pitchFamily="34" charset="-122"/>
                <a:ea typeface="微软雅黑" pitchFamily="34" charset="-122"/>
              </a:rPr>
              <a:t>创作激情</a:t>
            </a:r>
          </a:p>
        </p:txBody>
      </p:sp>
      <p:sp>
        <p:nvSpPr>
          <p:cNvPr id="36" name="TextBox 35"/>
          <p:cNvSpPr txBox="1"/>
          <p:nvPr/>
        </p:nvSpPr>
        <p:spPr>
          <a:xfrm>
            <a:off x="4075219" y="2145742"/>
            <a:ext cx="1009237" cy="361137"/>
          </a:xfrm>
          <a:prstGeom prst="rect">
            <a:avLst/>
          </a:prstGeom>
          <a:noFill/>
        </p:spPr>
        <p:txBody>
          <a:bodyPr wrap="square" lIns="98565" tIns="49282" rIns="98565" bIns="49282" rtlCol="0">
            <a:spAutoFit/>
          </a:bodyPr>
          <a:lstStyle/>
          <a:p>
            <a:r>
              <a:rPr lang="zh-CN" altLang="en-US" sz="1700" dirty="0">
                <a:solidFill>
                  <a:prstClr val="black"/>
                </a:solidFill>
                <a:latin typeface="微软雅黑" pitchFamily="34" charset="-122"/>
                <a:ea typeface="微软雅黑" pitchFamily="34" charset="-122"/>
              </a:rPr>
              <a:t>运动量</a:t>
            </a:r>
          </a:p>
        </p:txBody>
      </p:sp>
      <p:sp>
        <p:nvSpPr>
          <p:cNvPr id="37" name="TextBox 36"/>
          <p:cNvSpPr txBox="1"/>
          <p:nvPr/>
        </p:nvSpPr>
        <p:spPr>
          <a:xfrm>
            <a:off x="4075219" y="2844420"/>
            <a:ext cx="1319771" cy="361137"/>
          </a:xfrm>
          <a:prstGeom prst="rect">
            <a:avLst/>
          </a:prstGeom>
          <a:noFill/>
        </p:spPr>
        <p:txBody>
          <a:bodyPr wrap="square" lIns="98565" tIns="49282" rIns="98565" bIns="49282" rtlCol="0">
            <a:spAutoFit/>
          </a:bodyPr>
          <a:lstStyle/>
          <a:p>
            <a:r>
              <a:rPr lang="zh-CN" altLang="en-US" sz="1700" dirty="0">
                <a:solidFill>
                  <a:prstClr val="black"/>
                </a:solidFill>
                <a:latin typeface="微软雅黑" pitchFamily="34" charset="-122"/>
                <a:ea typeface="微软雅黑" pitchFamily="34" charset="-122"/>
              </a:rPr>
              <a:t>工作热情</a:t>
            </a:r>
          </a:p>
        </p:txBody>
      </p:sp>
      <p:sp>
        <p:nvSpPr>
          <p:cNvPr id="38" name="文本框 7"/>
          <p:cNvSpPr txBox="1">
            <a:spLocks noChangeArrowheads="1"/>
          </p:cNvSpPr>
          <p:nvPr/>
        </p:nvSpPr>
        <p:spPr bwMode="auto">
          <a:xfrm>
            <a:off x="4061959" y="3684190"/>
            <a:ext cx="4438377" cy="1124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8565" tIns="49282" rIns="98565" bIns="49282"/>
          <a:lstStyle>
            <a:lvl1pPr>
              <a:defRPr sz="3200">
                <a:solidFill>
                  <a:schemeClr val="tx1"/>
                </a:solidFill>
                <a:latin typeface="Arial Narrow" pitchFamily="34" charset="0"/>
                <a:ea typeface="微软雅黑" pitchFamily="34" charset="-122"/>
              </a:defRPr>
            </a:lvl1pPr>
            <a:lvl2pPr>
              <a:defRPr sz="2800">
                <a:solidFill>
                  <a:schemeClr val="tx1"/>
                </a:solidFill>
                <a:latin typeface="Arial Narrow" pitchFamily="34" charset="0"/>
                <a:ea typeface="微软雅黑" pitchFamily="34" charset="-122"/>
              </a:defRPr>
            </a:lvl2pPr>
            <a:lvl3pPr>
              <a:defRPr sz="2400">
                <a:solidFill>
                  <a:schemeClr val="tx1"/>
                </a:solidFill>
                <a:latin typeface="Arial Narrow" pitchFamily="34" charset="0"/>
                <a:ea typeface="微软雅黑" pitchFamily="34" charset="-122"/>
              </a:defRPr>
            </a:lvl3pPr>
            <a:lvl4pPr>
              <a:defRPr sz="2000">
                <a:solidFill>
                  <a:schemeClr val="tx1"/>
                </a:solidFill>
                <a:latin typeface="Arial Narrow" pitchFamily="34" charset="0"/>
                <a:ea typeface="微软雅黑" pitchFamily="34" charset="-122"/>
              </a:defRPr>
            </a:lvl4pPr>
            <a:lvl5pPr>
              <a:defRPr sz="2000">
                <a:solidFill>
                  <a:schemeClr val="tx1"/>
                </a:solidFill>
                <a:latin typeface="Arial Narrow" pitchFamily="34" charset="0"/>
                <a:ea typeface="微软雅黑" pitchFamily="34" charset="-122"/>
              </a:defRPr>
            </a:lvl5pPr>
            <a:lvl6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6pPr>
            <a:lvl7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7pPr>
            <a:lvl8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8pPr>
            <a:lvl9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9pPr>
          </a:lstStyle>
          <a:p>
            <a:r>
              <a:rPr lang="zh-CN" altLang="en-US" sz="1700" b="1" dirty="0">
                <a:solidFill>
                  <a:prstClr val="black"/>
                </a:solidFill>
                <a:latin typeface="微软雅黑" pitchFamily="34" charset="-122"/>
              </a:rPr>
              <a:t>添加文本信息</a:t>
            </a:r>
            <a:endParaRPr lang="en-US" altLang="zh-CN" sz="1700" b="1" dirty="0">
              <a:solidFill>
                <a:prstClr val="black"/>
              </a:solidFill>
              <a:latin typeface="微软雅黑" pitchFamily="34" charset="-122"/>
            </a:endParaRPr>
          </a:p>
          <a:p>
            <a:pPr>
              <a:lnSpc>
                <a:spcPct val="150000"/>
              </a:lnSpc>
              <a:spcBef>
                <a:spcPts val="323"/>
              </a:spcBef>
            </a:pPr>
            <a:r>
              <a:rPr lang="zh-CN" altLang="en-US" sz="1300" dirty="0">
                <a:solidFill>
                  <a:prstClr val="black"/>
                </a:solidFill>
                <a:latin typeface="微软雅黑" pitchFamily="34" charset="-122"/>
              </a:rPr>
              <a:t>单击此处添加对图片的说明文字单击此处添加对图片的说明文字单击此处添加对图片的说明文字</a:t>
            </a:r>
          </a:p>
        </p:txBody>
      </p:sp>
    </p:spTree>
    <p:extLst>
      <p:ext uri="{BB962C8B-B14F-4D97-AF65-F5344CB8AC3E}">
        <p14:creationId xmlns:p14="http://schemas.microsoft.com/office/powerpoint/2010/main" val="1451613564"/>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1000"/>
                                        <p:tgtEl>
                                          <p:spTgt spid="5"/>
                                        </p:tgtEl>
                                      </p:cBhvr>
                                    </p:animEffect>
                                  </p:childTnLst>
                                </p:cTn>
                              </p:par>
                            </p:childTnLst>
                          </p:cTn>
                        </p:par>
                        <p:par>
                          <p:cTn id="8" fill="hold">
                            <p:stCondLst>
                              <p:cond delay="1000"/>
                            </p:stCondLst>
                            <p:childTnLst>
                              <p:par>
                                <p:cTn id="9" presetID="47"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750"/>
                                        <p:tgtEl>
                                          <p:spTgt spid="6"/>
                                        </p:tgtEl>
                                      </p:cBhvr>
                                    </p:animEffect>
                                    <p:anim calcmode="lin" valueType="num">
                                      <p:cBhvr>
                                        <p:cTn id="12" dur="750" fill="hold"/>
                                        <p:tgtEl>
                                          <p:spTgt spid="6"/>
                                        </p:tgtEl>
                                        <p:attrNameLst>
                                          <p:attrName>ppt_x</p:attrName>
                                        </p:attrNameLst>
                                      </p:cBhvr>
                                      <p:tavLst>
                                        <p:tav tm="0">
                                          <p:val>
                                            <p:strVal val="#ppt_x"/>
                                          </p:val>
                                        </p:tav>
                                        <p:tav tm="100000">
                                          <p:val>
                                            <p:strVal val="#ppt_x"/>
                                          </p:val>
                                        </p:tav>
                                      </p:tavLst>
                                    </p:anim>
                                    <p:anim calcmode="lin" valueType="num">
                                      <p:cBhvr>
                                        <p:cTn id="13" dur="750" fill="hold"/>
                                        <p:tgtEl>
                                          <p:spTgt spid="6"/>
                                        </p:tgtEl>
                                        <p:attrNameLst>
                                          <p:attrName>ppt_y</p:attrName>
                                        </p:attrNameLst>
                                      </p:cBhvr>
                                      <p:tavLst>
                                        <p:tav tm="0">
                                          <p:val>
                                            <p:strVal val="#ppt_y-.1"/>
                                          </p:val>
                                        </p:tav>
                                        <p:tav tm="100000">
                                          <p:val>
                                            <p:strVal val="#ppt_y"/>
                                          </p:val>
                                        </p:tav>
                                      </p:tavLst>
                                    </p:anim>
                                  </p:childTnLst>
                                </p:cTn>
                              </p:par>
                              <p:par>
                                <p:cTn id="14" presetID="42"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750"/>
                                        <p:tgtEl>
                                          <p:spTgt spid="9"/>
                                        </p:tgtEl>
                                      </p:cBhvr>
                                    </p:animEffect>
                                    <p:anim calcmode="lin" valueType="num">
                                      <p:cBhvr>
                                        <p:cTn id="17" dur="750" fill="hold"/>
                                        <p:tgtEl>
                                          <p:spTgt spid="9"/>
                                        </p:tgtEl>
                                        <p:attrNameLst>
                                          <p:attrName>ppt_x</p:attrName>
                                        </p:attrNameLst>
                                      </p:cBhvr>
                                      <p:tavLst>
                                        <p:tav tm="0">
                                          <p:val>
                                            <p:strVal val="#ppt_x"/>
                                          </p:val>
                                        </p:tav>
                                        <p:tav tm="100000">
                                          <p:val>
                                            <p:strVal val="#ppt_x"/>
                                          </p:val>
                                        </p:tav>
                                      </p:tavLst>
                                    </p:anim>
                                    <p:anim calcmode="lin" valueType="num">
                                      <p:cBhvr>
                                        <p:cTn id="18" dur="750" fill="hold"/>
                                        <p:tgtEl>
                                          <p:spTgt spid="9"/>
                                        </p:tgtEl>
                                        <p:attrNameLst>
                                          <p:attrName>ppt_y</p:attrName>
                                        </p:attrNameLst>
                                      </p:cBhvr>
                                      <p:tavLst>
                                        <p:tav tm="0">
                                          <p:val>
                                            <p:strVal val="#ppt_y+.1"/>
                                          </p:val>
                                        </p:tav>
                                        <p:tav tm="100000">
                                          <p:val>
                                            <p:strVal val="#ppt_y"/>
                                          </p:val>
                                        </p:tav>
                                      </p:tavLst>
                                    </p:anim>
                                  </p:childTnLst>
                                </p:cTn>
                              </p:par>
                            </p:childTnLst>
                          </p:cTn>
                        </p:par>
                        <p:par>
                          <p:cTn id="19" fill="hold">
                            <p:stCondLst>
                              <p:cond delay="1750"/>
                            </p:stCondLst>
                            <p:childTnLst>
                              <p:par>
                                <p:cTn id="20" presetID="22" presetClass="entr" presetSubtype="8" fill="hold" grpId="0" nodeType="after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wipe(left)">
                                      <p:cBhvr>
                                        <p:cTn id="22" dur="750"/>
                                        <p:tgtEl>
                                          <p:spTgt spid="22"/>
                                        </p:tgtEl>
                                      </p:cBhvr>
                                    </p:animEffect>
                                  </p:childTnLst>
                                </p:cTn>
                              </p:par>
                              <p:par>
                                <p:cTn id="23" presetID="22" presetClass="entr" presetSubtype="8" fill="hold" grpId="0" nodeType="withEffect">
                                  <p:stCondLst>
                                    <p:cond delay="150"/>
                                  </p:stCondLst>
                                  <p:childTnLst>
                                    <p:set>
                                      <p:cBhvr>
                                        <p:cTn id="24" dur="1" fill="hold">
                                          <p:stCondLst>
                                            <p:cond delay="0"/>
                                          </p:stCondLst>
                                        </p:cTn>
                                        <p:tgtEl>
                                          <p:spTgt spid="26"/>
                                        </p:tgtEl>
                                        <p:attrNameLst>
                                          <p:attrName>style.visibility</p:attrName>
                                        </p:attrNameLst>
                                      </p:cBhvr>
                                      <p:to>
                                        <p:strVal val="visible"/>
                                      </p:to>
                                    </p:set>
                                    <p:animEffect transition="in" filter="wipe(left)">
                                      <p:cBhvr>
                                        <p:cTn id="25" dur="750"/>
                                        <p:tgtEl>
                                          <p:spTgt spid="26"/>
                                        </p:tgtEl>
                                      </p:cBhvr>
                                    </p:animEffect>
                                  </p:childTnLst>
                                </p:cTn>
                              </p:par>
                              <p:par>
                                <p:cTn id="26" presetID="22" presetClass="entr" presetSubtype="8" fill="hold" grpId="0" nodeType="withEffect">
                                  <p:stCondLst>
                                    <p:cond delay="150"/>
                                  </p:stCondLst>
                                  <p:childTnLst>
                                    <p:set>
                                      <p:cBhvr>
                                        <p:cTn id="27" dur="1" fill="hold">
                                          <p:stCondLst>
                                            <p:cond delay="0"/>
                                          </p:stCondLst>
                                        </p:cTn>
                                        <p:tgtEl>
                                          <p:spTgt spid="34"/>
                                        </p:tgtEl>
                                        <p:attrNameLst>
                                          <p:attrName>style.visibility</p:attrName>
                                        </p:attrNameLst>
                                      </p:cBhvr>
                                      <p:to>
                                        <p:strVal val="visible"/>
                                      </p:to>
                                    </p:set>
                                    <p:animEffect transition="in" filter="wipe(left)">
                                      <p:cBhvr>
                                        <p:cTn id="28" dur="500"/>
                                        <p:tgtEl>
                                          <p:spTgt spid="34"/>
                                        </p:tgtEl>
                                      </p:cBhvr>
                                    </p:animEffect>
                                  </p:childTnLst>
                                </p:cTn>
                              </p:par>
                              <p:par>
                                <p:cTn id="29" presetID="22" presetClass="entr" presetSubtype="8" fill="hold" grpId="0" nodeType="withEffect">
                                  <p:stCondLst>
                                    <p:cond delay="150"/>
                                  </p:stCondLst>
                                  <p:childTnLst>
                                    <p:set>
                                      <p:cBhvr>
                                        <p:cTn id="30" dur="1" fill="hold">
                                          <p:stCondLst>
                                            <p:cond delay="0"/>
                                          </p:stCondLst>
                                        </p:cTn>
                                        <p:tgtEl>
                                          <p:spTgt spid="30"/>
                                        </p:tgtEl>
                                        <p:attrNameLst>
                                          <p:attrName>style.visibility</p:attrName>
                                        </p:attrNameLst>
                                      </p:cBhvr>
                                      <p:to>
                                        <p:strVal val="visible"/>
                                      </p:to>
                                    </p:set>
                                    <p:animEffect transition="in" filter="wipe(left)">
                                      <p:cBhvr>
                                        <p:cTn id="31" dur="500"/>
                                        <p:tgtEl>
                                          <p:spTgt spid="30"/>
                                        </p:tgtEl>
                                      </p:cBhvr>
                                    </p:animEffect>
                                  </p:childTnLst>
                                </p:cTn>
                              </p:par>
                              <p:par>
                                <p:cTn id="32" presetID="22" presetClass="entr" presetSubtype="8" fill="hold" grpId="0" nodeType="withEffect">
                                  <p:stCondLst>
                                    <p:cond delay="250"/>
                                  </p:stCondLst>
                                  <p:childTnLst>
                                    <p:set>
                                      <p:cBhvr>
                                        <p:cTn id="33" dur="1" fill="hold">
                                          <p:stCondLst>
                                            <p:cond delay="0"/>
                                          </p:stCondLst>
                                        </p:cTn>
                                        <p:tgtEl>
                                          <p:spTgt spid="25"/>
                                        </p:tgtEl>
                                        <p:attrNameLst>
                                          <p:attrName>style.visibility</p:attrName>
                                        </p:attrNameLst>
                                      </p:cBhvr>
                                      <p:to>
                                        <p:strVal val="visible"/>
                                      </p:to>
                                    </p:set>
                                    <p:animEffect transition="in" filter="wipe(left)">
                                      <p:cBhvr>
                                        <p:cTn id="34" dur="750"/>
                                        <p:tgtEl>
                                          <p:spTgt spid="25"/>
                                        </p:tgtEl>
                                      </p:cBhvr>
                                    </p:animEffect>
                                  </p:childTnLst>
                                </p:cTn>
                              </p:par>
                              <p:par>
                                <p:cTn id="35" presetID="22" presetClass="entr" presetSubtype="8" fill="hold" grpId="0" nodeType="withEffect">
                                  <p:stCondLst>
                                    <p:cond delay="400"/>
                                  </p:stCondLst>
                                  <p:childTnLst>
                                    <p:set>
                                      <p:cBhvr>
                                        <p:cTn id="36" dur="1" fill="hold">
                                          <p:stCondLst>
                                            <p:cond delay="0"/>
                                          </p:stCondLst>
                                        </p:cTn>
                                        <p:tgtEl>
                                          <p:spTgt spid="27"/>
                                        </p:tgtEl>
                                        <p:attrNameLst>
                                          <p:attrName>style.visibility</p:attrName>
                                        </p:attrNameLst>
                                      </p:cBhvr>
                                      <p:to>
                                        <p:strVal val="visible"/>
                                      </p:to>
                                    </p:set>
                                    <p:animEffect transition="in" filter="wipe(left)">
                                      <p:cBhvr>
                                        <p:cTn id="37" dur="750"/>
                                        <p:tgtEl>
                                          <p:spTgt spid="27"/>
                                        </p:tgtEl>
                                      </p:cBhvr>
                                    </p:animEffect>
                                  </p:childTnLst>
                                </p:cTn>
                              </p:par>
                              <p:par>
                                <p:cTn id="38" presetID="22" presetClass="entr" presetSubtype="8" fill="hold" grpId="0" nodeType="withEffect">
                                  <p:stCondLst>
                                    <p:cond delay="400"/>
                                  </p:stCondLst>
                                  <p:childTnLst>
                                    <p:set>
                                      <p:cBhvr>
                                        <p:cTn id="39" dur="1" fill="hold">
                                          <p:stCondLst>
                                            <p:cond delay="0"/>
                                          </p:stCondLst>
                                        </p:cTn>
                                        <p:tgtEl>
                                          <p:spTgt spid="35"/>
                                        </p:tgtEl>
                                        <p:attrNameLst>
                                          <p:attrName>style.visibility</p:attrName>
                                        </p:attrNameLst>
                                      </p:cBhvr>
                                      <p:to>
                                        <p:strVal val="visible"/>
                                      </p:to>
                                    </p:set>
                                    <p:animEffect transition="in" filter="wipe(left)">
                                      <p:cBhvr>
                                        <p:cTn id="40" dur="500"/>
                                        <p:tgtEl>
                                          <p:spTgt spid="35"/>
                                        </p:tgtEl>
                                      </p:cBhvr>
                                    </p:animEffect>
                                  </p:childTnLst>
                                </p:cTn>
                              </p:par>
                              <p:par>
                                <p:cTn id="41" presetID="22" presetClass="entr" presetSubtype="8" fill="hold" grpId="0" nodeType="withEffect">
                                  <p:stCondLst>
                                    <p:cond delay="400"/>
                                  </p:stCondLst>
                                  <p:childTnLst>
                                    <p:set>
                                      <p:cBhvr>
                                        <p:cTn id="42" dur="1" fill="hold">
                                          <p:stCondLst>
                                            <p:cond delay="0"/>
                                          </p:stCondLst>
                                        </p:cTn>
                                        <p:tgtEl>
                                          <p:spTgt spid="31"/>
                                        </p:tgtEl>
                                        <p:attrNameLst>
                                          <p:attrName>style.visibility</p:attrName>
                                        </p:attrNameLst>
                                      </p:cBhvr>
                                      <p:to>
                                        <p:strVal val="visible"/>
                                      </p:to>
                                    </p:set>
                                    <p:animEffect transition="in" filter="wipe(left)">
                                      <p:cBhvr>
                                        <p:cTn id="43" dur="500"/>
                                        <p:tgtEl>
                                          <p:spTgt spid="31"/>
                                        </p:tgtEl>
                                      </p:cBhvr>
                                    </p:animEffect>
                                  </p:childTnLst>
                                </p:cTn>
                              </p:par>
                              <p:par>
                                <p:cTn id="44" presetID="22" presetClass="entr" presetSubtype="8" fill="hold" grpId="0" nodeType="withEffect">
                                  <p:stCondLst>
                                    <p:cond delay="500"/>
                                  </p:stCondLst>
                                  <p:childTnLst>
                                    <p:set>
                                      <p:cBhvr>
                                        <p:cTn id="45" dur="1" fill="hold">
                                          <p:stCondLst>
                                            <p:cond delay="0"/>
                                          </p:stCondLst>
                                        </p:cTn>
                                        <p:tgtEl>
                                          <p:spTgt spid="23"/>
                                        </p:tgtEl>
                                        <p:attrNameLst>
                                          <p:attrName>style.visibility</p:attrName>
                                        </p:attrNameLst>
                                      </p:cBhvr>
                                      <p:to>
                                        <p:strVal val="visible"/>
                                      </p:to>
                                    </p:set>
                                    <p:animEffect transition="in" filter="wipe(left)">
                                      <p:cBhvr>
                                        <p:cTn id="46" dur="750"/>
                                        <p:tgtEl>
                                          <p:spTgt spid="23"/>
                                        </p:tgtEl>
                                      </p:cBhvr>
                                    </p:animEffect>
                                  </p:childTnLst>
                                </p:cTn>
                              </p:par>
                              <p:par>
                                <p:cTn id="47" presetID="22" presetClass="entr" presetSubtype="8" fill="hold" grpId="0" nodeType="withEffect">
                                  <p:stCondLst>
                                    <p:cond delay="650"/>
                                  </p:stCondLst>
                                  <p:childTnLst>
                                    <p:set>
                                      <p:cBhvr>
                                        <p:cTn id="48" dur="1" fill="hold">
                                          <p:stCondLst>
                                            <p:cond delay="0"/>
                                          </p:stCondLst>
                                        </p:cTn>
                                        <p:tgtEl>
                                          <p:spTgt spid="28"/>
                                        </p:tgtEl>
                                        <p:attrNameLst>
                                          <p:attrName>style.visibility</p:attrName>
                                        </p:attrNameLst>
                                      </p:cBhvr>
                                      <p:to>
                                        <p:strVal val="visible"/>
                                      </p:to>
                                    </p:set>
                                    <p:animEffect transition="in" filter="wipe(left)">
                                      <p:cBhvr>
                                        <p:cTn id="49" dur="750"/>
                                        <p:tgtEl>
                                          <p:spTgt spid="28"/>
                                        </p:tgtEl>
                                      </p:cBhvr>
                                    </p:animEffect>
                                  </p:childTnLst>
                                </p:cTn>
                              </p:par>
                              <p:par>
                                <p:cTn id="50" presetID="22" presetClass="entr" presetSubtype="8" fill="hold" grpId="0" nodeType="withEffect">
                                  <p:stCondLst>
                                    <p:cond delay="650"/>
                                  </p:stCondLst>
                                  <p:childTnLst>
                                    <p:set>
                                      <p:cBhvr>
                                        <p:cTn id="51" dur="1" fill="hold">
                                          <p:stCondLst>
                                            <p:cond delay="0"/>
                                          </p:stCondLst>
                                        </p:cTn>
                                        <p:tgtEl>
                                          <p:spTgt spid="36"/>
                                        </p:tgtEl>
                                        <p:attrNameLst>
                                          <p:attrName>style.visibility</p:attrName>
                                        </p:attrNameLst>
                                      </p:cBhvr>
                                      <p:to>
                                        <p:strVal val="visible"/>
                                      </p:to>
                                    </p:set>
                                    <p:animEffect transition="in" filter="wipe(left)">
                                      <p:cBhvr>
                                        <p:cTn id="52" dur="500"/>
                                        <p:tgtEl>
                                          <p:spTgt spid="36"/>
                                        </p:tgtEl>
                                      </p:cBhvr>
                                    </p:animEffect>
                                  </p:childTnLst>
                                </p:cTn>
                              </p:par>
                              <p:par>
                                <p:cTn id="53" presetID="22" presetClass="entr" presetSubtype="8" fill="hold" grpId="0" nodeType="withEffect">
                                  <p:stCondLst>
                                    <p:cond delay="650"/>
                                  </p:stCondLst>
                                  <p:childTnLst>
                                    <p:set>
                                      <p:cBhvr>
                                        <p:cTn id="54" dur="1" fill="hold">
                                          <p:stCondLst>
                                            <p:cond delay="0"/>
                                          </p:stCondLst>
                                        </p:cTn>
                                        <p:tgtEl>
                                          <p:spTgt spid="32"/>
                                        </p:tgtEl>
                                        <p:attrNameLst>
                                          <p:attrName>style.visibility</p:attrName>
                                        </p:attrNameLst>
                                      </p:cBhvr>
                                      <p:to>
                                        <p:strVal val="visible"/>
                                      </p:to>
                                    </p:set>
                                    <p:animEffect transition="in" filter="wipe(left)">
                                      <p:cBhvr>
                                        <p:cTn id="55" dur="500"/>
                                        <p:tgtEl>
                                          <p:spTgt spid="32"/>
                                        </p:tgtEl>
                                      </p:cBhvr>
                                    </p:animEffect>
                                  </p:childTnLst>
                                </p:cTn>
                              </p:par>
                              <p:par>
                                <p:cTn id="56" presetID="22" presetClass="entr" presetSubtype="8" fill="hold" grpId="0" nodeType="withEffect">
                                  <p:stCondLst>
                                    <p:cond delay="750"/>
                                  </p:stCondLst>
                                  <p:childTnLst>
                                    <p:set>
                                      <p:cBhvr>
                                        <p:cTn id="57" dur="1" fill="hold">
                                          <p:stCondLst>
                                            <p:cond delay="0"/>
                                          </p:stCondLst>
                                        </p:cTn>
                                        <p:tgtEl>
                                          <p:spTgt spid="24"/>
                                        </p:tgtEl>
                                        <p:attrNameLst>
                                          <p:attrName>style.visibility</p:attrName>
                                        </p:attrNameLst>
                                      </p:cBhvr>
                                      <p:to>
                                        <p:strVal val="visible"/>
                                      </p:to>
                                    </p:set>
                                    <p:animEffect transition="in" filter="wipe(left)">
                                      <p:cBhvr>
                                        <p:cTn id="58" dur="750"/>
                                        <p:tgtEl>
                                          <p:spTgt spid="24"/>
                                        </p:tgtEl>
                                      </p:cBhvr>
                                    </p:animEffect>
                                  </p:childTnLst>
                                </p:cTn>
                              </p:par>
                              <p:par>
                                <p:cTn id="59" presetID="22" presetClass="entr" presetSubtype="8" fill="hold" grpId="0" nodeType="withEffect">
                                  <p:stCondLst>
                                    <p:cond delay="900"/>
                                  </p:stCondLst>
                                  <p:childTnLst>
                                    <p:set>
                                      <p:cBhvr>
                                        <p:cTn id="60" dur="1" fill="hold">
                                          <p:stCondLst>
                                            <p:cond delay="0"/>
                                          </p:stCondLst>
                                        </p:cTn>
                                        <p:tgtEl>
                                          <p:spTgt spid="29"/>
                                        </p:tgtEl>
                                        <p:attrNameLst>
                                          <p:attrName>style.visibility</p:attrName>
                                        </p:attrNameLst>
                                      </p:cBhvr>
                                      <p:to>
                                        <p:strVal val="visible"/>
                                      </p:to>
                                    </p:set>
                                    <p:animEffect transition="in" filter="wipe(left)">
                                      <p:cBhvr>
                                        <p:cTn id="61" dur="750"/>
                                        <p:tgtEl>
                                          <p:spTgt spid="29"/>
                                        </p:tgtEl>
                                      </p:cBhvr>
                                    </p:animEffect>
                                  </p:childTnLst>
                                </p:cTn>
                              </p:par>
                              <p:par>
                                <p:cTn id="62" presetID="22" presetClass="entr" presetSubtype="8" fill="hold" grpId="0" nodeType="withEffect">
                                  <p:stCondLst>
                                    <p:cond delay="900"/>
                                  </p:stCondLst>
                                  <p:childTnLst>
                                    <p:set>
                                      <p:cBhvr>
                                        <p:cTn id="63" dur="1" fill="hold">
                                          <p:stCondLst>
                                            <p:cond delay="0"/>
                                          </p:stCondLst>
                                        </p:cTn>
                                        <p:tgtEl>
                                          <p:spTgt spid="37"/>
                                        </p:tgtEl>
                                        <p:attrNameLst>
                                          <p:attrName>style.visibility</p:attrName>
                                        </p:attrNameLst>
                                      </p:cBhvr>
                                      <p:to>
                                        <p:strVal val="visible"/>
                                      </p:to>
                                    </p:set>
                                    <p:animEffect transition="in" filter="wipe(left)">
                                      <p:cBhvr>
                                        <p:cTn id="64" dur="500"/>
                                        <p:tgtEl>
                                          <p:spTgt spid="37"/>
                                        </p:tgtEl>
                                      </p:cBhvr>
                                    </p:animEffect>
                                  </p:childTnLst>
                                </p:cTn>
                              </p:par>
                              <p:par>
                                <p:cTn id="65" presetID="22" presetClass="entr" presetSubtype="8" fill="hold" grpId="0" nodeType="withEffect">
                                  <p:stCondLst>
                                    <p:cond delay="900"/>
                                  </p:stCondLst>
                                  <p:childTnLst>
                                    <p:set>
                                      <p:cBhvr>
                                        <p:cTn id="66" dur="1" fill="hold">
                                          <p:stCondLst>
                                            <p:cond delay="0"/>
                                          </p:stCondLst>
                                        </p:cTn>
                                        <p:tgtEl>
                                          <p:spTgt spid="33"/>
                                        </p:tgtEl>
                                        <p:attrNameLst>
                                          <p:attrName>style.visibility</p:attrName>
                                        </p:attrNameLst>
                                      </p:cBhvr>
                                      <p:to>
                                        <p:strVal val="visible"/>
                                      </p:to>
                                    </p:set>
                                    <p:animEffect transition="in" filter="wipe(left)">
                                      <p:cBhvr>
                                        <p:cTn id="67" dur="500"/>
                                        <p:tgtEl>
                                          <p:spTgt spid="33"/>
                                        </p:tgtEl>
                                      </p:cBhvr>
                                    </p:animEffect>
                                  </p:childTnLst>
                                </p:cTn>
                              </p:par>
                            </p:childTnLst>
                          </p:cTn>
                        </p:par>
                        <p:par>
                          <p:cTn id="68" fill="hold">
                            <p:stCondLst>
                              <p:cond delay="3400"/>
                            </p:stCondLst>
                            <p:childTnLst>
                              <p:par>
                                <p:cTn id="69" presetID="22" presetClass="entr" presetSubtype="8" fill="hold" grpId="0" nodeType="afterEffect">
                                  <p:stCondLst>
                                    <p:cond delay="0"/>
                                  </p:stCondLst>
                                  <p:childTnLst>
                                    <p:set>
                                      <p:cBhvr>
                                        <p:cTn id="70" dur="1" fill="hold">
                                          <p:stCondLst>
                                            <p:cond delay="0"/>
                                          </p:stCondLst>
                                        </p:cTn>
                                        <p:tgtEl>
                                          <p:spTgt spid="38"/>
                                        </p:tgtEl>
                                        <p:attrNameLst>
                                          <p:attrName>style.visibility</p:attrName>
                                        </p:attrNameLst>
                                      </p:cBhvr>
                                      <p:to>
                                        <p:strVal val="visible"/>
                                      </p:to>
                                    </p:set>
                                    <p:animEffect transition="in" filter="wipe(left)">
                                      <p:cBhvr>
                                        <p:cTn id="71"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6" grpId="0" animBg="1"/>
      <p:bldP spid="27" grpId="0" animBg="1"/>
      <p:bldP spid="28" grpId="0" animBg="1"/>
      <p:bldP spid="29" grpId="0" animBg="1"/>
      <p:bldP spid="30" grpId="0"/>
      <p:bldP spid="31" grpId="0"/>
      <p:bldP spid="32" grpId="0"/>
      <p:bldP spid="33" grpId="0"/>
      <p:bldP spid="34" grpId="0"/>
      <p:bldP spid="35" grpId="0"/>
      <p:bldP spid="36" grpId="0"/>
      <p:bldP spid="37" grpId="0"/>
      <p:bldP spid="3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95486"/>
            <a:ext cx="611560" cy="369332"/>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3"/>
          <p:cNvSpPr txBox="1"/>
          <p:nvPr/>
        </p:nvSpPr>
        <p:spPr>
          <a:xfrm>
            <a:off x="683568" y="195486"/>
            <a:ext cx="3816424" cy="646331"/>
          </a:xfrm>
          <a:prstGeom prst="rect">
            <a:avLst/>
          </a:prstGeom>
          <a:noFill/>
        </p:spPr>
        <p:txBody>
          <a:bodyPr wrap="square" rtlCol="0">
            <a:spAutoFit/>
          </a:bodyPr>
          <a:lstStyle/>
          <a:p>
            <a:r>
              <a:rPr lang="zh-CN" altLang="en-US" dirty="0">
                <a:solidFill>
                  <a:srgbClr val="054487"/>
                </a:solidFill>
                <a:latin typeface="微软雅黑" pitchFamily="34" charset="-122"/>
                <a:ea typeface="微软雅黑" pitchFamily="34" charset="-122"/>
              </a:rPr>
              <a:t>输入你的标题 </a:t>
            </a:r>
            <a:r>
              <a:rPr lang="en-US" altLang="zh-CN" dirty="0">
                <a:solidFill>
                  <a:srgbClr val="054487"/>
                </a:solidFill>
                <a:latin typeface="微软雅黑" pitchFamily="34" charset="-122"/>
                <a:ea typeface="微软雅黑" pitchFamily="34" charset="-122"/>
              </a:rPr>
              <a:t>/Add your title</a:t>
            </a:r>
            <a:endParaRPr lang="zh-CN" altLang="en-US" dirty="0">
              <a:solidFill>
                <a:srgbClr val="054487"/>
              </a:solidFill>
              <a:latin typeface="微软雅黑" pitchFamily="34" charset="-122"/>
              <a:ea typeface="微软雅黑" pitchFamily="34" charset="-122"/>
            </a:endParaRPr>
          </a:p>
          <a:p>
            <a:endParaRPr lang="zh-CN" altLang="en-US" dirty="0">
              <a:solidFill>
                <a:srgbClr val="F46970"/>
              </a:solidFill>
              <a:latin typeface="微软雅黑" pitchFamily="34" charset="-122"/>
              <a:ea typeface="微软雅黑" pitchFamily="34" charset="-122"/>
            </a:endParaRPr>
          </a:p>
        </p:txBody>
      </p:sp>
      <p:graphicFrame>
        <p:nvGraphicFramePr>
          <p:cNvPr id="5" name="图表 4"/>
          <p:cNvGraphicFramePr/>
          <p:nvPr>
            <p:extLst>
              <p:ext uri="{D42A27DB-BD31-4B8C-83A1-F6EECF244321}">
                <p14:modId xmlns:p14="http://schemas.microsoft.com/office/powerpoint/2010/main" val="1574109929"/>
              </p:ext>
            </p:extLst>
          </p:nvPr>
        </p:nvGraphicFramePr>
        <p:xfrm>
          <a:off x="499322" y="1484804"/>
          <a:ext cx="5184576" cy="2998795"/>
        </p:xfrm>
        <a:graphic>
          <a:graphicData uri="http://schemas.openxmlformats.org/drawingml/2006/chart">
            <c:chart xmlns:c="http://schemas.openxmlformats.org/drawingml/2006/chart" xmlns:r="http://schemas.openxmlformats.org/officeDocument/2006/relationships" r:id="rId2"/>
          </a:graphicData>
        </a:graphic>
      </p:graphicFrame>
      <p:sp>
        <p:nvSpPr>
          <p:cNvPr id="6" name="矩形 5"/>
          <p:cNvSpPr/>
          <p:nvPr/>
        </p:nvSpPr>
        <p:spPr>
          <a:xfrm>
            <a:off x="643338" y="918605"/>
            <a:ext cx="2664296" cy="369332"/>
          </a:xfrm>
          <a:prstGeom prst="rect">
            <a:avLst/>
          </a:prstGeom>
        </p:spPr>
        <p:txBody>
          <a:bodyPr wrap="square">
            <a:spAutoFit/>
          </a:bodyPr>
          <a:lstStyle/>
          <a:p>
            <a:r>
              <a:rPr lang="zh-CN" altLang="en-US" b="1" dirty="0">
                <a:solidFill>
                  <a:prstClr val="black">
                    <a:lumMod val="75000"/>
                    <a:lumOff val="25000"/>
                  </a:prstClr>
                </a:solidFill>
                <a:latin typeface="微软雅黑" pitchFamily="34" charset="-122"/>
                <a:ea typeface="微软雅黑" pitchFamily="34" charset="-122"/>
              </a:rPr>
              <a:t>单击此处添加文本信息</a:t>
            </a:r>
            <a:endParaRPr lang="en-US" altLang="zh-CN" b="1" dirty="0">
              <a:solidFill>
                <a:prstClr val="black">
                  <a:lumMod val="75000"/>
                  <a:lumOff val="25000"/>
                </a:prstClr>
              </a:solidFill>
              <a:latin typeface="微软雅黑" pitchFamily="34" charset="-122"/>
              <a:ea typeface="微软雅黑" pitchFamily="34" charset="-122"/>
            </a:endParaRPr>
          </a:p>
        </p:txBody>
      </p:sp>
      <p:sp>
        <p:nvSpPr>
          <p:cNvPr id="7" name="文本框 7"/>
          <p:cNvSpPr txBox="1">
            <a:spLocks noChangeArrowheads="1"/>
          </p:cNvSpPr>
          <p:nvPr/>
        </p:nvSpPr>
        <p:spPr bwMode="auto">
          <a:xfrm>
            <a:off x="5611890" y="1287937"/>
            <a:ext cx="2880320" cy="1042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Narrow" pitchFamily="34" charset="0"/>
                <a:ea typeface="微软雅黑" pitchFamily="34" charset="-122"/>
              </a:defRPr>
            </a:lvl1pPr>
            <a:lvl2pPr>
              <a:defRPr sz="2800">
                <a:solidFill>
                  <a:schemeClr val="tx1"/>
                </a:solidFill>
                <a:latin typeface="Arial Narrow" pitchFamily="34" charset="0"/>
                <a:ea typeface="微软雅黑" pitchFamily="34" charset="-122"/>
              </a:defRPr>
            </a:lvl2pPr>
            <a:lvl3pPr>
              <a:defRPr sz="2400">
                <a:solidFill>
                  <a:schemeClr val="tx1"/>
                </a:solidFill>
                <a:latin typeface="Arial Narrow" pitchFamily="34" charset="0"/>
                <a:ea typeface="微软雅黑" pitchFamily="34" charset="-122"/>
              </a:defRPr>
            </a:lvl3pPr>
            <a:lvl4pPr>
              <a:defRPr sz="2000">
                <a:solidFill>
                  <a:schemeClr val="tx1"/>
                </a:solidFill>
                <a:latin typeface="Arial Narrow" pitchFamily="34" charset="0"/>
                <a:ea typeface="微软雅黑" pitchFamily="34" charset="-122"/>
              </a:defRPr>
            </a:lvl4pPr>
            <a:lvl5pPr>
              <a:defRPr sz="2000">
                <a:solidFill>
                  <a:schemeClr val="tx1"/>
                </a:solidFill>
                <a:latin typeface="Arial Narrow" pitchFamily="34" charset="0"/>
                <a:ea typeface="微软雅黑" pitchFamily="34" charset="-122"/>
              </a:defRPr>
            </a:lvl5pPr>
            <a:lvl6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6pPr>
            <a:lvl7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7pPr>
            <a:lvl8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8pPr>
            <a:lvl9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9pPr>
          </a:lstStyle>
          <a:p>
            <a:pPr>
              <a:lnSpc>
                <a:spcPct val="120000"/>
              </a:lnSpc>
            </a:pPr>
            <a:r>
              <a:rPr lang="en-US" altLang="zh-CN" sz="1400" b="1" dirty="0">
                <a:solidFill>
                  <a:prstClr val="black">
                    <a:lumMod val="85000"/>
                    <a:lumOff val="15000"/>
                  </a:prstClr>
                </a:solidFill>
                <a:latin typeface="微软雅黑" pitchFamily="34" charset="-122"/>
              </a:rPr>
              <a:t>A  </a:t>
            </a:r>
            <a:r>
              <a:rPr lang="zh-CN" altLang="en-US" sz="1400" b="1" dirty="0">
                <a:solidFill>
                  <a:prstClr val="black">
                    <a:lumMod val="85000"/>
                    <a:lumOff val="15000"/>
                  </a:prstClr>
                </a:solidFill>
                <a:latin typeface="微软雅黑" pitchFamily="34" charset="-122"/>
              </a:rPr>
              <a:t>图例一</a:t>
            </a:r>
            <a:endParaRPr lang="en-US" altLang="zh-CN" sz="1400" b="1" dirty="0">
              <a:solidFill>
                <a:prstClr val="black">
                  <a:lumMod val="85000"/>
                  <a:lumOff val="15000"/>
                </a:prstClr>
              </a:solidFill>
              <a:latin typeface="微软雅黑" pitchFamily="34" charset="-122"/>
            </a:endParaRPr>
          </a:p>
          <a:p>
            <a:pPr>
              <a:lnSpc>
                <a:spcPct val="120000"/>
              </a:lnSpc>
            </a:pPr>
            <a:r>
              <a:rPr lang="zh-CN" altLang="en-US" sz="1200" dirty="0">
                <a:solidFill>
                  <a:prstClr val="black">
                    <a:lumMod val="85000"/>
                    <a:lumOff val="15000"/>
                  </a:prstClr>
                </a:solidFill>
                <a:latin typeface="微软雅黑" pitchFamily="34" charset="-122"/>
              </a:rPr>
              <a:t>添加说明文字添加说明文字添加说明文字添加说明文字添加说明文字添加说明文字添加说明文字。</a:t>
            </a:r>
          </a:p>
        </p:txBody>
      </p:sp>
      <p:sp>
        <p:nvSpPr>
          <p:cNvPr id="8" name="文本框 7"/>
          <p:cNvSpPr txBox="1">
            <a:spLocks noChangeArrowheads="1"/>
          </p:cNvSpPr>
          <p:nvPr/>
        </p:nvSpPr>
        <p:spPr bwMode="auto">
          <a:xfrm>
            <a:off x="5611890" y="2422751"/>
            <a:ext cx="2880320" cy="1042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Narrow" pitchFamily="34" charset="0"/>
                <a:ea typeface="微软雅黑" pitchFamily="34" charset="-122"/>
              </a:defRPr>
            </a:lvl1pPr>
            <a:lvl2pPr>
              <a:defRPr sz="2800">
                <a:solidFill>
                  <a:schemeClr val="tx1"/>
                </a:solidFill>
                <a:latin typeface="Arial Narrow" pitchFamily="34" charset="0"/>
                <a:ea typeface="微软雅黑" pitchFamily="34" charset="-122"/>
              </a:defRPr>
            </a:lvl2pPr>
            <a:lvl3pPr>
              <a:defRPr sz="2400">
                <a:solidFill>
                  <a:schemeClr val="tx1"/>
                </a:solidFill>
                <a:latin typeface="Arial Narrow" pitchFamily="34" charset="0"/>
                <a:ea typeface="微软雅黑" pitchFamily="34" charset="-122"/>
              </a:defRPr>
            </a:lvl3pPr>
            <a:lvl4pPr>
              <a:defRPr sz="2000">
                <a:solidFill>
                  <a:schemeClr val="tx1"/>
                </a:solidFill>
                <a:latin typeface="Arial Narrow" pitchFamily="34" charset="0"/>
                <a:ea typeface="微软雅黑" pitchFamily="34" charset="-122"/>
              </a:defRPr>
            </a:lvl4pPr>
            <a:lvl5pPr>
              <a:defRPr sz="2000">
                <a:solidFill>
                  <a:schemeClr val="tx1"/>
                </a:solidFill>
                <a:latin typeface="Arial Narrow" pitchFamily="34" charset="0"/>
                <a:ea typeface="微软雅黑" pitchFamily="34" charset="-122"/>
              </a:defRPr>
            </a:lvl5pPr>
            <a:lvl6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6pPr>
            <a:lvl7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7pPr>
            <a:lvl8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8pPr>
            <a:lvl9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9pPr>
          </a:lstStyle>
          <a:p>
            <a:pPr>
              <a:lnSpc>
                <a:spcPct val="120000"/>
              </a:lnSpc>
            </a:pPr>
            <a:r>
              <a:rPr lang="en-US" altLang="zh-CN" sz="1400" b="1" dirty="0">
                <a:solidFill>
                  <a:prstClr val="black">
                    <a:lumMod val="85000"/>
                    <a:lumOff val="15000"/>
                  </a:prstClr>
                </a:solidFill>
                <a:latin typeface="微软雅黑" pitchFamily="34" charset="-122"/>
              </a:rPr>
              <a:t>B  </a:t>
            </a:r>
            <a:r>
              <a:rPr lang="zh-CN" altLang="en-US" sz="1400" b="1" dirty="0">
                <a:solidFill>
                  <a:prstClr val="black">
                    <a:lumMod val="85000"/>
                    <a:lumOff val="15000"/>
                  </a:prstClr>
                </a:solidFill>
                <a:latin typeface="微软雅黑" pitchFamily="34" charset="-122"/>
              </a:rPr>
              <a:t>图例二</a:t>
            </a:r>
            <a:endParaRPr lang="en-US" altLang="zh-CN" sz="1400" b="1" dirty="0">
              <a:solidFill>
                <a:prstClr val="black">
                  <a:lumMod val="85000"/>
                  <a:lumOff val="15000"/>
                </a:prstClr>
              </a:solidFill>
              <a:latin typeface="微软雅黑" pitchFamily="34" charset="-122"/>
            </a:endParaRPr>
          </a:p>
          <a:p>
            <a:pPr>
              <a:lnSpc>
                <a:spcPct val="120000"/>
              </a:lnSpc>
            </a:pPr>
            <a:r>
              <a:rPr lang="zh-CN" altLang="en-US" sz="1200" dirty="0">
                <a:solidFill>
                  <a:prstClr val="black">
                    <a:lumMod val="85000"/>
                    <a:lumOff val="15000"/>
                  </a:prstClr>
                </a:solidFill>
                <a:latin typeface="微软雅黑" pitchFamily="34" charset="-122"/>
              </a:rPr>
              <a:t>添加说明文字添加说明文字添加说明文字添加说明文字添加说明文字添加说明文字添加说明文字。</a:t>
            </a:r>
          </a:p>
        </p:txBody>
      </p:sp>
      <p:sp>
        <p:nvSpPr>
          <p:cNvPr id="9" name="文本框 7"/>
          <p:cNvSpPr txBox="1">
            <a:spLocks noChangeArrowheads="1"/>
          </p:cNvSpPr>
          <p:nvPr/>
        </p:nvSpPr>
        <p:spPr bwMode="auto">
          <a:xfrm>
            <a:off x="5611890" y="3557565"/>
            <a:ext cx="2880320" cy="1042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Narrow" pitchFamily="34" charset="0"/>
                <a:ea typeface="微软雅黑" pitchFamily="34" charset="-122"/>
              </a:defRPr>
            </a:lvl1pPr>
            <a:lvl2pPr>
              <a:defRPr sz="2800">
                <a:solidFill>
                  <a:schemeClr val="tx1"/>
                </a:solidFill>
                <a:latin typeface="Arial Narrow" pitchFamily="34" charset="0"/>
                <a:ea typeface="微软雅黑" pitchFamily="34" charset="-122"/>
              </a:defRPr>
            </a:lvl2pPr>
            <a:lvl3pPr>
              <a:defRPr sz="2400">
                <a:solidFill>
                  <a:schemeClr val="tx1"/>
                </a:solidFill>
                <a:latin typeface="Arial Narrow" pitchFamily="34" charset="0"/>
                <a:ea typeface="微软雅黑" pitchFamily="34" charset="-122"/>
              </a:defRPr>
            </a:lvl3pPr>
            <a:lvl4pPr>
              <a:defRPr sz="2000">
                <a:solidFill>
                  <a:schemeClr val="tx1"/>
                </a:solidFill>
                <a:latin typeface="Arial Narrow" pitchFamily="34" charset="0"/>
                <a:ea typeface="微软雅黑" pitchFamily="34" charset="-122"/>
              </a:defRPr>
            </a:lvl4pPr>
            <a:lvl5pPr>
              <a:defRPr sz="2000">
                <a:solidFill>
                  <a:schemeClr val="tx1"/>
                </a:solidFill>
                <a:latin typeface="Arial Narrow" pitchFamily="34" charset="0"/>
                <a:ea typeface="微软雅黑" pitchFamily="34" charset="-122"/>
              </a:defRPr>
            </a:lvl5pPr>
            <a:lvl6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6pPr>
            <a:lvl7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7pPr>
            <a:lvl8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8pPr>
            <a:lvl9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9pPr>
          </a:lstStyle>
          <a:p>
            <a:pPr>
              <a:lnSpc>
                <a:spcPct val="120000"/>
              </a:lnSpc>
            </a:pPr>
            <a:r>
              <a:rPr lang="en-US" altLang="zh-CN" sz="1400" b="1" dirty="0">
                <a:solidFill>
                  <a:prstClr val="black">
                    <a:lumMod val="85000"/>
                    <a:lumOff val="15000"/>
                  </a:prstClr>
                </a:solidFill>
                <a:latin typeface="微软雅黑" pitchFamily="34" charset="-122"/>
              </a:rPr>
              <a:t>C  </a:t>
            </a:r>
            <a:r>
              <a:rPr lang="zh-CN" altLang="en-US" sz="1400" b="1" dirty="0">
                <a:solidFill>
                  <a:prstClr val="black">
                    <a:lumMod val="85000"/>
                    <a:lumOff val="15000"/>
                  </a:prstClr>
                </a:solidFill>
                <a:latin typeface="微软雅黑" pitchFamily="34" charset="-122"/>
              </a:rPr>
              <a:t>图例三</a:t>
            </a:r>
            <a:endParaRPr lang="en-US" altLang="zh-CN" sz="1400" b="1" dirty="0">
              <a:solidFill>
                <a:prstClr val="black">
                  <a:lumMod val="85000"/>
                  <a:lumOff val="15000"/>
                </a:prstClr>
              </a:solidFill>
              <a:latin typeface="微软雅黑" pitchFamily="34" charset="-122"/>
            </a:endParaRPr>
          </a:p>
          <a:p>
            <a:pPr>
              <a:lnSpc>
                <a:spcPct val="120000"/>
              </a:lnSpc>
            </a:pPr>
            <a:r>
              <a:rPr lang="zh-CN" altLang="en-US" sz="1200" dirty="0">
                <a:solidFill>
                  <a:prstClr val="black">
                    <a:lumMod val="85000"/>
                    <a:lumOff val="15000"/>
                  </a:prstClr>
                </a:solidFill>
                <a:latin typeface="微软雅黑" pitchFamily="34" charset="-122"/>
              </a:rPr>
              <a:t>添加说明文字添加说明文字添加说明文字添加说明文字添加说明文字添加说明文字添加说明文字。</a:t>
            </a:r>
          </a:p>
        </p:txBody>
      </p:sp>
    </p:spTree>
    <p:extLst>
      <p:ext uri="{BB962C8B-B14F-4D97-AF65-F5344CB8AC3E}">
        <p14:creationId xmlns:p14="http://schemas.microsoft.com/office/powerpoint/2010/main" val="3294086464"/>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2" presetClass="entr" presetSubtype="4"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1000"/>
                                        <p:tgtEl>
                                          <p:spTgt spid="5"/>
                                        </p:tgtEl>
                                      </p:cBhvr>
                                    </p:animEffect>
                                  </p:childTnLst>
                                </p:cTn>
                              </p:par>
                            </p:childTnLst>
                          </p:cTn>
                        </p:par>
                        <p:par>
                          <p:cTn id="13" fill="hold">
                            <p:stCondLst>
                              <p:cond delay="1500"/>
                            </p:stCondLst>
                            <p:childTnLst>
                              <p:par>
                                <p:cTn id="14" presetID="22" presetClass="entr" presetSubtype="8"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1000"/>
                                        <p:tgtEl>
                                          <p:spTgt spid="7"/>
                                        </p:tgtEl>
                                      </p:cBhvr>
                                    </p:animEffect>
                                  </p:childTnLst>
                                </p:cTn>
                              </p:par>
                            </p:childTnLst>
                          </p:cTn>
                        </p:par>
                        <p:par>
                          <p:cTn id="17" fill="hold">
                            <p:stCondLst>
                              <p:cond delay="2500"/>
                            </p:stCondLst>
                            <p:childTnLst>
                              <p:par>
                                <p:cTn id="18" presetID="22" presetClass="entr" presetSubtype="8" fill="hold" grpId="0"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left)">
                                      <p:cBhvr>
                                        <p:cTn id="20" dur="1000"/>
                                        <p:tgtEl>
                                          <p:spTgt spid="8"/>
                                        </p:tgtEl>
                                      </p:cBhvr>
                                    </p:animEffect>
                                  </p:childTnLst>
                                </p:cTn>
                              </p:par>
                            </p:childTnLst>
                          </p:cTn>
                        </p:par>
                        <p:par>
                          <p:cTn id="21" fill="hold">
                            <p:stCondLst>
                              <p:cond delay="3500"/>
                            </p:stCondLst>
                            <p:childTnLst>
                              <p:par>
                                <p:cTn id="22" presetID="22" presetClass="entr" presetSubtype="8"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left)">
                                      <p:cBhvr>
                                        <p:cTn id="24"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P spid="6" grpId="0"/>
      <p:bldP spid="7" grpId="0"/>
      <p:bldP spid="8" grpId="0"/>
      <p:bldP spid="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3563888" y="1309653"/>
            <a:ext cx="3528392" cy="1569660"/>
          </a:xfrm>
          <a:prstGeom prst="rect">
            <a:avLst/>
          </a:prstGeom>
          <a:noFill/>
        </p:spPr>
        <p:txBody>
          <a:bodyPr wrap="square" rtlCol="0">
            <a:spAutoFit/>
          </a:bodyPr>
          <a:lstStyle/>
          <a:p>
            <a:r>
              <a:rPr lang="en-US" altLang="zh-CN" sz="9600" dirty="0">
                <a:solidFill>
                  <a:srgbClr val="054487"/>
                </a:solidFill>
                <a:latin typeface="Adobe Gothic Std B" pitchFamily="34" charset="-128"/>
                <a:ea typeface="Adobe Gothic Std B" pitchFamily="34" charset="-128"/>
              </a:rPr>
              <a:t>Part 4</a:t>
            </a:r>
            <a:endParaRPr lang="zh-CN" altLang="en-US" sz="9600" dirty="0">
              <a:solidFill>
                <a:srgbClr val="054487"/>
              </a:solidFill>
              <a:latin typeface="Adobe Gothic Std B" pitchFamily="34" charset="-128"/>
            </a:endParaRPr>
          </a:p>
        </p:txBody>
      </p:sp>
      <p:sp>
        <p:nvSpPr>
          <p:cNvPr id="9" name="Rectangle 22"/>
          <p:cNvSpPr>
            <a:spLocks noChangeArrowheads="1"/>
          </p:cNvSpPr>
          <p:nvPr/>
        </p:nvSpPr>
        <p:spPr bwMode="auto">
          <a:xfrm>
            <a:off x="3347864" y="2749356"/>
            <a:ext cx="4855073" cy="768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eaLnBrk="1" fontAlgn="base" hangingPunct="1">
              <a:lnSpc>
                <a:spcPct val="120000"/>
              </a:lnSpc>
              <a:buClrTx/>
              <a:buSzTx/>
            </a:pPr>
            <a:r>
              <a:rPr lang="zh-CN" altLang="en-US" sz="4000" b="1" dirty="0">
                <a:solidFill>
                  <a:srgbClr val="054487"/>
                </a:solidFill>
                <a:latin typeface="微软雅黑" pitchFamily="34" charset="-122"/>
                <a:ea typeface="微软雅黑" pitchFamily="34" charset="-122"/>
              </a:rPr>
              <a:t>明年工作展望计划</a:t>
            </a:r>
          </a:p>
        </p:txBody>
      </p:sp>
      <p:cxnSp>
        <p:nvCxnSpPr>
          <p:cNvPr id="13" name="直接连接符 12"/>
          <p:cNvCxnSpPr/>
          <p:nvPr/>
        </p:nvCxnSpPr>
        <p:spPr>
          <a:xfrm>
            <a:off x="3344910" y="2749356"/>
            <a:ext cx="4179418" cy="0"/>
          </a:xfrm>
          <a:prstGeom prst="line">
            <a:avLst/>
          </a:prstGeom>
          <a:ln w="12700">
            <a:solidFill>
              <a:srgbClr val="054487"/>
            </a:solidFill>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a:off x="1187624" y="1564129"/>
            <a:ext cx="1785621" cy="2016224"/>
            <a:chOff x="1187624" y="1564129"/>
            <a:chExt cx="1785621" cy="2016224"/>
          </a:xfrm>
        </p:grpSpPr>
        <p:grpSp>
          <p:nvGrpSpPr>
            <p:cNvPr id="7" name="组合 6"/>
            <p:cNvGrpSpPr/>
            <p:nvPr/>
          </p:nvGrpSpPr>
          <p:grpSpPr>
            <a:xfrm>
              <a:off x="1187624" y="1564129"/>
              <a:ext cx="1785621" cy="2016224"/>
              <a:chOff x="1187624" y="1774887"/>
              <a:chExt cx="1152128" cy="1300919"/>
            </a:xfrm>
          </p:grpSpPr>
          <p:grpSp>
            <p:nvGrpSpPr>
              <p:cNvPr id="2" name="组合 1"/>
              <p:cNvGrpSpPr/>
              <p:nvPr/>
            </p:nvGrpSpPr>
            <p:grpSpPr>
              <a:xfrm>
                <a:off x="1187624" y="1774887"/>
                <a:ext cx="1152128" cy="1300919"/>
                <a:chOff x="1259632" y="1419622"/>
                <a:chExt cx="1152128" cy="1300919"/>
              </a:xfrm>
            </p:grpSpPr>
            <p:sp>
              <p:nvSpPr>
                <p:cNvPr id="3" name="椭圆 2"/>
                <p:cNvSpPr/>
                <p:nvPr/>
              </p:nvSpPr>
              <p:spPr>
                <a:xfrm>
                  <a:off x="1259632" y="1419622"/>
                  <a:ext cx="1152128" cy="1152128"/>
                </a:xfrm>
                <a:prstGeom prst="ellipse">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椭圆 2"/>
                <p:cNvSpPr/>
                <p:nvPr/>
              </p:nvSpPr>
              <p:spPr>
                <a:xfrm rot="1761192">
                  <a:off x="1806317" y="1568413"/>
                  <a:ext cx="576064" cy="1152128"/>
                </a:xfrm>
                <a:custGeom>
                  <a:avLst/>
                  <a:gdLst/>
                  <a:ahLst/>
                  <a:cxnLst/>
                  <a:rect l="l" t="t" r="r" b="b"/>
                  <a:pathLst>
                    <a:path w="576064" h="1152128">
                      <a:moveTo>
                        <a:pt x="0" y="0"/>
                      </a:moveTo>
                      <a:cubicBezTo>
                        <a:pt x="318151" y="0"/>
                        <a:pt x="576064" y="257913"/>
                        <a:pt x="576064" y="576064"/>
                      </a:cubicBezTo>
                      <a:cubicBezTo>
                        <a:pt x="576064" y="894215"/>
                        <a:pt x="318151" y="1152128"/>
                        <a:pt x="0" y="1152128"/>
                      </a:cubicBezTo>
                      <a:close/>
                    </a:path>
                  </a:pathLst>
                </a:custGeom>
                <a:solidFill>
                  <a:srgbClr val="EAEAEA">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 name="TextBox 4"/>
              <p:cNvSpPr txBox="1"/>
              <p:nvPr/>
            </p:nvSpPr>
            <p:spPr>
              <a:xfrm>
                <a:off x="1434530" y="2496128"/>
                <a:ext cx="728783" cy="337595"/>
              </a:xfrm>
              <a:prstGeom prst="rect">
                <a:avLst/>
              </a:prstGeom>
              <a:noFill/>
            </p:spPr>
            <p:txBody>
              <a:bodyPr wrap="square" rtlCol="0">
                <a:spAutoFit/>
              </a:bodyPr>
              <a:lstStyle/>
              <a:p>
                <a:r>
                  <a:rPr lang="en-US" altLang="zh-CN" sz="2800" dirty="0">
                    <a:solidFill>
                      <a:schemeClr val="bg1"/>
                    </a:solidFill>
                  </a:rPr>
                  <a:t>about</a:t>
                </a:r>
                <a:endParaRPr lang="zh-CN" altLang="en-US" sz="2800" dirty="0">
                  <a:solidFill>
                    <a:schemeClr val="bg1"/>
                  </a:solidFill>
                </a:endParaRPr>
              </a:p>
            </p:txBody>
          </p:sp>
        </p:grpSp>
        <p:sp>
          <p:nvSpPr>
            <p:cNvPr id="12" name="Freeform 17"/>
            <p:cNvSpPr>
              <a:spLocks noEditPoints="1"/>
            </p:cNvSpPr>
            <p:nvPr/>
          </p:nvSpPr>
          <p:spPr bwMode="auto">
            <a:xfrm>
              <a:off x="1692785" y="1881566"/>
              <a:ext cx="788522" cy="867790"/>
            </a:xfrm>
            <a:custGeom>
              <a:avLst/>
              <a:gdLst>
                <a:gd name="T0" fmla="*/ 90709 w 387"/>
                <a:gd name="T1" fmla="*/ 50492 h 412"/>
                <a:gd name="T2" fmla="*/ 196148 w 387"/>
                <a:gd name="T3" fmla="*/ 36867 h 412"/>
                <a:gd name="T4" fmla="*/ 158159 w 387"/>
                <a:gd name="T5" fmla="*/ 22441 h 412"/>
                <a:gd name="T6" fmla="*/ 114743 w 387"/>
                <a:gd name="T7" fmla="*/ 22441 h 412"/>
                <a:gd name="T8" fmla="*/ 76754 w 387"/>
                <a:gd name="T9" fmla="*/ 36867 h 412"/>
                <a:gd name="T10" fmla="*/ 246542 w 387"/>
                <a:gd name="T11" fmla="*/ 286120 h 412"/>
                <a:gd name="T12" fmla="*/ 251194 w 387"/>
                <a:gd name="T13" fmla="*/ 276502 h 412"/>
                <a:gd name="T14" fmla="*/ 233362 w 387"/>
                <a:gd name="T15" fmla="*/ 214790 h 412"/>
                <a:gd name="T16" fmla="*/ 222508 w 387"/>
                <a:gd name="T17" fmla="*/ 214790 h 412"/>
                <a:gd name="T18" fmla="*/ 222508 w 387"/>
                <a:gd name="T19" fmla="*/ 262076 h 412"/>
                <a:gd name="T20" fmla="*/ 223283 w 387"/>
                <a:gd name="T21" fmla="*/ 262878 h 412"/>
                <a:gd name="T22" fmla="*/ 223283 w 387"/>
                <a:gd name="T23" fmla="*/ 264481 h 412"/>
                <a:gd name="T24" fmla="*/ 224059 w 387"/>
                <a:gd name="T25" fmla="*/ 265282 h 412"/>
                <a:gd name="T26" fmla="*/ 285307 w 387"/>
                <a:gd name="T27" fmla="*/ 217996 h 412"/>
                <a:gd name="T28" fmla="*/ 227935 w 387"/>
                <a:gd name="T29" fmla="*/ 186739 h 412"/>
                <a:gd name="T30" fmla="*/ 214755 w 387"/>
                <a:gd name="T31" fmla="*/ 329399 h 412"/>
                <a:gd name="T32" fmla="*/ 296161 w 387"/>
                <a:gd name="T33" fmla="*/ 271694 h 412"/>
                <a:gd name="T34" fmla="*/ 286082 w 387"/>
                <a:gd name="T35" fmla="*/ 270091 h 412"/>
                <a:gd name="T36" fmla="*/ 227935 w 387"/>
                <a:gd name="T37" fmla="*/ 318980 h 412"/>
                <a:gd name="T38" fmla="*/ 170564 w 387"/>
                <a:gd name="T39" fmla="*/ 246849 h 412"/>
                <a:gd name="T40" fmla="*/ 238789 w 387"/>
                <a:gd name="T41" fmla="*/ 198761 h 412"/>
                <a:gd name="T42" fmla="*/ 286082 w 387"/>
                <a:gd name="T43" fmla="*/ 270091 h 412"/>
                <a:gd name="T44" fmla="*/ 100788 w 387"/>
                <a:gd name="T45" fmla="*/ 269289 h 412"/>
                <a:gd name="T46" fmla="*/ 171339 w 387"/>
                <a:gd name="T47" fmla="*/ 196357 h 412"/>
                <a:gd name="T48" fmla="*/ 186069 w 387"/>
                <a:gd name="T49" fmla="*/ 185136 h 412"/>
                <a:gd name="T50" fmla="*/ 258947 w 387"/>
                <a:gd name="T51" fmla="*/ 112204 h 412"/>
                <a:gd name="T52" fmla="*/ 262048 w 387"/>
                <a:gd name="T53" fmla="*/ 181129 h 412"/>
                <a:gd name="T54" fmla="*/ 272902 w 387"/>
                <a:gd name="T55" fmla="*/ 185136 h 412"/>
                <a:gd name="T56" fmla="*/ 272902 w 387"/>
                <a:gd name="T57" fmla="*/ 76138 h 412"/>
                <a:gd name="T58" fmla="*/ 14730 w 387"/>
                <a:gd name="T59" fmla="*/ 61712 h 412"/>
                <a:gd name="T60" fmla="*/ 0 w 387"/>
                <a:gd name="T61" fmla="*/ 115410 h 412"/>
                <a:gd name="T62" fmla="*/ 0 w 387"/>
                <a:gd name="T63" fmla="*/ 196357 h 412"/>
                <a:gd name="T64" fmla="*/ 0 w 387"/>
                <a:gd name="T65" fmla="*/ 274900 h 412"/>
                <a:gd name="T66" fmla="*/ 151181 w 387"/>
                <a:gd name="T67" fmla="*/ 289326 h 412"/>
                <a:gd name="T68" fmla="*/ 11629 w 387"/>
                <a:gd name="T69" fmla="*/ 115410 h 412"/>
                <a:gd name="T70" fmla="*/ 14730 w 387"/>
                <a:gd name="T71" fmla="*/ 112204 h 412"/>
                <a:gd name="T72" fmla="*/ 89158 w 387"/>
                <a:gd name="T73" fmla="*/ 185136 h 412"/>
                <a:gd name="T74" fmla="*/ 11629 w 387"/>
                <a:gd name="T75" fmla="*/ 115410 h 412"/>
                <a:gd name="T76" fmla="*/ 89158 w 387"/>
                <a:gd name="T77" fmla="*/ 196357 h 412"/>
                <a:gd name="T78" fmla="*/ 14730 w 387"/>
                <a:gd name="T79" fmla="*/ 269289 h 412"/>
                <a:gd name="T80" fmla="*/ 11629 w 387"/>
                <a:gd name="T81" fmla="*/ 196357 h 412"/>
                <a:gd name="T82" fmla="*/ 100788 w 387"/>
                <a:gd name="T83" fmla="*/ 185136 h 412"/>
                <a:gd name="T84" fmla="*/ 100788 w 387"/>
                <a:gd name="T85" fmla="*/ 112204 h 412"/>
                <a:gd name="T86" fmla="*/ 175215 w 387"/>
                <a:gd name="T87" fmla="*/ 185136 h 412"/>
                <a:gd name="T88" fmla="*/ 180642 w 387"/>
                <a:gd name="T89" fmla="*/ 76138 h 412"/>
                <a:gd name="T90" fmla="*/ 190721 w 387"/>
                <a:gd name="T91" fmla="*/ 85756 h 412"/>
                <a:gd name="T92" fmla="*/ 171339 w 387"/>
                <a:gd name="T93" fmla="*/ 85756 h 412"/>
                <a:gd name="T94" fmla="*/ 95361 w 387"/>
                <a:gd name="T95" fmla="*/ 76138 h 412"/>
                <a:gd name="T96" fmla="*/ 104664 w 387"/>
                <a:gd name="T97" fmla="*/ 85756 h 412"/>
                <a:gd name="T98" fmla="*/ 85282 w 387"/>
                <a:gd name="T99" fmla="*/ 85756 h 412"/>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387" h="412">
                  <a:moveTo>
                    <a:pt x="99" y="46"/>
                  </a:moveTo>
                  <a:cubicBezTo>
                    <a:pt x="99" y="55"/>
                    <a:pt x="107" y="63"/>
                    <a:pt x="117" y="63"/>
                  </a:cubicBezTo>
                  <a:lnTo>
                    <a:pt x="236" y="63"/>
                  </a:lnTo>
                  <a:cubicBezTo>
                    <a:pt x="246" y="63"/>
                    <a:pt x="253" y="55"/>
                    <a:pt x="253" y="46"/>
                  </a:cubicBezTo>
                  <a:cubicBezTo>
                    <a:pt x="253" y="36"/>
                    <a:pt x="246" y="28"/>
                    <a:pt x="236" y="28"/>
                  </a:cubicBezTo>
                  <a:lnTo>
                    <a:pt x="204" y="28"/>
                  </a:lnTo>
                  <a:cubicBezTo>
                    <a:pt x="204" y="13"/>
                    <a:pt x="192" y="0"/>
                    <a:pt x="176" y="0"/>
                  </a:cubicBezTo>
                  <a:cubicBezTo>
                    <a:pt x="161" y="0"/>
                    <a:pt x="148" y="13"/>
                    <a:pt x="148" y="28"/>
                  </a:cubicBezTo>
                  <a:lnTo>
                    <a:pt x="117" y="28"/>
                  </a:lnTo>
                  <a:cubicBezTo>
                    <a:pt x="107" y="28"/>
                    <a:pt x="99" y="36"/>
                    <a:pt x="99" y="46"/>
                  </a:cubicBezTo>
                  <a:close/>
                  <a:moveTo>
                    <a:pt x="313" y="355"/>
                  </a:moveTo>
                  <a:cubicBezTo>
                    <a:pt x="315" y="356"/>
                    <a:pt x="317" y="357"/>
                    <a:pt x="318" y="357"/>
                  </a:cubicBezTo>
                  <a:cubicBezTo>
                    <a:pt x="320" y="357"/>
                    <a:pt x="322" y="356"/>
                    <a:pt x="324" y="355"/>
                  </a:cubicBezTo>
                  <a:cubicBezTo>
                    <a:pt x="326" y="352"/>
                    <a:pt x="326" y="348"/>
                    <a:pt x="324" y="345"/>
                  </a:cubicBezTo>
                  <a:lnTo>
                    <a:pt x="301" y="323"/>
                  </a:lnTo>
                  <a:lnTo>
                    <a:pt x="301" y="268"/>
                  </a:lnTo>
                  <a:cubicBezTo>
                    <a:pt x="301" y="264"/>
                    <a:pt x="298" y="260"/>
                    <a:pt x="294" y="260"/>
                  </a:cubicBezTo>
                  <a:cubicBezTo>
                    <a:pt x="290" y="260"/>
                    <a:pt x="287" y="264"/>
                    <a:pt x="287" y="268"/>
                  </a:cubicBezTo>
                  <a:lnTo>
                    <a:pt x="287" y="326"/>
                  </a:lnTo>
                  <a:cubicBezTo>
                    <a:pt x="287" y="326"/>
                    <a:pt x="287" y="327"/>
                    <a:pt x="287" y="327"/>
                  </a:cubicBezTo>
                  <a:cubicBezTo>
                    <a:pt x="287" y="327"/>
                    <a:pt x="287" y="327"/>
                    <a:pt x="287" y="328"/>
                  </a:cubicBezTo>
                  <a:cubicBezTo>
                    <a:pt x="287" y="328"/>
                    <a:pt x="287" y="328"/>
                    <a:pt x="288" y="328"/>
                  </a:cubicBezTo>
                  <a:cubicBezTo>
                    <a:pt x="288" y="329"/>
                    <a:pt x="288" y="329"/>
                    <a:pt x="288" y="329"/>
                  </a:cubicBezTo>
                  <a:cubicBezTo>
                    <a:pt x="288" y="329"/>
                    <a:pt x="288" y="329"/>
                    <a:pt x="288" y="330"/>
                  </a:cubicBezTo>
                  <a:cubicBezTo>
                    <a:pt x="288" y="330"/>
                    <a:pt x="289" y="330"/>
                    <a:pt x="289" y="331"/>
                  </a:cubicBezTo>
                  <a:cubicBezTo>
                    <a:pt x="289" y="331"/>
                    <a:pt x="289" y="331"/>
                    <a:pt x="289" y="331"/>
                  </a:cubicBezTo>
                  <a:lnTo>
                    <a:pt x="313" y="355"/>
                  </a:lnTo>
                  <a:close/>
                  <a:moveTo>
                    <a:pt x="368" y="272"/>
                  </a:moveTo>
                  <a:cubicBezTo>
                    <a:pt x="355" y="252"/>
                    <a:pt x="335" y="239"/>
                    <a:pt x="311" y="234"/>
                  </a:cubicBezTo>
                  <a:cubicBezTo>
                    <a:pt x="305" y="233"/>
                    <a:pt x="300" y="233"/>
                    <a:pt x="294" y="233"/>
                  </a:cubicBezTo>
                  <a:cubicBezTo>
                    <a:pt x="251" y="233"/>
                    <a:pt x="214" y="264"/>
                    <a:pt x="206" y="306"/>
                  </a:cubicBezTo>
                  <a:cubicBezTo>
                    <a:pt x="197" y="354"/>
                    <a:pt x="229" y="401"/>
                    <a:pt x="277" y="411"/>
                  </a:cubicBezTo>
                  <a:cubicBezTo>
                    <a:pt x="283" y="412"/>
                    <a:pt x="289" y="412"/>
                    <a:pt x="294" y="412"/>
                  </a:cubicBezTo>
                  <a:cubicBezTo>
                    <a:pt x="337" y="412"/>
                    <a:pt x="374" y="382"/>
                    <a:pt x="382" y="339"/>
                  </a:cubicBezTo>
                  <a:cubicBezTo>
                    <a:pt x="387" y="316"/>
                    <a:pt x="382" y="292"/>
                    <a:pt x="368" y="272"/>
                  </a:cubicBezTo>
                  <a:close/>
                  <a:moveTo>
                    <a:pt x="369" y="337"/>
                  </a:moveTo>
                  <a:lnTo>
                    <a:pt x="369" y="337"/>
                  </a:lnTo>
                  <a:cubicBezTo>
                    <a:pt x="362" y="372"/>
                    <a:pt x="330" y="398"/>
                    <a:pt x="294" y="398"/>
                  </a:cubicBezTo>
                  <a:cubicBezTo>
                    <a:pt x="289" y="398"/>
                    <a:pt x="285" y="398"/>
                    <a:pt x="280" y="397"/>
                  </a:cubicBezTo>
                  <a:cubicBezTo>
                    <a:pt x="239" y="389"/>
                    <a:pt x="212" y="349"/>
                    <a:pt x="220" y="308"/>
                  </a:cubicBezTo>
                  <a:cubicBezTo>
                    <a:pt x="227" y="273"/>
                    <a:pt x="258" y="247"/>
                    <a:pt x="294" y="247"/>
                  </a:cubicBezTo>
                  <a:cubicBezTo>
                    <a:pt x="299" y="247"/>
                    <a:pt x="304" y="247"/>
                    <a:pt x="308" y="248"/>
                  </a:cubicBezTo>
                  <a:cubicBezTo>
                    <a:pt x="328" y="252"/>
                    <a:pt x="345" y="263"/>
                    <a:pt x="357" y="280"/>
                  </a:cubicBezTo>
                  <a:cubicBezTo>
                    <a:pt x="368" y="297"/>
                    <a:pt x="372" y="317"/>
                    <a:pt x="369" y="337"/>
                  </a:cubicBezTo>
                  <a:close/>
                  <a:moveTo>
                    <a:pt x="189" y="336"/>
                  </a:moveTo>
                  <a:lnTo>
                    <a:pt x="130" y="336"/>
                  </a:lnTo>
                  <a:lnTo>
                    <a:pt x="130" y="245"/>
                  </a:lnTo>
                  <a:lnTo>
                    <a:pt x="221" y="245"/>
                  </a:lnTo>
                  <a:cubicBezTo>
                    <a:pt x="227" y="240"/>
                    <a:pt x="234" y="235"/>
                    <a:pt x="241" y="231"/>
                  </a:cubicBezTo>
                  <a:lnTo>
                    <a:pt x="240" y="231"/>
                  </a:lnTo>
                  <a:lnTo>
                    <a:pt x="240" y="140"/>
                  </a:lnTo>
                  <a:lnTo>
                    <a:pt x="334" y="140"/>
                  </a:lnTo>
                  <a:cubicBezTo>
                    <a:pt x="336" y="140"/>
                    <a:pt x="338" y="142"/>
                    <a:pt x="338" y="144"/>
                  </a:cubicBezTo>
                  <a:lnTo>
                    <a:pt x="338" y="226"/>
                  </a:lnTo>
                  <a:cubicBezTo>
                    <a:pt x="343" y="228"/>
                    <a:pt x="348" y="231"/>
                    <a:pt x="352" y="234"/>
                  </a:cubicBezTo>
                  <a:lnTo>
                    <a:pt x="352" y="231"/>
                  </a:lnTo>
                  <a:lnTo>
                    <a:pt x="352" y="144"/>
                  </a:lnTo>
                  <a:lnTo>
                    <a:pt x="352" y="95"/>
                  </a:lnTo>
                  <a:cubicBezTo>
                    <a:pt x="352" y="85"/>
                    <a:pt x="344" y="77"/>
                    <a:pt x="334" y="77"/>
                  </a:cubicBezTo>
                  <a:lnTo>
                    <a:pt x="19" y="77"/>
                  </a:lnTo>
                  <a:cubicBezTo>
                    <a:pt x="8" y="77"/>
                    <a:pt x="0" y="85"/>
                    <a:pt x="0" y="95"/>
                  </a:cubicBezTo>
                  <a:lnTo>
                    <a:pt x="0" y="144"/>
                  </a:lnTo>
                  <a:lnTo>
                    <a:pt x="0" y="231"/>
                  </a:lnTo>
                  <a:lnTo>
                    <a:pt x="0" y="245"/>
                  </a:lnTo>
                  <a:lnTo>
                    <a:pt x="0" y="332"/>
                  </a:lnTo>
                  <a:lnTo>
                    <a:pt x="0" y="343"/>
                  </a:lnTo>
                  <a:cubicBezTo>
                    <a:pt x="0" y="353"/>
                    <a:pt x="8" y="361"/>
                    <a:pt x="19" y="361"/>
                  </a:cubicBezTo>
                  <a:lnTo>
                    <a:pt x="195" y="361"/>
                  </a:lnTo>
                  <a:cubicBezTo>
                    <a:pt x="192" y="353"/>
                    <a:pt x="190" y="345"/>
                    <a:pt x="189" y="336"/>
                  </a:cubicBezTo>
                  <a:close/>
                  <a:moveTo>
                    <a:pt x="15" y="144"/>
                  </a:moveTo>
                  <a:lnTo>
                    <a:pt x="15" y="144"/>
                  </a:lnTo>
                  <a:cubicBezTo>
                    <a:pt x="15" y="142"/>
                    <a:pt x="16" y="140"/>
                    <a:pt x="19" y="140"/>
                  </a:cubicBezTo>
                  <a:lnTo>
                    <a:pt x="115" y="140"/>
                  </a:lnTo>
                  <a:lnTo>
                    <a:pt x="115" y="231"/>
                  </a:lnTo>
                  <a:lnTo>
                    <a:pt x="15" y="231"/>
                  </a:lnTo>
                  <a:lnTo>
                    <a:pt x="15" y="144"/>
                  </a:lnTo>
                  <a:close/>
                  <a:moveTo>
                    <a:pt x="115" y="245"/>
                  </a:moveTo>
                  <a:lnTo>
                    <a:pt x="115" y="245"/>
                  </a:lnTo>
                  <a:lnTo>
                    <a:pt x="115" y="336"/>
                  </a:lnTo>
                  <a:lnTo>
                    <a:pt x="19" y="336"/>
                  </a:lnTo>
                  <a:cubicBezTo>
                    <a:pt x="16" y="336"/>
                    <a:pt x="15" y="334"/>
                    <a:pt x="15" y="332"/>
                  </a:cubicBezTo>
                  <a:lnTo>
                    <a:pt x="15" y="245"/>
                  </a:lnTo>
                  <a:lnTo>
                    <a:pt x="115" y="245"/>
                  </a:lnTo>
                  <a:close/>
                  <a:moveTo>
                    <a:pt x="130" y="231"/>
                  </a:moveTo>
                  <a:lnTo>
                    <a:pt x="130" y="231"/>
                  </a:lnTo>
                  <a:lnTo>
                    <a:pt x="130" y="140"/>
                  </a:lnTo>
                  <a:lnTo>
                    <a:pt x="226" y="140"/>
                  </a:lnTo>
                  <a:lnTo>
                    <a:pt x="226" y="231"/>
                  </a:lnTo>
                  <a:lnTo>
                    <a:pt x="130" y="231"/>
                  </a:lnTo>
                  <a:close/>
                  <a:moveTo>
                    <a:pt x="233" y="95"/>
                  </a:moveTo>
                  <a:lnTo>
                    <a:pt x="233" y="95"/>
                  </a:lnTo>
                  <a:cubicBezTo>
                    <a:pt x="240" y="95"/>
                    <a:pt x="246" y="101"/>
                    <a:pt x="246" y="107"/>
                  </a:cubicBezTo>
                  <a:cubicBezTo>
                    <a:pt x="246" y="114"/>
                    <a:pt x="240" y="120"/>
                    <a:pt x="233" y="120"/>
                  </a:cubicBezTo>
                  <a:cubicBezTo>
                    <a:pt x="226" y="120"/>
                    <a:pt x="221" y="114"/>
                    <a:pt x="221" y="107"/>
                  </a:cubicBezTo>
                  <a:cubicBezTo>
                    <a:pt x="221" y="101"/>
                    <a:pt x="226" y="95"/>
                    <a:pt x="233" y="95"/>
                  </a:cubicBezTo>
                  <a:close/>
                  <a:moveTo>
                    <a:pt x="123" y="95"/>
                  </a:moveTo>
                  <a:lnTo>
                    <a:pt x="123" y="95"/>
                  </a:lnTo>
                  <a:cubicBezTo>
                    <a:pt x="129" y="95"/>
                    <a:pt x="135" y="101"/>
                    <a:pt x="135" y="107"/>
                  </a:cubicBezTo>
                  <a:cubicBezTo>
                    <a:pt x="135" y="114"/>
                    <a:pt x="129" y="120"/>
                    <a:pt x="123" y="120"/>
                  </a:cubicBezTo>
                  <a:cubicBezTo>
                    <a:pt x="116" y="120"/>
                    <a:pt x="110" y="114"/>
                    <a:pt x="110" y="107"/>
                  </a:cubicBezTo>
                  <a:cubicBezTo>
                    <a:pt x="110" y="101"/>
                    <a:pt x="116" y="95"/>
                    <a:pt x="123" y="9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Tree>
    <p:extLst>
      <p:ext uri="{BB962C8B-B14F-4D97-AF65-F5344CB8AC3E}">
        <p14:creationId xmlns:p14="http://schemas.microsoft.com/office/powerpoint/2010/main" val="634700025"/>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6"/>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22" presetClass="entr" presetSubtype="8" fill="hold"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wipe(left)">
                                      <p:cBhvr>
                                        <p:cTn id="14" dur="500"/>
                                        <p:tgtEl>
                                          <p:spTgt spid="13"/>
                                        </p:tgtEl>
                                      </p:cBhvr>
                                    </p:animEffect>
                                  </p:childTnLst>
                                </p:cTn>
                              </p:par>
                            </p:childTnLst>
                          </p:cTn>
                        </p:par>
                        <p:par>
                          <p:cTn id="15" fill="hold">
                            <p:stCondLst>
                              <p:cond delay="1500"/>
                            </p:stCondLst>
                            <p:childTnLst>
                              <p:par>
                                <p:cTn id="16" presetID="42" presetClass="entr" presetSubtype="0" fill="hold" grpId="0"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1000"/>
                                        <p:tgtEl>
                                          <p:spTgt spid="8"/>
                                        </p:tgtEl>
                                      </p:cBhvr>
                                    </p:animEffect>
                                    <p:anim calcmode="lin" valueType="num">
                                      <p:cBhvr>
                                        <p:cTn id="19" dur="1000" fill="hold"/>
                                        <p:tgtEl>
                                          <p:spTgt spid="8"/>
                                        </p:tgtEl>
                                        <p:attrNameLst>
                                          <p:attrName>ppt_x</p:attrName>
                                        </p:attrNameLst>
                                      </p:cBhvr>
                                      <p:tavLst>
                                        <p:tav tm="0">
                                          <p:val>
                                            <p:strVal val="#ppt_x"/>
                                          </p:val>
                                        </p:tav>
                                        <p:tav tm="100000">
                                          <p:val>
                                            <p:strVal val="#ppt_x"/>
                                          </p:val>
                                        </p:tav>
                                      </p:tavLst>
                                    </p:anim>
                                    <p:anim calcmode="lin" valueType="num">
                                      <p:cBhvr>
                                        <p:cTn id="20" dur="1000" fill="hold"/>
                                        <p:tgtEl>
                                          <p:spTgt spid="8"/>
                                        </p:tgtEl>
                                        <p:attrNameLst>
                                          <p:attrName>ppt_y</p:attrName>
                                        </p:attrNameLst>
                                      </p:cBhvr>
                                      <p:tavLst>
                                        <p:tav tm="0">
                                          <p:val>
                                            <p:strVal val="#ppt_y+.1"/>
                                          </p:val>
                                        </p:tav>
                                        <p:tav tm="100000">
                                          <p:val>
                                            <p:strVal val="#ppt_y"/>
                                          </p:val>
                                        </p:tav>
                                      </p:tavLst>
                                    </p:anim>
                                  </p:childTnLst>
                                </p:cTn>
                              </p:par>
                              <p:par>
                                <p:cTn id="21" presetID="47"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1000"/>
                                        <p:tgtEl>
                                          <p:spTgt spid="9"/>
                                        </p:tgtEl>
                                      </p:cBhvr>
                                    </p:animEffect>
                                    <p:anim calcmode="lin" valueType="num">
                                      <p:cBhvr>
                                        <p:cTn id="24" dur="1000" fill="hold"/>
                                        <p:tgtEl>
                                          <p:spTgt spid="9"/>
                                        </p:tgtEl>
                                        <p:attrNameLst>
                                          <p:attrName>ppt_x</p:attrName>
                                        </p:attrNameLst>
                                      </p:cBhvr>
                                      <p:tavLst>
                                        <p:tav tm="0">
                                          <p:val>
                                            <p:strVal val="#ppt_x"/>
                                          </p:val>
                                        </p:tav>
                                        <p:tav tm="100000">
                                          <p:val>
                                            <p:strVal val="#ppt_x"/>
                                          </p:val>
                                        </p:tav>
                                      </p:tavLst>
                                    </p:anim>
                                    <p:anim calcmode="lin" valueType="num">
                                      <p:cBhvr>
                                        <p:cTn id="25"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95486"/>
            <a:ext cx="611560" cy="369332"/>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3"/>
          <p:cNvSpPr txBox="1"/>
          <p:nvPr/>
        </p:nvSpPr>
        <p:spPr>
          <a:xfrm>
            <a:off x="683568" y="195486"/>
            <a:ext cx="3816424" cy="646331"/>
          </a:xfrm>
          <a:prstGeom prst="rect">
            <a:avLst/>
          </a:prstGeom>
          <a:noFill/>
        </p:spPr>
        <p:txBody>
          <a:bodyPr wrap="square" rtlCol="0">
            <a:spAutoFit/>
          </a:bodyPr>
          <a:lstStyle/>
          <a:p>
            <a:r>
              <a:rPr lang="zh-CN" altLang="en-US" dirty="0">
                <a:solidFill>
                  <a:srgbClr val="054487"/>
                </a:solidFill>
                <a:latin typeface="微软雅黑" pitchFamily="34" charset="-122"/>
                <a:ea typeface="微软雅黑" pitchFamily="34" charset="-122"/>
              </a:rPr>
              <a:t>输入你的标题 </a:t>
            </a:r>
            <a:r>
              <a:rPr lang="en-US" altLang="zh-CN" dirty="0">
                <a:solidFill>
                  <a:srgbClr val="054487"/>
                </a:solidFill>
                <a:latin typeface="微软雅黑" pitchFamily="34" charset="-122"/>
                <a:ea typeface="微软雅黑" pitchFamily="34" charset="-122"/>
              </a:rPr>
              <a:t>/Add your title</a:t>
            </a:r>
            <a:endParaRPr lang="zh-CN" altLang="en-US" dirty="0">
              <a:solidFill>
                <a:srgbClr val="054487"/>
              </a:solidFill>
              <a:latin typeface="微软雅黑" pitchFamily="34" charset="-122"/>
              <a:ea typeface="微软雅黑" pitchFamily="34" charset="-122"/>
            </a:endParaRPr>
          </a:p>
          <a:p>
            <a:endParaRPr lang="zh-CN" altLang="en-US" dirty="0">
              <a:solidFill>
                <a:srgbClr val="F46970"/>
              </a:solidFill>
              <a:latin typeface="微软雅黑" pitchFamily="34" charset="-122"/>
              <a:ea typeface="微软雅黑" pitchFamily="34" charset="-122"/>
            </a:endParaRPr>
          </a:p>
        </p:txBody>
      </p:sp>
      <p:grpSp>
        <p:nvGrpSpPr>
          <p:cNvPr id="5" name="组合 4"/>
          <p:cNvGrpSpPr/>
          <p:nvPr/>
        </p:nvGrpSpPr>
        <p:grpSpPr>
          <a:xfrm rot="11762387">
            <a:off x="538249" y="1329371"/>
            <a:ext cx="1666387" cy="1666328"/>
            <a:chOff x="3779912" y="699542"/>
            <a:chExt cx="2088232" cy="2088232"/>
          </a:xfrm>
        </p:grpSpPr>
        <p:sp>
          <p:nvSpPr>
            <p:cNvPr id="6" name="同心圆 5"/>
            <p:cNvSpPr/>
            <p:nvPr/>
          </p:nvSpPr>
          <p:spPr>
            <a:xfrm>
              <a:off x="3780028" y="699658"/>
              <a:ext cx="2088000" cy="2088000"/>
            </a:xfrm>
            <a:prstGeom prst="donut">
              <a:avLst>
                <a:gd name="adj" fmla="val 15963"/>
              </a:avLst>
            </a:prstGeom>
            <a:solidFill>
              <a:sysClr val="window" lastClr="FFFFFF">
                <a:lumMod val="75000"/>
              </a:sys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a:cs typeface="+mn-cs"/>
              </a:endParaRPr>
            </a:p>
          </p:txBody>
        </p:sp>
        <p:sp>
          <p:nvSpPr>
            <p:cNvPr id="7" name="空心弧 6"/>
            <p:cNvSpPr/>
            <p:nvPr/>
          </p:nvSpPr>
          <p:spPr>
            <a:xfrm>
              <a:off x="3779912" y="699542"/>
              <a:ext cx="2088232" cy="2088232"/>
            </a:xfrm>
            <a:prstGeom prst="blockArc">
              <a:avLst>
                <a:gd name="adj1" fmla="val 4655426"/>
                <a:gd name="adj2" fmla="val 70197"/>
                <a:gd name="adj3" fmla="val 15957"/>
              </a:avLst>
            </a:prstGeom>
            <a:solidFill>
              <a:srgbClr val="054487"/>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a:cs typeface="+mn-cs"/>
              </a:endParaRPr>
            </a:p>
          </p:txBody>
        </p:sp>
      </p:grpSp>
      <p:grpSp>
        <p:nvGrpSpPr>
          <p:cNvPr id="8" name="组合 7"/>
          <p:cNvGrpSpPr/>
          <p:nvPr/>
        </p:nvGrpSpPr>
        <p:grpSpPr>
          <a:xfrm rot="11762387">
            <a:off x="2698489" y="1329371"/>
            <a:ext cx="1666387" cy="1666328"/>
            <a:chOff x="3779912" y="699542"/>
            <a:chExt cx="2088232" cy="2088232"/>
          </a:xfrm>
        </p:grpSpPr>
        <p:sp>
          <p:nvSpPr>
            <p:cNvPr id="9" name="同心圆 8"/>
            <p:cNvSpPr/>
            <p:nvPr/>
          </p:nvSpPr>
          <p:spPr>
            <a:xfrm>
              <a:off x="3780028" y="699658"/>
              <a:ext cx="2088000" cy="2088000"/>
            </a:xfrm>
            <a:prstGeom prst="donut">
              <a:avLst>
                <a:gd name="adj" fmla="val 15963"/>
              </a:avLst>
            </a:prstGeom>
            <a:solidFill>
              <a:sysClr val="window" lastClr="FFFFFF">
                <a:lumMod val="75000"/>
              </a:sys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a:cs typeface="+mn-cs"/>
              </a:endParaRPr>
            </a:p>
          </p:txBody>
        </p:sp>
        <p:sp>
          <p:nvSpPr>
            <p:cNvPr id="10" name="空心弧 9"/>
            <p:cNvSpPr/>
            <p:nvPr/>
          </p:nvSpPr>
          <p:spPr>
            <a:xfrm rot="20637613">
              <a:off x="3779912" y="699542"/>
              <a:ext cx="2088232" cy="2088232"/>
            </a:xfrm>
            <a:prstGeom prst="blockArc">
              <a:avLst>
                <a:gd name="adj1" fmla="val 7356113"/>
                <a:gd name="adj2" fmla="val 70197"/>
                <a:gd name="adj3" fmla="val 15957"/>
              </a:avLst>
            </a:prstGeom>
            <a:solidFill>
              <a:srgbClr val="054487"/>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a:cs typeface="+mn-cs"/>
              </a:endParaRPr>
            </a:p>
          </p:txBody>
        </p:sp>
      </p:grpSp>
      <p:grpSp>
        <p:nvGrpSpPr>
          <p:cNvPr id="11" name="组合 10"/>
          <p:cNvGrpSpPr/>
          <p:nvPr/>
        </p:nvGrpSpPr>
        <p:grpSpPr>
          <a:xfrm rot="11762387">
            <a:off x="4858729" y="1329371"/>
            <a:ext cx="1666387" cy="1666328"/>
            <a:chOff x="3779912" y="699542"/>
            <a:chExt cx="2088232" cy="2088232"/>
          </a:xfrm>
        </p:grpSpPr>
        <p:sp>
          <p:nvSpPr>
            <p:cNvPr id="12" name="同心圆 11"/>
            <p:cNvSpPr/>
            <p:nvPr/>
          </p:nvSpPr>
          <p:spPr>
            <a:xfrm>
              <a:off x="3780028" y="699658"/>
              <a:ext cx="2088000" cy="2088000"/>
            </a:xfrm>
            <a:prstGeom prst="donut">
              <a:avLst>
                <a:gd name="adj" fmla="val 15963"/>
              </a:avLst>
            </a:prstGeom>
            <a:solidFill>
              <a:sysClr val="window" lastClr="FFFFFF">
                <a:lumMod val="75000"/>
              </a:sys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a:cs typeface="+mn-cs"/>
              </a:endParaRPr>
            </a:p>
          </p:txBody>
        </p:sp>
        <p:sp>
          <p:nvSpPr>
            <p:cNvPr id="13" name="空心弧 12"/>
            <p:cNvSpPr/>
            <p:nvPr/>
          </p:nvSpPr>
          <p:spPr>
            <a:xfrm rot="19917613">
              <a:off x="3779912" y="699542"/>
              <a:ext cx="2088232" cy="2088232"/>
            </a:xfrm>
            <a:prstGeom prst="blockArc">
              <a:avLst>
                <a:gd name="adj1" fmla="val 8682750"/>
                <a:gd name="adj2" fmla="val 70197"/>
                <a:gd name="adj3" fmla="val 15957"/>
              </a:avLst>
            </a:prstGeom>
            <a:solidFill>
              <a:srgbClr val="054487"/>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a:cs typeface="+mn-cs"/>
              </a:endParaRPr>
            </a:p>
          </p:txBody>
        </p:sp>
      </p:grpSp>
      <p:grpSp>
        <p:nvGrpSpPr>
          <p:cNvPr id="14" name="组合 13"/>
          <p:cNvGrpSpPr/>
          <p:nvPr/>
        </p:nvGrpSpPr>
        <p:grpSpPr>
          <a:xfrm rot="11762387">
            <a:off x="7018969" y="1329371"/>
            <a:ext cx="1666387" cy="1666328"/>
            <a:chOff x="3779912" y="699542"/>
            <a:chExt cx="2088232" cy="2088232"/>
          </a:xfrm>
        </p:grpSpPr>
        <p:sp>
          <p:nvSpPr>
            <p:cNvPr id="15" name="同心圆 14"/>
            <p:cNvSpPr/>
            <p:nvPr/>
          </p:nvSpPr>
          <p:spPr>
            <a:xfrm>
              <a:off x="3780028" y="699658"/>
              <a:ext cx="2088000" cy="2088000"/>
            </a:xfrm>
            <a:prstGeom prst="donut">
              <a:avLst>
                <a:gd name="adj" fmla="val 15963"/>
              </a:avLst>
            </a:prstGeom>
            <a:solidFill>
              <a:sysClr val="window" lastClr="FFFFFF">
                <a:lumMod val="75000"/>
              </a:sys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a:cs typeface="+mn-cs"/>
              </a:endParaRPr>
            </a:p>
          </p:txBody>
        </p:sp>
        <p:sp>
          <p:nvSpPr>
            <p:cNvPr id="16" name="空心弧 15"/>
            <p:cNvSpPr/>
            <p:nvPr/>
          </p:nvSpPr>
          <p:spPr>
            <a:xfrm rot="20397613">
              <a:off x="3779912" y="699542"/>
              <a:ext cx="2088232" cy="2088232"/>
            </a:xfrm>
            <a:prstGeom prst="blockArc">
              <a:avLst>
                <a:gd name="adj1" fmla="val 10875196"/>
                <a:gd name="adj2" fmla="val 70197"/>
                <a:gd name="adj3" fmla="val 15957"/>
              </a:avLst>
            </a:prstGeom>
            <a:solidFill>
              <a:srgbClr val="054487"/>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a:cs typeface="+mn-cs"/>
              </a:endParaRPr>
            </a:p>
          </p:txBody>
        </p:sp>
      </p:grpSp>
      <p:sp>
        <p:nvSpPr>
          <p:cNvPr id="17" name="TextBox 16"/>
          <p:cNvSpPr txBox="1"/>
          <p:nvPr/>
        </p:nvSpPr>
        <p:spPr>
          <a:xfrm>
            <a:off x="883775" y="1982354"/>
            <a:ext cx="1009237" cy="436327"/>
          </a:xfrm>
          <a:prstGeom prst="rect">
            <a:avLst/>
          </a:prstGeom>
          <a:noFill/>
        </p:spPr>
        <p:txBody>
          <a:bodyPr wrap="square" lIns="98565" tIns="49282" rIns="98565" bIns="49282" rtlCol="0">
            <a:spAutoFit/>
          </a:bodyPr>
          <a:lstStyle/>
          <a:p>
            <a:pPr algn="ctr"/>
            <a:r>
              <a:rPr lang="en-US" altLang="zh-CN" sz="2100" b="1" dirty="0">
                <a:solidFill>
                  <a:prstClr val="black"/>
                </a:solidFill>
                <a:latin typeface="Arial Unicode MS" pitchFamily="34" charset="-122"/>
                <a:ea typeface="Arial Unicode MS" pitchFamily="34" charset="-122"/>
                <a:cs typeface="Arial Unicode MS" pitchFamily="34" charset="-122"/>
              </a:rPr>
              <a:t>80%</a:t>
            </a:r>
            <a:endParaRPr lang="zh-CN" altLang="en-US" sz="2100" b="1" dirty="0">
              <a:solidFill>
                <a:prstClr val="black"/>
              </a:solidFill>
              <a:latin typeface="Arial Unicode MS" pitchFamily="34" charset="-122"/>
              <a:ea typeface="Arial Unicode MS" pitchFamily="34" charset="-122"/>
              <a:cs typeface="Arial Unicode MS" pitchFamily="34" charset="-122"/>
            </a:endParaRPr>
          </a:p>
        </p:txBody>
      </p:sp>
      <p:sp>
        <p:nvSpPr>
          <p:cNvPr id="18" name="TextBox 17"/>
          <p:cNvSpPr txBox="1"/>
          <p:nvPr/>
        </p:nvSpPr>
        <p:spPr>
          <a:xfrm>
            <a:off x="3027065" y="1982354"/>
            <a:ext cx="1009237" cy="436327"/>
          </a:xfrm>
          <a:prstGeom prst="rect">
            <a:avLst/>
          </a:prstGeom>
          <a:noFill/>
        </p:spPr>
        <p:txBody>
          <a:bodyPr wrap="square" lIns="98565" tIns="49282" rIns="98565" bIns="49282" rtlCol="0">
            <a:spAutoFit/>
          </a:bodyPr>
          <a:lstStyle/>
          <a:p>
            <a:pPr algn="ctr"/>
            <a:r>
              <a:rPr lang="en-US" altLang="zh-CN" sz="2100" b="1" dirty="0">
                <a:solidFill>
                  <a:prstClr val="black"/>
                </a:solidFill>
                <a:latin typeface="Arial Unicode MS" pitchFamily="34" charset="-122"/>
                <a:ea typeface="Arial Unicode MS" pitchFamily="34" charset="-122"/>
                <a:cs typeface="Arial Unicode MS" pitchFamily="34" charset="-122"/>
              </a:rPr>
              <a:t>70%</a:t>
            </a:r>
            <a:endParaRPr lang="zh-CN" altLang="en-US" sz="2100" b="1" dirty="0">
              <a:solidFill>
                <a:prstClr val="black"/>
              </a:solidFill>
              <a:latin typeface="Arial Unicode MS" pitchFamily="34" charset="-122"/>
              <a:ea typeface="Arial Unicode MS" pitchFamily="34" charset="-122"/>
              <a:cs typeface="Arial Unicode MS" pitchFamily="34" charset="-122"/>
            </a:endParaRPr>
          </a:p>
        </p:txBody>
      </p:sp>
      <p:sp>
        <p:nvSpPr>
          <p:cNvPr id="19" name="TextBox 18"/>
          <p:cNvSpPr txBox="1"/>
          <p:nvPr/>
        </p:nvSpPr>
        <p:spPr>
          <a:xfrm>
            <a:off x="5187306" y="1982354"/>
            <a:ext cx="1009237" cy="436327"/>
          </a:xfrm>
          <a:prstGeom prst="rect">
            <a:avLst/>
          </a:prstGeom>
          <a:noFill/>
        </p:spPr>
        <p:txBody>
          <a:bodyPr wrap="square" lIns="98565" tIns="49282" rIns="98565" bIns="49282" rtlCol="0">
            <a:spAutoFit/>
          </a:bodyPr>
          <a:lstStyle/>
          <a:p>
            <a:pPr algn="ctr"/>
            <a:r>
              <a:rPr lang="en-US" altLang="zh-CN" sz="2100" b="1" dirty="0">
                <a:solidFill>
                  <a:prstClr val="black"/>
                </a:solidFill>
                <a:latin typeface="Arial Unicode MS" pitchFamily="34" charset="-122"/>
                <a:ea typeface="Arial Unicode MS" pitchFamily="34" charset="-122"/>
                <a:cs typeface="Arial Unicode MS" pitchFamily="34" charset="-122"/>
              </a:rPr>
              <a:t>65%</a:t>
            </a:r>
            <a:endParaRPr lang="zh-CN" altLang="en-US" sz="2100" b="1" dirty="0">
              <a:solidFill>
                <a:prstClr val="black"/>
              </a:solidFill>
              <a:latin typeface="Arial Unicode MS" pitchFamily="34" charset="-122"/>
              <a:ea typeface="Arial Unicode MS" pitchFamily="34" charset="-122"/>
              <a:cs typeface="Arial Unicode MS" pitchFamily="34" charset="-122"/>
            </a:endParaRPr>
          </a:p>
        </p:txBody>
      </p:sp>
      <p:sp>
        <p:nvSpPr>
          <p:cNvPr id="20" name="TextBox 19"/>
          <p:cNvSpPr txBox="1"/>
          <p:nvPr/>
        </p:nvSpPr>
        <p:spPr>
          <a:xfrm>
            <a:off x="7342759" y="1982354"/>
            <a:ext cx="1009237" cy="436327"/>
          </a:xfrm>
          <a:prstGeom prst="rect">
            <a:avLst/>
          </a:prstGeom>
          <a:noFill/>
        </p:spPr>
        <p:txBody>
          <a:bodyPr wrap="square" lIns="98565" tIns="49282" rIns="98565" bIns="49282" rtlCol="0">
            <a:spAutoFit/>
          </a:bodyPr>
          <a:lstStyle/>
          <a:p>
            <a:pPr algn="ctr"/>
            <a:r>
              <a:rPr lang="en-US" altLang="zh-CN" sz="2100" b="1" dirty="0">
                <a:solidFill>
                  <a:prstClr val="black"/>
                </a:solidFill>
                <a:latin typeface="Arial Unicode MS" pitchFamily="34" charset="-122"/>
                <a:ea typeface="Arial Unicode MS" pitchFamily="34" charset="-122"/>
                <a:cs typeface="Arial Unicode MS" pitchFamily="34" charset="-122"/>
              </a:rPr>
              <a:t>55%</a:t>
            </a:r>
            <a:endParaRPr lang="zh-CN" altLang="en-US" sz="2100" b="1" dirty="0">
              <a:solidFill>
                <a:prstClr val="black"/>
              </a:solidFill>
              <a:latin typeface="Arial Unicode MS" pitchFamily="34" charset="-122"/>
              <a:ea typeface="Arial Unicode MS" pitchFamily="34" charset="-122"/>
              <a:cs typeface="Arial Unicode MS" pitchFamily="34" charset="-122"/>
            </a:endParaRPr>
          </a:p>
        </p:txBody>
      </p:sp>
      <p:sp>
        <p:nvSpPr>
          <p:cNvPr id="21" name="文本框 7"/>
          <p:cNvSpPr txBox="1">
            <a:spLocks noChangeArrowheads="1"/>
          </p:cNvSpPr>
          <p:nvPr/>
        </p:nvSpPr>
        <p:spPr bwMode="auto">
          <a:xfrm>
            <a:off x="411889" y="3146818"/>
            <a:ext cx="1953006" cy="1124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8565" tIns="49282" rIns="98565" bIns="49282"/>
          <a:lstStyle>
            <a:lvl1pPr>
              <a:defRPr sz="3200">
                <a:solidFill>
                  <a:schemeClr val="tx1"/>
                </a:solidFill>
                <a:latin typeface="Arial Narrow" pitchFamily="34" charset="0"/>
                <a:ea typeface="微软雅黑" pitchFamily="34" charset="-122"/>
              </a:defRPr>
            </a:lvl1pPr>
            <a:lvl2pPr>
              <a:defRPr sz="2800">
                <a:solidFill>
                  <a:schemeClr val="tx1"/>
                </a:solidFill>
                <a:latin typeface="Arial Narrow" pitchFamily="34" charset="0"/>
                <a:ea typeface="微软雅黑" pitchFamily="34" charset="-122"/>
              </a:defRPr>
            </a:lvl2pPr>
            <a:lvl3pPr>
              <a:defRPr sz="2400">
                <a:solidFill>
                  <a:schemeClr val="tx1"/>
                </a:solidFill>
                <a:latin typeface="Arial Narrow" pitchFamily="34" charset="0"/>
                <a:ea typeface="微软雅黑" pitchFamily="34" charset="-122"/>
              </a:defRPr>
            </a:lvl3pPr>
            <a:lvl4pPr>
              <a:defRPr sz="2000">
                <a:solidFill>
                  <a:schemeClr val="tx1"/>
                </a:solidFill>
                <a:latin typeface="Arial Narrow" pitchFamily="34" charset="0"/>
                <a:ea typeface="微软雅黑" pitchFamily="34" charset="-122"/>
              </a:defRPr>
            </a:lvl4pPr>
            <a:lvl5pPr>
              <a:defRPr sz="2000">
                <a:solidFill>
                  <a:schemeClr val="tx1"/>
                </a:solidFill>
                <a:latin typeface="Arial Narrow" pitchFamily="34" charset="0"/>
                <a:ea typeface="微软雅黑" pitchFamily="34" charset="-122"/>
              </a:defRPr>
            </a:lvl5pPr>
            <a:lvl6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6pPr>
            <a:lvl7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7pPr>
            <a:lvl8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8pPr>
            <a:lvl9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9pPr>
          </a:lstStyle>
          <a:p>
            <a:pPr algn="ctr"/>
            <a:r>
              <a:rPr lang="zh-CN" altLang="en-US" sz="1500" b="1" dirty="0">
                <a:solidFill>
                  <a:prstClr val="black"/>
                </a:solidFill>
                <a:latin typeface="微软雅黑" pitchFamily="34" charset="-122"/>
              </a:rPr>
              <a:t>添加文本信息</a:t>
            </a:r>
            <a:endParaRPr lang="en-US" altLang="zh-CN" sz="1500" b="1" dirty="0">
              <a:solidFill>
                <a:prstClr val="black"/>
              </a:solidFill>
              <a:latin typeface="微软雅黑" pitchFamily="34" charset="-122"/>
            </a:endParaRPr>
          </a:p>
          <a:p>
            <a:pPr algn="ctr">
              <a:lnSpc>
                <a:spcPct val="150000"/>
              </a:lnSpc>
              <a:spcBef>
                <a:spcPts val="323"/>
              </a:spcBef>
            </a:pPr>
            <a:r>
              <a:rPr lang="zh-CN" altLang="en-US" sz="1300" dirty="0">
                <a:solidFill>
                  <a:prstClr val="black"/>
                </a:solidFill>
                <a:latin typeface="微软雅黑" pitchFamily="34" charset="-122"/>
              </a:rPr>
              <a:t>此处添加说明文字添加说明文字添加说明文字</a:t>
            </a:r>
          </a:p>
        </p:txBody>
      </p:sp>
      <p:sp>
        <p:nvSpPr>
          <p:cNvPr id="22" name="文本框 7"/>
          <p:cNvSpPr txBox="1">
            <a:spLocks noChangeArrowheads="1"/>
          </p:cNvSpPr>
          <p:nvPr/>
        </p:nvSpPr>
        <p:spPr bwMode="auto">
          <a:xfrm>
            <a:off x="2564886" y="3146818"/>
            <a:ext cx="1953006" cy="1124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8565" tIns="49282" rIns="98565" bIns="49282"/>
          <a:lstStyle>
            <a:lvl1pPr>
              <a:defRPr sz="3200">
                <a:solidFill>
                  <a:schemeClr val="tx1"/>
                </a:solidFill>
                <a:latin typeface="Arial Narrow" pitchFamily="34" charset="0"/>
                <a:ea typeface="微软雅黑" pitchFamily="34" charset="-122"/>
              </a:defRPr>
            </a:lvl1pPr>
            <a:lvl2pPr>
              <a:defRPr sz="2800">
                <a:solidFill>
                  <a:schemeClr val="tx1"/>
                </a:solidFill>
                <a:latin typeface="Arial Narrow" pitchFamily="34" charset="0"/>
                <a:ea typeface="微软雅黑" pitchFamily="34" charset="-122"/>
              </a:defRPr>
            </a:lvl2pPr>
            <a:lvl3pPr>
              <a:defRPr sz="2400">
                <a:solidFill>
                  <a:schemeClr val="tx1"/>
                </a:solidFill>
                <a:latin typeface="Arial Narrow" pitchFamily="34" charset="0"/>
                <a:ea typeface="微软雅黑" pitchFamily="34" charset="-122"/>
              </a:defRPr>
            </a:lvl3pPr>
            <a:lvl4pPr>
              <a:defRPr sz="2000">
                <a:solidFill>
                  <a:schemeClr val="tx1"/>
                </a:solidFill>
                <a:latin typeface="Arial Narrow" pitchFamily="34" charset="0"/>
                <a:ea typeface="微软雅黑" pitchFamily="34" charset="-122"/>
              </a:defRPr>
            </a:lvl4pPr>
            <a:lvl5pPr>
              <a:defRPr sz="2000">
                <a:solidFill>
                  <a:schemeClr val="tx1"/>
                </a:solidFill>
                <a:latin typeface="Arial Narrow" pitchFamily="34" charset="0"/>
                <a:ea typeface="微软雅黑" pitchFamily="34" charset="-122"/>
              </a:defRPr>
            </a:lvl5pPr>
            <a:lvl6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6pPr>
            <a:lvl7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7pPr>
            <a:lvl8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8pPr>
            <a:lvl9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9pPr>
          </a:lstStyle>
          <a:p>
            <a:pPr algn="ctr"/>
            <a:r>
              <a:rPr lang="zh-CN" altLang="en-US" sz="1500" b="1" dirty="0">
                <a:solidFill>
                  <a:prstClr val="black"/>
                </a:solidFill>
                <a:latin typeface="微软雅黑" pitchFamily="34" charset="-122"/>
              </a:rPr>
              <a:t>添加文本信息</a:t>
            </a:r>
            <a:endParaRPr lang="en-US" altLang="zh-CN" sz="1500" b="1" dirty="0">
              <a:solidFill>
                <a:prstClr val="black"/>
              </a:solidFill>
              <a:latin typeface="微软雅黑" pitchFamily="34" charset="-122"/>
            </a:endParaRPr>
          </a:p>
          <a:p>
            <a:pPr algn="ctr">
              <a:lnSpc>
                <a:spcPct val="150000"/>
              </a:lnSpc>
              <a:spcBef>
                <a:spcPts val="323"/>
              </a:spcBef>
            </a:pPr>
            <a:r>
              <a:rPr lang="zh-CN" altLang="en-US" sz="1300" dirty="0">
                <a:solidFill>
                  <a:prstClr val="black"/>
                </a:solidFill>
                <a:latin typeface="微软雅黑" pitchFamily="34" charset="-122"/>
              </a:rPr>
              <a:t>此处添加说明文字添加说明文字添加说明文字</a:t>
            </a:r>
          </a:p>
        </p:txBody>
      </p:sp>
      <p:sp>
        <p:nvSpPr>
          <p:cNvPr id="23" name="文本框 7"/>
          <p:cNvSpPr txBox="1">
            <a:spLocks noChangeArrowheads="1"/>
          </p:cNvSpPr>
          <p:nvPr/>
        </p:nvSpPr>
        <p:spPr bwMode="auto">
          <a:xfrm>
            <a:off x="4717880" y="3146818"/>
            <a:ext cx="1953006" cy="1124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8565" tIns="49282" rIns="98565" bIns="49282"/>
          <a:lstStyle>
            <a:lvl1pPr>
              <a:defRPr sz="3200">
                <a:solidFill>
                  <a:schemeClr val="tx1"/>
                </a:solidFill>
                <a:latin typeface="Arial Narrow" pitchFamily="34" charset="0"/>
                <a:ea typeface="微软雅黑" pitchFamily="34" charset="-122"/>
              </a:defRPr>
            </a:lvl1pPr>
            <a:lvl2pPr>
              <a:defRPr sz="2800">
                <a:solidFill>
                  <a:schemeClr val="tx1"/>
                </a:solidFill>
                <a:latin typeface="Arial Narrow" pitchFamily="34" charset="0"/>
                <a:ea typeface="微软雅黑" pitchFamily="34" charset="-122"/>
              </a:defRPr>
            </a:lvl2pPr>
            <a:lvl3pPr>
              <a:defRPr sz="2400">
                <a:solidFill>
                  <a:schemeClr val="tx1"/>
                </a:solidFill>
                <a:latin typeface="Arial Narrow" pitchFamily="34" charset="0"/>
                <a:ea typeface="微软雅黑" pitchFamily="34" charset="-122"/>
              </a:defRPr>
            </a:lvl3pPr>
            <a:lvl4pPr>
              <a:defRPr sz="2000">
                <a:solidFill>
                  <a:schemeClr val="tx1"/>
                </a:solidFill>
                <a:latin typeface="Arial Narrow" pitchFamily="34" charset="0"/>
                <a:ea typeface="微软雅黑" pitchFamily="34" charset="-122"/>
              </a:defRPr>
            </a:lvl4pPr>
            <a:lvl5pPr>
              <a:defRPr sz="2000">
                <a:solidFill>
                  <a:schemeClr val="tx1"/>
                </a:solidFill>
                <a:latin typeface="Arial Narrow" pitchFamily="34" charset="0"/>
                <a:ea typeface="微软雅黑" pitchFamily="34" charset="-122"/>
              </a:defRPr>
            </a:lvl5pPr>
            <a:lvl6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6pPr>
            <a:lvl7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7pPr>
            <a:lvl8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8pPr>
            <a:lvl9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9pPr>
          </a:lstStyle>
          <a:p>
            <a:pPr algn="ctr"/>
            <a:r>
              <a:rPr lang="zh-CN" altLang="en-US" sz="1500" b="1" dirty="0">
                <a:solidFill>
                  <a:prstClr val="black"/>
                </a:solidFill>
                <a:latin typeface="微软雅黑" pitchFamily="34" charset="-122"/>
              </a:rPr>
              <a:t>添加文本信息</a:t>
            </a:r>
            <a:endParaRPr lang="en-US" altLang="zh-CN" sz="1500" b="1" dirty="0">
              <a:solidFill>
                <a:prstClr val="black"/>
              </a:solidFill>
              <a:latin typeface="微软雅黑" pitchFamily="34" charset="-122"/>
            </a:endParaRPr>
          </a:p>
          <a:p>
            <a:pPr algn="ctr">
              <a:lnSpc>
                <a:spcPct val="150000"/>
              </a:lnSpc>
              <a:spcBef>
                <a:spcPts val="323"/>
              </a:spcBef>
            </a:pPr>
            <a:r>
              <a:rPr lang="zh-CN" altLang="en-US" sz="1300" dirty="0">
                <a:solidFill>
                  <a:prstClr val="black"/>
                </a:solidFill>
                <a:latin typeface="微软雅黑" pitchFamily="34" charset="-122"/>
              </a:rPr>
              <a:t>此处添加说明文字添加说明文字添加说明文字</a:t>
            </a:r>
          </a:p>
        </p:txBody>
      </p:sp>
      <p:sp>
        <p:nvSpPr>
          <p:cNvPr id="24" name="文本框 7"/>
          <p:cNvSpPr txBox="1">
            <a:spLocks noChangeArrowheads="1"/>
          </p:cNvSpPr>
          <p:nvPr/>
        </p:nvSpPr>
        <p:spPr bwMode="auto">
          <a:xfrm>
            <a:off x="6870875" y="3146818"/>
            <a:ext cx="1953006" cy="1124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8565" tIns="49282" rIns="98565" bIns="49282"/>
          <a:lstStyle>
            <a:lvl1pPr>
              <a:defRPr sz="3200">
                <a:solidFill>
                  <a:schemeClr val="tx1"/>
                </a:solidFill>
                <a:latin typeface="Arial Narrow" pitchFamily="34" charset="0"/>
                <a:ea typeface="微软雅黑" pitchFamily="34" charset="-122"/>
              </a:defRPr>
            </a:lvl1pPr>
            <a:lvl2pPr>
              <a:defRPr sz="2800">
                <a:solidFill>
                  <a:schemeClr val="tx1"/>
                </a:solidFill>
                <a:latin typeface="Arial Narrow" pitchFamily="34" charset="0"/>
                <a:ea typeface="微软雅黑" pitchFamily="34" charset="-122"/>
              </a:defRPr>
            </a:lvl2pPr>
            <a:lvl3pPr>
              <a:defRPr sz="2400">
                <a:solidFill>
                  <a:schemeClr val="tx1"/>
                </a:solidFill>
                <a:latin typeface="Arial Narrow" pitchFamily="34" charset="0"/>
                <a:ea typeface="微软雅黑" pitchFamily="34" charset="-122"/>
              </a:defRPr>
            </a:lvl3pPr>
            <a:lvl4pPr>
              <a:defRPr sz="2000">
                <a:solidFill>
                  <a:schemeClr val="tx1"/>
                </a:solidFill>
                <a:latin typeface="Arial Narrow" pitchFamily="34" charset="0"/>
                <a:ea typeface="微软雅黑" pitchFamily="34" charset="-122"/>
              </a:defRPr>
            </a:lvl4pPr>
            <a:lvl5pPr>
              <a:defRPr sz="2000">
                <a:solidFill>
                  <a:schemeClr val="tx1"/>
                </a:solidFill>
                <a:latin typeface="Arial Narrow" pitchFamily="34" charset="0"/>
                <a:ea typeface="微软雅黑" pitchFamily="34" charset="-122"/>
              </a:defRPr>
            </a:lvl5pPr>
            <a:lvl6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6pPr>
            <a:lvl7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7pPr>
            <a:lvl8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8pPr>
            <a:lvl9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9pPr>
          </a:lstStyle>
          <a:p>
            <a:pPr algn="ctr"/>
            <a:r>
              <a:rPr lang="zh-CN" altLang="en-US" sz="1500" b="1" dirty="0">
                <a:solidFill>
                  <a:prstClr val="black"/>
                </a:solidFill>
                <a:latin typeface="微软雅黑" pitchFamily="34" charset="-122"/>
              </a:rPr>
              <a:t>添加文本信息</a:t>
            </a:r>
            <a:endParaRPr lang="en-US" altLang="zh-CN" sz="1500" b="1" dirty="0">
              <a:solidFill>
                <a:prstClr val="black"/>
              </a:solidFill>
              <a:latin typeface="微软雅黑" pitchFamily="34" charset="-122"/>
            </a:endParaRPr>
          </a:p>
          <a:p>
            <a:pPr algn="ctr">
              <a:lnSpc>
                <a:spcPct val="150000"/>
              </a:lnSpc>
              <a:spcBef>
                <a:spcPts val="323"/>
              </a:spcBef>
            </a:pPr>
            <a:r>
              <a:rPr lang="zh-CN" altLang="en-US" sz="1300" dirty="0">
                <a:solidFill>
                  <a:prstClr val="black"/>
                </a:solidFill>
                <a:latin typeface="微软雅黑" pitchFamily="34" charset="-122"/>
              </a:rPr>
              <a:t>此处添加说明文字添加说明文字添加说明文字</a:t>
            </a:r>
          </a:p>
        </p:txBody>
      </p:sp>
    </p:spTree>
    <p:extLst>
      <p:ext uri="{BB962C8B-B14F-4D97-AF65-F5344CB8AC3E}">
        <p14:creationId xmlns:p14="http://schemas.microsoft.com/office/powerpoint/2010/main" val="2650424444"/>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1000"/>
                                        <p:tgtEl>
                                          <p:spTgt spid="5"/>
                                        </p:tgtEl>
                                      </p:cBhvr>
                                    </p:animEffect>
                                  </p:childTnLst>
                                </p:cTn>
                              </p:par>
                            </p:childTnLst>
                          </p:cTn>
                        </p:par>
                        <p:par>
                          <p:cTn id="8" fill="hold">
                            <p:stCondLst>
                              <p:cond delay="1000"/>
                            </p:stCondLst>
                            <p:childTnLst>
                              <p:par>
                                <p:cTn id="9" presetID="45" presetClass="entr" presetSubtype="0" fill="hold" grpId="0"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450"/>
                                        <p:tgtEl>
                                          <p:spTgt spid="17"/>
                                        </p:tgtEl>
                                      </p:cBhvr>
                                    </p:animEffect>
                                    <p:anim calcmode="lin" valueType="num">
                                      <p:cBhvr>
                                        <p:cTn id="12" dur="450" fill="hold"/>
                                        <p:tgtEl>
                                          <p:spTgt spid="17"/>
                                        </p:tgtEl>
                                        <p:attrNameLst>
                                          <p:attrName>ppt_w</p:attrName>
                                        </p:attrNameLst>
                                      </p:cBhvr>
                                      <p:tavLst>
                                        <p:tav tm="0" fmla="#ppt_w*sin(2.5*pi*$)">
                                          <p:val>
                                            <p:fltVal val="0"/>
                                          </p:val>
                                        </p:tav>
                                        <p:tav tm="100000">
                                          <p:val>
                                            <p:fltVal val="1"/>
                                          </p:val>
                                        </p:tav>
                                      </p:tavLst>
                                    </p:anim>
                                    <p:anim calcmode="lin" valueType="num">
                                      <p:cBhvr>
                                        <p:cTn id="13" dur="450" fill="hold"/>
                                        <p:tgtEl>
                                          <p:spTgt spid="17"/>
                                        </p:tgtEl>
                                        <p:attrNameLst>
                                          <p:attrName>ppt_h</p:attrName>
                                        </p:attrNameLst>
                                      </p:cBhvr>
                                      <p:tavLst>
                                        <p:tav tm="0">
                                          <p:val>
                                            <p:strVal val="#ppt_h"/>
                                          </p:val>
                                        </p:tav>
                                        <p:tav tm="100000">
                                          <p:val>
                                            <p:strVal val="#ppt_h"/>
                                          </p:val>
                                        </p:tav>
                                      </p:tavLst>
                                    </p:anim>
                                  </p:childTnLst>
                                </p:cTn>
                              </p:par>
                            </p:childTnLst>
                          </p:cTn>
                        </p:par>
                        <p:par>
                          <p:cTn id="14" fill="hold">
                            <p:stCondLst>
                              <p:cond delay="1450"/>
                            </p:stCondLst>
                            <p:childTnLst>
                              <p:par>
                                <p:cTn id="15" presetID="22" presetClass="entr" presetSubtype="1" fill="hold" grpId="0" nodeType="after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wipe(up)">
                                      <p:cBhvr>
                                        <p:cTn id="17" dur="500"/>
                                        <p:tgtEl>
                                          <p:spTgt spid="21"/>
                                        </p:tgtEl>
                                      </p:cBhvr>
                                    </p:animEffect>
                                  </p:childTnLst>
                                </p:cTn>
                              </p:par>
                            </p:childTnLst>
                          </p:cTn>
                        </p:par>
                        <p:par>
                          <p:cTn id="18" fill="hold">
                            <p:stCondLst>
                              <p:cond delay="1950"/>
                            </p:stCondLst>
                            <p:childTnLst>
                              <p:par>
                                <p:cTn id="19" presetID="21" presetClass="entr" presetSubtype="1" fill="hold"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heel(1)">
                                      <p:cBhvr>
                                        <p:cTn id="21" dur="1000"/>
                                        <p:tgtEl>
                                          <p:spTgt spid="8"/>
                                        </p:tgtEl>
                                      </p:cBhvr>
                                    </p:animEffect>
                                  </p:childTnLst>
                                </p:cTn>
                              </p:par>
                            </p:childTnLst>
                          </p:cTn>
                        </p:par>
                        <p:par>
                          <p:cTn id="22" fill="hold">
                            <p:stCondLst>
                              <p:cond delay="2950"/>
                            </p:stCondLst>
                            <p:childTnLst>
                              <p:par>
                                <p:cTn id="23" presetID="45" presetClass="entr" presetSubtype="0"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450"/>
                                        <p:tgtEl>
                                          <p:spTgt spid="18"/>
                                        </p:tgtEl>
                                      </p:cBhvr>
                                    </p:animEffect>
                                    <p:anim calcmode="lin" valueType="num">
                                      <p:cBhvr>
                                        <p:cTn id="26" dur="450" fill="hold"/>
                                        <p:tgtEl>
                                          <p:spTgt spid="18"/>
                                        </p:tgtEl>
                                        <p:attrNameLst>
                                          <p:attrName>ppt_w</p:attrName>
                                        </p:attrNameLst>
                                      </p:cBhvr>
                                      <p:tavLst>
                                        <p:tav tm="0" fmla="#ppt_w*sin(2.5*pi*$)">
                                          <p:val>
                                            <p:fltVal val="0"/>
                                          </p:val>
                                        </p:tav>
                                        <p:tav tm="100000">
                                          <p:val>
                                            <p:fltVal val="1"/>
                                          </p:val>
                                        </p:tav>
                                      </p:tavLst>
                                    </p:anim>
                                    <p:anim calcmode="lin" valueType="num">
                                      <p:cBhvr>
                                        <p:cTn id="27" dur="450" fill="hold"/>
                                        <p:tgtEl>
                                          <p:spTgt spid="18"/>
                                        </p:tgtEl>
                                        <p:attrNameLst>
                                          <p:attrName>ppt_h</p:attrName>
                                        </p:attrNameLst>
                                      </p:cBhvr>
                                      <p:tavLst>
                                        <p:tav tm="0">
                                          <p:val>
                                            <p:strVal val="#ppt_h"/>
                                          </p:val>
                                        </p:tav>
                                        <p:tav tm="100000">
                                          <p:val>
                                            <p:strVal val="#ppt_h"/>
                                          </p:val>
                                        </p:tav>
                                      </p:tavLst>
                                    </p:anim>
                                  </p:childTnLst>
                                </p:cTn>
                              </p:par>
                            </p:childTnLst>
                          </p:cTn>
                        </p:par>
                        <p:par>
                          <p:cTn id="28" fill="hold">
                            <p:stCondLst>
                              <p:cond delay="3400"/>
                            </p:stCondLst>
                            <p:childTnLst>
                              <p:par>
                                <p:cTn id="29" presetID="22" presetClass="entr" presetSubtype="1" fill="hold" grpId="0" nodeType="after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wipe(up)">
                                      <p:cBhvr>
                                        <p:cTn id="31" dur="500"/>
                                        <p:tgtEl>
                                          <p:spTgt spid="22"/>
                                        </p:tgtEl>
                                      </p:cBhvr>
                                    </p:animEffect>
                                  </p:childTnLst>
                                </p:cTn>
                              </p:par>
                            </p:childTnLst>
                          </p:cTn>
                        </p:par>
                        <p:par>
                          <p:cTn id="32" fill="hold">
                            <p:stCondLst>
                              <p:cond delay="3900"/>
                            </p:stCondLst>
                            <p:childTnLst>
                              <p:par>
                                <p:cTn id="33" presetID="21" presetClass="entr" presetSubtype="1" fill="hold" nodeType="after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wheel(1)">
                                      <p:cBhvr>
                                        <p:cTn id="35" dur="1000"/>
                                        <p:tgtEl>
                                          <p:spTgt spid="11"/>
                                        </p:tgtEl>
                                      </p:cBhvr>
                                    </p:animEffect>
                                  </p:childTnLst>
                                </p:cTn>
                              </p:par>
                            </p:childTnLst>
                          </p:cTn>
                        </p:par>
                        <p:par>
                          <p:cTn id="36" fill="hold">
                            <p:stCondLst>
                              <p:cond delay="4900"/>
                            </p:stCondLst>
                            <p:childTnLst>
                              <p:par>
                                <p:cTn id="37" presetID="45" presetClass="entr" presetSubtype="0" fill="hold" grpId="0" nodeType="after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450"/>
                                        <p:tgtEl>
                                          <p:spTgt spid="19"/>
                                        </p:tgtEl>
                                      </p:cBhvr>
                                    </p:animEffect>
                                    <p:anim calcmode="lin" valueType="num">
                                      <p:cBhvr>
                                        <p:cTn id="40" dur="450" fill="hold"/>
                                        <p:tgtEl>
                                          <p:spTgt spid="19"/>
                                        </p:tgtEl>
                                        <p:attrNameLst>
                                          <p:attrName>ppt_w</p:attrName>
                                        </p:attrNameLst>
                                      </p:cBhvr>
                                      <p:tavLst>
                                        <p:tav tm="0" fmla="#ppt_w*sin(2.5*pi*$)">
                                          <p:val>
                                            <p:fltVal val="0"/>
                                          </p:val>
                                        </p:tav>
                                        <p:tav tm="100000">
                                          <p:val>
                                            <p:fltVal val="1"/>
                                          </p:val>
                                        </p:tav>
                                      </p:tavLst>
                                    </p:anim>
                                    <p:anim calcmode="lin" valueType="num">
                                      <p:cBhvr>
                                        <p:cTn id="41" dur="450" fill="hold"/>
                                        <p:tgtEl>
                                          <p:spTgt spid="19"/>
                                        </p:tgtEl>
                                        <p:attrNameLst>
                                          <p:attrName>ppt_h</p:attrName>
                                        </p:attrNameLst>
                                      </p:cBhvr>
                                      <p:tavLst>
                                        <p:tav tm="0">
                                          <p:val>
                                            <p:strVal val="#ppt_h"/>
                                          </p:val>
                                        </p:tav>
                                        <p:tav tm="100000">
                                          <p:val>
                                            <p:strVal val="#ppt_h"/>
                                          </p:val>
                                        </p:tav>
                                      </p:tavLst>
                                    </p:anim>
                                  </p:childTnLst>
                                </p:cTn>
                              </p:par>
                            </p:childTnLst>
                          </p:cTn>
                        </p:par>
                        <p:par>
                          <p:cTn id="42" fill="hold">
                            <p:stCondLst>
                              <p:cond delay="5350"/>
                            </p:stCondLst>
                            <p:childTnLst>
                              <p:par>
                                <p:cTn id="43" presetID="22" presetClass="entr" presetSubtype="1" fill="hold" grpId="0" nodeType="after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wipe(up)">
                                      <p:cBhvr>
                                        <p:cTn id="45" dur="500"/>
                                        <p:tgtEl>
                                          <p:spTgt spid="23"/>
                                        </p:tgtEl>
                                      </p:cBhvr>
                                    </p:animEffect>
                                  </p:childTnLst>
                                </p:cTn>
                              </p:par>
                            </p:childTnLst>
                          </p:cTn>
                        </p:par>
                        <p:par>
                          <p:cTn id="46" fill="hold">
                            <p:stCondLst>
                              <p:cond delay="5850"/>
                            </p:stCondLst>
                            <p:childTnLst>
                              <p:par>
                                <p:cTn id="47" presetID="21" presetClass="entr" presetSubtype="1" fill="hold" nodeType="after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wheel(1)">
                                      <p:cBhvr>
                                        <p:cTn id="49" dur="1000"/>
                                        <p:tgtEl>
                                          <p:spTgt spid="14"/>
                                        </p:tgtEl>
                                      </p:cBhvr>
                                    </p:animEffect>
                                  </p:childTnLst>
                                </p:cTn>
                              </p:par>
                            </p:childTnLst>
                          </p:cTn>
                        </p:par>
                        <p:par>
                          <p:cTn id="50" fill="hold">
                            <p:stCondLst>
                              <p:cond delay="6850"/>
                            </p:stCondLst>
                            <p:childTnLst>
                              <p:par>
                                <p:cTn id="51" presetID="45" presetClass="entr" presetSubtype="0" fill="hold" grpId="0" nodeType="after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50"/>
                                        <p:tgtEl>
                                          <p:spTgt spid="20"/>
                                        </p:tgtEl>
                                      </p:cBhvr>
                                    </p:animEffect>
                                    <p:anim calcmode="lin" valueType="num">
                                      <p:cBhvr>
                                        <p:cTn id="54" dur="450" fill="hold"/>
                                        <p:tgtEl>
                                          <p:spTgt spid="20"/>
                                        </p:tgtEl>
                                        <p:attrNameLst>
                                          <p:attrName>ppt_w</p:attrName>
                                        </p:attrNameLst>
                                      </p:cBhvr>
                                      <p:tavLst>
                                        <p:tav tm="0" fmla="#ppt_w*sin(2.5*pi*$)">
                                          <p:val>
                                            <p:fltVal val="0"/>
                                          </p:val>
                                        </p:tav>
                                        <p:tav tm="100000">
                                          <p:val>
                                            <p:fltVal val="1"/>
                                          </p:val>
                                        </p:tav>
                                      </p:tavLst>
                                    </p:anim>
                                    <p:anim calcmode="lin" valueType="num">
                                      <p:cBhvr>
                                        <p:cTn id="55" dur="450" fill="hold"/>
                                        <p:tgtEl>
                                          <p:spTgt spid="20"/>
                                        </p:tgtEl>
                                        <p:attrNameLst>
                                          <p:attrName>ppt_h</p:attrName>
                                        </p:attrNameLst>
                                      </p:cBhvr>
                                      <p:tavLst>
                                        <p:tav tm="0">
                                          <p:val>
                                            <p:strVal val="#ppt_h"/>
                                          </p:val>
                                        </p:tav>
                                        <p:tav tm="100000">
                                          <p:val>
                                            <p:strVal val="#ppt_h"/>
                                          </p:val>
                                        </p:tav>
                                      </p:tavLst>
                                    </p:anim>
                                  </p:childTnLst>
                                </p:cTn>
                              </p:par>
                            </p:childTnLst>
                          </p:cTn>
                        </p:par>
                        <p:par>
                          <p:cTn id="56" fill="hold">
                            <p:stCondLst>
                              <p:cond delay="7300"/>
                            </p:stCondLst>
                            <p:childTnLst>
                              <p:par>
                                <p:cTn id="57" presetID="22" presetClass="entr" presetSubtype="1" fill="hold" grpId="0" nodeType="after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wipe(up)">
                                      <p:cBhvr>
                                        <p:cTn id="5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P spid="20" grpId="0"/>
      <p:bldP spid="21" grpId="0"/>
      <p:bldP spid="22" grpId="0"/>
      <p:bldP spid="23" grpId="0"/>
      <p:bldP spid="2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95486"/>
            <a:ext cx="611560" cy="369332"/>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3"/>
          <p:cNvSpPr txBox="1"/>
          <p:nvPr/>
        </p:nvSpPr>
        <p:spPr>
          <a:xfrm>
            <a:off x="683568" y="195486"/>
            <a:ext cx="3816424" cy="646331"/>
          </a:xfrm>
          <a:prstGeom prst="rect">
            <a:avLst/>
          </a:prstGeom>
          <a:noFill/>
        </p:spPr>
        <p:txBody>
          <a:bodyPr wrap="square" rtlCol="0">
            <a:spAutoFit/>
          </a:bodyPr>
          <a:lstStyle/>
          <a:p>
            <a:r>
              <a:rPr lang="zh-CN" altLang="en-US" dirty="0">
                <a:solidFill>
                  <a:srgbClr val="054487"/>
                </a:solidFill>
                <a:latin typeface="微软雅黑" pitchFamily="34" charset="-122"/>
                <a:ea typeface="微软雅黑" pitchFamily="34" charset="-122"/>
              </a:rPr>
              <a:t>输入你的标题 </a:t>
            </a:r>
            <a:r>
              <a:rPr lang="en-US" altLang="zh-CN" dirty="0">
                <a:solidFill>
                  <a:srgbClr val="054487"/>
                </a:solidFill>
                <a:latin typeface="微软雅黑" pitchFamily="34" charset="-122"/>
                <a:ea typeface="微软雅黑" pitchFamily="34" charset="-122"/>
              </a:rPr>
              <a:t>/Add your title</a:t>
            </a:r>
            <a:endParaRPr lang="zh-CN" altLang="en-US" dirty="0">
              <a:solidFill>
                <a:srgbClr val="054487"/>
              </a:solidFill>
              <a:latin typeface="微软雅黑" pitchFamily="34" charset="-122"/>
              <a:ea typeface="微软雅黑" pitchFamily="34" charset="-122"/>
            </a:endParaRPr>
          </a:p>
          <a:p>
            <a:endParaRPr lang="zh-CN" altLang="en-US" dirty="0">
              <a:solidFill>
                <a:srgbClr val="F46970"/>
              </a:solidFill>
              <a:latin typeface="微软雅黑" pitchFamily="34" charset="-122"/>
              <a:ea typeface="微软雅黑" pitchFamily="34" charset="-122"/>
            </a:endParaRPr>
          </a:p>
        </p:txBody>
      </p:sp>
      <p:grpSp>
        <p:nvGrpSpPr>
          <p:cNvPr id="5" name="组合 4"/>
          <p:cNvGrpSpPr/>
          <p:nvPr/>
        </p:nvGrpSpPr>
        <p:grpSpPr>
          <a:xfrm>
            <a:off x="744134" y="2181676"/>
            <a:ext cx="4308564" cy="600141"/>
            <a:chOff x="892721" y="2787931"/>
            <a:chExt cx="4823002" cy="671797"/>
          </a:xfrm>
        </p:grpSpPr>
        <p:sp>
          <p:nvSpPr>
            <p:cNvPr id="6" name="矩形 5"/>
            <p:cNvSpPr/>
            <p:nvPr/>
          </p:nvSpPr>
          <p:spPr>
            <a:xfrm>
              <a:off x="960517" y="3163892"/>
              <a:ext cx="4755206" cy="295835"/>
            </a:xfrm>
            <a:prstGeom prst="rect">
              <a:avLst/>
            </a:prstGeom>
            <a:solidFill>
              <a:sysClr val="window" lastClr="FFFFFF">
                <a:lumMod val="75000"/>
              </a:sys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prstClr val="white"/>
                </a:solidFill>
                <a:effectLst/>
                <a:uLnTx/>
                <a:uFillTx/>
                <a:latin typeface="微软雅黑" pitchFamily="34" charset="-122"/>
                <a:ea typeface="微软雅黑" pitchFamily="34" charset="-122"/>
                <a:cs typeface="+mn-cs"/>
              </a:endParaRPr>
            </a:p>
          </p:txBody>
        </p:sp>
        <p:sp>
          <p:nvSpPr>
            <p:cNvPr id="7" name="矩形 6"/>
            <p:cNvSpPr/>
            <p:nvPr/>
          </p:nvSpPr>
          <p:spPr>
            <a:xfrm>
              <a:off x="960517" y="3163893"/>
              <a:ext cx="2377603" cy="295835"/>
            </a:xfrm>
            <a:prstGeom prst="rect">
              <a:avLst/>
            </a:prstGeom>
            <a:solidFill>
              <a:srgbClr val="054487"/>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prstClr val="white"/>
                </a:solidFill>
                <a:effectLst/>
                <a:uLnTx/>
                <a:uFillTx/>
                <a:latin typeface="微软雅黑" pitchFamily="34" charset="-122"/>
                <a:ea typeface="微软雅黑" pitchFamily="34" charset="-122"/>
                <a:cs typeface="+mn-cs"/>
              </a:endParaRPr>
            </a:p>
          </p:txBody>
        </p:sp>
        <p:sp>
          <p:nvSpPr>
            <p:cNvPr id="8" name="文本框 12"/>
            <p:cNvSpPr txBox="1"/>
            <p:nvPr/>
          </p:nvSpPr>
          <p:spPr>
            <a:xfrm>
              <a:off x="892721" y="2787931"/>
              <a:ext cx="1297383" cy="3789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6E6C67"/>
                  </a:solidFill>
                  <a:effectLst/>
                  <a:uLnTx/>
                  <a:uFillTx/>
                  <a:latin typeface="微软雅黑" pitchFamily="34" charset="-122"/>
                  <a:ea typeface="微软雅黑" pitchFamily="34" charset="-122"/>
                </a:rPr>
                <a:t>第二季度</a:t>
              </a:r>
            </a:p>
          </p:txBody>
        </p:sp>
      </p:grpSp>
      <p:grpSp>
        <p:nvGrpSpPr>
          <p:cNvPr id="9" name="组合 8"/>
          <p:cNvGrpSpPr/>
          <p:nvPr/>
        </p:nvGrpSpPr>
        <p:grpSpPr>
          <a:xfrm>
            <a:off x="744134" y="2980991"/>
            <a:ext cx="4308566" cy="599164"/>
            <a:chOff x="892721" y="3773469"/>
            <a:chExt cx="4823017" cy="670705"/>
          </a:xfrm>
        </p:grpSpPr>
        <p:sp>
          <p:nvSpPr>
            <p:cNvPr id="10" name="矩形 9"/>
            <p:cNvSpPr/>
            <p:nvPr/>
          </p:nvSpPr>
          <p:spPr>
            <a:xfrm>
              <a:off x="960519" y="4148339"/>
              <a:ext cx="4755219" cy="295835"/>
            </a:xfrm>
            <a:prstGeom prst="rect">
              <a:avLst/>
            </a:prstGeom>
            <a:solidFill>
              <a:sysClr val="window" lastClr="FFFFFF">
                <a:lumMod val="75000"/>
              </a:sys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prstClr val="white"/>
                </a:solidFill>
                <a:effectLst/>
                <a:uLnTx/>
                <a:uFillTx/>
                <a:latin typeface="微软雅黑" pitchFamily="34" charset="-122"/>
                <a:ea typeface="微软雅黑" pitchFamily="34" charset="-122"/>
                <a:cs typeface="+mn-cs"/>
              </a:endParaRPr>
            </a:p>
          </p:txBody>
        </p:sp>
        <p:sp>
          <p:nvSpPr>
            <p:cNvPr id="11" name="文本框 13"/>
            <p:cNvSpPr txBox="1"/>
            <p:nvPr/>
          </p:nvSpPr>
          <p:spPr>
            <a:xfrm>
              <a:off x="892721" y="3773469"/>
              <a:ext cx="1297383" cy="378979"/>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6E6C67"/>
                  </a:solidFill>
                  <a:effectLst/>
                  <a:uLnTx/>
                  <a:uFillTx/>
                  <a:latin typeface="微软雅黑" pitchFamily="34" charset="-122"/>
                  <a:ea typeface="微软雅黑" pitchFamily="34" charset="-122"/>
                </a:rPr>
                <a:t>第三季度</a:t>
              </a:r>
            </a:p>
          </p:txBody>
        </p:sp>
        <p:sp>
          <p:nvSpPr>
            <p:cNvPr id="12" name="矩形 11"/>
            <p:cNvSpPr/>
            <p:nvPr/>
          </p:nvSpPr>
          <p:spPr>
            <a:xfrm>
              <a:off x="960517" y="4148339"/>
              <a:ext cx="3128684" cy="295835"/>
            </a:xfrm>
            <a:prstGeom prst="rect">
              <a:avLst/>
            </a:prstGeom>
            <a:solidFill>
              <a:srgbClr val="054487"/>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prstClr val="white"/>
                </a:solidFill>
                <a:effectLst/>
                <a:uLnTx/>
                <a:uFillTx/>
                <a:latin typeface="微软雅黑" pitchFamily="34" charset="-122"/>
                <a:ea typeface="微软雅黑" pitchFamily="34" charset="-122"/>
                <a:cs typeface="+mn-cs"/>
              </a:endParaRPr>
            </a:p>
          </p:txBody>
        </p:sp>
      </p:grpSp>
      <p:grpSp>
        <p:nvGrpSpPr>
          <p:cNvPr id="13" name="组合 12"/>
          <p:cNvGrpSpPr/>
          <p:nvPr/>
        </p:nvGrpSpPr>
        <p:grpSpPr>
          <a:xfrm>
            <a:off x="744134" y="3732139"/>
            <a:ext cx="4308566" cy="631950"/>
            <a:chOff x="892721" y="4726501"/>
            <a:chExt cx="4823007" cy="707404"/>
          </a:xfrm>
        </p:grpSpPr>
        <p:sp>
          <p:nvSpPr>
            <p:cNvPr id="14" name="矩形 13"/>
            <p:cNvSpPr/>
            <p:nvPr/>
          </p:nvSpPr>
          <p:spPr>
            <a:xfrm>
              <a:off x="960519" y="5138070"/>
              <a:ext cx="4755209" cy="295835"/>
            </a:xfrm>
            <a:prstGeom prst="rect">
              <a:avLst/>
            </a:prstGeom>
            <a:solidFill>
              <a:sysClr val="window" lastClr="FFFFFF">
                <a:lumMod val="75000"/>
              </a:sys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prstClr val="white"/>
                </a:solidFill>
                <a:effectLst/>
                <a:uLnTx/>
                <a:uFillTx/>
                <a:latin typeface="微软雅黑" pitchFamily="34" charset="-122"/>
                <a:ea typeface="微软雅黑" pitchFamily="34" charset="-122"/>
                <a:cs typeface="+mn-cs"/>
              </a:endParaRPr>
            </a:p>
          </p:txBody>
        </p:sp>
        <p:sp>
          <p:nvSpPr>
            <p:cNvPr id="15" name="文本框 14"/>
            <p:cNvSpPr txBox="1"/>
            <p:nvPr/>
          </p:nvSpPr>
          <p:spPr>
            <a:xfrm>
              <a:off x="892721" y="4726501"/>
              <a:ext cx="1632138" cy="3789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rPr>
                <a:t>第四季度</a:t>
              </a:r>
            </a:p>
          </p:txBody>
        </p:sp>
        <p:sp>
          <p:nvSpPr>
            <p:cNvPr id="16" name="矩形 15"/>
            <p:cNvSpPr/>
            <p:nvPr/>
          </p:nvSpPr>
          <p:spPr>
            <a:xfrm>
              <a:off x="960516" y="5138070"/>
              <a:ext cx="3989540" cy="295835"/>
            </a:xfrm>
            <a:prstGeom prst="rect">
              <a:avLst/>
            </a:prstGeom>
            <a:solidFill>
              <a:srgbClr val="054487"/>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prstClr val="white"/>
                </a:solidFill>
                <a:effectLst/>
                <a:uLnTx/>
                <a:uFillTx/>
                <a:latin typeface="微软雅黑" pitchFamily="34" charset="-122"/>
                <a:ea typeface="微软雅黑" pitchFamily="34" charset="-122"/>
                <a:cs typeface="+mn-cs"/>
              </a:endParaRPr>
            </a:p>
          </p:txBody>
        </p:sp>
      </p:grpSp>
      <p:grpSp>
        <p:nvGrpSpPr>
          <p:cNvPr id="17" name="组合 16"/>
          <p:cNvGrpSpPr/>
          <p:nvPr/>
        </p:nvGrpSpPr>
        <p:grpSpPr>
          <a:xfrm>
            <a:off x="744134" y="1405712"/>
            <a:ext cx="4308565" cy="600631"/>
            <a:chOff x="892721" y="1795773"/>
            <a:chExt cx="4823001" cy="672345"/>
          </a:xfrm>
        </p:grpSpPr>
        <p:sp>
          <p:nvSpPr>
            <p:cNvPr id="18" name="矩形 17"/>
            <p:cNvSpPr/>
            <p:nvPr/>
          </p:nvSpPr>
          <p:spPr>
            <a:xfrm>
              <a:off x="960517" y="2174748"/>
              <a:ext cx="4755205" cy="293368"/>
            </a:xfrm>
            <a:prstGeom prst="rect">
              <a:avLst/>
            </a:prstGeom>
            <a:solidFill>
              <a:sysClr val="window" lastClr="FFFFFF">
                <a:lumMod val="75000"/>
              </a:sys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prstClr val="white"/>
                </a:solidFill>
                <a:effectLst/>
                <a:uLnTx/>
                <a:uFillTx/>
                <a:latin typeface="微软雅黑" pitchFamily="34" charset="-122"/>
                <a:ea typeface="微软雅黑" pitchFamily="34" charset="-122"/>
                <a:cs typeface="+mn-cs"/>
              </a:endParaRPr>
            </a:p>
          </p:txBody>
        </p:sp>
        <p:sp>
          <p:nvSpPr>
            <p:cNvPr id="19" name="矩形 18"/>
            <p:cNvSpPr/>
            <p:nvPr/>
          </p:nvSpPr>
          <p:spPr>
            <a:xfrm>
              <a:off x="960517" y="2172284"/>
              <a:ext cx="3738283" cy="295834"/>
            </a:xfrm>
            <a:prstGeom prst="rect">
              <a:avLst/>
            </a:prstGeom>
            <a:solidFill>
              <a:srgbClr val="054487"/>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prstClr val="white"/>
                </a:solidFill>
                <a:effectLst/>
                <a:uLnTx/>
                <a:uFillTx/>
                <a:latin typeface="微软雅黑" pitchFamily="34" charset="-122"/>
                <a:ea typeface="微软雅黑" pitchFamily="34" charset="-122"/>
                <a:cs typeface="+mn-cs"/>
              </a:endParaRPr>
            </a:p>
          </p:txBody>
        </p:sp>
        <p:sp>
          <p:nvSpPr>
            <p:cNvPr id="20" name="文本框 11"/>
            <p:cNvSpPr txBox="1"/>
            <p:nvPr/>
          </p:nvSpPr>
          <p:spPr>
            <a:xfrm>
              <a:off x="892721" y="1795773"/>
              <a:ext cx="1297383" cy="3789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6E6C67"/>
                  </a:solidFill>
                  <a:effectLst/>
                  <a:uLnTx/>
                  <a:uFillTx/>
                  <a:latin typeface="微软雅黑" pitchFamily="34" charset="-122"/>
                  <a:ea typeface="微软雅黑" pitchFamily="34" charset="-122"/>
                </a:rPr>
                <a:t>第一季度</a:t>
              </a:r>
            </a:p>
          </p:txBody>
        </p:sp>
      </p:grpSp>
      <p:sp>
        <p:nvSpPr>
          <p:cNvPr id="21" name="圆角矩形标注 20"/>
          <p:cNvSpPr/>
          <p:nvPr/>
        </p:nvSpPr>
        <p:spPr>
          <a:xfrm rot="21600000">
            <a:off x="3950580" y="1405712"/>
            <a:ext cx="696393" cy="228471"/>
          </a:xfrm>
          <a:prstGeom prst="wedgeRoundRectCallout">
            <a:avLst>
              <a:gd name="adj1" fmla="val -21633"/>
              <a:gd name="adj2" fmla="val 78997"/>
              <a:gd name="adj3" fmla="val 16667"/>
            </a:avLst>
          </a:prstGeom>
          <a:solidFill>
            <a:srgbClr val="054487"/>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white"/>
                </a:solidFill>
                <a:effectLst/>
                <a:uLnTx/>
                <a:uFillTx/>
                <a:latin typeface="Calibri"/>
                <a:ea typeface="宋体"/>
                <a:cs typeface="+mn-cs"/>
              </a:rPr>
              <a:t>80%</a:t>
            </a:r>
            <a:endParaRPr kumimoji="0" lang="zh-CN" altLang="en-US" sz="1800" b="0" i="0" u="none" strike="noStrike" kern="0" cap="none" spc="0" normalizeH="0" baseline="0" noProof="0" dirty="0">
              <a:ln>
                <a:noFill/>
              </a:ln>
              <a:solidFill>
                <a:prstClr val="white"/>
              </a:solidFill>
              <a:effectLst/>
              <a:uLnTx/>
              <a:uFillTx/>
              <a:latin typeface="Calibri"/>
              <a:ea typeface="宋体"/>
              <a:cs typeface="+mn-cs"/>
            </a:endParaRPr>
          </a:p>
        </p:txBody>
      </p:sp>
      <p:sp>
        <p:nvSpPr>
          <p:cNvPr id="22" name="圆角矩形标注 21"/>
          <p:cNvSpPr/>
          <p:nvPr/>
        </p:nvSpPr>
        <p:spPr>
          <a:xfrm rot="21600000">
            <a:off x="2727883" y="2181676"/>
            <a:ext cx="696393" cy="228471"/>
          </a:xfrm>
          <a:prstGeom prst="wedgeRoundRectCallout">
            <a:avLst>
              <a:gd name="adj1" fmla="val -21633"/>
              <a:gd name="adj2" fmla="val 78997"/>
              <a:gd name="adj3" fmla="val 16667"/>
            </a:avLst>
          </a:prstGeom>
          <a:solidFill>
            <a:srgbClr val="054487"/>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white"/>
                </a:solidFill>
                <a:effectLst/>
                <a:uLnTx/>
                <a:uFillTx/>
                <a:latin typeface="Calibri"/>
                <a:ea typeface="宋体"/>
                <a:cs typeface="+mn-cs"/>
              </a:rPr>
              <a:t>50%</a:t>
            </a:r>
            <a:endParaRPr kumimoji="0" lang="zh-CN" altLang="en-US" sz="1800" b="0" i="0" u="none" strike="noStrike" kern="0" cap="none" spc="0" normalizeH="0" baseline="0" noProof="0" dirty="0">
              <a:ln>
                <a:noFill/>
              </a:ln>
              <a:solidFill>
                <a:prstClr val="white"/>
              </a:solidFill>
              <a:effectLst/>
              <a:uLnTx/>
              <a:uFillTx/>
              <a:latin typeface="Calibri"/>
              <a:ea typeface="宋体"/>
              <a:cs typeface="+mn-cs"/>
            </a:endParaRPr>
          </a:p>
        </p:txBody>
      </p:sp>
      <p:sp>
        <p:nvSpPr>
          <p:cNvPr id="23" name="圆角矩形标注 22"/>
          <p:cNvSpPr/>
          <p:nvPr/>
        </p:nvSpPr>
        <p:spPr>
          <a:xfrm rot="21600000">
            <a:off x="3421030" y="2980991"/>
            <a:ext cx="696393" cy="228471"/>
          </a:xfrm>
          <a:prstGeom prst="wedgeRoundRectCallout">
            <a:avLst>
              <a:gd name="adj1" fmla="val -21633"/>
              <a:gd name="adj2" fmla="val 78997"/>
              <a:gd name="adj3" fmla="val 16667"/>
            </a:avLst>
          </a:prstGeom>
          <a:solidFill>
            <a:srgbClr val="054487"/>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white"/>
                </a:solidFill>
                <a:effectLst/>
                <a:uLnTx/>
                <a:uFillTx/>
                <a:latin typeface="Calibri"/>
                <a:ea typeface="宋体"/>
                <a:cs typeface="+mn-cs"/>
              </a:rPr>
              <a:t>65%</a:t>
            </a:r>
            <a:endParaRPr kumimoji="0" lang="zh-CN" altLang="en-US" sz="1800" b="0" i="0" u="none" strike="noStrike" kern="0" cap="none" spc="0" normalizeH="0" baseline="0" noProof="0" dirty="0">
              <a:ln>
                <a:noFill/>
              </a:ln>
              <a:solidFill>
                <a:prstClr val="white"/>
              </a:solidFill>
              <a:effectLst/>
              <a:uLnTx/>
              <a:uFillTx/>
              <a:latin typeface="Calibri"/>
              <a:ea typeface="宋体"/>
              <a:cs typeface="+mn-cs"/>
            </a:endParaRPr>
          </a:p>
        </p:txBody>
      </p:sp>
      <p:sp>
        <p:nvSpPr>
          <p:cNvPr id="24" name="圆角矩形标注 23"/>
          <p:cNvSpPr/>
          <p:nvPr/>
        </p:nvSpPr>
        <p:spPr>
          <a:xfrm rot="21600000">
            <a:off x="4191730" y="3775578"/>
            <a:ext cx="696393" cy="228471"/>
          </a:xfrm>
          <a:prstGeom prst="wedgeRoundRectCallout">
            <a:avLst>
              <a:gd name="adj1" fmla="val -21633"/>
              <a:gd name="adj2" fmla="val 78997"/>
              <a:gd name="adj3" fmla="val 16667"/>
            </a:avLst>
          </a:prstGeom>
          <a:solidFill>
            <a:srgbClr val="054487"/>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white"/>
                </a:solidFill>
                <a:effectLst/>
                <a:uLnTx/>
                <a:uFillTx/>
                <a:latin typeface="Calibri"/>
                <a:ea typeface="宋体"/>
                <a:cs typeface="+mn-cs"/>
              </a:rPr>
              <a:t>90%</a:t>
            </a:r>
            <a:endParaRPr kumimoji="0" lang="zh-CN" altLang="en-US" sz="1800" b="0" i="0" u="none" strike="noStrike" kern="0" cap="none" spc="0" normalizeH="0" baseline="0" noProof="0" dirty="0">
              <a:ln>
                <a:noFill/>
              </a:ln>
              <a:solidFill>
                <a:prstClr val="white"/>
              </a:solidFill>
              <a:effectLst/>
              <a:uLnTx/>
              <a:uFillTx/>
              <a:latin typeface="Calibri"/>
              <a:ea typeface="宋体"/>
              <a:cs typeface="+mn-cs"/>
            </a:endParaRPr>
          </a:p>
        </p:txBody>
      </p:sp>
      <p:sp>
        <p:nvSpPr>
          <p:cNvPr id="25" name="左大括号 24"/>
          <p:cNvSpPr/>
          <p:nvPr/>
        </p:nvSpPr>
        <p:spPr>
          <a:xfrm>
            <a:off x="5896235" y="1568585"/>
            <a:ext cx="288000" cy="3024000"/>
          </a:xfrm>
          <a:prstGeom prst="leftBrace">
            <a:avLst>
              <a:gd name="adj1" fmla="val 19041"/>
              <a:gd name="adj2" fmla="val 50000"/>
            </a:avLst>
          </a:prstGeom>
          <a:noFill/>
          <a:ln w="9525" cap="flat" cmpd="sng" algn="ctr">
            <a:solidFill>
              <a:srgbClr val="052E65"/>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a:cs typeface="+mn-cs"/>
            </a:endParaRPr>
          </a:p>
        </p:txBody>
      </p:sp>
      <p:sp>
        <p:nvSpPr>
          <p:cNvPr id="26" name="文本框 7"/>
          <p:cNvSpPr txBox="1">
            <a:spLocks noChangeArrowheads="1"/>
          </p:cNvSpPr>
          <p:nvPr/>
        </p:nvSpPr>
        <p:spPr bwMode="auto">
          <a:xfrm>
            <a:off x="6184267" y="1515099"/>
            <a:ext cx="2304256" cy="826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Narrow" pitchFamily="34" charset="0"/>
                <a:ea typeface="微软雅黑" pitchFamily="34" charset="-122"/>
              </a:defRPr>
            </a:lvl1pPr>
            <a:lvl2pPr>
              <a:defRPr sz="2800">
                <a:solidFill>
                  <a:schemeClr val="tx1"/>
                </a:solidFill>
                <a:latin typeface="Arial Narrow" pitchFamily="34" charset="0"/>
                <a:ea typeface="微软雅黑" pitchFamily="34" charset="-122"/>
              </a:defRPr>
            </a:lvl2pPr>
            <a:lvl3pPr>
              <a:defRPr sz="2400">
                <a:solidFill>
                  <a:schemeClr val="tx1"/>
                </a:solidFill>
                <a:latin typeface="Arial Narrow" pitchFamily="34" charset="0"/>
                <a:ea typeface="微软雅黑" pitchFamily="34" charset="-122"/>
              </a:defRPr>
            </a:lvl3pPr>
            <a:lvl4pPr>
              <a:defRPr sz="2000">
                <a:solidFill>
                  <a:schemeClr val="tx1"/>
                </a:solidFill>
                <a:latin typeface="Arial Narrow" pitchFamily="34" charset="0"/>
                <a:ea typeface="微软雅黑" pitchFamily="34" charset="-122"/>
              </a:defRPr>
            </a:lvl4pPr>
            <a:lvl5pPr>
              <a:defRPr sz="2000">
                <a:solidFill>
                  <a:schemeClr val="tx1"/>
                </a:solidFill>
                <a:latin typeface="Arial Narrow" pitchFamily="34" charset="0"/>
                <a:ea typeface="微软雅黑" pitchFamily="34" charset="-122"/>
              </a:defRPr>
            </a:lvl5pPr>
            <a:lvl6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6pPr>
            <a:lvl7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7pPr>
            <a:lvl8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8pPr>
            <a:lvl9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9pPr>
          </a:lstStyle>
          <a:p>
            <a:pPr>
              <a:lnSpc>
                <a:spcPct val="120000"/>
              </a:lnSpc>
            </a:pPr>
            <a:r>
              <a:rPr lang="zh-CN" altLang="en-US" sz="1400" b="1" dirty="0">
                <a:solidFill>
                  <a:prstClr val="black">
                    <a:lumMod val="85000"/>
                    <a:lumOff val="15000"/>
                  </a:prstClr>
                </a:solidFill>
                <a:latin typeface="微软雅黑" pitchFamily="34" charset="-122"/>
              </a:rPr>
              <a:t>第一季度情况</a:t>
            </a:r>
            <a:endParaRPr lang="en-US" altLang="zh-CN" sz="1400" b="1" dirty="0">
              <a:solidFill>
                <a:prstClr val="black">
                  <a:lumMod val="85000"/>
                  <a:lumOff val="15000"/>
                </a:prstClr>
              </a:solidFill>
              <a:latin typeface="微软雅黑" pitchFamily="34" charset="-122"/>
            </a:endParaRPr>
          </a:p>
          <a:p>
            <a:pPr>
              <a:lnSpc>
                <a:spcPct val="120000"/>
              </a:lnSpc>
            </a:pPr>
            <a:r>
              <a:rPr lang="zh-CN" altLang="en-US" sz="1200" dirty="0">
                <a:solidFill>
                  <a:prstClr val="black">
                    <a:lumMod val="85000"/>
                    <a:lumOff val="15000"/>
                  </a:prstClr>
                </a:solidFill>
                <a:latin typeface="微软雅黑" pitchFamily="34" charset="-122"/>
              </a:rPr>
              <a:t>添加说明文字添加说明文字添加说明文字。</a:t>
            </a:r>
          </a:p>
        </p:txBody>
      </p:sp>
      <p:sp>
        <p:nvSpPr>
          <p:cNvPr id="27" name="文本框 7"/>
          <p:cNvSpPr txBox="1">
            <a:spLocks noChangeArrowheads="1"/>
          </p:cNvSpPr>
          <p:nvPr/>
        </p:nvSpPr>
        <p:spPr bwMode="auto">
          <a:xfrm>
            <a:off x="6184267" y="2283184"/>
            <a:ext cx="2304256" cy="826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Narrow" pitchFamily="34" charset="0"/>
                <a:ea typeface="微软雅黑" pitchFamily="34" charset="-122"/>
              </a:defRPr>
            </a:lvl1pPr>
            <a:lvl2pPr>
              <a:defRPr sz="2800">
                <a:solidFill>
                  <a:schemeClr val="tx1"/>
                </a:solidFill>
                <a:latin typeface="Arial Narrow" pitchFamily="34" charset="0"/>
                <a:ea typeface="微软雅黑" pitchFamily="34" charset="-122"/>
              </a:defRPr>
            </a:lvl2pPr>
            <a:lvl3pPr>
              <a:defRPr sz="2400">
                <a:solidFill>
                  <a:schemeClr val="tx1"/>
                </a:solidFill>
                <a:latin typeface="Arial Narrow" pitchFamily="34" charset="0"/>
                <a:ea typeface="微软雅黑" pitchFamily="34" charset="-122"/>
              </a:defRPr>
            </a:lvl3pPr>
            <a:lvl4pPr>
              <a:defRPr sz="2000">
                <a:solidFill>
                  <a:schemeClr val="tx1"/>
                </a:solidFill>
                <a:latin typeface="Arial Narrow" pitchFamily="34" charset="0"/>
                <a:ea typeface="微软雅黑" pitchFamily="34" charset="-122"/>
              </a:defRPr>
            </a:lvl4pPr>
            <a:lvl5pPr>
              <a:defRPr sz="2000">
                <a:solidFill>
                  <a:schemeClr val="tx1"/>
                </a:solidFill>
                <a:latin typeface="Arial Narrow" pitchFamily="34" charset="0"/>
                <a:ea typeface="微软雅黑" pitchFamily="34" charset="-122"/>
              </a:defRPr>
            </a:lvl5pPr>
            <a:lvl6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6pPr>
            <a:lvl7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7pPr>
            <a:lvl8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8pPr>
            <a:lvl9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9pPr>
          </a:lstStyle>
          <a:p>
            <a:pPr>
              <a:lnSpc>
                <a:spcPct val="120000"/>
              </a:lnSpc>
            </a:pPr>
            <a:r>
              <a:rPr lang="zh-CN" altLang="en-US" sz="1400" b="1" dirty="0">
                <a:solidFill>
                  <a:prstClr val="black">
                    <a:lumMod val="85000"/>
                    <a:lumOff val="15000"/>
                  </a:prstClr>
                </a:solidFill>
                <a:latin typeface="微软雅黑" pitchFamily="34" charset="-122"/>
              </a:rPr>
              <a:t>第二季度情况</a:t>
            </a:r>
            <a:endParaRPr lang="en-US" altLang="zh-CN" sz="1400" b="1" dirty="0">
              <a:solidFill>
                <a:prstClr val="black">
                  <a:lumMod val="85000"/>
                  <a:lumOff val="15000"/>
                </a:prstClr>
              </a:solidFill>
              <a:latin typeface="微软雅黑" pitchFamily="34" charset="-122"/>
            </a:endParaRPr>
          </a:p>
          <a:p>
            <a:pPr>
              <a:lnSpc>
                <a:spcPct val="120000"/>
              </a:lnSpc>
            </a:pPr>
            <a:r>
              <a:rPr lang="zh-CN" altLang="en-US" sz="1200" dirty="0">
                <a:solidFill>
                  <a:prstClr val="black">
                    <a:lumMod val="85000"/>
                    <a:lumOff val="15000"/>
                  </a:prstClr>
                </a:solidFill>
                <a:latin typeface="微软雅黑" pitchFamily="34" charset="-122"/>
              </a:rPr>
              <a:t>添加说明文字添加说明文字添加说明文字。</a:t>
            </a:r>
          </a:p>
        </p:txBody>
      </p:sp>
      <p:sp>
        <p:nvSpPr>
          <p:cNvPr id="28" name="文本框 7"/>
          <p:cNvSpPr txBox="1">
            <a:spLocks noChangeArrowheads="1"/>
          </p:cNvSpPr>
          <p:nvPr/>
        </p:nvSpPr>
        <p:spPr bwMode="auto">
          <a:xfrm>
            <a:off x="6184267" y="3051269"/>
            <a:ext cx="2304256" cy="826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Narrow" pitchFamily="34" charset="0"/>
                <a:ea typeface="微软雅黑" pitchFamily="34" charset="-122"/>
              </a:defRPr>
            </a:lvl1pPr>
            <a:lvl2pPr>
              <a:defRPr sz="2800">
                <a:solidFill>
                  <a:schemeClr val="tx1"/>
                </a:solidFill>
                <a:latin typeface="Arial Narrow" pitchFamily="34" charset="0"/>
                <a:ea typeface="微软雅黑" pitchFamily="34" charset="-122"/>
              </a:defRPr>
            </a:lvl2pPr>
            <a:lvl3pPr>
              <a:defRPr sz="2400">
                <a:solidFill>
                  <a:schemeClr val="tx1"/>
                </a:solidFill>
                <a:latin typeface="Arial Narrow" pitchFamily="34" charset="0"/>
                <a:ea typeface="微软雅黑" pitchFamily="34" charset="-122"/>
              </a:defRPr>
            </a:lvl3pPr>
            <a:lvl4pPr>
              <a:defRPr sz="2000">
                <a:solidFill>
                  <a:schemeClr val="tx1"/>
                </a:solidFill>
                <a:latin typeface="Arial Narrow" pitchFamily="34" charset="0"/>
                <a:ea typeface="微软雅黑" pitchFamily="34" charset="-122"/>
              </a:defRPr>
            </a:lvl4pPr>
            <a:lvl5pPr>
              <a:defRPr sz="2000">
                <a:solidFill>
                  <a:schemeClr val="tx1"/>
                </a:solidFill>
                <a:latin typeface="Arial Narrow" pitchFamily="34" charset="0"/>
                <a:ea typeface="微软雅黑" pitchFamily="34" charset="-122"/>
              </a:defRPr>
            </a:lvl5pPr>
            <a:lvl6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6pPr>
            <a:lvl7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7pPr>
            <a:lvl8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8pPr>
            <a:lvl9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9pPr>
          </a:lstStyle>
          <a:p>
            <a:pPr>
              <a:lnSpc>
                <a:spcPct val="120000"/>
              </a:lnSpc>
            </a:pPr>
            <a:r>
              <a:rPr lang="zh-CN" altLang="en-US" sz="1400" b="1" dirty="0">
                <a:solidFill>
                  <a:prstClr val="black">
                    <a:lumMod val="85000"/>
                    <a:lumOff val="15000"/>
                  </a:prstClr>
                </a:solidFill>
                <a:latin typeface="微软雅黑" pitchFamily="34" charset="-122"/>
              </a:rPr>
              <a:t>第三季度情况</a:t>
            </a:r>
            <a:endParaRPr lang="en-US" altLang="zh-CN" sz="1400" b="1" dirty="0">
              <a:solidFill>
                <a:prstClr val="black">
                  <a:lumMod val="85000"/>
                  <a:lumOff val="15000"/>
                </a:prstClr>
              </a:solidFill>
              <a:latin typeface="微软雅黑" pitchFamily="34" charset="-122"/>
            </a:endParaRPr>
          </a:p>
          <a:p>
            <a:pPr>
              <a:lnSpc>
                <a:spcPct val="120000"/>
              </a:lnSpc>
            </a:pPr>
            <a:r>
              <a:rPr lang="zh-CN" altLang="en-US" sz="1200" dirty="0">
                <a:solidFill>
                  <a:prstClr val="black">
                    <a:lumMod val="85000"/>
                    <a:lumOff val="15000"/>
                  </a:prstClr>
                </a:solidFill>
                <a:latin typeface="微软雅黑" pitchFamily="34" charset="-122"/>
              </a:rPr>
              <a:t>添加说明文字添加说明文字添加说明文字。</a:t>
            </a:r>
          </a:p>
        </p:txBody>
      </p:sp>
      <p:sp>
        <p:nvSpPr>
          <p:cNvPr id="29" name="文本框 7"/>
          <p:cNvSpPr txBox="1">
            <a:spLocks noChangeArrowheads="1"/>
          </p:cNvSpPr>
          <p:nvPr/>
        </p:nvSpPr>
        <p:spPr bwMode="auto">
          <a:xfrm>
            <a:off x="6184267" y="3819355"/>
            <a:ext cx="2304256" cy="826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Narrow" pitchFamily="34" charset="0"/>
                <a:ea typeface="微软雅黑" pitchFamily="34" charset="-122"/>
              </a:defRPr>
            </a:lvl1pPr>
            <a:lvl2pPr>
              <a:defRPr sz="2800">
                <a:solidFill>
                  <a:schemeClr val="tx1"/>
                </a:solidFill>
                <a:latin typeface="Arial Narrow" pitchFamily="34" charset="0"/>
                <a:ea typeface="微软雅黑" pitchFamily="34" charset="-122"/>
              </a:defRPr>
            </a:lvl2pPr>
            <a:lvl3pPr>
              <a:defRPr sz="2400">
                <a:solidFill>
                  <a:schemeClr val="tx1"/>
                </a:solidFill>
                <a:latin typeface="Arial Narrow" pitchFamily="34" charset="0"/>
                <a:ea typeface="微软雅黑" pitchFamily="34" charset="-122"/>
              </a:defRPr>
            </a:lvl3pPr>
            <a:lvl4pPr>
              <a:defRPr sz="2000">
                <a:solidFill>
                  <a:schemeClr val="tx1"/>
                </a:solidFill>
                <a:latin typeface="Arial Narrow" pitchFamily="34" charset="0"/>
                <a:ea typeface="微软雅黑" pitchFamily="34" charset="-122"/>
              </a:defRPr>
            </a:lvl4pPr>
            <a:lvl5pPr>
              <a:defRPr sz="2000">
                <a:solidFill>
                  <a:schemeClr val="tx1"/>
                </a:solidFill>
                <a:latin typeface="Arial Narrow" pitchFamily="34" charset="0"/>
                <a:ea typeface="微软雅黑" pitchFamily="34" charset="-122"/>
              </a:defRPr>
            </a:lvl5pPr>
            <a:lvl6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6pPr>
            <a:lvl7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7pPr>
            <a:lvl8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8pPr>
            <a:lvl9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9pPr>
          </a:lstStyle>
          <a:p>
            <a:pPr>
              <a:lnSpc>
                <a:spcPct val="120000"/>
              </a:lnSpc>
            </a:pPr>
            <a:r>
              <a:rPr lang="zh-CN" altLang="en-US" sz="1400" b="1" dirty="0">
                <a:solidFill>
                  <a:prstClr val="black">
                    <a:lumMod val="85000"/>
                    <a:lumOff val="15000"/>
                  </a:prstClr>
                </a:solidFill>
                <a:latin typeface="微软雅黑" pitchFamily="34" charset="-122"/>
              </a:rPr>
              <a:t>第四季度情况</a:t>
            </a:r>
            <a:endParaRPr lang="en-US" altLang="zh-CN" sz="1400" b="1" dirty="0">
              <a:solidFill>
                <a:prstClr val="black">
                  <a:lumMod val="85000"/>
                  <a:lumOff val="15000"/>
                </a:prstClr>
              </a:solidFill>
              <a:latin typeface="微软雅黑" pitchFamily="34" charset="-122"/>
            </a:endParaRPr>
          </a:p>
          <a:p>
            <a:pPr>
              <a:lnSpc>
                <a:spcPct val="120000"/>
              </a:lnSpc>
            </a:pPr>
            <a:r>
              <a:rPr lang="zh-CN" altLang="en-US" sz="1200" dirty="0">
                <a:solidFill>
                  <a:prstClr val="black">
                    <a:lumMod val="85000"/>
                    <a:lumOff val="15000"/>
                  </a:prstClr>
                </a:solidFill>
                <a:latin typeface="微软雅黑" pitchFamily="34" charset="-122"/>
              </a:rPr>
              <a:t>添加说明文字添加说明文字添加说明文字。</a:t>
            </a:r>
          </a:p>
        </p:txBody>
      </p:sp>
    </p:spTree>
    <p:extLst>
      <p:ext uri="{BB962C8B-B14F-4D97-AF65-F5344CB8AC3E}">
        <p14:creationId xmlns:p14="http://schemas.microsoft.com/office/powerpoint/2010/main" val="3413169167"/>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14:presetBounceEnd="14000">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14:bounceEnd="14000">
                                          <p:cBhvr additive="base">
                                            <p:cTn id="7" dur="500" fill="hold"/>
                                            <p:tgtEl>
                                              <p:spTgt spid="17"/>
                                            </p:tgtEl>
                                            <p:attrNameLst>
                                              <p:attrName>ppt_x</p:attrName>
                                            </p:attrNameLst>
                                          </p:cBhvr>
                                          <p:tavLst>
                                            <p:tav tm="0">
                                              <p:val>
                                                <p:strVal val="0-#ppt_w/2"/>
                                              </p:val>
                                            </p:tav>
                                            <p:tav tm="100000">
                                              <p:val>
                                                <p:strVal val="#ppt_x"/>
                                              </p:val>
                                            </p:tav>
                                          </p:tavLst>
                                        </p:anim>
                                        <p:anim calcmode="lin" valueType="num" p14:bounceEnd="14000">
                                          <p:cBhvr additive="base">
                                            <p:cTn id="8" dur="500" fill="hold"/>
                                            <p:tgtEl>
                                              <p:spTgt spid="1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nodeType="afterEffect" p14:presetBounceEnd="14000">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14:bounceEnd="14000">
                                          <p:cBhvr additive="base">
                                            <p:cTn id="12" dur="500" fill="hold"/>
                                            <p:tgtEl>
                                              <p:spTgt spid="5"/>
                                            </p:tgtEl>
                                            <p:attrNameLst>
                                              <p:attrName>ppt_x</p:attrName>
                                            </p:attrNameLst>
                                          </p:cBhvr>
                                          <p:tavLst>
                                            <p:tav tm="0">
                                              <p:val>
                                                <p:strVal val="0-#ppt_w/2"/>
                                              </p:val>
                                            </p:tav>
                                            <p:tav tm="100000">
                                              <p:val>
                                                <p:strVal val="#ppt_x"/>
                                              </p:val>
                                            </p:tav>
                                          </p:tavLst>
                                        </p:anim>
                                        <p:anim calcmode="lin" valueType="num" p14:bounceEnd="14000">
                                          <p:cBhvr additive="base">
                                            <p:cTn id="13" dur="500" fill="hold"/>
                                            <p:tgtEl>
                                              <p:spTgt spid="5"/>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nodeType="afterEffect" p14:presetBounceEnd="14000">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14:bounceEnd="14000">
                                          <p:cBhvr additive="base">
                                            <p:cTn id="17" dur="500" fill="hold"/>
                                            <p:tgtEl>
                                              <p:spTgt spid="9"/>
                                            </p:tgtEl>
                                            <p:attrNameLst>
                                              <p:attrName>ppt_x</p:attrName>
                                            </p:attrNameLst>
                                          </p:cBhvr>
                                          <p:tavLst>
                                            <p:tav tm="0">
                                              <p:val>
                                                <p:strVal val="0-#ppt_w/2"/>
                                              </p:val>
                                            </p:tav>
                                            <p:tav tm="100000">
                                              <p:val>
                                                <p:strVal val="#ppt_x"/>
                                              </p:val>
                                            </p:tav>
                                          </p:tavLst>
                                        </p:anim>
                                        <p:anim calcmode="lin" valueType="num" p14:bounceEnd="14000">
                                          <p:cBhvr additive="base">
                                            <p:cTn id="18" dur="500" fill="hold"/>
                                            <p:tgtEl>
                                              <p:spTgt spid="9"/>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nodeType="afterEffect" p14:presetBounceEnd="14000">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14:bounceEnd="14000">
                                          <p:cBhvr additive="base">
                                            <p:cTn id="22" dur="500" fill="hold"/>
                                            <p:tgtEl>
                                              <p:spTgt spid="13"/>
                                            </p:tgtEl>
                                            <p:attrNameLst>
                                              <p:attrName>ppt_x</p:attrName>
                                            </p:attrNameLst>
                                          </p:cBhvr>
                                          <p:tavLst>
                                            <p:tav tm="0">
                                              <p:val>
                                                <p:strVal val="0-#ppt_w/2"/>
                                              </p:val>
                                            </p:tav>
                                            <p:tav tm="100000">
                                              <p:val>
                                                <p:strVal val="#ppt_x"/>
                                              </p:val>
                                            </p:tav>
                                          </p:tavLst>
                                        </p:anim>
                                        <p:anim calcmode="lin" valueType="num" p14:bounceEnd="14000">
                                          <p:cBhvr additive="base">
                                            <p:cTn id="23" dur="500" fill="hold"/>
                                            <p:tgtEl>
                                              <p:spTgt spid="13"/>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ID="47" presetClass="entr" presetSubtype="0" fill="hold" grpId="0" nodeType="after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1000"/>
                                            <p:tgtEl>
                                              <p:spTgt spid="21"/>
                                            </p:tgtEl>
                                          </p:cBhvr>
                                        </p:animEffect>
                                        <p:anim calcmode="lin" valueType="num">
                                          <p:cBhvr>
                                            <p:cTn id="28" dur="1000" fill="hold"/>
                                            <p:tgtEl>
                                              <p:spTgt spid="21"/>
                                            </p:tgtEl>
                                            <p:attrNameLst>
                                              <p:attrName>ppt_x</p:attrName>
                                            </p:attrNameLst>
                                          </p:cBhvr>
                                          <p:tavLst>
                                            <p:tav tm="0">
                                              <p:val>
                                                <p:strVal val="#ppt_x"/>
                                              </p:val>
                                            </p:tav>
                                            <p:tav tm="100000">
                                              <p:val>
                                                <p:strVal val="#ppt_x"/>
                                              </p:val>
                                            </p:tav>
                                          </p:tavLst>
                                        </p:anim>
                                        <p:anim calcmode="lin" valueType="num">
                                          <p:cBhvr>
                                            <p:cTn id="29" dur="1000" fill="hold"/>
                                            <p:tgtEl>
                                              <p:spTgt spid="21"/>
                                            </p:tgtEl>
                                            <p:attrNameLst>
                                              <p:attrName>ppt_y</p:attrName>
                                            </p:attrNameLst>
                                          </p:cBhvr>
                                          <p:tavLst>
                                            <p:tav tm="0">
                                              <p:val>
                                                <p:strVal val="#ppt_y-.1"/>
                                              </p:val>
                                            </p:tav>
                                            <p:tav tm="100000">
                                              <p:val>
                                                <p:strVal val="#ppt_y"/>
                                              </p:val>
                                            </p:tav>
                                          </p:tavLst>
                                        </p:anim>
                                      </p:childTnLst>
                                    </p:cTn>
                                  </p:par>
                                  <p:par>
                                    <p:cTn id="30" presetID="47" presetClass="entr" presetSubtype="0" fill="hold" grpId="0" nodeType="withEffect">
                                      <p:stCondLst>
                                        <p:cond delay="50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1000"/>
                                            <p:tgtEl>
                                              <p:spTgt spid="22"/>
                                            </p:tgtEl>
                                          </p:cBhvr>
                                        </p:animEffect>
                                        <p:anim calcmode="lin" valueType="num">
                                          <p:cBhvr>
                                            <p:cTn id="33" dur="1000" fill="hold"/>
                                            <p:tgtEl>
                                              <p:spTgt spid="22"/>
                                            </p:tgtEl>
                                            <p:attrNameLst>
                                              <p:attrName>ppt_x</p:attrName>
                                            </p:attrNameLst>
                                          </p:cBhvr>
                                          <p:tavLst>
                                            <p:tav tm="0">
                                              <p:val>
                                                <p:strVal val="#ppt_x"/>
                                              </p:val>
                                            </p:tav>
                                            <p:tav tm="100000">
                                              <p:val>
                                                <p:strVal val="#ppt_x"/>
                                              </p:val>
                                            </p:tav>
                                          </p:tavLst>
                                        </p:anim>
                                        <p:anim calcmode="lin" valueType="num">
                                          <p:cBhvr>
                                            <p:cTn id="34" dur="1000" fill="hold"/>
                                            <p:tgtEl>
                                              <p:spTgt spid="22"/>
                                            </p:tgtEl>
                                            <p:attrNameLst>
                                              <p:attrName>ppt_y</p:attrName>
                                            </p:attrNameLst>
                                          </p:cBhvr>
                                          <p:tavLst>
                                            <p:tav tm="0">
                                              <p:val>
                                                <p:strVal val="#ppt_y-.1"/>
                                              </p:val>
                                            </p:tav>
                                            <p:tav tm="100000">
                                              <p:val>
                                                <p:strVal val="#ppt_y"/>
                                              </p:val>
                                            </p:tav>
                                          </p:tavLst>
                                        </p:anim>
                                      </p:childTnLst>
                                    </p:cTn>
                                  </p:par>
                                  <p:par>
                                    <p:cTn id="35" presetID="47" presetClass="entr" presetSubtype="0" fill="hold" grpId="0" nodeType="withEffect">
                                      <p:stCondLst>
                                        <p:cond delay="100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1000"/>
                                            <p:tgtEl>
                                              <p:spTgt spid="23"/>
                                            </p:tgtEl>
                                          </p:cBhvr>
                                        </p:animEffect>
                                        <p:anim calcmode="lin" valueType="num">
                                          <p:cBhvr>
                                            <p:cTn id="38" dur="1000" fill="hold"/>
                                            <p:tgtEl>
                                              <p:spTgt spid="23"/>
                                            </p:tgtEl>
                                            <p:attrNameLst>
                                              <p:attrName>ppt_x</p:attrName>
                                            </p:attrNameLst>
                                          </p:cBhvr>
                                          <p:tavLst>
                                            <p:tav tm="0">
                                              <p:val>
                                                <p:strVal val="#ppt_x"/>
                                              </p:val>
                                            </p:tav>
                                            <p:tav tm="100000">
                                              <p:val>
                                                <p:strVal val="#ppt_x"/>
                                              </p:val>
                                            </p:tav>
                                          </p:tavLst>
                                        </p:anim>
                                        <p:anim calcmode="lin" valueType="num">
                                          <p:cBhvr>
                                            <p:cTn id="39" dur="1000" fill="hold"/>
                                            <p:tgtEl>
                                              <p:spTgt spid="23"/>
                                            </p:tgtEl>
                                            <p:attrNameLst>
                                              <p:attrName>ppt_y</p:attrName>
                                            </p:attrNameLst>
                                          </p:cBhvr>
                                          <p:tavLst>
                                            <p:tav tm="0">
                                              <p:val>
                                                <p:strVal val="#ppt_y-.1"/>
                                              </p:val>
                                            </p:tav>
                                            <p:tav tm="100000">
                                              <p:val>
                                                <p:strVal val="#ppt_y"/>
                                              </p:val>
                                            </p:tav>
                                          </p:tavLst>
                                        </p:anim>
                                      </p:childTnLst>
                                    </p:cTn>
                                  </p:par>
                                  <p:par>
                                    <p:cTn id="40" presetID="47" presetClass="entr" presetSubtype="0" fill="hold" grpId="0" nodeType="withEffect">
                                      <p:stCondLst>
                                        <p:cond delay="150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1000"/>
                                            <p:tgtEl>
                                              <p:spTgt spid="24"/>
                                            </p:tgtEl>
                                          </p:cBhvr>
                                        </p:animEffect>
                                        <p:anim calcmode="lin" valueType="num">
                                          <p:cBhvr>
                                            <p:cTn id="43" dur="1000" fill="hold"/>
                                            <p:tgtEl>
                                              <p:spTgt spid="24"/>
                                            </p:tgtEl>
                                            <p:attrNameLst>
                                              <p:attrName>ppt_x</p:attrName>
                                            </p:attrNameLst>
                                          </p:cBhvr>
                                          <p:tavLst>
                                            <p:tav tm="0">
                                              <p:val>
                                                <p:strVal val="#ppt_x"/>
                                              </p:val>
                                            </p:tav>
                                            <p:tav tm="100000">
                                              <p:val>
                                                <p:strVal val="#ppt_x"/>
                                              </p:val>
                                            </p:tav>
                                          </p:tavLst>
                                        </p:anim>
                                        <p:anim calcmode="lin" valueType="num">
                                          <p:cBhvr>
                                            <p:cTn id="44" dur="1000" fill="hold"/>
                                            <p:tgtEl>
                                              <p:spTgt spid="24"/>
                                            </p:tgtEl>
                                            <p:attrNameLst>
                                              <p:attrName>ppt_y</p:attrName>
                                            </p:attrNameLst>
                                          </p:cBhvr>
                                          <p:tavLst>
                                            <p:tav tm="0">
                                              <p:val>
                                                <p:strVal val="#ppt_y-.1"/>
                                              </p:val>
                                            </p:tav>
                                            <p:tav tm="100000">
                                              <p:val>
                                                <p:strVal val="#ppt_y"/>
                                              </p:val>
                                            </p:tav>
                                          </p:tavLst>
                                        </p:anim>
                                      </p:childTnLst>
                                    </p:cTn>
                                  </p:par>
                                </p:childTnLst>
                              </p:cTn>
                            </p:par>
                            <p:par>
                              <p:cTn id="45" fill="hold">
                                <p:stCondLst>
                                  <p:cond delay="4500"/>
                                </p:stCondLst>
                                <p:childTnLst>
                                  <p:par>
                                    <p:cTn id="46" presetID="16" presetClass="entr" presetSubtype="42" fill="hold" grpId="0" nodeType="after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barn(outHorizontal)">
                                          <p:cBhvr>
                                            <p:cTn id="48" dur="1000"/>
                                            <p:tgtEl>
                                              <p:spTgt spid="25"/>
                                            </p:tgtEl>
                                          </p:cBhvr>
                                        </p:animEffect>
                                      </p:childTnLst>
                                    </p:cTn>
                                  </p:par>
                                </p:childTnLst>
                              </p:cTn>
                            </p:par>
                            <p:par>
                              <p:cTn id="49" fill="hold">
                                <p:stCondLst>
                                  <p:cond delay="5500"/>
                                </p:stCondLst>
                                <p:childTnLst>
                                  <p:par>
                                    <p:cTn id="50" presetID="22" presetClass="entr" presetSubtype="8" fill="hold" grpId="0" nodeType="after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wipe(left)">
                                          <p:cBhvr>
                                            <p:cTn id="52" dur="750"/>
                                            <p:tgtEl>
                                              <p:spTgt spid="26"/>
                                            </p:tgtEl>
                                          </p:cBhvr>
                                        </p:animEffect>
                                      </p:childTnLst>
                                    </p:cTn>
                                  </p:par>
                                </p:childTnLst>
                              </p:cTn>
                            </p:par>
                            <p:par>
                              <p:cTn id="53" fill="hold">
                                <p:stCondLst>
                                  <p:cond delay="6250"/>
                                </p:stCondLst>
                                <p:childTnLst>
                                  <p:par>
                                    <p:cTn id="54" presetID="22" presetClass="entr" presetSubtype="8" fill="hold" grpId="0" nodeType="after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wipe(left)">
                                          <p:cBhvr>
                                            <p:cTn id="56" dur="750"/>
                                            <p:tgtEl>
                                              <p:spTgt spid="27"/>
                                            </p:tgtEl>
                                          </p:cBhvr>
                                        </p:animEffect>
                                      </p:childTnLst>
                                    </p:cTn>
                                  </p:par>
                                </p:childTnLst>
                              </p:cTn>
                            </p:par>
                            <p:par>
                              <p:cTn id="57" fill="hold">
                                <p:stCondLst>
                                  <p:cond delay="7000"/>
                                </p:stCondLst>
                                <p:childTnLst>
                                  <p:par>
                                    <p:cTn id="58" presetID="22" presetClass="entr" presetSubtype="8" fill="hold" grpId="0" nodeType="afterEffect">
                                      <p:stCondLst>
                                        <p:cond delay="0"/>
                                      </p:stCondLst>
                                      <p:childTnLst>
                                        <p:set>
                                          <p:cBhvr>
                                            <p:cTn id="59" dur="1" fill="hold">
                                              <p:stCondLst>
                                                <p:cond delay="0"/>
                                              </p:stCondLst>
                                            </p:cTn>
                                            <p:tgtEl>
                                              <p:spTgt spid="28"/>
                                            </p:tgtEl>
                                            <p:attrNameLst>
                                              <p:attrName>style.visibility</p:attrName>
                                            </p:attrNameLst>
                                          </p:cBhvr>
                                          <p:to>
                                            <p:strVal val="visible"/>
                                          </p:to>
                                        </p:set>
                                        <p:animEffect transition="in" filter="wipe(left)">
                                          <p:cBhvr>
                                            <p:cTn id="60" dur="750"/>
                                            <p:tgtEl>
                                              <p:spTgt spid="28"/>
                                            </p:tgtEl>
                                          </p:cBhvr>
                                        </p:animEffect>
                                      </p:childTnLst>
                                    </p:cTn>
                                  </p:par>
                                </p:childTnLst>
                              </p:cTn>
                            </p:par>
                            <p:par>
                              <p:cTn id="61" fill="hold">
                                <p:stCondLst>
                                  <p:cond delay="7750"/>
                                </p:stCondLst>
                                <p:childTnLst>
                                  <p:par>
                                    <p:cTn id="62" presetID="22" presetClass="entr" presetSubtype="8" fill="hold" grpId="0" nodeType="afterEffect">
                                      <p:stCondLst>
                                        <p:cond delay="0"/>
                                      </p:stCondLst>
                                      <p:childTnLst>
                                        <p:set>
                                          <p:cBhvr>
                                            <p:cTn id="63" dur="1" fill="hold">
                                              <p:stCondLst>
                                                <p:cond delay="0"/>
                                              </p:stCondLst>
                                            </p:cTn>
                                            <p:tgtEl>
                                              <p:spTgt spid="29"/>
                                            </p:tgtEl>
                                            <p:attrNameLst>
                                              <p:attrName>style.visibility</p:attrName>
                                            </p:attrNameLst>
                                          </p:cBhvr>
                                          <p:to>
                                            <p:strVal val="visible"/>
                                          </p:to>
                                        </p:set>
                                        <p:animEffect transition="in" filter="wipe(left)">
                                          <p:cBhvr>
                                            <p:cTn id="64" dur="7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p:bldP spid="27" grpId="0"/>
          <p:bldP spid="28" grpId="0"/>
          <p:bldP spid="29"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0-#ppt_w/2"/>
                                              </p:val>
                                            </p:tav>
                                            <p:tav tm="100000">
                                              <p:val>
                                                <p:strVal val="#ppt_x"/>
                                              </p:val>
                                            </p:tav>
                                          </p:tavLst>
                                        </p:anim>
                                        <p:anim calcmode="lin" valueType="num">
                                          <p:cBhvr additive="base">
                                            <p:cTn id="8" dur="500" fill="hold"/>
                                            <p:tgtEl>
                                              <p:spTgt spid="1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0-#ppt_w/2"/>
                                              </p:val>
                                            </p:tav>
                                            <p:tav tm="100000">
                                              <p:val>
                                                <p:strVal val="#ppt_x"/>
                                              </p:val>
                                            </p:tav>
                                          </p:tavLst>
                                        </p:anim>
                                        <p:anim calcmode="lin" valueType="num">
                                          <p:cBhvr additive="base">
                                            <p:cTn id="13" dur="500" fill="hold"/>
                                            <p:tgtEl>
                                              <p:spTgt spid="5"/>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nodeType="after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0-#ppt_w/2"/>
                                              </p:val>
                                            </p:tav>
                                            <p:tav tm="100000">
                                              <p:val>
                                                <p:strVal val="#ppt_x"/>
                                              </p:val>
                                            </p:tav>
                                          </p:tavLst>
                                        </p:anim>
                                        <p:anim calcmode="lin" valueType="num">
                                          <p:cBhvr additive="base">
                                            <p:cTn id="18" dur="500" fill="hold"/>
                                            <p:tgtEl>
                                              <p:spTgt spid="9"/>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nodeType="after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additive="base">
                                            <p:cTn id="22" dur="500" fill="hold"/>
                                            <p:tgtEl>
                                              <p:spTgt spid="13"/>
                                            </p:tgtEl>
                                            <p:attrNameLst>
                                              <p:attrName>ppt_x</p:attrName>
                                            </p:attrNameLst>
                                          </p:cBhvr>
                                          <p:tavLst>
                                            <p:tav tm="0">
                                              <p:val>
                                                <p:strVal val="0-#ppt_w/2"/>
                                              </p:val>
                                            </p:tav>
                                            <p:tav tm="100000">
                                              <p:val>
                                                <p:strVal val="#ppt_x"/>
                                              </p:val>
                                            </p:tav>
                                          </p:tavLst>
                                        </p:anim>
                                        <p:anim calcmode="lin" valueType="num">
                                          <p:cBhvr additive="base">
                                            <p:cTn id="23" dur="500" fill="hold"/>
                                            <p:tgtEl>
                                              <p:spTgt spid="13"/>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ID="47" presetClass="entr" presetSubtype="0" fill="hold" grpId="0" nodeType="after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1000"/>
                                            <p:tgtEl>
                                              <p:spTgt spid="21"/>
                                            </p:tgtEl>
                                          </p:cBhvr>
                                        </p:animEffect>
                                        <p:anim calcmode="lin" valueType="num">
                                          <p:cBhvr>
                                            <p:cTn id="28" dur="1000" fill="hold"/>
                                            <p:tgtEl>
                                              <p:spTgt spid="21"/>
                                            </p:tgtEl>
                                            <p:attrNameLst>
                                              <p:attrName>ppt_x</p:attrName>
                                            </p:attrNameLst>
                                          </p:cBhvr>
                                          <p:tavLst>
                                            <p:tav tm="0">
                                              <p:val>
                                                <p:strVal val="#ppt_x"/>
                                              </p:val>
                                            </p:tav>
                                            <p:tav tm="100000">
                                              <p:val>
                                                <p:strVal val="#ppt_x"/>
                                              </p:val>
                                            </p:tav>
                                          </p:tavLst>
                                        </p:anim>
                                        <p:anim calcmode="lin" valueType="num">
                                          <p:cBhvr>
                                            <p:cTn id="29" dur="1000" fill="hold"/>
                                            <p:tgtEl>
                                              <p:spTgt spid="21"/>
                                            </p:tgtEl>
                                            <p:attrNameLst>
                                              <p:attrName>ppt_y</p:attrName>
                                            </p:attrNameLst>
                                          </p:cBhvr>
                                          <p:tavLst>
                                            <p:tav tm="0">
                                              <p:val>
                                                <p:strVal val="#ppt_y-.1"/>
                                              </p:val>
                                            </p:tav>
                                            <p:tav tm="100000">
                                              <p:val>
                                                <p:strVal val="#ppt_y"/>
                                              </p:val>
                                            </p:tav>
                                          </p:tavLst>
                                        </p:anim>
                                      </p:childTnLst>
                                    </p:cTn>
                                  </p:par>
                                  <p:par>
                                    <p:cTn id="30" presetID="47" presetClass="entr" presetSubtype="0" fill="hold" grpId="0" nodeType="withEffect">
                                      <p:stCondLst>
                                        <p:cond delay="50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1000"/>
                                            <p:tgtEl>
                                              <p:spTgt spid="22"/>
                                            </p:tgtEl>
                                          </p:cBhvr>
                                        </p:animEffect>
                                        <p:anim calcmode="lin" valueType="num">
                                          <p:cBhvr>
                                            <p:cTn id="33" dur="1000" fill="hold"/>
                                            <p:tgtEl>
                                              <p:spTgt spid="22"/>
                                            </p:tgtEl>
                                            <p:attrNameLst>
                                              <p:attrName>ppt_x</p:attrName>
                                            </p:attrNameLst>
                                          </p:cBhvr>
                                          <p:tavLst>
                                            <p:tav tm="0">
                                              <p:val>
                                                <p:strVal val="#ppt_x"/>
                                              </p:val>
                                            </p:tav>
                                            <p:tav tm="100000">
                                              <p:val>
                                                <p:strVal val="#ppt_x"/>
                                              </p:val>
                                            </p:tav>
                                          </p:tavLst>
                                        </p:anim>
                                        <p:anim calcmode="lin" valueType="num">
                                          <p:cBhvr>
                                            <p:cTn id="34" dur="1000" fill="hold"/>
                                            <p:tgtEl>
                                              <p:spTgt spid="22"/>
                                            </p:tgtEl>
                                            <p:attrNameLst>
                                              <p:attrName>ppt_y</p:attrName>
                                            </p:attrNameLst>
                                          </p:cBhvr>
                                          <p:tavLst>
                                            <p:tav tm="0">
                                              <p:val>
                                                <p:strVal val="#ppt_y-.1"/>
                                              </p:val>
                                            </p:tav>
                                            <p:tav tm="100000">
                                              <p:val>
                                                <p:strVal val="#ppt_y"/>
                                              </p:val>
                                            </p:tav>
                                          </p:tavLst>
                                        </p:anim>
                                      </p:childTnLst>
                                    </p:cTn>
                                  </p:par>
                                  <p:par>
                                    <p:cTn id="35" presetID="47" presetClass="entr" presetSubtype="0" fill="hold" grpId="0" nodeType="withEffect">
                                      <p:stCondLst>
                                        <p:cond delay="100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1000"/>
                                            <p:tgtEl>
                                              <p:spTgt spid="23"/>
                                            </p:tgtEl>
                                          </p:cBhvr>
                                        </p:animEffect>
                                        <p:anim calcmode="lin" valueType="num">
                                          <p:cBhvr>
                                            <p:cTn id="38" dur="1000" fill="hold"/>
                                            <p:tgtEl>
                                              <p:spTgt spid="23"/>
                                            </p:tgtEl>
                                            <p:attrNameLst>
                                              <p:attrName>ppt_x</p:attrName>
                                            </p:attrNameLst>
                                          </p:cBhvr>
                                          <p:tavLst>
                                            <p:tav tm="0">
                                              <p:val>
                                                <p:strVal val="#ppt_x"/>
                                              </p:val>
                                            </p:tav>
                                            <p:tav tm="100000">
                                              <p:val>
                                                <p:strVal val="#ppt_x"/>
                                              </p:val>
                                            </p:tav>
                                          </p:tavLst>
                                        </p:anim>
                                        <p:anim calcmode="lin" valueType="num">
                                          <p:cBhvr>
                                            <p:cTn id="39" dur="1000" fill="hold"/>
                                            <p:tgtEl>
                                              <p:spTgt spid="23"/>
                                            </p:tgtEl>
                                            <p:attrNameLst>
                                              <p:attrName>ppt_y</p:attrName>
                                            </p:attrNameLst>
                                          </p:cBhvr>
                                          <p:tavLst>
                                            <p:tav tm="0">
                                              <p:val>
                                                <p:strVal val="#ppt_y-.1"/>
                                              </p:val>
                                            </p:tav>
                                            <p:tav tm="100000">
                                              <p:val>
                                                <p:strVal val="#ppt_y"/>
                                              </p:val>
                                            </p:tav>
                                          </p:tavLst>
                                        </p:anim>
                                      </p:childTnLst>
                                    </p:cTn>
                                  </p:par>
                                  <p:par>
                                    <p:cTn id="40" presetID="47" presetClass="entr" presetSubtype="0" fill="hold" grpId="0" nodeType="withEffect">
                                      <p:stCondLst>
                                        <p:cond delay="150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1000"/>
                                            <p:tgtEl>
                                              <p:spTgt spid="24"/>
                                            </p:tgtEl>
                                          </p:cBhvr>
                                        </p:animEffect>
                                        <p:anim calcmode="lin" valueType="num">
                                          <p:cBhvr>
                                            <p:cTn id="43" dur="1000" fill="hold"/>
                                            <p:tgtEl>
                                              <p:spTgt spid="24"/>
                                            </p:tgtEl>
                                            <p:attrNameLst>
                                              <p:attrName>ppt_x</p:attrName>
                                            </p:attrNameLst>
                                          </p:cBhvr>
                                          <p:tavLst>
                                            <p:tav tm="0">
                                              <p:val>
                                                <p:strVal val="#ppt_x"/>
                                              </p:val>
                                            </p:tav>
                                            <p:tav tm="100000">
                                              <p:val>
                                                <p:strVal val="#ppt_x"/>
                                              </p:val>
                                            </p:tav>
                                          </p:tavLst>
                                        </p:anim>
                                        <p:anim calcmode="lin" valueType="num">
                                          <p:cBhvr>
                                            <p:cTn id="44" dur="1000" fill="hold"/>
                                            <p:tgtEl>
                                              <p:spTgt spid="24"/>
                                            </p:tgtEl>
                                            <p:attrNameLst>
                                              <p:attrName>ppt_y</p:attrName>
                                            </p:attrNameLst>
                                          </p:cBhvr>
                                          <p:tavLst>
                                            <p:tav tm="0">
                                              <p:val>
                                                <p:strVal val="#ppt_y-.1"/>
                                              </p:val>
                                            </p:tav>
                                            <p:tav tm="100000">
                                              <p:val>
                                                <p:strVal val="#ppt_y"/>
                                              </p:val>
                                            </p:tav>
                                          </p:tavLst>
                                        </p:anim>
                                      </p:childTnLst>
                                    </p:cTn>
                                  </p:par>
                                </p:childTnLst>
                              </p:cTn>
                            </p:par>
                            <p:par>
                              <p:cTn id="45" fill="hold">
                                <p:stCondLst>
                                  <p:cond delay="4500"/>
                                </p:stCondLst>
                                <p:childTnLst>
                                  <p:par>
                                    <p:cTn id="46" presetID="16" presetClass="entr" presetSubtype="42" fill="hold" grpId="0" nodeType="after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barn(outHorizontal)">
                                          <p:cBhvr>
                                            <p:cTn id="48" dur="1000"/>
                                            <p:tgtEl>
                                              <p:spTgt spid="25"/>
                                            </p:tgtEl>
                                          </p:cBhvr>
                                        </p:animEffect>
                                      </p:childTnLst>
                                    </p:cTn>
                                  </p:par>
                                </p:childTnLst>
                              </p:cTn>
                            </p:par>
                            <p:par>
                              <p:cTn id="49" fill="hold">
                                <p:stCondLst>
                                  <p:cond delay="5500"/>
                                </p:stCondLst>
                                <p:childTnLst>
                                  <p:par>
                                    <p:cTn id="50" presetID="22" presetClass="entr" presetSubtype="8" fill="hold" grpId="0" nodeType="after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wipe(left)">
                                          <p:cBhvr>
                                            <p:cTn id="52" dur="750"/>
                                            <p:tgtEl>
                                              <p:spTgt spid="26"/>
                                            </p:tgtEl>
                                          </p:cBhvr>
                                        </p:animEffect>
                                      </p:childTnLst>
                                    </p:cTn>
                                  </p:par>
                                </p:childTnLst>
                              </p:cTn>
                            </p:par>
                            <p:par>
                              <p:cTn id="53" fill="hold">
                                <p:stCondLst>
                                  <p:cond delay="6250"/>
                                </p:stCondLst>
                                <p:childTnLst>
                                  <p:par>
                                    <p:cTn id="54" presetID="22" presetClass="entr" presetSubtype="8" fill="hold" grpId="0" nodeType="after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wipe(left)">
                                          <p:cBhvr>
                                            <p:cTn id="56" dur="750"/>
                                            <p:tgtEl>
                                              <p:spTgt spid="27"/>
                                            </p:tgtEl>
                                          </p:cBhvr>
                                        </p:animEffect>
                                      </p:childTnLst>
                                    </p:cTn>
                                  </p:par>
                                </p:childTnLst>
                              </p:cTn>
                            </p:par>
                            <p:par>
                              <p:cTn id="57" fill="hold">
                                <p:stCondLst>
                                  <p:cond delay="7000"/>
                                </p:stCondLst>
                                <p:childTnLst>
                                  <p:par>
                                    <p:cTn id="58" presetID="22" presetClass="entr" presetSubtype="8" fill="hold" grpId="0" nodeType="afterEffect">
                                      <p:stCondLst>
                                        <p:cond delay="0"/>
                                      </p:stCondLst>
                                      <p:childTnLst>
                                        <p:set>
                                          <p:cBhvr>
                                            <p:cTn id="59" dur="1" fill="hold">
                                              <p:stCondLst>
                                                <p:cond delay="0"/>
                                              </p:stCondLst>
                                            </p:cTn>
                                            <p:tgtEl>
                                              <p:spTgt spid="28"/>
                                            </p:tgtEl>
                                            <p:attrNameLst>
                                              <p:attrName>style.visibility</p:attrName>
                                            </p:attrNameLst>
                                          </p:cBhvr>
                                          <p:to>
                                            <p:strVal val="visible"/>
                                          </p:to>
                                        </p:set>
                                        <p:animEffect transition="in" filter="wipe(left)">
                                          <p:cBhvr>
                                            <p:cTn id="60" dur="750"/>
                                            <p:tgtEl>
                                              <p:spTgt spid="28"/>
                                            </p:tgtEl>
                                          </p:cBhvr>
                                        </p:animEffect>
                                      </p:childTnLst>
                                    </p:cTn>
                                  </p:par>
                                </p:childTnLst>
                              </p:cTn>
                            </p:par>
                            <p:par>
                              <p:cTn id="61" fill="hold">
                                <p:stCondLst>
                                  <p:cond delay="7750"/>
                                </p:stCondLst>
                                <p:childTnLst>
                                  <p:par>
                                    <p:cTn id="62" presetID="22" presetClass="entr" presetSubtype="8" fill="hold" grpId="0" nodeType="afterEffect">
                                      <p:stCondLst>
                                        <p:cond delay="0"/>
                                      </p:stCondLst>
                                      <p:childTnLst>
                                        <p:set>
                                          <p:cBhvr>
                                            <p:cTn id="63" dur="1" fill="hold">
                                              <p:stCondLst>
                                                <p:cond delay="0"/>
                                              </p:stCondLst>
                                            </p:cTn>
                                            <p:tgtEl>
                                              <p:spTgt spid="29"/>
                                            </p:tgtEl>
                                            <p:attrNameLst>
                                              <p:attrName>style.visibility</p:attrName>
                                            </p:attrNameLst>
                                          </p:cBhvr>
                                          <p:to>
                                            <p:strVal val="visible"/>
                                          </p:to>
                                        </p:set>
                                        <p:animEffect transition="in" filter="wipe(left)">
                                          <p:cBhvr>
                                            <p:cTn id="64" dur="7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p:bldP spid="27" grpId="0"/>
          <p:bldP spid="28" grpId="0"/>
          <p:bldP spid="29" grpId="0"/>
        </p:bldLst>
      </p:timing>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95486"/>
            <a:ext cx="611560" cy="369332"/>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3"/>
          <p:cNvSpPr txBox="1"/>
          <p:nvPr/>
        </p:nvSpPr>
        <p:spPr>
          <a:xfrm>
            <a:off x="683568" y="195486"/>
            <a:ext cx="3816424" cy="646331"/>
          </a:xfrm>
          <a:prstGeom prst="rect">
            <a:avLst/>
          </a:prstGeom>
          <a:noFill/>
        </p:spPr>
        <p:txBody>
          <a:bodyPr wrap="square" rtlCol="0">
            <a:spAutoFit/>
          </a:bodyPr>
          <a:lstStyle/>
          <a:p>
            <a:r>
              <a:rPr lang="zh-CN" altLang="en-US" dirty="0">
                <a:solidFill>
                  <a:srgbClr val="054487"/>
                </a:solidFill>
                <a:latin typeface="微软雅黑" pitchFamily="34" charset="-122"/>
                <a:ea typeface="微软雅黑" pitchFamily="34" charset="-122"/>
              </a:rPr>
              <a:t>输入你的标题 </a:t>
            </a:r>
            <a:r>
              <a:rPr lang="en-US" altLang="zh-CN" dirty="0">
                <a:solidFill>
                  <a:srgbClr val="054487"/>
                </a:solidFill>
                <a:latin typeface="微软雅黑" pitchFamily="34" charset="-122"/>
                <a:ea typeface="微软雅黑" pitchFamily="34" charset="-122"/>
              </a:rPr>
              <a:t>/Add your title</a:t>
            </a:r>
            <a:endParaRPr lang="zh-CN" altLang="en-US" dirty="0">
              <a:solidFill>
                <a:srgbClr val="054487"/>
              </a:solidFill>
              <a:latin typeface="微软雅黑" pitchFamily="34" charset="-122"/>
              <a:ea typeface="微软雅黑" pitchFamily="34" charset="-122"/>
            </a:endParaRPr>
          </a:p>
          <a:p>
            <a:endParaRPr lang="zh-CN" altLang="en-US" dirty="0">
              <a:solidFill>
                <a:srgbClr val="F46970"/>
              </a:solidFill>
              <a:latin typeface="微软雅黑" pitchFamily="34" charset="-122"/>
              <a:ea typeface="微软雅黑" pitchFamily="34" charset="-122"/>
            </a:endParaRPr>
          </a:p>
        </p:txBody>
      </p:sp>
      <p:sp>
        <p:nvSpPr>
          <p:cNvPr id="48" name="任意多边形 14"/>
          <p:cNvSpPr>
            <a:spLocks noChangeArrowheads="1"/>
          </p:cNvSpPr>
          <p:nvPr/>
        </p:nvSpPr>
        <p:spPr bwMode="auto">
          <a:xfrm rot="1723431">
            <a:off x="2779704" y="2467360"/>
            <a:ext cx="1816100" cy="1339850"/>
          </a:xfrm>
          <a:custGeom>
            <a:avLst/>
            <a:gdLst>
              <a:gd name="T0" fmla="*/ 0 w 2351321"/>
              <a:gd name="T1" fmla="*/ 0 h 1732770"/>
              <a:gd name="T2" fmla="*/ 2351321 w 2351321"/>
              <a:gd name="T3" fmla="*/ 1732770 h 1732770"/>
            </a:gdLst>
            <a:ahLst/>
            <a:cxnLst/>
            <a:rect l="T0" t="T1" r="T2" b="T3"/>
            <a:pathLst>
              <a:path w="2351321" h="1732770">
                <a:moveTo>
                  <a:pt x="1516639" y="0"/>
                </a:moveTo>
                <a:lnTo>
                  <a:pt x="2302371" y="743002"/>
                </a:lnTo>
                <a:cubicBezTo>
                  <a:pt x="2370314" y="1065730"/>
                  <a:pt x="2367934" y="1403106"/>
                  <a:pt x="2292691" y="1732770"/>
                </a:cubicBezTo>
                <a:lnTo>
                  <a:pt x="0" y="1209479"/>
                </a:lnTo>
                <a:close/>
              </a:path>
            </a:pathLst>
          </a:custGeom>
          <a:solidFill>
            <a:srgbClr val="054487"/>
          </a:solidFill>
          <a:ln w="25400" cmpd="sng">
            <a:solidFill>
              <a:srgbClr val="FFFFFF"/>
            </a:solidFill>
            <a:miter lim="800000"/>
            <a:headEnd/>
            <a:tailEnd/>
          </a:ln>
        </p:spPr>
        <p:txBody>
          <a:bodyPr lIns="2385060" tIns="1267461" rIns="133604" bIns="1612899" anchor="ctr"/>
          <a:lstStyle/>
          <a:p>
            <a:pPr marL="0" marR="0" lvl="0" indent="0" algn="ctr" defTabSz="914400" eaLnBrk="1" fontAlgn="auto" latinLnBrk="0" hangingPunct="1">
              <a:lnSpc>
                <a:spcPct val="90000"/>
              </a:lnSpc>
              <a:spcBef>
                <a:spcPts val="0"/>
              </a:spcBef>
              <a:spcAft>
                <a:spcPct val="35000"/>
              </a:spcAft>
              <a:buClrTx/>
              <a:buSzTx/>
              <a:buFontTx/>
              <a:buNone/>
              <a:tabLst/>
              <a:defRPr/>
            </a:pPr>
            <a:endParaRPr kumimoji="0" lang="zh-CN" altLang="en-US" sz="3800" b="0" i="0" u="none" strike="noStrike" kern="0" cap="none" spc="0" normalizeH="0" baseline="0" noProof="0">
              <a:ln>
                <a:noFill/>
              </a:ln>
              <a:solidFill>
                <a:srgbClr val="FFFFFF"/>
              </a:solidFill>
              <a:effectLst/>
              <a:uLnTx/>
              <a:uFillTx/>
              <a:sym typeface="宋体" pitchFamily="2" charset="-122"/>
            </a:endParaRPr>
          </a:p>
        </p:txBody>
      </p:sp>
      <p:sp>
        <p:nvSpPr>
          <p:cNvPr id="49" name="任意多边形 15"/>
          <p:cNvSpPr>
            <a:spLocks noChangeArrowheads="1"/>
          </p:cNvSpPr>
          <p:nvPr/>
        </p:nvSpPr>
        <p:spPr bwMode="auto">
          <a:xfrm rot="1723431">
            <a:off x="927092" y="1111635"/>
            <a:ext cx="3635375" cy="3635375"/>
          </a:xfrm>
          <a:custGeom>
            <a:avLst/>
            <a:gdLst>
              <a:gd name="T0" fmla="*/ 3370965 w 3413760"/>
              <a:gd name="T1" fmla="*/ 2086696 h 3413760"/>
              <a:gd name="T2" fmla="*/ 2447467 w 3413760"/>
              <a:gd name="T3" fmla="*/ 3244726 h 3413760"/>
              <a:gd name="T4" fmla="*/ 1706880 w 3413760"/>
              <a:gd name="T5" fmla="*/ 1706880 h 3413760"/>
              <a:gd name="T6" fmla="*/ 3370965 w 3413760"/>
              <a:gd name="T7" fmla="*/ 2086696 h 3413760"/>
              <a:gd name="T8" fmla="*/ 0 60000 65536"/>
              <a:gd name="T9" fmla="*/ 0 60000 65536"/>
              <a:gd name="T10" fmla="*/ 0 60000 65536"/>
              <a:gd name="T11" fmla="*/ 0 60000 65536"/>
              <a:gd name="T12" fmla="*/ 0 w 3413760"/>
              <a:gd name="T13" fmla="*/ 0 h 3413760"/>
              <a:gd name="T14" fmla="*/ 3413760 w 3413760"/>
              <a:gd name="T15" fmla="*/ 3413760 h 3413760"/>
            </a:gdLst>
            <a:ahLst/>
            <a:cxnLst>
              <a:cxn ang="T8">
                <a:pos x="T0" y="T1"/>
              </a:cxn>
              <a:cxn ang="T9">
                <a:pos x="T2" y="T3"/>
              </a:cxn>
              <a:cxn ang="T10">
                <a:pos x="T4" y="T5"/>
              </a:cxn>
              <a:cxn ang="T11">
                <a:pos x="T6" y="T7"/>
              </a:cxn>
            </a:cxnLst>
            <a:rect l="T12" t="T13" r="T14" b="T15"/>
            <a:pathLst>
              <a:path w="3413760" h="3413760">
                <a:moveTo>
                  <a:pt x="3370965" y="2086696"/>
                </a:moveTo>
                <a:cubicBezTo>
                  <a:pt x="3255378" y="2593118"/>
                  <a:pt x="2915472" y="3019346"/>
                  <a:pt x="2447467" y="3244726"/>
                </a:cubicBezTo>
                <a:lnTo>
                  <a:pt x="1706880" y="1706880"/>
                </a:lnTo>
                <a:lnTo>
                  <a:pt x="3370965" y="2086696"/>
                </a:lnTo>
                <a:close/>
              </a:path>
            </a:pathLst>
          </a:custGeom>
          <a:solidFill>
            <a:srgbClr val="054487"/>
          </a:solidFill>
          <a:ln w="25400" cmpd="sng">
            <a:solidFill>
              <a:srgbClr val="FFFFFF"/>
            </a:solidFill>
            <a:miter lim="800000"/>
            <a:headEnd/>
            <a:tailEnd/>
          </a:ln>
        </p:spPr>
        <p:txBody>
          <a:bodyPr lIns="2244090" tIns="2081530" rIns="374650" bIns="781050" anchor="ctr"/>
          <a:lstStyle/>
          <a:p>
            <a:pPr marL="0" marR="0" lvl="0" indent="0" algn="ctr" defTabSz="914400" eaLnBrk="1" fontAlgn="auto" latinLnBrk="0" hangingPunct="1">
              <a:lnSpc>
                <a:spcPct val="90000"/>
              </a:lnSpc>
              <a:spcBef>
                <a:spcPts val="0"/>
              </a:spcBef>
              <a:spcAft>
                <a:spcPct val="35000"/>
              </a:spcAft>
              <a:buClrTx/>
              <a:buSzTx/>
              <a:buFontTx/>
              <a:buNone/>
              <a:tabLst/>
              <a:defRPr/>
            </a:pPr>
            <a:endParaRPr kumimoji="0" lang="zh-CN" altLang="en-US" sz="3900" b="0" i="0" u="none" strike="noStrike" kern="0" cap="none" spc="0" normalizeH="0" baseline="0" noProof="0">
              <a:ln>
                <a:noFill/>
              </a:ln>
              <a:solidFill>
                <a:srgbClr val="FFFFFF"/>
              </a:solidFill>
              <a:effectLst/>
              <a:uLnTx/>
              <a:uFillTx/>
              <a:sym typeface="宋体" pitchFamily="2" charset="-122"/>
            </a:endParaRPr>
          </a:p>
        </p:txBody>
      </p:sp>
      <p:sp>
        <p:nvSpPr>
          <p:cNvPr id="50" name="任意多边形 16"/>
          <p:cNvSpPr>
            <a:spLocks noChangeArrowheads="1"/>
          </p:cNvSpPr>
          <p:nvPr/>
        </p:nvSpPr>
        <p:spPr bwMode="auto">
          <a:xfrm rot="1723431">
            <a:off x="927092" y="1111635"/>
            <a:ext cx="3635375" cy="3635375"/>
          </a:xfrm>
          <a:custGeom>
            <a:avLst/>
            <a:gdLst>
              <a:gd name="T0" fmla="*/ 2447430 w 3413760"/>
              <a:gd name="T1" fmla="*/ 3244744 h 3413760"/>
              <a:gd name="T2" fmla="*/ 966292 w 3413760"/>
              <a:gd name="T3" fmla="*/ 3244726 h 3413760"/>
              <a:gd name="T4" fmla="*/ 1706880 w 3413760"/>
              <a:gd name="T5" fmla="*/ 1706880 h 3413760"/>
              <a:gd name="T6" fmla="*/ 2447430 w 3413760"/>
              <a:gd name="T7" fmla="*/ 3244744 h 3413760"/>
              <a:gd name="T8" fmla="*/ 0 60000 65536"/>
              <a:gd name="T9" fmla="*/ 0 60000 65536"/>
              <a:gd name="T10" fmla="*/ 0 60000 65536"/>
              <a:gd name="T11" fmla="*/ 0 60000 65536"/>
              <a:gd name="T12" fmla="*/ 0 w 3413760"/>
              <a:gd name="T13" fmla="*/ 0 h 3413760"/>
              <a:gd name="T14" fmla="*/ 3413760 w 3413760"/>
              <a:gd name="T15" fmla="*/ 3413760 h 3413760"/>
            </a:gdLst>
            <a:ahLst/>
            <a:cxnLst>
              <a:cxn ang="T8">
                <a:pos x="T0" y="T1"/>
              </a:cxn>
              <a:cxn ang="T9">
                <a:pos x="T2" y="T3"/>
              </a:cxn>
              <a:cxn ang="T10">
                <a:pos x="T4" y="T5"/>
              </a:cxn>
              <a:cxn ang="T11">
                <a:pos x="T6" y="T7"/>
              </a:cxn>
            </a:cxnLst>
            <a:rect l="T12" t="T13" r="T14" b="T15"/>
            <a:pathLst>
              <a:path w="3413760" h="3413760">
                <a:moveTo>
                  <a:pt x="2447430" y="3244744"/>
                </a:moveTo>
                <a:cubicBezTo>
                  <a:pt x="1979433" y="3470105"/>
                  <a:pt x="1434283" y="3470099"/>
                  <a:pt x="966292" y="3244726"/>
                </a:cubicBezTo>
                <a:lnTo>
                  <a:pt x="1706880" y="1706880"/>
                </a:lnTo>
                <a:lnTo>
                  <a:pt x="2447430" y="3244744"/>
                </a:lnTo>
                <a:close/>
              </a:path>
            </a:pathLst>
          </a:custGeom>
          <a:solidFill>
            <a:srgbClr val="054487"/>
          </a:solidFill>
          <a:ln w="25400" cmpd="sng">
            <a:solidFill>
              <a:srgbClr val="FFFFFF"/>
            </a:solidFill>
            <a:miter lim="800000"/>
            <a:headEnd/>
            <a:tailEnd/>
          </a:ln>
        </p:spPr>
        <p:txBody>
          <a:bodyPr lIns="1299210" tIns="2731771" rIns="1299210" bIns="130809" anchor="ctr"/>
          <a:lstStyle/>
          <a:p>
            <a:pPr marL="0" marR="0" lvl="0" indent="0" algn="ctr" defTabSz="914400" eaLnBrk="1" fontAlgn="auto" latinLnBrk="0" hangingPunct="1">
              <a:lnSpc>
                <a:spcPct val="90000"/>
              </a:lnSpc>
              <a:spcBef>
                <a:spcPts val="0"/>
              </a:spcBef>
              <a:spcAft>
                <a:spcPct val="35000"/>
              </a:spcAft>
              <a:buClrTx/>
              <a:buSzTx/>
              <a:buFontTx/>
              <a:buNone/>
              <a:tabLst/>
              <a:defRPr/>
            </a:pPr>
            <a:endParaRPr kumimoji="0" lang="zh-CN" altLang="en-US" sz="3900" b="0" i="0" u="none" strike="noStrike" kern="0" cap="none" spc="0" normalizeH="0" baseline="0" noProof="0">
              <a:ln>
                <a:noFill/>
              </a:ln>
              <a:solidFill>
                <a:srgbClr val="FFFFFF"/>
              </a:solidFill>
              <a:effectLst/>
              <a:uLnTx/>
              <a:uFillTx/>
              <a:sym typeface="宋体" pitchFamily="2" charset="-122"/>
            </a:endParaRPr>
          </a:p>
        </p:txBody>
      </p:sp>
      <p:sp>
        <p:nvSpPr>
          <p:cNvPr id="51" name="任意多边形 17"/>
          <p:cNvSpPr>
            <a:spLocks noChangeArrowheads="1"/>
          </p:cNvSpPr>
          <p:nvPr/>
        </p:nvSpPr>
        <p:spPr bwMode="auto">
          <a:xfrm rot="1723431">
            <a:off x="927092" y="1111635"/>
            <a:ext cx="3635375" cy="3635375"/>
          </a:xfrm>
          <a:custGeom>
            <a:avLst/>
            <a:gdLst>
              <a:gd name="T0" fmla="*/ 966292 w 3413760"/>
              <a:gd name="T1" fmla="*/ 3244726 h 3413760"/>
              <a:gd name="T2" fmla="*/ 42795 w 3413760"/>
              <a:gd name="T3" fmla="*/ 2086696 h 3413760"/>
              <a:gd name="T4" fmla="*/ 1706880 w 3413760"/>
              <a:gd name="T5" fmla="*/ 1706880 h 3413760"/>
              <a:gd name="T6" fmla="*/ 966292 w 3413760"/>
              <a:gd name="T7" fmla="*/ 3244726 h 3413760"/>
              <a:gd name="T8" fmla="*/ 0 60000 65536"/>
              <a:gd name="T9" fmla="*/ 0 60000 65536"/>
              <a:gd name="T10" fmla="*/ 0 60000 65536"/>
              <a:gd name="T11" fmla="*/ 0 60000 65536"/>
              <a:gd name="T12" fmla="*/ 0 w 3413760"/>
              <a:gd name="T13" fmla="*/ 0 h 3413760"/>
              <a:gd name="T14" fmla="*/ 3413760 w 3413760"/>
              <a:gd name="T15" fmla="*/ 3413760 h 3413760"/>
            </a:gdLst>
            <a:ahLst/>
            <a:cxnLst>
              <a:cxn ang="T8">
                <a:pos x="T0" y="T1"/>
              </a:cxn>
              <a:cxn ang="T9">
                <a:pos x="T2" y="T3"/>
              </a:cxn>
              <a:cxn ang="T10">
                <a:pos x="T4" y="T5"/>
              </a:cxn>
              <a:cxn ang="T11">
                <a:pos x="T6" y="T7"/>
              </a:cxn>
            </a:cxnLst>
            <a:rect l="T12" t="T13" r="T14" b="T15"/>
            <a:pathLst>
              <a:path w="3413760" h="3413760">
                <a:moveTo>
                  <a:pt x="966292" y="3244726"/>
                </a:moveTo>
                <a:cubicBezTo>
                  <a:pt x="498287" y="3019347"/>
                  <a:pt x="158382" y="2593118"/>
                  <a:pt x="42795" y="2086696"/>
                </a:cubicBezTo>
                <a:lnTo>
                  <a:pt x="1706880" y="1706880"/>
                </a:lnTo>
                <a:lnTo>
                  <a:pt x="966292" y="3244726"/>
                </a:lnTo>
                <a:close/>
              </a:path>
            </a:pathLst>
          </a:custGeom>
          <a:solidFill>
            <a:srgbClr val="054487"/>
          </a:solidFill>
          <a:ln w="25400" cmpd="sng">
            <a:solidFill>
              <a:srgbClr val="FFFFFF"/>
            </a:solidFill>
            <a:miter lim="800000"/>
            <a:headEnd/>
            <a:tailEnd/>
          </a:ln>
        </p:spPr>
        <p:txBody>
          <a:bodyPr lIns="374650" tIns="2081530" rIns="2244090" bIns="781050" anchor="ctr"/>
          <a:lstStyle/>
          <a:p>
            <a:pPr marL="0" marR="0" lvl="0" indent="0" algn="ctr" defTabSz="914400" eaLnBrk="1" fontAlgn="auto" latinLnBrk="0" hangingPunct="1">
              <a:lnSpc>
                <a:spcPct val="90000"/>
              </a:lnSpc>
              <a:spcBef>
                <a:spcPts val="0"/>
              </a:spcBef>
              <a:spcAft>
                <a:spcPct val="35000"/>
              </a:spcAft>
              <a:buClrTx/>
              <a:buSzTx/>
              <a:buFontTx/>
              <a:buNone/>
              <a:tabLst/>
              <a:defRPr/>
            </a:pPr>
            <a:endParaRPr kumimoji="0" lang="zh-CN" altLang="en-US" sz="3900" b="0" i="0" u="none" strike="noStrike" kern="0" cap="none" spc="0" normalizeH="0" baseline="0" noProof="0">
              <a:ln>
                <a:noFill/>
              </a:ln>
              <a:solidFill>
                <a:srgbClr val="FFFFFF"/>
              </a:solidFill>
              <a:effectLst/>
              <a:uLnTx/>
              <a:uFillTx/>
              <a:sym typeface="宋体" pitchFamily="2" charset="-122"/>
            </a:endParaRPr>
          </a:p>
        </p:txBody>
      </p:sp>
      <p:sp>
        <p:nvSpPr>
          <p:cNvPr id="52" name="任意多边形 18"/>
          <p:cNvSpPr>
            <a:spLocks noChangeArrowheads="1"/>
          </p:cNvSpPr>
          <p:nvPr/>
        </p:nvSpPr>
        <p:spPr bwMode="auto">
          <a:xfrm rot="1723431">
            <a:off x="927092" y="1111635"/>
            <a:ext cx="3635375" cy="3635375"/>
          </a:xfrm>
          <a:custGeom>
            <a:avLst/>
            <a:gdLst>
              <a:gd name="T0" fmla="*/ 42795 w 3413760"/>
              <a:gd name="T1" fmla="*/ 2086695 h 3413760"/>
              <a:gd name="T2" fmla="*/ 372387 w 3413760"/>
              <a:gd name="T3" fmla="*/ 642658 h 3413760"/>
              <a:gd name="T4" fmla="*/ 1706880 w 3413760"/>
              <a:gd name="T5" fmla="*/ 1706880 h 3413760"/>
              <a:gd name="T6" fmla="*/ 42795 w 3413760"/>
              <a:gd name="T7" fmla="*/ 2086695 h 3413760"/>
              <a:gd name="T8" fmla="*/ 0 60000 65536"/>
              <a:gd name="T9" fmla="*/ 0 60000 65536"/>
              <a:gd name="T10" fmla="*/ 0 60000 65536"/>
              <a:gd name="T11" fmla="*/ 0 60000 65536"/>
              <a:gd name="T12" fmla="*/ 0 w 3413760"/>
              <a:gd name="T13" fmla="*/ 0 h 3413760"/>
              <a:gd name="T14" fmla="*/ 3413760 w 3413760"/>
              <a:gd name="T15" fmla="*/ 3413760 h 3413760"/>
            </a:gdLst>
            <a:ahLst/>
            <a:cxnLst>
              <a:cxn ang="T8">
                <a:pos x="T0" y="T1"/>
              </a:cxn>
              <a:cxn ang="T9">
                <a:pos x="T2" y="T3"/>
              </a:cxn>
              <a:cxn ang="T10">
                <a:pos x="T4" y="T5"/>
              </a:cxn>
              <a:cxn ang="T11">
                <a:pos x="T6" y="T7"/>
              </a:cxn>
            </a:cxnLst>
            <a:rect l="T12" t="T13" r="T14" b="T15"/>
            <a:pathLst>
              <a:path w="3413760" h="3413760">
                <a:moveTo>
                  <a:pt x="42795" y="2086695"/>
                </a:moveTo>
                <a:cubicBezTo>
                  <a:pt x="-72792" y="1580274"/>
                  <a:pt x="48519" y="1048777"/>
                  <a:pt x="372387" y="642658"/>
                </a:cubicBezTo>
                <a:lnTo>
                  <a:pt x="1706880" y="1706880"/>
                </a:lnTo>
                <a:lnTo>
                  <a:pt x="42795" y="2086695"/>
                </a:lnTo>
                <a:close/>
              </a:path>
            </a:pathLst>
          </a:custGeom>
          <a:solidFill>
            <a:srgbClr val="054487"/>
          </a:solidFill>
          <a:ln w="25400" cmpd="sng">
            <a:solidFill>
              <a:srgbClr val="FFFFFF"/>
            </a:solidFill>
            <a:miter lim="800000"/>
            <a:headEnd/>
            <a:tailEnd/>
          </a:ln>
        </p:spPr>
        <p:txBody>
          <a:bodyPr lIns="124714" tIns="1258571" rIns="2376170" bIns="1604009" anchor="ctr"/>
          <a:lstStyle/>
          <a:p>
            <a:pPr marL="0" marR="0" lvl="0" indent="0" algn="ctr" defTabSz="914400" eaLnBrk="1" fontAlgn="auto" latinLnBrk="0" hangingPunct="1">
              <a:lnSpc>
                <a:spcPct val="90000"/>
              </a:lnSpc>
              <a:spcBef>
                <a:spcPts val="0"/>
              </a:spcBef>
              <a:spcAft>
                <a:spcPct val="35000"/>
              </a:spcAft>
              <a:buClrTx/>
              <a:buSzTx/>
              <a:buFontTx/>
              <a:buNone/>
              <a:tabLst/>
              <a:defRPr/>
            </a:pPr>
            <a:endParaRPr kumimoji="0" lang="zh-CN" altLang="en-US" sz="3100" b="0" i="0" u="none" strike="noStrike" kern="0" cap="none" spc="0" normalizeH="0" baseline="0" noProof="0">
              <a:ln>
                <a:noFill/>
              </a:ln>
              <a:solidFill>
                <a:srgbClr val="FFFFFF"/>
              </a:solidFill>
              <a:effectLst/>
              <a:uLnTx/>
              <a:uFillTx/>
              <a:sym typeface="宋体" pitchFamily="2" charset="-122"/>
            </a:endParaRPr>
          </a:p>
        </p:txBody>
      </p:sp>
      <p:sp>
        <p:nvSpPr>
          <p:cNvPr id="53" name="任意多边形 19"/>
          <p:cNvSpPr>
            <a:spLocks noChangeArrowheads="1"/>
          </p:cNvSpPr>
          <p:nvPr/>
        </p:nvSpPr>
        <p:spPr bwMode="auto">
          <a:xfrm rot="1723431">
            <a:off x="927092" y="1111635"/>
            <a:ext cx="3635375" cy="3635375"/>
          </a:xfrm>
          <a:custGeom>
            <a:avLst/>
            <a:gdLst>
              <a:gd name="T0" fmla="*/ 372387 w 3413760"/>
              <a:gd name="T1" fmla="*/ 642658 h 3413760"/>
              <a:gd name="T2" fmla="*/ 1706880 w 3413760"/>
              <a:gd name="T3" fmla="*/ 0 h 3413760"/>
              <a:gd name="T4" fmla="*/ 1706880 w 3413760"/>
              <a:gd name="T5" fmla="*/ 1706880 h 3413760"/>
              <a:gd name="T6" fmla="*/ 372387 w 3413760"/>
              <a:gd name="T7" fmla="*/ 642658 h 3413760"/>
              <a:gd name="T8" fmla="*/ 0 60000 65536"/>
              <a:gd name="T9" fmla="*/ 0 60000 65536"/>
              <a:gd name="T10" fmla="*/ 0 60000 65536"/>
              <a:gd name="T11" fmla="*/ 0 60000 65536"/>
              <a:gd name="T12" fmla="*/ 0 w 3413760"/>
              <a:gd name="T13" fmla="*/ 0 h 3413760"/>
              <a:gd name="T14" fmla="*/ 3413760 w 3413760"/>
              <a:gd name="T15" fmla="*/ 3413760 h 3413760"/>
            </a:gdLst>
            <a:ahLst/>
            <a:cxnLst>
              <a:cxn ang="T8">
                <a:pos x="T0" y="T1"/>
              </a:cxn>
              <a:cxn ang="T9">
                <a:pos x="T2" y="T3"/>
              </a:cxn>
              <a:cxn ang="T10">
                <a:pos x="T4" y="T5"/>
              </a:cxn>
              <a:cxn ang="T11">
                <a:pos x="T6" y="T7"/>
              </a:cxn>
            </a:cxnLst>
            <a:rect l="T12" t="T13" r="T14" b="T15"/>
            <a:pathLst>
              <a:path w="3413760" h="3413760">
                <a:moveTo>
                  <a:pt x="372387" y="642658"/>
                </a:moveTo>
                <a:cubicBezTo>
                  <a:pt x="696256" y="236539"/>
                  <a:pt x="1187434" y="0"/>
                  <a:pt x="1706880" y="0"/>
                </a:cubicBezTo>
                <a:lnTo>
                  <a:pt x="1706880" y="1706880"/>
                </a:lnTo>
                <a:lnTo>
                  <a:pt x="372387" y="642658"/>
                </a:lnTo>
                <a:close/>
              </a:path>
            </a:pathLst>
          </a:custGeom>
          <a:solidFill>
            <a:srgbClr val="054487"/>
          </a:solidFill>
          <a:ln w="25400" cmpd="sng">
            <a:solidFill>
              <a:srgbClr val="FFFFFF"/>
            </a:solidFill>
            <a:miter lim="800000"/>
            <a:headEnd/>
            <a:tailEnd/>
          </a:ln>
        </p:spPr>
        <p:txBody>
          <a:bodyPr lIns="776478" tIns="361951" rIns="1776222" bIns="2536189" anchor="ctr"/>
          <a:lstStyle/>
          <a:p>
            <a:pPr marL="0" marR="0" lvl="0" indent="0" algn="ctr" defTabSz="914400" eaLnBrk="1" fontAlgn="auto" latinLnBrk="0" hangingPunct="1">
              <a:lnSpc>
                <a:spcPct val="90000"/>
              </a:lnSpc>
              <a:spcBef>
                <a:spcPts val="0"/>
              </a:spcBef>
              <a:spcAft>
                <a:spcPct val="35000"/>
              </a:spcAft>
              <a:buClrTx/>
              <a:buSzTx/>
              <a:buFontTx/>
              <a:buNone/>
              <a:tabLst/>
              <a:defRPr/>
            </a:pPr>
            <a:endParaRPr kumimoji="0" lang="zh-CN" altLang="en-US" sz="2900" b="0" i="0" u="none" strike="noStrike" kern="0" cap="none" spc="0" normalizeH="0" baseline="0" noProof="0">
              <a:ln>
                <a:noFill/>
              </a:ln>
              <a:solidFill>
                <a:srgbClr val="FFFFFF"/>
              </a:solidFill>
              <a:effectLst/>
              <a:uLnTx/>
              <a:uFillTx/>
              <a:sym typeface="宋体" pitchFamily="2" charset="-122"/>
            </a:endParaRPr>
          </a:p>
        </p:txBody>
      </p:sp>
      <p:sp>
        <p:nvSpPr>
          <p:cNvPr id="54" name="椭圆 20"/>
          <p:cNvSpPr>
            <a:spLocks noChangeArrowheads="1"/>
          </p:cNvSpPr>
          <p:nvPr/>
        </p:nvSpPr>
        <p:spPr bwMode="auto">
          <a:xfrm>
            <a:off x="2505067" y="2699135"/>
            <a:ext cx="506412" cy="506413"/>
          </a:xfrm>
          <a:prstGeom prst="ellipse">
            <a:avLst/>
          </a:prstGeom>
          <a:solidFill>
            <a:srgbClr val="0B87D6"/>
          </a:solidFill>
          <a:ln w="25400" cmpd="sng">
            <a:solidFill>
              <a:sysClr val="window" lastClr="FFFFFF"/>
            </a:solidFill>
            <a:miter lim="800000"/>
            <a:headEnd/>
            <a:tailEnd/>
          </a:ln>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sym typeface="宋体" pitchFamily="2" charset="-122"/>
            </a:endParaRPr>
          </a:p>
        </p:txBody>
      </p:sp>
      <p:sp>
        <p:nvSpPr>
          <p:cNvPr id="55" name="TextBox 21"/>
          <p:cNvSpPr>
            <a:spLocks noChangeArrowheads="1"/>
          </p:cNvSpPr>
          <p:nvPr/>
        </p:nvSpPr>
        <p:spPr bwMode="auto">
          <a:xfrm>
            <a:off x="2568567" y="2330835"/>
            <a:ext cx="404812"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30000"/>
              </a:lnSpc>
            </a:pPr>
            <a:r>
              <a:rPr lang="en-US" sz="1400">
                <a:solidFill>
                  <a:srgbClr val="FFFFFF"/>
                </a:solidFill>
                <a:ea typeface="微软雅黑" pitchFamily="34" charset="-122"/>
                <a:sym typeface="Arial" pitchFamily="34" charset="0"/>
              </a:rPr>
              <a:t>06</a:t>
            </a:r>
            <a:endParaRPr lang="zh-CN" altLang="en-US" sz="1400">
              <a:solidFill>
                <a:srgbClr val="FFFFFF"/>
              </a:solidFill>
              <a:ea typeface="微软雅黑" pitchFamily="34" charset="-122"/>
              <a:sym typeface="Arial" pitchFamily="34" charset="0"/>
            </a:endParaRPr>
          </a:p>
        </p:txBody>
      </p:sp>
      <p:sp>
        <p:nvSpPr>
          <p:cNvPr id="56" name="TextBox 22"/>
          <p:cNvSpPr>
            <a:spLocks noChangeArrowheads="1"/>
          </p:cNvSpPr>
          <p:nvPr/>
        </p:nvSpPr>
        <p:spPr bwMode="auto">
          <a:xfrm>
            <a:off x="2195504" y="2473710"/>
            <a:ext cx="403225"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30000"/>
              </a:lnSpc>
            </a:pPr>
            <a:r>
              <a:rPr lang="en-US" sz="1400">
                <a:solidFill>
                  <a:srgbClr val="FFFFFF"/>
                </a:solidFill>
                <a:ea typeface="微软雅黑" pitchFamily="34" charset="-122"/>
                <a:sym typeface="Arial" pitchFamily="34" charset="0"/>
              </a:rPr>
              <a:t>05</a:t>
            </a:r>
            <a:endParaRPr lang="zh-CN" altLang="en-US" sz="1400">
              <a:solidFill>
                <a:srgbClr val="FFFFFF"/>
              </a:solidFill>
              <a:ea typeface="微软雅黑" pitchFamily="34" charset="-122"/>
              <a:sym typeface="Arial" pitchFamily="34" charset="0"/>
            </a:endParaRPr>
          </a:p>
        </p:txBody>
      </p:sp>
      <p:sp>
        <p:nvSpPr>
          <p:cNvPr id="57" name="TextBox 23"/>
          <p:cNvSpPr>
            <a:spLocks noChangeArrowheads="1"/>
          </p:cNvSpPr>
          <p:nvPr/>
        </p:nvSpPr>
        <p:spPr bwMode="auto">
          <a:xfrm>
            <a:off x="2119304" y="2842010"/>
            <a:ext cx="403225"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30000"/>
              </a:lnSpc>
            </a:pPr>
            <a:r>
              <a:rPr lang="en-US" sz="1400">
                <a:solidFill>
                  <a:srgbClr val="FFFFFF"/>
                </a:solidFill>
                <a:ea typeface="微软雅黑" pitchFamily="34" charset="-122"/>
                <a:sym typeface="Arial" pitchFamily="34" charset="0"/>
              </a:rPr>
              <a:t>04</a:t>
            </a:r>
            <a:endParaRPr lang="zh-CN" altLang="en-US" sz="1400">
              <a:solidFill>
                <a:srgbClr val="FFFFFF"/>
              </a:solidFill>
              <a:ea typeface="微软雅黑" pitchFamily="34" charset="-122"/>
              <a:sym typeface="Arial" pitchFamily="34" charset="0"/>
            </a:endParaRPr>
          </a:p>
        </p:txBody>
      </p:sp>
      <p:sp>
        <p:nvSpPr>
          <p:cNvPr id="58" name="TextBox 24"/>
          <p:cNvSpPr>
            <a:spLocks noChangeArrowheads="1"/>
          </p:cNvSpPr>
          <p:nvPr/>
        </p:nvSpPr>
        <p:spPr bwMode="auto">
          <a:xfrm>
            <a:off x="2335204" y="3146810"/>
            <a:ext cx="404813"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30000"/>
              </a:lnSpc>
            </a:pPr>
            <a:r>
              <a:rPr lang="en-US" sz="1400">
                <a:solidFill>
                  <a:srgbClr val="FFFFFF"/>
                </a:solidFill>
                <a:ea typeface="微软雅黑" pitchFamily="34" charset="-122"/>
                <a:sym typeface="Arial" pitchFamily="34" charset="0"/>
              </a:rPr>
              <a:t>03</a:t>
            </a:r>
            <a:endParaRPr lang="zh-CN" altLang="en-US" sz="1400">
              <a:solidFill>
                <a:srgbClr val="FFFFFF"/>
              </a:solidFill>
              <a:ea typeface="微软雅黑" pitchFamily="34" charset="-122"/>
              <a:sym typeface="Arial" pitchFamily="34" charset="0"/>
            </a:endParaRPr>
          </a:p>
        </p:txBody>
      </p:sp>
      <p:sp>
        <p:nvSpPr>
          <p:cNvPr id="59" name="TextBox 25"/>
          <p:cNvSpPr>
            <a:spLocks noChangeArrowheads="1"/>
          </p:cNvSpPr>
          <p:nvPr/>
        </p:nvSpPr>
        <p:spPr bwMode="auto">
          <a:xfrm>
            <a:off x="2716204" y="3180148"/>
            <a:ext cx="404813" cy="37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30000"/>
              </a:lnSpc>
            </a:pPr>
            <a:r>
              <a:rPr lang="en-US" sz="1400">
                <a:solidFill>
                  <a:srgbClr val="FFFFFF"/>
                </a:solidFill>
                <a:ea typeface="微软雅黑" pitchFamily="34" charset="-122"/>
                <a:sym typeface="Arial" pitchFamily="34" charset="0"/>
              </a:rPr>
              <a:t>02</a:t>
            </a:r>
            <a:endParaRPr lang="zh-CN" altLang="en-US" sz="1400">
              <a:solidFill>
                <a:srgbClr val="FFFFFF"/>
              </a:solidFill>
              <a:ea typeface="微软雅黑" pitchFamily="34" charset="-122"/>
              <a:sym typeface="Arial" pitchFamily="34" charset="0"/>
            </a:endParaRPr>
          </a:p>
        </p:txBody>
      </p:sp>
      <p:sp>
        <p:nvSpPr>
          <p:cNvPr id="60" name="TextBox 26"/>
          <p:cNvSpPr>
            <a:spLocks noChangeArrowheads="1"/>
          </p:cNvSpPr>
          <p:nvPr/>
        </p:nvSpPr>
        <p:spPr bwMode="auto">
          <a:xfrm>
            <a:off x="3001954" y="2876935"/>
            <a:ext cx="403225"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30000"/>
              </a:lnSpc>
            </a:pPr>
            <a:r>
              <a:rPr lang="en-US" sz="1400">
                <a:solidFill>
                  <a:srgbClr val="FFFFFF"/>
                </a:solidFill>
                <a:ea typeface="微软雅黑" pitchFamily="34" charset="-122"/>
                <a:sym typeface="Arial" pitchFamily="34" charset="0"/>
              </a:rPr>
              <a:t>01</a:t>
            </a:r>
            <a:endParaRPr lang="zh-CN" altLang="en-US" sz="1400">
              <a:solidFill>
                <a:srgbClr val="FFFFFF"/>
              </a:solidFill>
              <a:ea typeface="微软雅黑" pitchFamily="34" charset="-122"/>
              <a:sym typeface="Arial" pitchFamily="34" charset="0"/>
            </a:endParaRPr>
          </a:p>
        </p:txBody>
      </p:sp>
      <p:sp>
        <p:nvSpPr>
          <p:cNvPr id="61" name="TextBox 27"/>
          <p:cNvSpPr>
            <a:spLocks noChangeArrowheads="1"/>
          </p:cNvSpPr>
          <p:nvPr/>
        </p:nvSpPr>
        <p:spPr bwMode="auto">
          <a:xfrm>
            <a:off x="2354254" y="1216410"/>
            <a:ext cx="868363"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30000"/>
              </a:lnSpc>
            </a:pPr>
            <a:r>
              <a:rPr lang="zh-CN" altLang="en-US" sz="1200" dirty="0">
                <a:solidFill>
                  <a:srgbClr val="FFFFFF"/>
                </a:solidFill>
                <a:latin typeface="微软雅黑" pitchFamily="34" charset="-122"/>
                <a:ea typeface="微软雅黑" pitchFamily="34" charset="-122"/>
                <a:sym typeface="微软雅黑" pitchFamily="34" charset="-122"/>
              </a:rPr>
              <a:t>您的内容打在这里或者复制</a:t>
            </a:r>
          </a:p>
        </p:txBody>
      </p:sp>
      <p:sp>
        <p:nvSpPr>
          <p:cNvPr id="62" name="TextBox 28"/>
          <p:cNvSpPr>
            <a:spLocks noChangeArrowheads="1"/>
          </p:cNvSpPr>
          <p:nvPr/>
        </p:nvSpPr>
        <p:spPr bwMode="auto">
          <a:xfrm>
            <a:off x="1023929" y="2707073"/>
            <a:ext cx="81915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30000"/>
              </a:lnSpc>
            </a:pPr>
            <a:r>
              <a:rPr lang="zh-CN" altLang="en-US" sz="1200">
                <a:solidFill>
                  <a:srgbClr val="FFFFFF"/>
                </a:solidFill>
                <a:latin typeface="微软雅黑" pitchFamily="34" charset="-122"/>
                <a:ea typeface="微软雅黑" pitchFamily="34" charset="-122"/>
                <a:sym typeface="微软雅黑" pitchFamily="34" charset="-122"/>
              </a:rPr>
              <a:t>您的内容打在这里或者复制</a:t>
            </a:r>
          </a:p>
        </p:txBody>
      </p:sp>
      <p:sp>
        <p:nvSpPr>
          <p:cNvPr id="63" name="TextBox 29"/>
          <p:cNvSpPr>
            <a:spLocks noChangeArrowheads="1"/>
          </p:cNvSpPr>
          <p:nvPr/>
        </p:nvSpPr>
        <p:spPr bwMode="auto">
          <a:xfrm>
            <a:off x="1722429" y="3642110"/>
            <a:ext cx="8636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30000"/>
              </a:lnSpc>
            </a:pPr>
            <a:r>
              <a:rPr lang="zh-CN" altLang="en-US" sz="1200">
                <a:solidFill>
                  <a:srgbClr val="FFFFFF"/>
                </a:solidFill>
                <a:latin typeface="微软雅黑" pitchFamily="34" charset="-122"/>
                <a:ea typeface="微软雅黑" pitchFamily="34" charset="-122"/>
                <a:sym typeface="微软雅黑" pitchFamily="34" charset="-122"/>
              </a:rPr>
              <a:t>您的内容打在这里或者复制</a:t>
            </a:r>
          </a:p>
        </p:txBody>
      </p:sp>
      <p:sp>
        <p:nvSpPr>
          <p:cNvPr id="64" name="TextBox 30"/>
          <p:cNvSpPr>
            <a:spLocks noChangeArrowheads="1"/>
          </p:cNvSpPr>
          <p:nvPr/>
        </p:nvSpPr>
        <p:spPr bwMode="auto">
          <a:xfrm>
            <a:off x="1379529" y="1718060"/>
            <a:ext cx="839788"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30000"/>
              </a:lnSpc>
            </a:pPr>
            <a:r>
              <a:rPr lang="zh-CN" altLang="en-US" sz="1200">
                <a:solidFill>
                  <a:srgbClr val="FFFFFF"/>
                </a:solidFill>
                <a:latin typeface="微软雅黑" pitchFamily="34" charset="-122"/>
                <a:ea typeface="微软雅黑" pitchFamily="34" charset="-122"/>
                <a:sym typeface="微软雅黑" pitchFamily="34" charset="-122"/>
              </a:rPr>
              <a:t>您的内容打在这里或者复制</a:t>
            </a:r>
          </a:p>
        </p:txBody>
      </p:sp>
      <p:sp>
        <p:nvSpPr>
          <p:cNvPr id="65" name="TextBox 31"/>
          <p:cNvSpPr>
            <a:spLocks noChangeArrowheads="1"/>
          </p:cNvSpPr>
          <p:nvPr/>
        </p:nvSpPr>
        <p:spPr bwMode="auto">
          <a:xfrm>
            <a:off x="2792404" y="3704023"/>
            <a:ext cx="8255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30000"/>
              </a:lnSpc>
            </a:pPr>
            <a:r>
              <a:rPr lang="zh-CN" altLang="en-US" sz="1200">
                <a:solidFill>
                  <a:srgbClr val="FFFFFF"/>
                </a:solidFill>
                <a:latin typeface="微软雅黑" pitchFamily="34" charset="-122"/>
                <a:ea typeface="微软雅黑" pitchFamily="34" charset="-122"/>
                <a:sym typeface="微软雅黑" pitchFamily="34" charset="-122"/>
              </a:rPr>
              <a:t>您的内容打在这里或者复制</a:t>
            </a:r>
          </a:p>
        </p:txBody>
      </p:sp>
      <p:sp>
        <p:nvSpPr>
          <p:cNvPr id="66" name="TextBox 32"/>
          <p:cNvSpPr>
            <a:spLocks noChangeArrowheads="1"/>
          </p:cNvSpPr>
          <p:nvPr/>
        </p:nvSpPr>
        <p:spPr bwMode="auto">
          <a:xfrm>
            <a:off x="3467092" y="2807085"/>
            <a:ext cx="811212"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30000"/>
              </a:lnSpc>
            </a:pPr>
            <a:r>
              <a:rPr lang="zh-CN" altLang="en-US" sz="1200">
                <a:solidFill>
                  <a:srgbClr val="FFFFFF"/>
                </a:solidFill>
                <a:latin typeface="微软雅黑" pitchFamily="34" charset="-122"/>
                <a:ea typeface="微软雅黑" pitchFamily="34" charset="-122"/>
                <a:sym typeface="微软雅黑" pitchFamily="34" charset="-122"/>
              </a:rPr>
              <a:t>您的内容打在这里或者复制</a:t>
            </a:r>
          </a:p>
        </p:txBody>
      </p:sp>
      <p:sp>
        <p:nvSpPr>
          <p:cNvPr id="67" name="TextBox 33"/>
          <p:cNvSpPr>
            <a:spLocks noChangeArrowheads="1"/>
          </p:cNvSpPr>
          <p:nvPr/>
        </p:nvSpPr>
        <p:spPr bwMode="auto">
          <a:xfrm>
            <a:off x="4594013" y="1038610"/>
            <a:ext cx="3486150" cy="65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lnSpc>
                <a:spcPct val="130000"/>
              </a:lnSpc>
            </a:pPr>
            <a:r>
              <a:rPr lang="zh-CN" altLang="en-US" sz="2800" b="1" dirty="0">
                <a:solidFill>
                  <a:srgbClr val="054487"/>
                </a:solidFill>
                <a:latin typeface="微软雅黑" pitchFamily="34" charset="-122"/>
                <a:ea typeface="微软雅黑" pitchFamily="34" charset="-122"/>
                <a:sym typeface="微软雅黑" pitchFamily="34" charset="-122"/>
              </a:rPr>
              <a:t>您的标题打在这里</a:t>
            </a:r>
          </a:p>
        </p:txBody>
      </p:sp>
      <p:sp>
        <p:nvSpPr>
          <p:cNvPr id="68" name="TextBox 34"/>
          <p:cNvSpPr>
            <a:spLocks noChangeArrowheads="1"/>
          </p:cNvSpPr>
          <p:nvPr/>
        </p:nvSpPr>
        <p:spPr bwMode="auto">
          <a:xfrm>
            <a:off x="5071851" y="1606935"/>
            <a:ext cx="327025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0000"/>
              </a:lnSpc>
            </a:pPr>
            <a:r>
              <a:rPr lang="zh-CN" altLang="en-US" sz="1600">
                <a:solidFill>
                  <a:srgbClr val="595959"/>
                </a:solidFill>
                <a:latin typeface="微软雅黑" pitchFamily="34" charset="-122"/>
                <a:ea typeface="微软雅黑" pitchFamily="34" charset="-122"/>
                <a:sym typeface="微软雅黑" pitchFamily="34" charset="-122"/>
              </a:rPr>
              <a:t>您的副标题打在这里或通过复制</a:t>
            </a:r>
          </a:p>
        </p:txBody>
      </p:sp>
      <p:sp>
        <p:nvSpPr>
          <p:cNvPr id="69" name="直接连接符 35"/>
          <p:cNvSpPr>
            <a:spLocks noChangeShapeType="1"/>
          </p:cNvSpPr>
          <p:nvPr/>
        </p:nvSpPr>
        <p:spPr bwMode="auto">
          <a:xfrm>
            <a:off x="4286038" y="1627573"/>
            <a:ext cx="3730625" cy="1587"/>
          </a:xfrm>
          <a:prstGeom prst="line">
            <a:avLst/>
          </a:prstGeom>
          <a:noFill/>
          <a:ln w="19050" cmpd="sng">
            <a:solidFill>
              <a:srgbClr val="054487"/>
            </a:solidFill>
            <a:miter lim="800000"/>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70" name="六边形 36"/>
          <p:cNvSpPr>
            <a:spLocks noChangeArrowheads="1"/>
          </p:cNvSpPr>
          <p:nvPr/>
        </p:nvSpPr>
        <p:spPr bwMode="auto">
          <a:xfrm>
            <a:off x="5822738" y="2346710"/>
            <a:ext cx="1497013" cy="1292225"/>
          </a:xfrm>
          <a:prstGeom prst="hexagon">
            <a:avLst>
              <a:gd name="adj" fmla="val 24966"/>
              <a:gd name="vf" fmla="val 115470"/>
            </a:avLst>
          </a:prstGeom>
          <a:blipFill dpi="0" rotWithShape="1">
            <a:blip r:embed="rId2" cstate="print">
              <a:extLst>
                <a:ext uri="{28A0092B-C50C-407E-A947-70E740481C1C}">
                  <a14:useLocalDpi xmlns:a14="http://schemas.microsoft.com/office/drawing/2010/main" val="0"/>
                </a:ext>
              </a:extLst>
            </a:blip>
            <a:srcRect/>
            <a:stretch>
              <a:fillRect/>
            </a:stretch>
          </a:blipFill>
          <a:ln>
            <a:noFill/>
          </a:ln>
        </p:spPr>
        <p:txBody>
          <a:bodyPr anchor="ctr"/>
          <a:lstStyle/>
          <a:p>
            <a:pPr algn="ctr"/>
            <a:endParaRPr lang="zh-CN" altLang="en-US">
              <a:solidFill>
                <a:srgbClr val="FFFFFF"/>
              </a:solidFill>
              <a:latin typeface="宋体" pitchFamily="2" charset="-122"/>
              <a:sym typeface="宋体" pitchFamily="2" charset="-122"/>
            </a:endParaRPr>
          </a:p>
        </p:txBody>
      </p:sp>
      <p:sp>
        <p:nvSpPr>
          <p:cNvPr id="71" name="六边形 37"/>
          <p:cNvSpPr>
            <a:spLocks noChangeArrowheads="1"/>
          </p:cNvSpPr>
          <p:nvPr/>
        </p:nvSpPr>
        <p:spPr bwMode="auto">
          <a:xfrm>
            <a:off x="7048288" y="3181735"/>
            <a:ext cx="1104900" cy="952500"/>
          </a:xfrm>
          <a:prstGeom prst="hexagon">
            <a:avLst>
              <a:gd name="adj" fmla="val 24999"/>
              <a:gd name="vf" fmla="val 115470"/>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p:spPr>
        <p:txBody>
          <a:bodyPr anchor="ctr"/>
          <a:lstStyle/>
          <a:p>
            <a:pPr algn="ctr"/>
            <a:endParaRPr lang="zh-CN" altLang="en-US">
              <a:solidFill>
                <a:srgbClr val="FFFFFF"/>
              </a:solidFill>
              <a:latin typeface="宋体" pitchFamily="2" charset="-122"/>
              <a:sym typeface="宋体" pitchFamily="2" charset="-122"/>
            </a:endParaRPr>
          </a:p>
        </p:txBody>
      </p:sp>
      <p:sp>
        <p:nvSpPr>
          <p:cNvPr id="72" name="六边形 38"/>
          <p:cNvSpPr>
            <a:spLocks noChangeArrowheads="1"/>
          </p:cNvSpPr>
          <p:nvPr/>
        </p:nvSpPr>
        <p:spPr bwMode="auto">
          <a:xfrm>
            <a:off x="5286163" y="3299210"/>
            <a:ext cx="808038" cy="698500"/>
          </a:xfrm>
          <a:prstGeom prst="hexagon">
            <a:avLst>
              <a:gd name="adj" fmla="val 24941"/>
              <a:gd name="vf" fmla="val 115470"/>
            </a:avLst>
          </a:prstGeom>
          <a:blipFill dpi="0" rotWithShape="1">
            <a:blip r:embed="rId4" cstate="print">
              <a:extLst>
                <a:ext uri="{28A0092B-C50C-407E-A947-70E740481C1C}">
                  <a14:useLocalDpi xmlns:a14="http://schemas.microsoft.com/office/drawing/2010/main" val="0"/>
                </a:ext>
              </a:extLst>
            </a:blip>
            <a:srcRect/>
            <a:stretch>
              <a:fillRect/>
            </a:stretch>
          </a:blipFill>
          <a:ln>
            <a:noFill/>
          </a:ln>
        </p:spPr>
        <p:txBody>
          <a:bodyPr anchor="ctr"/>
          <a:lstStyle/>
          <a:p>
            <a:pPr algn="ctr"/>
            <a:endParaRPr lang="zh-CN" altLang="en-US">
              <a:solidFill>
                <a:srgbClr val="FFFFFF"/>
              </a:solidFill>
              <a:latin typeface="宋体" pitchFamily="2" charset="-122"/>
              <a:sym typeface="宋体" pitchFamily="2" charset="-122"/>
            </a:endParaRPr>
          </a:p>
        </p:txBody>
      </p:sp>
      <p:sp>
        <p:nvSpPr>
          <p:cNvPr id="73" name="六边形 39"/>
          <p:cNvSpPr>
            <a:spLocks noChangeArrowheads="1"/>
          </p:cNvSpPr>
          <p:nvPr/>
        </p:nvSpPr>
        <p:spPr bwMode="auto">
          <a:xfrm>
            <a:off x="7232438" y="2465773"/>
            <a:ext cx="614363" cy="531812"/>
          </a:xfrm>
          <a:prstGeom prst="hexagon">
            <a:avLst>
              <a:gd name="adj" fmla="val 24912"/>
              <a:gd name="vf" fmla="val 115470"/>
            </a:avLst>
          </a:prstGeom>
          <a:solidFill>
            <a:sysClr val="window" lastClr="FFFFFF">
              <a:lumMod val="75000"/>
              <a:alpha val="62999"/>
            </a:sysClr>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宋体" pitchFamily="2" charset="-122"/>
              <a:sym typeface="宋体" pitchFamily="2" charset="-122"/>
            </a:endParaRPr>
          </a:p>
        </p:txBody>
      </p:sp>
    </p:spTree>
    <p:extLst>
      <p:ext uri="{BB962C8B-B14F-4D97-AF65-F5344CB8AC3E}">
        <p14:creationId xmlns:p14="http://schemas.microsoft.com/office/powerpoint/2010/main" val="2850481134"/>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wheel(1)">
                                      <p:cBhvr>
                                        <p:cTn id="7" dur="1000"/>
                                        <p:tgtEl>
                                          <p:spTgt spid="54"/>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53"/>
                                        </p:tgtEl>
                                        <p:attrNameLst>
                                          <p:attrName>style.visibility</p:attrName>
                                        </p:attrNameLst>
                                      </p:cBhvr>
                                      <p:to>
                                        <p:strVal val="visible"/>
                                      </p:to>
                                    </p:set>
                                    <p:animEffect transition="in" filter="fade">
                                      <p:cBhvr>
                                        <p:cTn id="11" dur="500"/>
                                        <p:tgtEl>
                                          <p:spTgt spid="53"/>
                                        </p:tgtEl>
                                      </p:cBhvr>
                                    </p:animEffect>
                                  </p:childTnLst>
                                </p:cTn>
                              </p:par>
                              <p:par>
                                <p:cTn id="12" presetID="10" presetClass="entr" presetSubtype="0" fill="hold" grpId="0" nodeType="withEffect">
                                  <p:stCondLst>
                                    <p:cond delay="250"/>
                                  </p:stCondLst>
                                  <p:childTnLst>
                                    <p:set>
                                      <p:cBhvr>
                                        <p:cTn id="13" dur="1" fill="hold">
                                          <p:stCondLst>
                                            <p:cond delay="0"/>
                                          </p:stCondLst>
                                        </p:cTn>
                                        <p:tgtEl>
                                          <p:spTgt spid="52"/>
                                        </p:tgtEl>
                                        <p:attrNameLst>
                                          <p:attrName>style.visibility</p:attrName>
                                        </p:attrNameLst>
                                      </p:cBhvr>
                                      <p:to>
                                        <p:strVal val="visible"/>
                                      </p:to>
                                    </p:set>
                                    <p:animEffect transition="in" filter="fade">
                                      <p:cBhvr>
                                        <p:cTn id="14" dur="500"/>
                                        <p:tgtEl>
                                          <p:spTgt spid="52"/>
                                        </p:tgtEl>
                                      </p:cBhvr>
                                    </p:animEffect>
                                  </p:childTnLst>
                                </p:cTn>
                              </p:par>
                              <p:par>
                                <p:cTn id="15" presetID="10" presetClass="entr" presetSubtype="0" fill="hold" grpId="0" nodeType="withEffect">
                                  <p:stCondLst>
                                    <p:cond delay="500"/>
                                  </p:stCondLst>
                                  <p:childTnLst>
                                    <p:set>
                                      <p:cBhvr>
                                        <p:cTn id="16" dur="1" fill="hold">
                                          <p:stCondLst>
                                            <p:cond delay="0"/>
                                          </p:stCondLst>
                                        </p:cTn>
                                        <p:tgtEl>
                                          <p:spTgt spid="51"/>
                                        </p:tgtEl>
                                        <p:attrNameLst>
                                          <p:attrName>style.visibility</p:attrName>
                                        </p:attrNameLst>
                                      </p:cBhvr>
                                      <p:to>
                                        <p:strVal val="visible"/>
                                      </p:to>
                                    </p:set>
                                    <p:animEffect transition="in" filter="fade">
                                      <p:cBhvr>
                                        <p:cTn id="17" dur="500"/>
                                        <p:tgtEl>
                                          <p:spTgt spid="51"/>
                                        </p:tgtEl>
                                      </p:cBhvr>
                                    </p:animEffect>
                                  </p:childTnLst>
                                </p:cTn>
                              </p:par>
                              <p:par>
                                <p:cTn id="18" presetID="10" presetClass="entr" presetSubtype="0" fill="hold" grpId="0" nodeType="withEffect">
                                  <p:stCondLst>
                                    <p:cond delay="750"/>
                                  </p:stCondLst>
                                  <p:childTnLst>
                                    <p:set>
                                      <p:cBhvr>
                                        <p:cTn id="19" dur="1" fill="hold">
                                          <p:stCondLst>
                                            <p:cond delay="0"/>
                                          </p:stCondLst>
                                        </p:cTn>
                                        <p:tgtEl>
                                          <p:spTgt spid="50"/>
                                        </p:tgtEl>
                                        <p:attrNameLst>
                                          <p:attrName>style.visibility</p:attrName>
                                        </p:attrNameLst>
                                      </p:cBhvr>
                                      <p:to>
                                        <p:strVal val="visible"/>
                                      </p:to>
                                    </p:set>
                                    <p:animEffect transition="in" filter="fade">
                                      <p:cBhvr>
                                        <p:cTn id="20" dur="500"/>
                                        <p:tgtEl>
                                          <p:spTgt spid="50"/>
                                        </p:tgtEl>
                                      </p:cBhvr>
                                    </p:animEffect>
                                  </p:childTnLst>
                                </p:cTn>
                              </p:par>
                              <p:par>
                                <p:cTn id="21" presetID="10" presetClass="entr" presetSubtype="0" fill="hold" grpId="0" nodeType="withEffect">
                                  <p:stCondLst>
                                    <p:cond delay="1000"/>
                                  </p:stCondLst>
                                  <p:childTnLst>
                                    <p:set>
                                      <p:cBhvr>
                                        <p:cTn id="22" dur="1" fill="hold">
                                          <p:stCondLst>
                                            <p:cond delay="0"/>
                                          </p:stCondLst>
                                        </p:cTn>
                                        <p:tgtEl>
                                          <p:spTgt spid="49"/>
                                        </p:tgtEl>
                                        <p:attrNameLst>
                                          <p:attrName>style.visibility</p:attrName>
                                        </p:attrNameLst>
                                      </p:cBhvr>
                                      <p:to>
                                        <p:strVal val="visible"/>
                                      </p:to>
                                    </p:set>
                                    <p:animEffect transition="in" filter="fade">
                                      <p:cBhvr>
                                        <p:cTn id="23" dur="500"/>
                                        <p:tgtEl>
                                          <p:spTgt spid="49"/>
                                        </p:tgtEl>
                                      </p:cBhvr>
                                    </p:animEffect>
                                  </p:childTnLst>
                                </p:cTn>
                              </p:par>
                              <p:par>
                                <p:cTn id="24" presetID="10" presetClass="entr" presetSubtype="0" fill="hold" grpId="0" nodeType="withEffect">
                                  <p:stCondLst>
                                    <p:cond delay="1250"/>
                                  </p:stCondLst>
                                  <p:childTnLst>
                                    <p:set>
                                      <p:cBhvr>
                                        <p:cTn id="25" dur="1" fill="hold">
                                          <p:stCondLst>
                                            <p:cond delay="0"/>
                                          </p:stCondLst>
                                        </p:cTn>
                                        <p:tgtEl>
                                          <p:spTgt spid="48"/>
                                        </p:tgtEl>
                                        <p:attrNameLst>
                                          <p:attrName>style.visibility</p:attrName>
                                        </p:attrNameLst>
                                      </p:cBhvr>
                                      <p:to>
                                        <p:strVal val="visible"/>
                                      </p:to>
                                    </p:set>
                                    <p:animEffect transition="in" filter="fade">
                                      <p:cBhvr>
                                        <p:cTn id="26" dur="500"/>
                                        <p:tgtEl>
                                          <p:spTgt spid="48"/>
                                        </p:tgtEl>
                                      </p:cBhvr>
                                    </p:animEffect>
                                  </p:childTnLst>
                                </p:cTn>
                              </p:par>
                            </p:childTnLst>
                          </p:cTn>
                        </p:par>
                        <p:par>
                          <p:cTn id="27" fill="hold">
                            <p:stCondLst>
                              <p:cond delay="2750"/>
                            </p:stCondLst>
                            <p:childTnLst>
                              <p:par>
                                <p:cTn id="28" presetID="10" presetClass="entr" presetSubtype="0" fill="hold" grpId="0" nodeType="afterEffect">
                                  <p:stCondLst>
                                    <p:cond delay="0"/>
                                  </p:stCondLst>
                                  <p:childTnLst>
                                    <p:set>
                                      <p:cBhvr>
                                        <p:cTn id="29" dur="1" fill="hold">
                                          <p:stCondLst>
                                            <p:cond delay="0"/>
                                          </p:stCondLst>
                                        </p:cTn>
                                        <p:tgtEl>
                                          <p:spTgt spid="60"/>
                                        </p:tgtEl>
                                        <p:attrNameLst>
                                          <p:attrName>style.visibility</p:attrName>
                                        </p:attrNameLst>
                                      </p:cBhvr>
                                      <p:to>
                                        <p:strVal val="visible"/>
                                      </p:to>
                                    </p:set>
                                    <p:animEffect>
                                      <p:cBhvr>
                                        <p:cTn id="30" dur="500"/>
                                        <p:tgtEl>
                                          <p:spTgt spid="60"/>
                                        </p:tgtEl>
                                      </p:cBhvr>
                                    </p:animEffect>
                                  </p:childTnLst>
                                </p:cTn>
                              </p:par>
                              <p:par>
                                <p:cTn id="31" presetID="10" presetClass="entr" presetSubtype="0" fill="hold" grpId="0" nodeType="withEffect">
                                  <p:stCondLst>
                                    <p:cond delay="250"/>
                                  </p:stCondLst>
                                  <p:childTnLst>
                                    <p:set>
                                      <p:cBhvr>
                                        <p:cTn id="32" dur="1" fill="hold">
                                          <p:stCondLst>
                                            <p:cond delay="0"/>
                                          </p:stCondLst>
                                        </p:cTn>
                                        <p:tgtEl>
                                          <p:spTgt spid="59"/>
                                        </p:tgtEl>
                                        <p:attrNameLst>
                                          <p:attrName>style.visibility</p:attrName>
                                        </p:attrNameLst>
                                      </p:cBhvr>
                                      <p:to>
                                        <p:strVal val="visible"/>
                                      </p:to>
                                    </p:set>
                                    <p:animEffect>
                                      <p:cBhvr>
                                        <p:cTn id="33" dur="500"/>
                                        <p:tgtEl>
                                          <p:spTgt spid="59"/>
                                        </p:tgtEl>
                                      </p:cBhvr>
                                    </p:animEffect>
                                  </p:childTnLst>
                                </p:cTn>
                              </p:par>
                              <p:par>
                                <p:cTn id="34" presetID="10" presetClass="entr" presetSubtype="0" fill="hold" grpId="0" nodeType="withEffect">
                                  <p:stCondLst>
                                    <p:cond delay="500"/>
                                  </p:stCondLst>
                                  <p:childTnLst>
                                    <p:set>
                                      <p:cBhvr>
                                        <p:cTn id="35" dur="1" fill="hold">
                                          <p:stCondLst>
                                            <p:cond delay="0"/>
                                          </p:stCondLst>
                                        </p:cTn>
                                        <p:tgtEl>
                                          <p:spTgt spid="58"/>
                                        </p:tgtEl>
                                        <p:attrNameLst>
                                          <p:attrName>style.visibility</p:attrName>
                                        </p:attrNameLst>
                                      </p:cBhvr>
                                      <p:to>
                                        <p:strVal val="visible"/>
                                      </p:to>
                                    </p:set>
                                    <p:animEffect>
                                      <p:cBhvr>
                                        <p:cTn id="36" dur="500"/>
                                        <p:tgtEl>
                                          <p:spTgt spid="58"/>
                                        </p:tgtEl>
                                      </p:cBhvr>
                                    </p:animEffect>
                                  </p:childTnLst>
                                </p:cTn>
                              </p:par>
                              <p:par>
                                <p:cTn id="37" presetID="10" presetClass="entr" presetSubtype="0" fill="hold" grpId="0" nodeType="withEffect">
                                  <p:stCondLst>
                                    <p:cond delay="750"/>
                                  </p:stCondLst>
                                  <p:childTnLst>
                                    <p:set>
                                      <p:cBhvr>
                                        <p:cTn id="38" dur="1" fill="hold">
                                          <p:stCondLst>
                                            <p:cond delay="0"/>
                                          </p:stCondLst>
                                        </p:cTn>
                                        <p:tgtEl>
                                          <p:spTgt spid="57"/>
                                        </p:tgtEl>
                                        <p:attrNameLst>
                                          <p:attrName>style.visibility</p:attrName>
                                        </p:attrNameLst>
                                      </p:cBhvr>
                                      <p:to>
                                        <p:strVal val="visible"/>
                                      </p:to>
                                    </p:set>
                                    <p:animEffect>
                                      <p:cBhvr>
                                        <p:cTn id="39" dur="500"/>
                                        <p:tgtEl>
                                          <p:spTgt spid="57"/>
                                        </p:tgtEl>
                                      </p:cBhvr>
                                    </p:animEffect>
                                  </p:childTnLst>
                                </p:cTn>
                              </p:par>
                              <p:par>
                                <p:cTn id="40" presetID="10" presetClass="entr" presetSubtype="0" fill="hold" grpId="0" nodeType="withEffect">
                                  <p:stCondLst>
                                    <p:cond delay="1000"/>
                                  </p:stCondLst>
                                  <p:childTnLst>
                                    <p:set>
                                      <p:cBhvr>
                                        <p:cTn id="41" dur="1" fill="hold">
                                          <p:stCondLst>
                                            <p:cond delay="0"/>
                                          </p:stCondLst>
                                        </p:cTn>
                                        <p:tgtEl>
                                          <p:spTgt spid="56"/>
                                        </p:tgtEl>
                                        <p:attrNameLst>
                                          <p:attrName>style.visibility</p:attrName>
                                        </p:attrNameLst>
                                      </p:cBhvr>
                                      <p:to>
                                        <p:strVal val="visible"/>
                                      </p:to>
                                    </p:set>
                                    <p:animEffect>
                                      <p:cBhvr>
                                        <p:cTn id="42" dur="500"/>
                                        <p:tgtEl>
                                          <p:spTgt spid="56"/>
                                        </p:tgtEl>
                                      </p:cBhvr>
                                    </p:animEffect>
                                  </p:childTnLst>
                                </p:cTn>
                              </p:par>
                              <p:par>
                                <p:cTn id="43" presetID="10" presetClass="entr" presetSubtype="0" fill="hold" grpId="0" nodeType="withEffect">
                                  <p:stCondLst>
                                    <p:cond delay="1250"/>
                                  </p:stCondLst>
                                  <p:childTnLst>
                                    <p:set>
                                      <p:cBhvr>
                                        <p:cTn id="44" dur="1" fill="hold">
                                          <p:stCondLst>
                                            <p:cond delay="0"/>
                                          </p:stCondLst>
                                        </p:cTn>
                                        <p:tgtEl>
                                          <p:spTgt spid="55"/>
                                        </p:tgtEl>
                                        <p:attrNameLst>
                                          <p:attrName>style.visibility</p:attrName>
                                        </p:attrNameLst>
                                      </p:cBhvr>
                                      <p:to>
                                        <p:strVal val="visible"/>
                                      </p:to>
                                    </p:set>
                                    <p:animEffect>
                                      <p:cBhvr>
                                        <p:cTn id="45" dur="500"/>
                                        <p:tgtEl>
                                          <p:spTgt spid="55"/>
                                        </p:tgtEl>
                                      </p:cBhvr>
                                    </p:animEffect>
                                  </p:childTnLst>
                                </p:cTn>
                              </p:par>
                            </p:childTnLst>
                          </p:cTn>
                        </p:par>
                        <p:par>
                          <p:cTn id="46" fill="hold">
                            <p:stCondLst>
                              <p:cond delay="4500"/>
                            </p:stCondLst>
                            <p:childTnLst>
                              <p:par>
                                <p:cTn id="47" presetID="31" presetClass="entr" presetSubtype="0" fill="hold" grpId="0" nodeType="afterEffect">
                                  <p:stCondLst>
                                    <p:cond delay="0"/>
                                  </p:stCondLst>
                                  <p:childTnLst>
                                    <p:set>
                                      <p:cBhvr>
                                        <p:cTn id="48" dur="1" fill="hold">
                                          <p:stCondLst>
                                            <p:cond delay="0"/>
                                          </p:stCondLst>
                                        </p:cTn>
                                        <p:tgtEl>
                                          <p:spTgt spid="61"/>
                                        </p:tgtEl>
                                        <p:attrNameLst>
                                          <p:attrName>style.visibility</p:attrName>
                                        </p:attrNameLst>
                                      </p:cBhvr>
                                      <p:to>
                                        <p:strVal val="visible"/>
                                      </p:to>
                                    </p:set>
                                    <p:anim calcmode="lin" valueType="num">
                                      <p:cBhvr>
                                        <p:cTn id="49" dur="1000" fill="hold"/>
                                        <p:tgtEl>
                                          <p:spTgt spid="61"/>
                                        </p:tgtEl>
                                        <p:attrNameLst>
                                          <p:attrName>ppt_w</p:attrName>
                                        </p:attrNameLst>
                                      </p:cBhvr>
                                      <p:tavLst>
                                        <p:tav tm="0">
                                          <p:val>
                                            <p:fltVal val="0"/>
                                          </p:val>
                                        </p:tav>
                                        <p:tav tm="100000">
                                          <p:val>
                                            <p:strVal val="#ppt_w"/>
                                          </p:val>
                                        </p:tav>
                                      </p:tavLst>
                                    </p:anim>
                                    <p:anim calcmode="lin" valueType="num">
                                      <p:cBhvr>
                                        <p:cTn id="50" dur="1000" fill="hold"/>
                                        <p:tgtEl>
                                          <p:spTgt spid="61"/>
                                        </p:tgtEl>
                                        <p:attrNameLst>
                                          <p:attrName>ppt_h</p:attrName>
                                        </p:attrNameLst>
                                      </p:cBhvr>
                                      <p:tavLst>
                                        <p:tav tm="0">
                                          <p:val>
                                            <p:fltVal val="0"/>
                                          </p:val>
                                        </p:tav>
                                        <p:tav tm="100000">
                                          <p:val>
                                            <p:strVal val="#ppt_h"/>
                                          </p:val>
                                        </p:tav>
                                      </p:tavLst>
                                    </p:anim>
                                    <p:anim calcmode="lin" valueType="num">
                                      <p:cBhvr>
                                        <p:cTn id="51" dur="1000" fill="hold"/>
                                        <p:tgtEl>
                                          <p:spTgt spid="61"/>
                                        </p:tgtEl>
                                        <p:attrNameLst>
                                          <p:attrName>style.rotation</p:attrName>
                                        </p:attrNameLst>
                                      </p:cBhvr>
                                      <p:tavLst>
                                        <p:tav tm="0">
                                          <p:val>
                                            <p:fltVal val="90"/>
                                          </p:val>
                                        </p:tav>
                                        <p:tav tm="100000">
                                          <p:val>
                                            <p:fltVal val="0"/>
                                          </p:val>
                                        </p:tav>
                                      </p:tavLst>
                                    </p:anim>
                                    <p:animEffect>
                                      <p:cBhvr>
                                        <p:cTn id="52" dur="1000"/>
                                        <p:tgtEl>
                                          <p:spTgt spid="61"/>
                                        </p:tgtEl>
                                      </p:cBhvr>
                                    </p:animEffect>
                                  </p:childTnLst>
                                </p:cTn>
                              </p:par>
                              <p:par>
                                <p:cTn id="53" presetID="31" presetClass="entr" presetSubtype="0" fill="hold" grpId="0" nodeType="withEffect">
                                  <p:stCondLst>
                                    <p:cond delay="0"/>
                                  </p:stCondLst>
                                  <p:childTnLst>
                                    <p:set>
                                      <p:cBhvr>
                                        <p:cTn id="54" dur="1" fill="hold">
                                          <p:stCondLst>
                                            <p:cond delay="0"/>
                                          </p:stCondLst>
                                        </p:cTn>
                                        <p:tgtEl>
                                          <p:spTgt spid="64"/>
                                        </p:tgtEl>
                                        <p:attrNameLst>
                                          <p:attrName>style.visibility</p:attrName>
                                        </p:attrNameLst>
                                      </p:cBhvr>
                                      <p:to>
                                        <p:strVal val="visible"/>
                                      </p:to>
                                    </p:set>
                                    <p:anim calcmode="lin" valueType="num">
                                      <p:cBhvr>
                                        <p:cTn id="55" dur="500" fill="hold"/>
                                        <p:tgtEl>
                                          <p:spTgt spid="64"/>
                                        </p:tgtEl>
                                        <p:attrNameLst>
                                          <p:attrName>ppt_w</p:attrName>
                                        </p:attrNameLst>
                                      </p:cBhvr>
                                      <p:tavLst>
                                        <p:tav tm="0">
                                          <p:val>
                                            <p:fltVal val="0"/>
                                          </p:val>
                                        </p:tav>
                                        <p:tav tm="100000">
                                          <p:val>
                                            <p:strVal val="#ppt_w"/>
                                          </p:val>
                                        </p:tav>
                                      </p:tavLst>
                                    </p:anim>
                                    <p:anim calcmode="lin" valueType="num">
                                      <p:cBhvr>
                                        <p:cTn id="56" dur="500" fill="hold"/>
                                        <p:tgtEl>
                                          <p:spTgt spid="64"/>
                                        </p:tgtEl>
                                        <p:attrNameLst>
                                          <p:attrName>ppt_h</p:attrName>
                                        </p:attrNameLst>
                                      </p:cBhvr>
                                      <p:tavLst>
                                        <p:tav tm="0">
                                          <p:val>
                                            <p:fltVal val="0"/>
                                          </p:val>
                                        </p:tav>
                                        <p:tav tm="100000">
                                          <p:val>
                                            <p:strVal val="#ppt_h"/>
                                          </p:val>
                                        </p:tav>
                                      </p:tavLst>
                                    </p:anim>
                                    <p:anim calcmode="lin" valueType="num">
                                      <p:cBhvr>
                                        <p:cTn id="57" dur="500" fill="hold"/>
                                        <p:tgtEl>
                                          <p:spTgt spid="64"/>
                                        </p:tgtEl>
                                        <p:attrNameLst>
                                          <p:attrName>style.rotation</p:attrName>
                                        </p:attrNameLst>
                                      </p:cBhvr>
                                      <p:tavLst>
                                        <p:tav tm="0">
                                          <p:val>
                                            <p:fltVal val="90"/>
                                          </p:val>
                                        </p:tav>
                                        <p:tav tm="100000">
                                          <p:val>
                                            <p:fltVal val="0"/>
                                          </p:val>
                                        </p:tav>
                                      </p:tavLst>
                                    </p:anim>
                                    <p:animEffect>
                                      <p:cBhvr>
                                        <p:cTn id="58" dur="500"/>
                                        <p:tgtEl>
                                          <p:spTgt spid="64"/>
                                        </p:tgtEl>
                                      </p:cBhvr>
                                    </p:animEffect>
                                  </p:childTnLst>
                                </p:cTn>
                              </p:par>
                              <p:par>
                                <p:cTn id="59" presetID="31" presetClass="entr" presetSubtype="0" fill="hold" grpId="0" nodeType="withEffect">
                                  <p:stCondLst>
                                    <p:cond delay="250"/>
                                  </p:stCondLst>
                                  <p:childTnLst>
                                    <p:set>
                                      <p:cBhvr>
                                        <p:cTn id="60" dur="1" fill="hold">
                                          <p:stCondLst>
                                            <p:cond delay="0"/>
                                          </p:stCondLst>
                                        </p:cTn>
                                        <p:tgtEl>
                                          <p:spTgt spid="62"/>
                                        </p:tgtEl>
                                        <p:attrNameLst>
                                          <p:attrName>style.visibility</p:attrName>
                                        </p:attrNameLst>
                                      </p:cBhvr>
                                      <p:to>
                                        <p:strVal val="visible"/>
                                      </p:to>
                                    </p:set>
                                    <p:anim calcmode="lin" valueType="num">
                                      <p:cBhvr>
                                        <p:cTn id="61" dur="500" fill="hold"/>
                                        <p:tgtEl>
                                          <p:spTgt spid="62"/>
                                        </p:tgtEl>
                                        <p:attrNameLst>
                                          <p:attrName>ppt_w</p:attrName>
                                        </p:attrNameLst>
                                      </p:cBhvr>
                                      <p:tavLst>
                                        <p:tav tm="0">
                                          <p:val>
                                            <p:fltVal val="0"/>
                                          </p:val>
                                        </p:tav>
                                        <p:tav tm="100000">
                                          <p:val>
                                            <p:strVal val="#ppt_w"/>
                                          </p:val>
                                        </p:tav>
                                      </p:tavLst>
                                    </p:anim>
                                    <p:anim calcmode="lin" valueType="num">
                                      <p:cBhvr>
                                        <p:cTn id="62" dur="500" fill="hold"/>
                                        <p:tgtEl>
                                          <p:spTgt spid="62"/>
                                        </p:tgtEl>
                                        <p:attrNameLst>
                                          <p:attrName>ppt_h</p:attrName>
                                        </p:attrNameLst>
                                      </p:cBhvr>
                                      <p:tavLst>
                                        <p:tav tm="0">
                                          <p:val>
                                            <p:fltVal val="0"/>
                                          </p:val>
                                        </p:tav>
                                        <p:tav tm="100000">
                                          <p:val>
                                            <p:strVal val="#ppt_h"/>
                                          </p:val>
                                        </p:tav>
                                      </p:tavLst>
                                    </p:anim>
                                    <p:anim calcmode="lin" valueType="num">
                                      <p:cBhvr>
                                        <p:cTn id="63" dur="500" fill="hold"/>
                                        <p:tgtEl>
                                          <p:spTgt spid="62"/>
                                        </p:tgtEl>
                                        <p:attrNameLst>
                                          <p:attrName>style.rotation</p:attrName>
                                        </p:attrNameLst>
                                      </p:cBhvr>
                                      <p:tavLst>
                                        <p:tav tm="0">
                                          <p:val>
                                            <p:fltVal val="90"/>
                                          </p:val>
                                        </p:tav>
                                        <p:tav tm="100000">
                                          <p:val>
                                            <p:fltVal val="0"/>
                                          </p:val>
                                        </p:tav>
                                      </p:tavLst>
                                    </p:anim>
                                    <p:animEffect>
                                      <p:cBhvr>
                                        <p:cTn id="64" dur="500"/>
                                        <p:tgtEl>
                                          <p:spTgt spid="62"/>
                                        </p:tgtEl>
                                      </p:cBhvr>
                                    </p:animEffect>
                                  </p:childTnLst>
                                </p:cTn>
                              </p:par>
                              <p:par>
                                <p:cTn id="65" presetID="31" presetClass="entr" presetSubtype="0" fill="hold" grpId="0" nodeType="withEffect">
                                  <p:stCondLst>
                                    <p:cond delay="500"/>
                                  </p:stCondLst>
                                  <p:childTnLst>
                                    <p:set>
                                      <p:cBhvr>
                                        <p:cTn id="66" dur="1" fill="hold">
                                          <p:stCondLst>
                                            <p:cond delay="0"/>
                                          </p:stCondLst>
                                        </p:cTn>
                                        <p:tgtEl>
                                          <p:spTgt spid="63"/>
                                        </p:tgtEl>
                                        <p:attrNameLst>
                                          <p:attrName>style.visibility</p:attrName>
                                        </p:attrNameLst>
                                      </p:cBhvr>
                                      <p:to>
                                        <p:strVal val="visible"/>
                                      </p:to>
                                    </p:set>
                                    <p:anim calcmode="lin" valueType="num">
                                      <p:cBhvr>
                                        <p:cTn id="67" dur="500" fill="hold"/>
                                        <p:tgtEl>
                                          <p:spTgt spid="63"/>
                                        </p:tgtEl>
                                        <p:attrNameLst>
                                          <p:attrName>ppt_w</p:attrName>
                                        </p:attrNameLst>
                                      </p:cBhvr>
                                      <p:tavLst>
                                        <p:tav tm="0">
                                          <p:val>
                                            <p:fltVal val="0"/>
                                          </p:val>
                                        </p:tav>
                                        <p:tav tm="100000">
                                          <p:val>
                                            <p:strVal val="#ppt_w"/>
                                          </p:val>
                                        </p:tav>
                                      </p:tavLst>
                                    </p:anim>
                                    <p:anim calcmode="lin" valueType="num">
                                      <p:cBhvr>
                                        <p:cTn id="68" dur="500" fill="hold"/>
                                        <p:tgtEl>
                                          <p:spTgt spid="63"/>
                                        </p:tgtEl>
                                        <p:attrNameLst>
                                          <p:attrName>ppt_h</p:attrName>
                                        </p:attrNameLst>
                                      </p:cBhvr>
                                      <p:tavLst>
                                        <p:tav tm="0">
                                          <p:val>
                                            <p:fltVal val="0"/>
                                          </p:val>
                                        </p:tav>
                                        <p:tav tm="100000">
                                          <p:val>
                                            <p:strVal val="#ppt_h"/>
                                          </p:val>
                                        </p:tav>
                                      </p:tavLst>
                                    </p:anim>
                                    <p:anim calcmode="lin" valueType="num">
                                      <p:cBhvr>
                                        <p:cTn id="69" dur="500" fill="hold"/>
                                        <p:tgtEl>
                                          <p:spTgt spid="63"/>
                                        </p:tgtEl>
                                        <p:attrNameLst>
                                          <p:attrName>style.rotation</p:attrName>
                                        </p:attrNameLst>
                                      </p:cBhvr>
                                      <p:tavLst>
                                        <p:tav tm="0">
                                          <p:val>
                                            <p:fltVal val="90"/>
                                          </p:val>
                                        </p:tav>
                                        <p:tav tm="100000">
                                          <p:val>
                                            <p:fltVal val="0"/>
                                          </p:val>
                                        </p:tav>
                                      </p:tavLst>
                                    </p:anim>
                                    <p:animEffect>
                                      <p:cBhvr>
                                        <p:cTn id="70" dur="500"/>
                                        <p:tgtEl>
                                          <p:spTgt spid="63"/>
                                        </p:tgtEl>
                                      </p:cBhvr>
                                    </p:animEffect>
                                  </p:childTnLst>
                                </p:cTn>
                              </p:par>
                              <p:par>
                                <p:cTn id="71" presetID="31" presetClass="entr" presetSubtype="0" fill="hold" grpId="0" nodeType="withEffect">
                                  <p:stCondLst>
                                    <p:cond delay="750"/>
                                  </p:stCondLst>
                                  <p:childTnLst>
                                    <p:set>
                                      <p:cBhvr>
                                        <p:cTn id="72" dur="1" fill="hold">
                                          <p:stCondLst>
                                            <p:cond delay="0"/>
                                          </p:stCondLst>
                                        </p:cTn>
                                        <p:tgtEl>
                                          <p:spTgt spid="65"/>
                                        </p:tgtEl>
                                        <p:attrNameLst>
                                          <p:attrName>style.visibility</p:attrName>
                                        </p:attrNameLst>
                                      </p:cBhvr>
                                      <p:to>
                                        <p:strVal val="visible"/>
                                      </p:to>
                                    </p:set>
                                    <p:anim calcmode="lin" valueType="num">
                                      <p:cBhvr>
                                        <p:cTn id="73" dur="500" fill="hold"/>
                                        <p:tgtEl>
                                          <p:spTgt spid="65"/>
                                        </p:tgtEl>
                                        <p:attrNameLst>
                                          <p:attrName>ppt_w</p:attrName>
                                        </p:attrNameLst>
                                      </p:cBhvr>
                                      <p:tavLst>
                                        <p:tav tm="0">
                                          <p:val>
                                            <p:fltVal val="0"/>
                                          </p:val>
                                        </p:tav>
                                        <p:tav tm="100000">
                                          <p:val>
                                            <p:strVal val="#ppt_w"/>
                                          </p:val>
                                        </p:tav>
                                      </p:tavLst>
                                    </p:anim>
                                    <p:anim calcmode="lin" valueType="num">
                                      <p:cBhvr>
                                        <p:cTn id="74" dur="500" fill="hold"/>
                                        <p:tgtEl>
                                          <p:spTgt spid="65"/>
                                        </p:tgtEl>
                                        <p:attrNameLst>
                                          <p:attrName>ppt_h</p:attrName>
                                        </p:attrNameLst>
                                      </p:cBhvr>
                                      <p:tavLst>
                                        <p:tav tm="0">
                                          <p:val>
                                            <p:fltVal val="0"/>
                                          </p:val>
                                        </p:tav>
                                        <p:tav tm="100000">
                                          <p:val>
                                            <p:strVal val="#ppt_h"/>
                                          </p:val>
                                        </p:tav>
                                      </p:tavLst>
                                    </p:anim>
                                    <p:anim calcmode="lin" valueType="num">
                                      <p:cBhvr>
                                        <p:cTn id="75" dur="500" fill="hold"/>
                                        <p:tgtEl>
                                          <p:spTgt spid="65"/>
                                        </p:tgtEl>
                                        <p:attrNameLst>
                                          <p:attrName>style.rotation</p:attrName>
                                        </p:attrNameLst>
                                      </p:cBhvr>
                                      <p:tavLst>
                                        <p:tav tm="0">
                                          <p:val>
                                            <p:fltVal val="90"/>
                                          </p:val>
                                        </p:tav>
                                        <p:tav tm="100000">
                                          <p:val>
                                            <p:fltVal val="0"/>
                                          </p:val>
                                        </p:tav>
                                      </p:tavLst>
                                    </p:anim>
                                    <p:animEffect>
                                      <p:cBhvr>
                                        <p:cTn id="76" dur="500"/>
                                        <p:tgtEl>
                                          <p:spTgt spid="65"/>
                                        </p:tgtEl>
                                      </p:cBhvr>
                                    </p:animEffect>
                                  </p:childTnLst>
                                </p:cTn>
                              </p:par>
                              <p:par>
                                <p:cTn id="77" presetID="31" presetClass="entr" presetSubtype="0" fill="hold" grpId="0" nodeType="withEffect">
                                  <p:stCondLst>
                                    <p:cond delay="1000"/>
                                  </p:stCondLst>
                                  <p:childTnLst>
                                    <p:set>
                                      <p:cBhvr>
                                        <p:cTn id="78" dur="1" fill="hold">
                                          <p:stCondLst>
                                            <p:cond delay="0"/>
                                          </p:stCondLst>
                                        </p:cTn>
                                        <p:tgtEl>
                                          <p:spTgt spid="66"/>
                                        </p:tgtEl>
                                        <p:attrNameLst>
                                          <p:attrName>style.visibility</p:attrName>
                                        </p:attrNameLst>
                                      </p:cBhvr>
                                      <p:to>
                                        <p:strVal val="visible"/>
                                      </p:to>
                                    </p:set>
                                    <p:anim calcmode="lin" valueType="num">
                                      <p:cBhvr>
                                        <p:cTn id="79" dur="500" fill="hold"/>
                                        <p:tgtEl>
                                          <p:spTgt spid="66"/>
                                        </p:tgtEl>
                                        <p:attrNameLst>
                                          <p:attrName>ppt_w</p:attrName>
                                        </p:attrNameLst>
                                      </p:cBhvr>
                                      <p:tavLst>
                                        <p:tav tm="0">
                                          <p:val>
                                            <p:fltVal val="0"/>
                                          </p:val>
                                        </p:tav>
                                        <p:tav tm="100000">
                                          <p:val>
                                            <p:strVal val="#ppt_w"/>
                                          </p:val>
                                        </p:tav>
                                      </p:tavLst>
                                    </p:anim>
                                    <p:anim calcmode="lin" valueType="num">
                                      <p:cBhvr>
                                        <p:cTn id="80" dur="500" fill="hold"/>
                                        <p:tgtEl>
                                          <p:spTgt spid="66"/>
                                        </p:tgtEl>
                                        <p:attrNameLst>
                                          <p:attrName>ppt_h</p:attrName>
                                        </p:attrNameLst>
                                      </p:cBhvr>
                                      <p:tavLst>
                                        <p:tav tm="0">
                                          <p:val>
                                            <p:fltVal val="0"/>
                                          </p:val>
                                        </p:tav>
                                        <p:tav tm="100000">
                                          <p:val>
                                            <p:strVal val="#ppt_h"/>
                                          </p:val>
                                        </p:tav>
                                      </p:tavLst>
                                    </p:anim>
                                    <p:anim calcmode="lin" valueType="num">
                                      <p:cBhvr>
                                        <p:cTn id="81" dur="500" fill="hold"/>
                                        <p:tgtEl>
                                          <p:spTgt spid="66"/>
                                        </p:tgtEl>
                                        <p:attrNameLst>
                                          <p:attrName>style.rotation</p:attrName>
                                        </p:attrNameLst>
                                      </p:cBhvr>
                                      <p:tavLst>
                                        <p:tav tm="0">
                                          <p:val>
                                            <p:fltVal val="90"/>
                                          </p:val>
                                        </p:tav>
                                        <p:tav tm="100000">
                                          <p:val>
                                            <p:fltVal val="0"/>
                                          </p:val>
                                        </p:tav>
                                      </p:tavLst>
                                    </p:anim>
                                    <p:animEffect>
                                      <p:cBhvr>
                                        <p:cTn id="82" dur="500"/>
                                        <p:tgtEl>
                                          <p:spTgt spid="66"/>
                                        </p:tgtEl>
                                      </p:cBhvr>
                                    </p:animEffect>
                                  </p:childTnLst>
                                </p:cTn>
                              </p:par>
                            </p:childTnLst>
                          </p:cTn>
                        </p:par>
                        <p:par>
                          <p:cTn id="83" fill="hold">
                            <p:stCondLst>
                              <p:cond delay="6000"/>
                            </p:stCondLst>
                            <p:childTnLst>
                              <p:par>
                                <p:cTn id="84" presetID="22" presetClass="entr" presetSubtype="2" fill="hold" grpId="0" nodeType="afterEffect">
                                  <p:stCondLst>
                                    <p:cond delay="0"/>
                                  </p:stCondLst>
                                  <p:childTnLst>
                                    <p:set>
                                      <p:cBhvr>
                                        <p:cTn id="85" dur="1" fill="hold">
                                          <p:stCondLst>
                                            <p:cond delay="0"/>
                                          </p:stCondLst>
                                        </p:cTn>
                                        <p:tgtEl>
                                          <p:spTgt spid="69"/>
                                        </p:tgtEl>
                                        <p:attrNameLst>
                                          <p:attrName>style.visibility</p:attrName>
                                        </p:attrNameLst>
                                      </p:cBhvr>
                                      <p:to>
                                        <p:strVal val="visible"/>
                                      </p:to>
                                    </p:set>
                                    <p:animEffect transition="in" filter="wipe(right)">
                                      <p:cBhvr>
                                        <p:cTn id="86" dur="500"/>
                                        <p:tgtEl>
                                          <p:spTgt spid="69"/>
                                        </p:tgtEl>
                                      </p:cBhvr>
                                    </p:animEffect>
                                  </p:childTnLst>
                                </p:cTn>
                              </p:par>
                            </p:childTnLst>
                          </p:cTn>
                        </p:par>
                        <p:par>
                          <p:cTn id="87" fill="hold">
                            <p:stCondLst>
                              <p:cond delay="6500"/>
                            </p:stCondLst>
                            <p:childTnLst>
                              <p:par>
                                <p:cTn id="88" presetID="42" presetClass="entr" presetSubtype="0" fill="hold" grpId="0" nodeType="afterEffect">
                                  <p:stCondLst>
                                    <p:cond delay="0"/>
                                  </p:stCondLst>
                                  <p:childTnLst>
                                    <p:set>
                                      <p:cBhvr>
                                        <p:cTn id="89" dur="1" fill="hold">
                                          <p:stCondLst>
                                            <p:cond delay="0"/>
                                          </p:stCondLst>
                                        </p:cTn>
                                        <p:tgtEl>
                                          <p:spTgt spid="67"/>
                                        </p:tgtEl>
                                        <p:attrNameLst>
                                          <p:attrName>style.visibility</p:attrName>
                                        </p:attrNameLst>
                                      </p:cBhvr>
                                      <p:to>
                                        <p:strVal val="visible"/>
                                      </p:to>
                                    </p:set>
                                    <p:animEffect>
                                      <p:cBhvr>
                                        <p:cTn id="90" dur="1000"/>
                                        <p:tgtEl>
                                          <p:spTgt spid="67"/>
                                        </p:tgtEl>
                                      </p:cBhvr>
                                    </p:animEffect>
                                    <p:anim calcmode="lin" valueType="num">
                                      <p:cBhvr>
                                        <p:cTn id="91" dur="1000" fill="hold"/>
                                        <p:tgtEl>
                                          <p:spTgt spid="67"/>
                                        </p:tgtEl>
                                        <p:attrNameLst>
                                          <p:attrName>ppt_x</p:attrName>
                                        </p:attrNameLst>
                                      </p:cBhvr>
                                      <p:tavLst>
                                        <p:tav tm="0">
                                          <p:val>
                                            <p:strVal val="#ppt_x"/>
                                          </p:val>
                                        </p:tav>
                                        <p:tav tm="100000">
                                          <p:val>
                                            <p:strVal val="#ppt_x"/>
                                          </p:val>
                                        </p:tav>
                                      </p:tavLst>
                                    </p:anim>
                                    <p:anim calcmode="lin" valueType="num">
                                      <p:cBhvr>
                                        <p:cTn id="92" dur="1000" fill="hold"/>
                                        <p:tgtEl>
                                          <p:spTgt spid="67"/>
                                        </p:tgtEl>
                                        <p:attrNameLst>
                                          <p:attrName>ppt_y</p:attrName>
                                        </p:attrNameLst>
                                      </p:cBhvr>
                                      <p:tavLst>
                                        <p:tav tm="0">
                                          <p:val>
                                            <p:strVal val="#ppt_y+.1"/>
                                          </p:val>
                                        </p:tav>
                                        <p:tav tm="100000">
                                          <p:val>
                                            <p:strVal val="#ppt_y"/>
                                          </p:val>
                                        </p:tav>
                                      </p:tavLst>
                                    </p:anim>
                                  </p:childTnLst>
                                </p:cTn>
                              </p:par>
                              <p:par>
                                <p:cTn id="93" presetID="47" presetClass="entr" presetSubtype="0" fill="hold" grpId="0" nodeType="withEffect">
                                  <p:stCondLst>
                                    <p:cond delay="0"/>
                                  </p:stCondLst>
                                  <p:childTnLst>
                                    <p:set>
                                      <p:cBhvr>
                                        <p:cTn id="94" dur="1" fill="hold">
                                          <p:stCondLst>
                                            <p:cond delay="0"/>
                                          </p:stCondLst>
                                        </p:cTn>
                                        <p:tgtEl>
                                          <p:spTgt spid="68"/>
                                        </p:tgtEl>
                                        <p:attrNameLst>
                                          <p:attrName>style.visibility</p:attrName>
                                        </p:attrNameLst>
                                      </p:cBhvr>
                                      <p:to>
                                        <p:strVal val="visible"/>
                                      </p:to>
                                    </p:set>
                                    <p:animEffect>
                                      <p:cBhvr>
                                        <p:cTn id="95" dur="1000"/>
                                        <p:tgtEl>
                                          <p:spTgt spid="68"/>
                                        </p:tgtEl>
                                      </p:cBhvr>
                                    </p:animEffect>
                                    <p:anim calcmode="lin" valueType="num">
                                      <p:cBhvr>
                                        <p:cTn id="96" dur="1000" fill="hold"/>
                                        <p:tgtEl>
                                          <p:spTgt spid="68"/>
                                        </p:tgtEl>
                                        <p:attrNameLst>
                                          <p:attrName>ppt_x</p:attrName>
                                        </p:attrNameLst>
                                      </p:cBhvr>
                                      <p:tavLst>
                                        <p:tav tm="0">
                                          <p:val>
                                            <p:strVal val="#ppt_x"/>
                                          </p:val>
                                        </p:tav>
                                        <p:tav tm="100000">
                                          <p:val>
                                            <p:strVal val="#ppt_x"/>
                                          </p:val>
                                        </p:tav>
                                      </p:tavLst>
                                    </p:anim>
                                    <p:anim calcmode="lin" valueType="num">
                                      <p:cBhvr>
                                        <p:cTn id="97" dur="1000" fill="hold"/>
                                        <p:tgtEl>
                                          <p:spTgt spid="68"/>
                                        </p:tgtEl>
                                        <p:attrNameLst>
                                          <p:attrName>ppt_y</p:attrName>
                                        </p:attrNameLst>
                                      </p:cBhvr>
                                      <p:tavLst>
                                        <p:tav tm="0">
                                          <p:val>
                                            <p:strVal val="#ppt_y-.1"/>
                                          </p:val>
                                        </p:tav>
                                        <p:tav tm="100000">
                                          <p:val>
                                            <p:strVal val="#ppt_y"/>
                                          </p:val>
                                        </p:tav>
                                      </p:tavLst>
                                    </p:anim>
                                  </p:childTnLst>
                                </p:cTn>
                              </p:par>
                            </p:childTnLst>
                          </p:cTn>
                        </p:par>
                        <p:par>
                          <p:cTn id="98" fill="hold">
                            <p:stCondLst>
                              <p:cond delay="7500"/>
                            </p:stCondLst>
                            <p:childTnLst>
                              <p:par>
                                <p:cTn id="99" presetID="23" presetClass="entr" presetSubtype="16" fill="hold" grpId="0" nodeType="afterEffect">
                                  <p:stCondLst>
                                    <p:cond delay="0"/>
                                  </p:stCondLst>
                                  <p:childTnLst>
                                    <p:set>
                                      <p:cBhvr>
                                        <p:cTn id="100" dur="1" fill="hold">
                                          <p:stCondLst>
                                            <p:cond delay="0"/>
                                          </p:stCondLst>
                                        </p:cTn>
                                        <p:tgtEl>
                                          <p:spTgt spid="70"/>
                                        </p:tgtEl>
                                        <p:attrNameLst>
                                          <p:attrName>style.visibility</p:attrName>
                                        </p:attrNameLst>
                                      </p:cBhvr>
                                      <p:to>
                                        <p:strVal val="visible"/>
                                      </p:to>
                                    </p:set>
                                    <p:anim calcmode="lin" valueType="num">
                                      <p:cBhvr>
                                        <p:cTn id="101" dur="500" fill="hold"/>
                                        <p:tgtEl>
                                          <p:spTgt spid="70"/>
                                        </p:tgtEl>
                                        <p:attrNameLst>
                                          <p:attrName>ppt_w</p:attrName>
                                        </p:attrNameLst>
                                      </p:cBhvr>
                                      <p:tavLst>
                                        <p:tav tm="0">
                                          <p:val>
                                            <p:fltVal val="0"/>
                                          </p:val>
                                        </p:tav>
                                        <p:tav tm="100000">
                                          <p:val>
                                            <p:strVal val="#ppt_w"/>
                                          </p:val>
                                        </p:tav>
                                      </p:tavLst>
                                    </p:anim>
                                    <p:anim calcmode="lin" valueType="num">
                                      <p:cBhvr>
                                        <p:cTn id="102" dur="500" fill="hold"/>
                                        <p:tgtEl>
                                          <p:spTgt spid="70"/>
                                        </p:tgtEl>
                                        <p:attrNameLst>
                                          <p:attrName>ppt_h</p:attrName>
                                        </p:attrNameLst>
                                      </p:cBhvr>
                                      <p:tavLst>
                                        <p:tav tm="0">
                                          <p:val>
                                            <p:fltVal val="0"/>
                                          </p:val>
                                        </p:tav>
                                        <p:tav tm="100000">
                                          <p:val>
                                            <p:strVal val="#ppt_h"/>
                                          </p:val>
                                        </p:tav>
                                      </p:tavLst>
                                    </p:anim>
                                  </p:childTnLst>
                                </p:cTn>
                              </p:par>
                              <p:par>
                                <p:cTn id="103" presetID="23" presetClass="entr" presetSubtype="16" fill="hold" grpId="0" nodeType="withEffect">
                                  <p:stCondLst>
                                    <p:cond delay="200"/>
                                  </p:stCondLst>
                                  <p:childTnLst>
                                    <p:set>
                                      <p:cBhvr>
                                        <p:cTn id="104" dur="1" fill="hold">
                                          <p:stCondLst>
                                            <p:cond delay="0"/>
                                          </p:stCondLst>
                                        </p:cTn>
                                        <p:tgtEl>
                                          <p:spTgt spid="72"/>
                                        </p:tgtEl>
                                        <p:attrNameLst>
                                          <p:attrName>style.visibility</p:attrName>
                                        </p:attrNameLst>
                                      </p:cBhvr>
                                      <p:to>
                                        <p:strVal val="visible"/>
                                      </p:to>
                                    </p:set>
                                    <p:anim calcmode="lin" valueType="num">
                                      <p:cBhvr>
                                        <p:cTn id="105" dur="500" fill="hold"/>
                                        <p:tgtEl>
                                          <p:spTgt spid="72"/>
                                        </p:tgtEl>
                                        <p:attrNameLst>
                                          <p:attrName>ppt_w</p:attrName>
                                        </p:attrNameLst>
                                      </p:cBhvr>
                                      <p:tavLst>
                                        <p:tav tm="0">
                                          <p:val>
                                            <p:fltVal val="0"/>
                                          </p:val>
                                        </p:tav>
                                        <p:tav tm="100000">
                                          <p:val>
                                            <p:strVal val="#ppt_w"/>
                                          </p:val>
                                        </p:tav>
                                      </p:tavLst>
                                    </p:anim>
                                    <p:anim calcmode="lin" valueType="num">
                                      <p:cBhvr>
                                        <p:cTn id="106" dur="500" fill="hold"/>
                                        <p:tgtEl>
                                          <p:spTgt spid="72"/>
                                        </p:tgtEl>
                                        <p:attrNameLst>
                                          <p:attrName>ppt_h</p:attrName>
                                        </p:attrNameLst>
                                      </p:cBhvr>
                                      <p:tavLst>
                                        <p:tav tm="0">
                                          <p:val>
                                            <p:fltVal val="0"/>
                                          </p:val>
                                        </p:tav>
                                        <p:tav tm="100000">
                                          <p:val>
                                            <p:strVal val="#ppt_h"/>
                                          </p:val>
                                        </p:tav>
                                      </p:tavLst>
                                    </p:anim>
                                  </p:childTnLst>
                                </p:cTn>
                              </p:par>
                              <p:par>
                                <p:cTn id="107" presetID="23" presetClass="entr" presetSubtype="16" fill="hold" grpId="0" nodeType="withEffect">
                                  <p:stCondLst>
                                    <p:cond delay="300"/>
                                  </p:stCondLst>
                                  <p:childTnLst>
                                    <p:set>
                                      <p:cBhvr>
                                        <p:cTn id="108" dur="1" fill="hold">
                                          <p:stCondLst>
                                            <p:cond delay="0"/>
                                          </p:stCondLst>
                                        </p:cTn>
                                        <p:tgtEl>
                                          <p:spTgt spid="71"/>
                                        </p:tgtEl>
                                        <p:attrNameLst>
                                          <p:attrName>style.visibility</p:attrName>
                                        </p:attrNameLst>
                                      </p:cBhvr>
                                      <p:to>
                                        <p:strVal val="visible"/>
                                      </p:to>
                                    </p:set>
                                    <p:anim calcmode="lin" valueType="num">
                                      <p:cBhvr>
                                        <p:cTn id="109" dur="500" fill="hold"/>
                                        <p:tgtEl>
                                          <p:spTgt spid="71"/>
                                        </p:tgtEl>
                                        <p:attrNameLst>
                                          <p:attrName>ppt_w</p:attrName>
                                        </p:attrNameLst>
                                      </p:cBhvr>
                                      <p:tavLst>
                                        <p:tav tm="0">
                                          <p:val>
                                            <p:fltVal val="0"/>
                                          </p:val>
                                        </p:tav>
                                        <p:tav tm="100000">
                                          <p:val>
                                            <p:strVal val="#ppt_w"/>
                                          </p:val>
                                        </p:tav>
                                      </p:tavLst>
                                    </p:anim>
                                    <p:anim calcmode="lin" valueType="num">
                                      <p:cBhvr>
                                        <p:cTn id="110" dur="500" fill="hold"/>
                                        <p:tgtEl>
                                          <p:spTgt spid="71"/>
                                        </p:tgtEl>
                                        <p:attrNameLst>
                                          <p:attrName>ppt_h</p:attrName>
                                        </p:attrNameLst>
                                      </p:cBhvr>
                                      <p:tavLst>
                                        <p:tav tm="0">
                                          <p:val>
                                            <p:fltVal val="0"/>
                                          </p:val>
                                        </p:tav>
                                        <p:tav tm="100000">
                                          <p:val>
                                            <p:strVal val="#ppt_h"/>
                                          </p:val>
                                        </p:tav>
                                      </p:tavLst>
                                    </p:anim>
                                  </p:childTnLst>
                                </p:cTn>
                              </p:par>
                              <p:par>
                                <p:cTn id="111" presetID="23" presetClass="entr" presetSubtype="16" fill="hold" grpId="0" nodeType="withEffect">
                                  <p:stCondLst>
                                    <p:cond delay="500"/>
                                  </p:stCondLst>
                                  <p:childTnLst>
                                    <p:set>
                                      <p:cBhvr>
                                        <p:cTn id="112" dur="1" fill="hold">
                                          <p:stCondLst>
                                            <p:cond delay="0"/>
                                          </p:stCondLst>
                                        </p:cTn>
                                        <p:tgtEl>
                                          <p:spTgt spid="73"/>
                                        </p:tgtEl>
                                        <p:attrNameLst>
                                          <p:attrName>style.visibility</p:attrName>
                                        </p:attrNameLst>
                                      </p:cBhvr>
                                      <p:to>
                                        <p:strVal val="visible"/>
                                      </p:to>
                                    </p:set>
                                    <p:anim calcmode="lin" valueType="num">
                                      <p:cBhvr>
                                        <p:cTn id="113" dur="500" fill="hold"/>
                                        <p:tgtEl>
                                          <p:spTgt spid="73"/>
                                        </p:tgtEl>
                                        <p:attrNameLst>
                                          <p:attrName>ppt_w</p:attrName>
                                        </p:attrNameLst>
                                      </p:cBhvr>
                                      <p:tavLst>
                                        <p:tav tm="0">
                                          <p:val>
                                            <p:fltVal val="0"/>
                                          </p:val>
                                        </p:tav>
                                        <p:tav tm="100000">
                                          <p:val>
                                            <p:strVal val="#ppt_w"/>
                                          </p:val>
                                        </p:tav>
                                      </p:tavLst>
                                    </p:anim>
                                    <p:anim calcmode="lin" valueType="num">
                                      <p:cBhvr>
                                        <p:cTn id="114" dur="500" fill="hold"/>
                                        <p:tgtEl>
                                          <p:spTgt spid="7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bldLvl="0" animBg="1" autoUpdateAnimBg="0"/>
      <p:bldP spid="49" grpId="0" bldLvl="0" animBg="1" autoUpdateAnimBg="0"/>
      <p:bldP spid="50" grpId="0" bldLvl="0" animBg="1" autoUpdateAnimBg="0"/>
      <p:bldP spid="51" grpId="0" bldLvl="0" animBg="1" autoUpdateAnimBg="0"/>
      <p:bldP spid="52" grpId="0" bldLvl="0" animBg="1" autoUpdateAnimBg="0"/>
      <p:bldP spid="53" grpId="0" bldLvl="0" animBg="1" autoUpdateAnimBg="0"/>
      <p:bldP spid="54" grpId="0" animBg="1"/>
      <p:bldP spid="55" grpId="0" bldLvl="0" autoUpdateAnimBg="0"/>
      <p:bldP spid="56" grpId="0" bldLvl="0" autoUpdateAnimBg="0"/>
      <p:bldP spid="57" grpId="0" bldLvl="0" autoUpdateAnimBg="0"/>
      <p:bldP spid="58" grpId="0" bldLvl="0" autoUpdateAnimBg="0"/>
      <p:bldP spid="59" grpId="0" bldLvl="0" autoUpdateAnimBg="0"/>
      <p:bldP spid="60" grpId="0" bldLvl="0" autoUpdateAnimBg="0"/>
      <p:bldP spid="61" grpId="0" bldLvl="0" autoUpdateAnimBg="0"/>
      <p:bldP spid="62" grpId="0" bldLvl="0" autoUpdateAnimBg="0"/>
      <p:bldP spid="63" grpId="0" bldLvl="0" autoUpdateAnimBg="0"/>
      <p:bldP spid="64" grpId="0" bldLvl="0" autoUpdateAnimBg="0"/>
      <p:bldP spid="65" grpId="0" bldLvl="0" autoUpdateAnimBg="0"/>
      <p:bldP spid="66" grpId="0" bldLvl="0" autoUpdateAnimBg="0"/>
      <p:bldP spid="67" grpId="0" bldLvl="0" autoUpdateAnimBg="0"/>
      <p:bldP spid="68" grpId="0" bldLvl="0" autoUpdateAnimBg="0"/>
      <p:bldP spid="69" grpId="0" animBg="1"/>
      <p:bldP spid="70" grpId="0" bldLvl="0" animBg="1" autoUpdateAnimBg="0"/>
      <p:bldP spid="71" grpId="0" bldLvl="0" animBg="1" autoUpdateAnimBg="0"/>
      <p:bldP spid="72" grpId="0" bldLvl="0" animBg="1" autoUpdateAnimBg="0"/>
      <p:bldP spid="73" grpId="0" bldLvl="0" animBg="1"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95486"/>
            <a:ext cx="611560" cy="369332"/>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3"/>
          <p:cNvSpPr txBox="1"/>
          <p:nvPr/>
        </p:nvSpPr>
        <p:spPr>
          <a:xfrm>
            <a:off x="683568" y="195486"/>
            <a:ext cx="3816424" cy="646331"/>
          </a:xfrm>
          <a:prstGeom prst="rect">
            <a:avLst/>
          </a:prstGeom>
          <a:noFill/>
        </p:spPr>
        <p:txBody>
          <a:bodyPr wrap="square" rtlCol="0">
            <a:spAutoFit/>
          </a:bodyPr>
          <a:lstStyle/>
          <a:p>
            <a:r>
              <a:rPr lang="zh-CN" altLang="en-US" dirty="0">
                <a:solidFill>
                  <a:srgbClr val="054487"/>
                </a:solidFill>
                <a:latin typeface="微软雅黑" pitchFamily="34" charset="-122"/>
                <a:ea typeface="微软雅黑" pitchFamily="34" charset="-122"/>
              </a:rPr>
              <a:t>输入你的标题 </a:t>
            </a:r>
            <a:r>
              <a:rPr lang="en-US" altLang="zh-CN" dirty="0">
                <a:solidFill>
                  <a:srgbClr val="054487"/>
                </a:solidFill>
                <a:latin typeface="微软雅黑" pitchFamily="34" charset="-122"/>
                <a:ea typeface="微软雅黑" pitchFamily="34" charset="-122"/>
              </a:rPr>
              <a:t>/Add your title</a:t>
            </a:r>
            <a:endParaRPr lang="zh-CN" altLang="en-US" dirty="0">
              <a:solidFill>
                <a:srgbClr val="054487"/>
              </a:solidFill>
              <a:latin typeface="微软雅黑" pitchFamily="34" charset="-122"/>
              <a:ea typeface="微软雅黑" pitchFamily="34" charset="-122"/>
            </a:endParaRPr>
          </a:p>
          <a:p>
            <a:endParaRPr lang="zh-CN" altLang="en-US" dirty="0">
              <a:solidFill>
                <a:srgbClr val="F46970"/>
              </a:solidFill>
              <a:latin typeface="微软雅黑" pitchFamily="34" charset="-122"/>
              <a:ea typeface="微软雅黑" pitchFamily="34" charset="-122"/>
            </a:endParaRPr>
          </a:p>
        </p:txBody>
      </p:sp>
      <p:grpSp>
        <p:nvGrpSpPr>
          <p:cNvPr id="5" name="组合 4"/>
          <p:cNvGrpSpPr/>
          <p:nvPr/>
        </p:nvGrpSpPr>
        <p:grpSpPr>
          <a:xfrm>
            <a:off x="3284448" y="1386578"/>
            <a:ext cx="2775339" cy="2775071"/>
            <a:chOff x="3152953" y="1452622"/>
            <a:chExt cx="2574227" cy="2574070"/>
          </a:xfrm>
          <a:solidFill>
            <a:srgbClr val="052E65"/>
          </a:solidFill>
        </p:grpSpPr>
        <p:sp>
          <p:nvSpPr>
            <p:cNvPr id="6" name="箭头1"/>
            <p:cNvSpPr>
              <a:spLocks noChangeAspect="1"/>
            </p:cNvSpPr>
            <p:nvPr/>
          </p:nvSpPr>
          <p:spPr bwMode="auto">
            <a:xfrm>
              <a:off x="4461068" y="1452622"/>
              <a:ext cx="1266112" cy="1458040"/>
            </a:xfrm>
            <a:custGeom>
              <a:avLst/>
              <a:gdLst>
                <a:gd name="T0" fmla="*/ 35 w 1260"/>
                <a:gd name="T1" fmla="*/ 1 h 1451"/>
                <a:gd name="T2" fmla="*/ 100 w 1260"/>
                <a:gd name="T3" fmla="*/ 6 h 1451"/>
                <a:gd name="T4" fmla="*/ 162 w 1260"/>
                <a:gd name="T5" fmla="*/ 13 h 1451"/>
                <a:gd name="T6" fmla="*/ 225 w 1260"/>
                <a:gd name="T7" fmla="*/ 23 h 1451"/>
                <a:gd name="T8" fmla="*/ 285 w 1260"/>
                <a:gd name="T9" fmla="*/ 37 h 1451"/>
                <a:gd name="T10" fmla="*/ 345 w 1260"/>
                <a:gd name="T11" fmla="*/ 53 h 1451"/>
                <a:gd name="T12" fmla="*/ 404 w 1260"/>
                <a:gd name="T13" fmla="*/ 72 h 1451"/>
                <a:gd name="T14" fmla="*/ 461 w 1260"/>
                <a:gd name="T15" fmla="*/ 94 h 1451"/>
                <a:gd name="T16" fmla="*/ 517 w 1260"/>
                <a:gd name="T17" fmla="*/ 119 h 1451"/>
                <a:gd name="T18" fmla="*/ 572 w 1260"/>
                <a:gd name="T19" fmla="*/ 145 h 1451"/>
                <a:gd name="T20" fmla="*/ 625 w 1260"/>
                <a:gd name="T21" fmla="*/ 175 h 1451"/>
                <a:gd name="T22" fmla="*/ 676 w 1260"/>
                <a:gd name="T23" fmla="*/ 206 h 1451"/>
                <a:gd name="T24" fmla="*/ 726 w 1260"/>
                <a:gd name="T25" fmla="*/ 240 h 1451"/>
                <a:gd name="T26" fmla="*/ 774 w 1260"/>
                <a:gd name="T27" fmla="*/ 277 h 1451"/>
                <a:gd name="T28" fmla="*/ 820 w 1260"/>
                <a:gd name="T29" fmla="*/ 316 h 1451"/>
                <a:gd name="T30" fmla="*/ 866 w 1260"/>
                <a:gd name="T31" fmla="*/ 356 h 1451"/>
                <a:gd name="T32" fmla="*/ 908 w 1260"/>
                <a:gd name="T33" fmla="*/ 398 h 1451"/>
                <a:gd name="T34" fmla="*/ 948 w 1260"/>
                <a:gd name="T35" fmla="*/ 444 h 1451"/>
                <a:gd name="T36" fmla="*/ 986 w 1260"/>
                <a:gd name="T37" fmla="*/ 490 h 1451"/>
                <a:gd name="T38" fmla="*/ 1023 w 1260"/>
                <a:gd name="T39" fmla="*/ 538 h 1451"/>
                <a:gd name="T40" fmla="*/ 1057 w 1260"/>
                <a:gd name="T41" fmla="*/ 589 h 1451"/>
                <a:gd name="T42" fmla="*/ 1088 w 1260"/>
                <a:gd name="T43" fmla="*/ 640 h 1451"/>
                <a:gd name="T44" fmla="*/ 1117 w 1260"/>
                <a:gd name="T45" fmla="*/ 693 h 1451"/>
                <a:gd name="T46" fmla="*/ 1144 w 1260"/>
                <a:gd name="T47" fmla="*/ 748 h 1451"/>
                <a:gd name="T48" fmla="*/ 1168 w 1260"/>
                <a:gd name="T49" fmla="*/ 804 h 1451"/>
                <a:gd name="T50" fmla="*/ 1190 w 1260"/>
                <a:gd name="T51" fmla="*/ 861 h 1451"/>
                <a:gd name="T52" fmla="*/ 1209 w 1260"/>
                <a:gd name="T53" fmla="*/ 921 h 1451"/>
                <a:gd name="T54" fmla="*/ 1224 w 1260"/>
                <a:gd name="T55" fmla="*/ 980 h 1451"/>
                <a:gd name="T56" fmla="*/ 1237 w 1260"/>
                <a:gd name="T57" fmla="*/ 1042 h 1451"/>
                <a:gd name="T58" fmla="*/ 1248 w 1260"/>
                <a:gd name="T59" fmla="*/ 1104 h 1451"/>
                <a:gd name="T60" fmla="*/ 1255 w 1260"/>
                <a:gd name="T61" fmla="*/ 1166 h 1451"/>
                <a:gd name="T62" fmla="*/ 1259 w 1260"/>
                <a:gd name="T63" fmla="*/ 1231 h 1451"/>
                <a:gd name="T64" fmla="*/ 921 w 1260"/>
                <a:gd name="T65" fmla="*/ 1451 h 1451"/>
                <a:gd name="T66" fmla="*/ 622 w 1260"/>
                <a:gd name="T67" fmla="*/ 1231 h 1451"/>
                <a:gd name="T68" fmla="*/ 616 w 1260"/>
                <a:gd name="T69" fmla="*/ 1184 h 1451"/>
                <a:gd name="T70" fmla="*/ 608 w 1260"/>
                <a:gd name="T71" fmla="*/ 1139 h 1451"/>
                <a:gd name="T72" fmla="*/ 597 w 1260"/>
                <a:gd name="T73" fmla="*/ 1096 h 1451"/>
                <a:gd name="T74" fmla="*/ 588 w 1260"/>
                <a:gd name="T75" fmla="*/ 1067 h 1451"/>
                <a:gd name="T76" fmla="*/ 572 w 1260"/>
                <a:gd name="T77" fmla="*/ 1025 h 1451"/>
                <a:gd name="T78" fmla="*/ 559 w 1260"/>
                <a:gd name="T79" fmla="*/ 998 h 1451"/>
                <a:gd name="T80" fmla="*/ 539 w 1260"/>
                <a:gd name="T81" fmla="*/ 959 h 1451"/>
                <a:gd name="T82" fmla="*/ 523 w 1260"/>
                <a:gd name="T83" fmla="*/ 934 h 1451"/>
                <a:gd name="T84" fmla="*/ 498 w 1260"/>
                <a:gd name="T85" fmla="*/ 898 h 1451"/>
                <a:gd name="T86" fmla="*/ 480 w 1260"/>
                <a:gd name="T87" fmla="*/ 874 h 1451"/>
                <a:gd name="T88" fmla="*/ 461 w 1260"/>
                <a:gd name="T89" fmla="*/ 852 h 1451"/>
                <a:gd name="T90" fmla="*/ 431 w 1260"/>
                <a:gd name="T91" fmla="*/ 821 h 1451"/>
                <a:gd name="T92" fmla="*/ 399 w 1260"/>
                <a:gd name="T93" fmla="*/ 791 h 1451"/>
                <a:gd name="T94" fmla="*/ 375 w 1260"/>
                <a:gd name="T95" fmla="*/ 773 h 1451"/>
                <a:gd name="T96" fmla="*/ 352 w 1260"/>
                <a:gd name="T97" fmla="*/ 755 h 1451"/>
                <a:gd name="T98" fmla="*/ 328 w 1260"/>
                <a:gd name="T99" fmla="*/ 739 h 1451"/>
                <a:gd name="T100" fmla="*/ 290 w 1260"/>
                <a:gd name="T101" fmla="*/ 716 h 1451"/>
                <a:gd name="T102" fmla="*/ 264 w 1260"/>
                <a:gd name="T103" fmla="*/ 702 h 1451"/>
                <a:gd name="T104" fmla="*/ 223 w 1260"/>
                <a:gd name="T105" fmla="*/ 684 h 1451"/>
                <a:gd name="T106" fmla="*/ 181 w 1260"/>
                <a:gd name="T107" fmla="*/ 669 h 1451"/>
                <a:gd name="T108" fmla="*/ 137 w 1260"/>
                <a:gd name="T109" fmla="*/ 656 h 1451"/>
                <a:gd name="T110" fmla="*/ 108 w 1260"/>
                <a:gd name="T111" fmla="*/ 649 h 1451"/>
                <a:gd name="T112" fmla="*/ 63 w 1260"/>
                <a:gd name="T113" fmla="*/ 642 h 1451"/>
                <a:gd name="T114" fmla="*/ 31 w 1260"/>
                <a:gd name="T115" fmla="*/ 639 h 1451"/>
                <a:gd name="T116" fmla="*/ 0 w 1260"/>
                <a:gd name="T117" fmla="*/ 637 h 1451"/>
                <a:gd name="T118" fmla="*/ 3 w 1260"/>
                <a:gd name="T119" fmla="*/ 0 h 14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260" h="1451">
                  <a:moveTo>
                    <a:pt x="3" y="0"/>
                  </a:moveTo>
                  <a:lnTo>
                    <a:pt x="35" y="1"/>
                  </a:lnTo>
                  <a:lnTo>
                    <a:pt x="68" y="3"/>
                  </a:lnTo>
                  <a:lnTo>
                    <a:pt x="100" y="6"/>
                  </a:lnTo>
                  <a:lnTo>
                    <a:pt x="131" y="9"/>
                  </a:lnTo>
                  <a:lnTo>
                    <a:pt x="162" y="13"/>
                  </a:lnTo>
                  <a:lnTo>
                    <a:pt x="193" y="18"/>
                  </a:lnTo>
                  <a:lnTo>
                    <a:pt x="225" y="23"/>
                  </a:lnTo>
                  <a:lnTo>
                    <a:pt x="255" y="30"/>
                  </a:lnTo>
                  <a:lnTo>
                    <a:pt x="285" y="37"/>
                  </a:lnTo>
                  <a:lnTo>
                    <a:pt x="315" y="44"/>
                  </a:lnTo>
                  <a:lnTo>
                    <a:pt x="345" y="53"/>
                  </a:lnTo>
                  <a:lnTo>
                    <a:pt x="374" y="62"/>
                  </a:lnTo>
                  <a:lnTo>
                    <a:pt x="404" y="72"/>
                  </a:lnTo>
                  <a:lnTo>
                    <a:pt x="433" y="83"/>
                  </a:lnTo>
                  <a:lnTo>
                    <a:pt x="461" y="94"/>
                  </a:lnTo>
                  <a:lnTo>
                    <a:pt x="489" y="106"/>
                  </a:lnTo>
                  <a:lnTo>
                    <a:pt x="517" y="119"/>
                  </a:lnTo>
                  <a:lnTo>
                    <a:pt x="545" y="132"/>
                  </a:lnTo>
                  <a:lnTo>
                    <a:pt x="572" y="145"/>
                  </a:lnTo>
                  <a:lnTo>
                    <a:pt x="599" y="160"/>
                  </a:lnTo>
                  <a:lnTo>
                    <a:pt x="625" y="175"/>
                  </a:lnTo>
                  <a:lnTo>
                    <a:pt x="651" y="190"/>
                  </a:lnTo>
                  <a:lnTo>
                    <a:pt x="676" y="206"/>
                  </a:lnTo>
                  <a:lnTo>
                    <a:pt x="702" y="223"/>
                  </a:lnTo>
                  <a:lnTo>
                    <a:pt x="726" y="240"/>
                  </a:lnTo>
                  <a:lnTo>
                    <a:pt x="751" y="259"/>
                  </a:lnTo>
                  <a:lnTo>
                    <a:pt x="774" y="277"/>
                  </a:lnTo>
                  <a:lnTo>
                    <a:pt x="798" y="296"/>
                  </a:lnTo>
                  <a:lnTo>
                    <a:pt x="820" y="316"/>
                  </a:lnTo>
                  <a:lnTo>
                    <a:pt x="843" y="336"/>
                  </a:lnTo>
                  <a:lnTo>
                    <a:pt x="866" y="356"/>
                  </a:lnTo>
                  <a:lnTo>
                    <a:pt x="887" y="377"/>
                  </a:lnTo>
                  <a:lnTo>
                    <a:pt x="908" y="398"/>
                  </a:lnTo>
                  <a:lnTo>
                    <a:pt x="928" y="421"/>
                  </a:lnTo>
                  <a:lnTo>
                    <a:pt x="948" y="444"/>
                  </a:lnTo>
                  <a:lnTo>
                    <a:pt x="967" y="467"/>
                  </a:lnTo>
                  <a:lnTo>
                    <a:pt x="986" y="490"/>
                  </a:lnTo>
                  <a:lnTo>
                    <a:pt x="1004" y="514"/>
                  </a:lnTo>
                  <a:lnTo>
                    <a:pt x="1023" y="538"/>
                  </a:lnTo>
                  <a:lnTo>
                    <a:pt x="1040" y="564"/>
                  </a:lnTo>
                  <a:lnTo>
                    <a:pt x="1057" y="589"/>
                  </a:lnTo>
                  <a:lnTo>
                    <a:pt x="1073" y="614"/>
                  </a:lnTo>
                  <a:lnTo>
                    <a:pt x="1088" y="640"/>
                  </a:lnTo>
                  <a:lnTo>
                    <a:pt x="1103" y="666"/>
                  </a:lnTo>
                  <a:lnTo>
                    <a:pt x="1117" y="693"/>
                  </a:lnTo>
                  <a:lnTo>
                    <a:pt x="1131" y="720"/>
                  </a:lnTo>
                  <a:lnTo>
                    <a:pt x="1144" y="748"/>
                  </a:lnTo>
                  <a:lnTo>
                    <a:pt x="1156" y="776"/>
                  </a:lnTo>
                  <a:lnTo>
                    <a:pt x="1168" y="804"/>
                  </a:lnTo>
                  <a:lnTo>
                    <a:pt x="1180" y="833"/>
                  </a:lnTo>
                  <a:lnTo>
                    <a:pt x="1190" y="861"/>
                  </a:lnTo>
                  <a:lnTo>
                    <a:pt x="1200" y="891"/>
                  </a:lnTo>
                  <a:lnTo>
                    <a:pt x="1209" y="921"/>
                  </a:lnTo>
                  <a:lnTo>
                    <a:pt x="1217" y="950"/>
                  </a:lnTo>
                  <a:lnTo>
                    <a:pt x="1224" y="980"/>
                  </a:lnTo>
                  <a:lnTo>
                    <a:pt x="1231" y="1010"/>
                  </a:lnTo>
                  <a:lnTo>
                    <a:pt x="1237" y="1042"/>
                  </a:lnTo>
                  <a:lnTo>
                    <a:pt x="1243" y="1073"/>
                  </a:lnTo>
                  <a:lnTo>
                    <a:pt x="1248" y="1104"/>
                  </a:lnTo>
                  <a:lnTo>
                    <a:pt x="1252" y="1135"/>
                  </a:lnTo>
                  <a:lnTo>
                    <a:pt x="1255" y="1166"/>
                  </a:lnTo>
                  <a:lnTo>
                    <a:pt x="1257" y="1198"/>
                  </a:lnTo>
                  <a:lnTo>
                    <a:pt x="1259" y="1231"/>
                  </a:lnTo>
                  <a:lnTo>
                    <a:pt x="1260" y="1263"/>
                  </a:lnTo>
                  <a:lnTo>
                    <a:pt x="921" y="1451"/>
                  </a:lnTo>
                  <a:lnTo>
                    <a:pt x="622" y="1246"/>
                  </a:lnTo>
                  <a:lnTo>
                    <a:pt x="622" y="1231"/>
                  </a:lnTo>
                  <a:lnTo>
                    <a:pt x="620" y="1215"/>
                  </a:lnTo>
                  <a:lnTo>
                    <a:pt x="616" y="1184"/>
                  </a:lnTo>
                  <a:lnTo>
                    <a:pt x="611" y="1154"/>
                  </a:lnTo>
                  <a:lnTo>
                    <a:pt x="608" y="1139"/>
                  </a:lnTo>
                  <a:lnTo>
                    <a:pt x="605" y="1125"/>
                  </a:lnTo>
                  <a:lnTo>
                    <a:pt x="597" y="1096"/>
                  </a:lnTo>
                  <a:lnTo>
                    <a:pt x="593" y="1082"/>
                  </a:lnTo>
                  <a:lnTo>
                    <a:pt x="588" y="1067"/>
                  </a:lnTo>
                  <a:lnTo>
                    <a:pt x="577" y="1039"/>
                  </a:lnTo>
                  <a:lnTo>
                    <a:pt x="572" y="1025"/>
                  </a:lnTo>
                  <a:lnTo>
                    <a:pt x="566" y="1012"/>
                  </a:lnTo>
                  <a:lnTo>
                    <a:pt x="559" y="998"/>
                  </a:lnTo>
                  <a:lnTo>
                    <a:pt x="553" y="985"/>
                  </a:lnTo>
                  <a:lnTo>
                    <a:pt x="539" y="959"/>
                  </a:lnTo>
                  <a:lnTo>
                    <a:pt x="530" y="947"/>
                  </a:lnTo>
                  <a:lnTo>
                    <a:pt x="523" y="934"/>
                  </a:lnTo>
                  <a:lnTo>
                    <a:pt x="506" y="910"/>
                  </a:lnTo>
                  <a:lnTo>
                    <a:pt x="498" y="898"/>
                  </a:lnTo>
                  <a:lnTo>
                    <a:pt x="489" y="887"/>
                  </a:lnTo>
                  <a:lnTo>
                    <a:pt x="480" y="874"/>
                  </a:lnTo>
                  <a:lnTo>
                    <a:pt x="471" y="863"/>
                  </a:lnTo>
                  <a:lnTo>
                    <a:pt x="461" y="852"/>
                  </a:lnTo>
                  <a:lnTo>
                    <a:pt x="451" y="841"/>
                  </a:lnTo>
                  <a:lnTo>
                    <a:pt x="431" y="821"/>
                  </a:lnTo>
                  <a:lnTo>
                    <a:pt x="410" y="801"/>
                  </a:lnTo>
                  <a:lnTo>
                    <a:pt x="399" y="791"/>
                  </a:lnTo>
                  <a:lnTo>
                    <a:pt x="388" y="782"/>
                  </a:lnTo>
                  <a:lnTo>
                    <a:pt x="375" y="773"/>
                  </a:lnTo>
                  <a:lnTo>
                    <a:pt x="364" y="764"/>
                  </a:lnTo>
                  <a:lnTo>
                    <a:pt x="352" y="755"/>
                  </a:lnTo>
                  <a:lnTo>
                    <a:pt x="340" y="747"/>
                  </a:lnTo>
                  <a:lnTo>
                    <a:pt x="328" y="739"/>
                  </a:lnTo>
                  <a:lnTo>
                    <a:pt x="315" y="731"/>
                  </a:lnTo>
                  <a:lnTo>
                    <a:pt x="290" y="716"/>
                  </a:lnTo>
                  <a:lnTo>
                    <a:pt x="277" y="709"/>
                  </a:lnTo>
                  <a:lnTo>
                    <a:pt x="264" y="702"/>
                  </a:lnTo>
                  <a:lnTo>
                    <a:pt x="237" y="690"/>
                  </a:lnTo>
                  <a:lnTo>
                    <a:pt x="223" y="684"/>
                  </a:lnTo>
                  <a:lnTo>
                    <a:pt x="209" y="678"/>
                  </a:lnTo>
                  <a:lnTo>
                    <a:pt x="181" y="669"/>
                  </a:lnTo>
                  <a:lnTo>
                    <a:pt x="152" y="660"/>
                  </a:lnTo>
                  <a:lnTo>
                    <a:pt x="137" y="656"/>
                  </a:lnTo>
                  <a:lnTo>
                    <a:pt x="123" y="653"/>
                  </a:lnTo>
                  <a:lnTo>
                    <a:pt x="108" y="649"/>
                  </a:lnTo>
                  <a:lnTo>
                    <a:pt x="93" y="647"/>
                  </a:lnTo>
                  <a:lnTo>
                    <a:pt x="63" y="642"/>
                  </a:lnTo>
                  <a:lnTo>
                    <a:pt x="47" y="640"/>
                  </a:lnTo>
                  <a:lnTo>
                    <a:pt x="31" y="639"/>
                  </a:lnTo>
                  <a:lnTo>
                    <a:pt x="16" y="638"/>
                  </a:lnTo>
                  <a:lnTo>
                    <a:pt x="0" y="637"/>
                  </a:lnTo>
                  <a:lnTo>
                    <a:pt x="197" y="348"/>
                  </a:lnTo>
                  <a:lnTo>
                    <a:pt x="3" y="0"/>
                  </a:lnTo>
                  <a:close/>
                </a:path>
              </a:pathLst>
            </a:custGeom>
            <a:solidFill>
              <a:srgbClr val="054487"/>
            </a:solidFill>
            <a:ln w="3175" cap="flat" cmpd="sng" algn="ctr">
              <a:noFill/>
              <a:prstDash val="solid"/>
            </a:ln>
            <a:effectLst/>
          </p:spPr>
          <p:txBody>
            <a:bodyPr lIns="0" tIns="43202" rIns="0" bIns="43202" anchor="ctr"/>
            <a:lstStyle/>
            <a:p>
              <a:pPr marL="0" marR="0" lvl="0" indent="0" algn="ctr" defTabSz="914400" eaLnBrk="1" fontAlgn="auto" latinLnBrk="0" hangingPunct="1">
                <a:lnSpc>
                  <a:spcPct val="120000"/>
                </a:lnSpc>
                <a:spcBef>
                  <a:spcPts val="458"/>
                </a:spcBef>
                <a:spcAft>
                  <a:spcPts val="458"/>
                </a:spcAft>
                <a:buClrTx/>
                <a:buSzTx/>
                <a:buFontTx/>
                <a:buNone/>
                <a:tabLst/>
                <a:defRPr/>
              </a:pPr>
              <a:endParaRPr kumimoji="0" lang="en-US" sz="2100" b="0" i="0" u="none" strike="noStrike" kern="0" cap="none" spc="0" normalizeH="0" baseline="0" noProof="0" dirty="0">
                <a:ln>
                  <a:noFill/>
                </a:ln>
                <a:solidFill>
                  <a:prstClr val="black"/>
                </a:solidFill>
                <a:effectLst/>
                <a:uLnTx/>
                <a:uFillTx/>
                <a:latin typeface="Impact" pitchFamily="34" charset="0"/>
                <a:ea typeface="+mn-ea"/>
                <a:cs typeface="+mn-cs"/>
              </a:endParaRPr>
            </a:p>
          </p:txBody>
        </p:sp>
        <p:sp>
          <p:nvSpPr>
            <p:cNvPr id="7" name="箭头4"/>
            <p:cNvSpPr>
              <a:spLocks noChangeAspect="1"/>
            </p:cNvSpPr>
            <p:nvPr/>
          </p:nvSpPr>
          <p:spPr bwMode="auto">
            <a:xfrm>
              <a:off x="3152953" y="1454123"/>
              <a:ext cx="1437127" cy="1330536"/>
            </a:xfrm>
            <a:custGeom>
              <a:avLst/>
              <a:gdLst>
                <a:gd name="T0" fmla="*/ 637 w 1431"/>
                <a:gd name="T1" fmla="*/ 1302 h 1325"/>
                <a:gd name="T2" fmla="*/ 637 w 1431"/>
                <a:gd name="T3" fmla="*/ 1248 h 1325"/>
                <a:gd name="T4" fmla="*/ 640 w 1431"/>
                <a:gd name="T5" fmla="*/ 1217 h 1325"/>
                <a:gd name="T6" fmla="*/ 646 w 1431"/>
                <a:gd name="T7" fmla="*/ 1170 h 1325"/>
                <a:gd name="T8" fmla="*/ 655 w 1431"/>
                <a:gd name="T9" fmla="*/ 1125 h 1325"/>
                <a:gd name="T10" fmla="*/ 663 w 1431"/>
                <a:gd name="T11" fmla="*/ 1095 h 1325"/>
                <a:gd name="T12" fmla="*/ 678 w 1431"/>
                <a:gd name="T13" fmla="*/ 1052 h 1325"/>
                <a:gd name="T14" fmla="*/ 689 w 1431"/>
                <a:gd name="T15" fmla="*/ 1024 h 1325"/>
                <a:gd name="T16" fmla="*/ 708 w 1431"/>
                <a:gd name="T17" fmla="*/ 983 h 1325"/>
                <a:gd name="T18" fmla="*/ 724 w 1431"/>
                <a:gd name="T19" fmla="*/ 957 h 1325"/>
                <a:gd name="T20" fmla="*/ 739 w 1431"/>
                <a:gd name="T21" fmla="*/ 932 h 1325"/>
                <a:gd name="T22" fmla="*/ 756 w 1431"/>
                <a:gd name="T23" fmla="*/ 907 h 1325"/>
                <a:gd name="T24" fmla="*/ 773 w 1431"/>
                <a:gd name="T25" fmla="*/ 884 h 1325"/>
                <a:gd name="T26" fmla="*/ 792 w 1431"/>
                <a:gd name="T27" fmla="*/ 860 h 1325"/>
                <a:gd name="T28" fmla="*/ 822 w 1431"/>
                <a:gd name="T29" fmla="*/ 827 h 1325"/>
                <a:gd name="T30" fmla="*/ 843 w 1431"/>
                <a:gd name="T31" fmla="*/ 807 h 1325"/>
                <a:gd name="T32" fmla="*/ 877 w 1431"/>
                <a:gd name="T33" fmla="*/ 778 h 1325"/>
                <a:gd name="T34" fmla="*/ 901 w 1431"/>
                <a:gd name="T35" fmla="*/ 760 h 1325"/>
                <a:gd name="T36" fmla="*/ 938 w 1431"/>
                <a:gd name="T37" fmla="*/ 735 h 1325"/>
                <a:gd name="T38" fmla="*/ 976 w 1431"/>
                <a:gd name="T39" fmla="*/ 711 h 1325"/>
                <a:gd name="T40" fmla="*/ 1003 w 1431"/>
                <a:gd name="T41" fmla="*/ 698 h 1325"/>
                <a:gd name="T42" fmla="*/ 1030 w 1431"/>
                <a:gd name="T43" fmla="*/ 686 h 1325"/>
                <a:gd name="T44" fmla="*/ 1059 w 1431"/>
                <a:gd name="T45" fmla="*/ 675 h 1325"/>
                <a:gd name="T46" fmla="*/ 1117 w 1431"/>
                <a:gd name="T47" fmla="*/ 657 h 1325"/>
                <a:gd name="T48" fmla="*/ 1147 w 1431"/>
                <a:gd name="T49" fmla="*/ 649 h 1325"/>
                <a:gd name="T50" fmla="*/ 1192 w 1431"/>
                <a:gd name="T51" fmla="*/ 642 h 1325"/>
                <a:gd name="T52" fmla="*/ 1224 w 1431"/>
                <a:gd name="T53" fmla="*/ 638 h 1325"/>
                <a:gd name="T54" fmla="*/ 1431 w 1431"/>
                <a:gd name="T55" fmla="*/ 334 h 1325"/>
                <a:gd name="T56" fmla="*/ 1207 w 1431"/>
                <a:gd name="T57" fmla="*/ 1 h 1325"/>
                <a:gd name="T58" fmla="*/ 1142 w 1431"/>
                <a:gd name="T59" fmla="*/ 6 h 1325"/>
                <a:gd name="T60" fmla="*/ 1080 w 1431"/>
                <a:gd name="T61" fmla="*/ 15 h 1325"/>
                <a:gd name="T62" fmla="*/ 1018 w 1431"/>
                <a:gd name="T63" fmla="*/ 26 h 1325"/>
                <a:gd name="T64" fmla="*/ 957 w 1431"/>
                <a:gd name="T65" fmla="*/ 40 h 1325"/>
                <a:gd name="T66" fmla="*/ 898 w 1431"/>
                <a:gd name="T67" fmla="*/ 57 h 1325"/>
                <a:gd name="T68" fmla="*/ 839 w 1431"/>
                <a:gd name="T69" fmla="*/ 76 h 1325"/>
                <a:gd name="T70" fmla="*/ 783 w 1431"/>
                <a:gd name="T71" fmla="*/ 100 h 1325"/>
                <a:gd name="T72" fmla="*/ 728 w 1431"/>
                <a:gd name="T73" fmla="*/ 125 h 1325"/>
                <a:gd name="T74" fmla="*/ 673 w 1431"/>
                <a:gd name="T75" fmla="*/ 152 h 1325"/>
                <a:gd name="T76" fmla="*/ 620 w 1431"/>
                <a:gd name="T77" fmla="*/ 182 h 1325"/>
                <a:gd name="T78" fmla="*/ 570 w 1431"/>
                <a:gd name="T79" fmla="*/ 214 h 1325"/>
                <a:gd name="T80" fmla="*/ 520 w 1431"/>
                <a:gd name="T81" fmla="*/ 250 h 1325"/>
                <a:gd name="T82" fmla="*/ 472 w 1431"/>
                <a:gd name="T83" fmla="*/ 287 h 1325"/>
                <a:gd name="T84" fmla="*/ 427 w 1431"/>
                <a:gd name="T85" fmla="*/ 325 h 1325"/>
                <a:gd name="T86" fmla="*/ 382 w 1431"/>
                <a:gd name="T87" fmla="*/ 366 h 1325"/>
                <a:gd name="T88" fmla="*/ 341 w 1431"/>
                <a:gd name="T89" fmla="*/ 410 h 1325"/>
                <a:gd name="T90" fmla="*/ 301 w 1431"/>
                <a:gd name="T91" fmla="*/ 455 h 1325"/>
                <a:gd name="T92" fmla="*/ 263 w 1431"/>
                <a:gd name="T93" fmla="*/ 502 h 1325"/>
                <a:gd name="T94" fmla="*/ 227 w 1431"/>
                <a:gd name="T95" fmla="*/ 550 h 1325"/>
                <a:gd name="T96" fmla="*/ 194 w 1431"/>
                <a:gd name="T97" fmla="*/ 602 h 1325"/>
                <a:gd name="T98" fmla="*/ 163 w 1431"/>
                <a:gd name="T99" fmla="*/ 653 h 1325"/>
                <a:gd name="T100" fmla="*/ 135 w 1431"/>
                <a:gd name="T101" fmla="*/ 707 h 1325"/>
                <a:gd name="T102" fmla="*/ 109 w 1431"/>
                <a:gd name="T103" fmla="*/ 762 h 1325"/>
                <a:gd name="T104" fmla="*/ 86 w 1431"/>
                <a:gd name="T105" fmla="*/ 819 h 1325"/>
                <a:gd name="T106" fmla="*/ 64 w 1431"/>
                <a:gd name="T107" fmla="*/ 876 h 1325"/>
                <a:gd name="T108" fmla="*/ 47 w 1431"/>
                <a:gd name="T109" fmla="*/ 936 h 1325"/>
                <a:gd name="T110" fmla="*/ 31 w 1431"/>
                <a:gd name="T111" fmla="*/ 996 h 1325"/>
                <a:gd name="T112" fmla="*/ 19 w 1431"/>
                <a:gd name="T113" fmla="*/ 1058 h 1325"/>
                <a:gd name="T114" fmla="*/ 10 w 1431"/>
                <a:gd name="T115" fmla="*/ 1120 h 1325"/>
                <a:gd name="T116" fmla="*/ 4 w 1431"/>
                <a:gd name="T117" fmla="*/ 1183 h 1325"/>
                <a:gd name="T118" fmla="*/ 1 w 1431"/>
                <a:gd name="T119" fmla="*/ 1247 h 1325"/>
                <a:gd name="T120" fmla="*/ 1 w 1431"/>
                <a:gd name="T121" fmla="*/ 1302 h 1325"/>
                <a:gd name="T122" fmla="*/ 335 w 1431"/>
                <a:gd name="T123" fmla="*/ 1129 h 1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31" h="1325">
                  <a:moveTo>
                    <a:pt x="638" y="1324"/>
                  </a:moveTo>
                  <a:lnTo>
                    <a:pt x="637" y="1302"/>
                  </a:lnTo>
                  <a:lnTo>
                    <a:pt x="637" y="1280"/>
                  </a:lnTo>
                  <a:lnTo>
                    <a:pt x="637" y="1248"/>
                  </a:lnTo>
                  <a:lnTo>
                    <a:pt x="638" y="1232"/>
                  </a:lnTo>
                  <a:lnTo>
                    <a:pt x="640" y="1217"/>
                  </a:lnTo>
                  <a:lnTo>
                    <a:pt x="644" y="1185"/>
                  </a:lnTo>
                  <a:lnTo>
                    <a:pt x="646" y="1170"/>
                  </a:lnTo>
                  <a:lnTo>
                    <a:pt x="649" y="1154"/>
                  </a:lnTo>
                  <a:lnTo>
                    <a:pt x="655" y="1125"/>
                  </a:lnTo>
                  <a:lnTo>
                    <a:pt x="659" y="1110"/>
                  </a:lnTo>
                  <a:lnTo>
                    <a:pt x="663" y="1095"/>
                  </a:lnTo>
                  <a:lnTo>
                    <a:pt x="673" y="1067"/>
                  </a:lnTo>
                  <a:lnTo>
                    <a:pt x="678" y="1052"/>
                  </a:lnTo>
                  <a:lnTo>
                    <a:pt x="683" y="1038"/>
                  </a:lnTo>
                  <a:lnTo>
                    <a:pt x="689" y="1024"/>
                  </a:lnTo>
                  <a:lnTo>
                    <a:pt x="695" y="1010"/>
                  </a:lnTo>
                  <a:lnTo>
                    <a:pt x="708" y="983"/>
                  </a:lnTo>
                  <a:lnTo>
                    <a:pt x="715" y="970"/>
                  </a:lnTo>
                  <a:lnTo>
                    <a:pt x="724" y="957"/>
                  </a:lnTo>
                  <a:lnTo>
                    <a:pt x="731" y="944"/>
                  </a:lnTo>
                  <a:lnTo>
                    <a:pt x="739" y="932"/>
                  </a:lnTo>
                  <a:lnTo>
                    <a:pt x="747" y="920"/>
                  </a:lnTo>
                  <a:lnTo>
                    <a:pt x="756" y="907"/>
                  </a:lnTo>
                  <a:lnTo>
                    <a:pt x="764" y="895"/>
                  </a:lnTo>
                  <a:lnTo>
                    <a:pt x="773" y="884"/>
                  </a:lnTo>
                  <a:lnTo>
                    <a:pt x="783" y="871"/>
                  </a:lnTo>
                  <a:lnTo>
                    <a:pt x="792" y="860"/>
                  </a:lnTo>
                  <a:lnTo>
                    <a:pt x="812" y="838"/>
                  </a:lnTo>
                  <a:lnTo>
                    <a:pt x="822" y="827"/>
                  </a:lnTo>
                  <a:lnTo>
                    <a:pt x="832" y="817"/>
                  </a:lnTo>
                  <a:lnTo>
                    <a:pt x="843" y="807"/>
                  </a:lnTo>
                  <a:lnTo>
                    <a:pt x="854" y="797"/>
                  </a:lnTo>
                  <a:lnTo>
                    <a:pt x="877" y="778"/>
                  </a:lnTo>
                  <a:lnTo>
                    <a:pt x="889" y="769"/>
                  </a:lnTo>
                  <a:lnTo>
                    <a:pt x="901" y="760"/>
                  </a:lnTo>
                  <a:lnTo>
                    <a:pt x="925" y="743"/>
                  </a:lnTo>
                  <a:lnTo>
                    <a:pt x="938" y="735"/>
                  </a:lnTo>
                  <a:lnTo>
                    <a:pt x="951" y="727"/>
                  </a:lnTo>
                  <a:lnTo>
                    <a:pt x="976" y="711"/>
                  </a:lnTo>
                  <a:lnTo>
                    <a:pt x="990" y="705"/>
                  </a:lnTo>
                  <a:lnTo>
                    <a:pt x="1003" y="698"/>
                  </a:lnTo>
                  <a:lnTo>
                    <a:pt x="1017" y="692"/>
                  </a:lnTo>
                  <a:lnTo>
                    <a:pt x="1030" y="686"/>
                  </a:lnTo>
                  <a:lnTo>
                    <a:pt x="1045" y="680"/>
                  </a:lnTo>
                  <a:lnTo>
                    <a:pt x="1059" y="675"/>
                  </a:lnTo>
                  <a:lnTo>
                    <a:pt x="1088" y="665"/>
                  </a:lnTo>
                  <a:lnTo>
                    <a:pt x="1117" y="657"/>
                  </a:lnTo>
                  <a:lnTo>
                    <a:pt x="1132" y="653"/>
                  </a:lnTo>
                  <a:lnTo>
                    <a:pt x="1147" y="649"/>
                  </a:lnTo>
                  <a:lnTo>
                    <a:pt x="1177" y="644"/>
                  </a:lnTo>
                  <a:lnTo>
                    <a:pt x="1192" y="642"/>
                  </a:lnTo>
                  <a:lnTo>
                    <a:pt x="1209" y="640"/>
                  </a:lnTo>
                  <a:lnTo>
                    <a:pt x="1224" y="638"/>
                  </a:lnTo>
                  <a:lnTo>
                    <a:pt x="1240" y="637"/>
                  </a:lnTo>
                  <a:lnTo>
                    <a:pt x="1431" y="334"/>
                  </a:lnTo>
                  <a:lnTo>
                    <a:pt x="1239" y="0"/>
                  </a:lnTo>
                  <a:lnTo>
                    <a:pt x="1207" y="1"/>
                  </a:lnTo>
                  <a:lnTo>
                    <a:pt x="1174" y="3"/>
                  </a:lnTo>
                  <a:lnTo>
                    <a:pt x="1142" y="6"/>
                  </a:lnTo>
                  <a:lnTo>
                    <a:pt x="1111" y="10"/>
                  </a:lnTo>
                  <a:lnTo>
                    <a:pt x="1080" y="15"/>
                  </a:lnTo>
                  <a:lnTo>
                    <a:pt x="1049" y="20"/>
                  </a:lnTo>
                  <a:lnTo>
                    <a:pt x="1018" y="26"/>
                  </a:lnTo>
                  <a:lnTo>
                    <a:pt x="987" y="32"/>
                  </a:lnTo>
                  <a:lnTo>
                    <a:pt x="957" y="40"/>
                  </a:lnTo>
                  <a:lnTo>
                    <a:pt x="928" y="48"/>
                  </a:lnTo>
                  <a:lnTo>
                    <a:pt x="898" y="57"/>
                  </a:lnTo>
                  <a:lnTo>
                    <a:pt x="868" y="66"/>
                  </a:lnTo>
                  <a:lnTo>
                    <a:pt x="839" y="76"/>
                  </a:lnTo>
                  <a:lnTo>
                    <a:pt x="811" y="88"/>
                  </a:lnTo>
                  <a:lnTo>
                    <a:pt x="783" y="100"/>
                  </a:lnTo>
                  <a:lnTo>
                    <a:pt x="755" y="112"/>
                  </a:lnTo>
                  <a:lnTo>
                    <a:pt x="728" y="125"/>
                  </a:lnTo>
                  <a:lnTo>
                    <a:pt x="699" y="138"/>
                  </a:lnTo>
                  <a:lnTo>
                    <a:pt x="673" y="152"/>
                  </a:lnTo>
                  <a:lnTo>
                    <a:pt x="646" y="167"/>
                  </a:lnTo>
                  <a:lnTo>
                    <a:pt x="620" y="182"/>
                  </a:lnTo>
                  <a:lnTo>
                    <a:pt x="595" y="198"/>
                  </a:lnTo>
                  <a:lnTo>
                    <a:pt x="570" y="214"/>
                  </a:lnTo>
                  <a:lnTo>
                    <a:pt x="544" y="231"/>
                  </a:lnTo>
                  <a:lnTo>
                    <a:pt x="520" y="250"/>
                  </a:lnTo>
                  <a:lnTo>
                    <a:pt x="496" y="268"/>
                  </a:lnTo>
                  <a:lnTo>
                    <a:pt x="472" y="287"/>
                  </a:lnTo>
                  <a:lnTo>
                    <a:pt x="449" y="306"/>
                  </a:lnTo>
                  <a:lnTo>
                    <a:pt x="427" y="325"/>
                  </a:lnTo>
                  <a:lnTo>
                    <a:pt x="405" y="346"/>
                  </a:lnTo>
                  <a:lnTo>
                    <a:pt x="382" y="366"/>
                  </a:lnTo>
                  <a:lnTo>
                    <a:pt x="361" y="388"/>
                  </a:lnTo>
                  <a:lnTo>
                    <a:pt x="341" y="410"/>
                  </a:lnTo>
                  <a:lnTo>
                    <a:pt x="320" y="433"/>
                  </a:lnTo>
                  <a:lnTo>
                    <a:pt x="301" y="455"/>
                  </a:lnTo>
                  <a:lnTo>
                    <a:pt x="282" y="478"/>
                  </a:lnTo>
                  <a:lnTo>
                    <a:pt x="263" y="502"/>
                  </a:lnTo>
                  <a:lnTo>
                    <a:pt x="245" y="526"/>
                  </a:lnTo>
                  <a:lnTo>
                    <a:pt x="227" y="550"/>
                  </a:lnTo>
                  <a:lnTo>
                    <a:pt x="210" y="576"/>
                  </a:lnTo>
                  <a:lnTo>
                    <a:pt x="194" y="602"/>
                  </a:lnTo>
                  <a:lnTo>
                    <a:pt x="178" y="627"/>
                  </a:lnTo>
                  <a:lnTo>
                    <a:pt x="163" y="653"/>
                  </a:lnTo>
                  <a:lnTo>
                    <a:pt x="149" y="680"/>
                  </a:lnTo>
                  <a:lnTo>
                    <a:pt x="135" y="707"/>
                  </a:lnTo>
                  <a:lnTo>
                    <a:pt x="122" y="735"/>
                  </a:lnTo>
                  <a:lnTo>
                    <a:pt x="109" y="762"/>
                  </a:lnTo>
                  <a:lnTo>
                    <a:pt x="97" y="790"/>
                  </a:lnTo>
                  <a:lnTo>
                    <a:pt x="86" y="819"/>
                  </a:lnTo>
                  <a:lnTo>
                    <a:pt x="74" y="847"/>
                  </a:lnTo>
                  <a:lnTo>
                    <a:pt x="64" y="876"/>
                  </a:lnTo>
                  <a:lnTo>
                    <a:pt x="55" y="906"/>
                  </a:lnTo>
                  <a:lnTo>
                    <a:pt x="47" y="936"/>
                  </a:lnTo>
                  <a:lnTo>
                    <a:pt x="39" y="966"/>
                  </a:lnTo>
                  <a:lnTo>
                    <a:pt x="31" y="996"/>
                  </a:lnTo>
                  <a:lnTo>
                    <a:pt x="25" y="1026"/>
                  </a:lnTo>
                  <a:lnTo>
                    <a:pt x="19" y="1058"/>
                  </a:lnTo>
                  <a:lnTo>
                    <a:pt x="14" y="1089"/>
                  </a:lnTo>
                  <a:lnTo>
                    <a:pt x="10" y="1120"/>
                  </a:lnTo>
                  <a:lnTo>
                    <a:pt x="6" y="1151"/>
                  </a:lnTo>
                  <a:lnTo>
                    <a:pt x="4" y="1183"/>
                  </a:lnTo>
                  <a:lnTo>
                    <a:pt x="2" y="1215"/>
                  </a:lnTo>
                  <a:lnTo>
                    <a:pt x="1" y="1247"/>
                  </a:lnTo>
                  <a:lnTo>
                    <a:pt x="0" y="1280"/>
                  </a:lnTo>
                  <a:lnTo>
                    <a:pt x="1" y="1302"/>
                  </a:lnTo>
                  <a:lnTo>
                    <a:pt x="2" y="1325"/>
                  </a:lnTo>
                  <a:lnTo>
                    <a:pt x="335" y="1129"/>
                  </a:lnTo>
                  <a:lnTo>
                    <a:pt x="638" y="1324"/>
                  </a:lnTo>
                  <a:close/>
                </a:path>
              </a:pathLst>
            </a:custGeom>
            <a:solidFill>
              <a:srgbClr val="054487"/>
            </a:solidFill>
            <a:ln w="3175" cap="flat" cmpd="sng" algn="ctr">
              <a:noFill/>
              <a:prstDash val="solid"/>
            </a:ln>
            <a:effectLst/>
          </p:spPr>
          <p:txBody>
            <a:bodyPr lIns="86404" tIns="43202" rIns="86404" bIns="43202" anchor="ctr"/>
            <a:lstStyle/>
            <a:p>
              <a:pPr marL="0" marR="0" lvl="0" indent="0" defTabSz="914400" eaLnBrk="1" fontAlgn="auto" latinLnBrk="0" hangingPunct="1">
                <a:lnSpc>
                  <a:spcPct val="120000"/>
                </a:lnSpc>
                <a:spcBef>
                  <a:spcPts val="0"/>
                </a:spcBef>
                <a:spcAft>
                  <a:spcPts val="0"/>
                </a:spcAft>
                <a:buClrTx/>
                <a:buSzTx/>
                <a:buFontTx/>
                <a:buNone/>
                <a:tabLst/>
                <a:defRPr/>
              </a:pPr>
              <a:endParaRPr kumimoji="0" lang="en-US" sz="900" b="0" i="0" u="none" strike="noStrike" kern="0" cap="none" spc="0" normalizeH="0" baseline="0" noProof="0" dirty="0">
                <a:ln>
                  <a:noFill/>
                </a:ln>
                <a:solidFill>
                  <a:prstClr val="black"/>
                </a:solidFill>
                <a:effectLst/>
                <a:uLnTx/>
                <a:uFillTx/>
                <a:latin typeface="微软雅黑" pitchFamily="34" charset="-122"/>
                <a:ea typeface="+mn-ea"/>
                <a:cs typeface="+mn-cs"/>
              </a:endParaRPr>
            </a:p>
          </p:txBody>
        </p:sp>
        <p:sp>
          <p:nvSpPr>
            <p:cNvPr id="8" name="箭头3"/>
            <p:cNvSpPr>
              <a:spLocks noChangeAspect="1"/>
            </p:cNvSpPr>
            <p:nvPr/>
          </p:nvSpPr>
          <p:spPr bwMode="auto">
            <a:xfrm>
              <a:off x="3157454" y="2655655"/>
              <a:ext cx="1302115" cy="1371037"/>
            </a:xfrm>
            <a:custGeom>
              <a:avLst/>
              <a:gdLst>
                <a:gd name="T0" fmla="*/ 1096 w 1295"/>
                <a:gd name="T1" fmla="*/ 1023 h 1364"/>
                <a:gd name="T2" fmla="*/ 1276 w 1295"/>
                <a:gd name="T3" fmla="*/ 728 h 1364"/>
                <a:gd name="T4" fmla="*/ 1232 w 1295"/>
                <a:gd name="T5" fmla="*/ 726 h 1364"/>
                <a:gd name="T6" fmla="*/ 1187 w 1295"/>
                <a:gd name="T7" fmla="*/ 722 h 1364"/>
                <a:gd name="T8" fmla="*/ 1131 w 1295"/>
                <a:gd name="T9" fmla="*/ 711 h 1364"/>
                <a:gd name="T10" fmla="*/ 1103 w 1295"/>
                <a:gd name="T11" fmla="*/ 704 h 1364"/>
                <a:gd name="T12" fmla="*/ 1050 w 1295"/>
                <a:gd name="T13" fmla="*/ 687 h 1364"/>
                <a:gd name="T14" fmla="*/ 1023 w 1295"/>
                <a:gd name="T15" fmla="*/ 677 h 1364"/>
                <a:gd name="T16" fmla="*/ 973 w 1295"/>
                <a:gd name="T17" fmla="*/ 653 h 1364"/>
                <a:gd name="T18" fmla="*/ 949 w 1295"/>
                <a:gd name="T19" fmla="*/ 638 h 1364"/>
                <a:gd name="T20" fmla="*/ 902 w 1295"/>
                <a:gd name="T21" fmla="*/ 608 h 1364"/>
                <a:gd name="T22" fmla="*/ 880 w 1295"/>
                <a:gd name="T23" fmla="*/ 591 h 1364"/>
                <a:gd name="T24" fmla="*/ 837 w 1295"/>
                <a:gd name="T25" fmla="*/ 556 h 1364"/>
                <a:gd name="T26" fmla="*/ 799 w 1295"/>
                <a:gd name="T27" fmla="*/ 517 h 1364"/>
                <a:gd name="T28" fmla="*/ 781 w 1295"/>
                <a:gd name="T29" fmla="*/ 496 h 1364"/>
                <a:gd name="T30" fmla="*/ 747 w 1295"/>
                <a:gd name="T31" fmla="*/ 451 h 1364"/>
                <a:gd name="T32" fmla="*/ 725 w 1295"/>
                <a:gd name="T33" fmla="*/ 417 h 1364"/>
                <a:gd name="T34" fmla="*/ 703 w 1295"/>
                <a:gd name="T35" fmla="*/ 380 h 1364"/>
                <a:gd name="T36" fmla="*/ 680 w 1295"/>
                <a:gd name="T37" fmla="*/ 330 h 1364"/>
                <a:gd name="T38" fmla="*/ 670 w 1295"/>
                <a:gd name="T39" fmla="*/ 303 h 1364"/>
                <a:gd name="T40" fmla="*/ 657 w 1295"/>
                <a:gd name="T41" fmla="*/ 263 h 1364"/>
                <a:gd name="T42" fmla="*/ 646 w 1295"/>
                <a:gd name="T43" fmla="*/ 221 h 1364"/>
                <a:gd name="T44" fmla="*/ 322 w 1295"/>
                <a:gd name="T45" fmla="*/ 0 h 1364"/>
                <a:gd name="T46" fmla="*/ 2 w 1295"/>
                <a:gd name="T47" fmla="*/ 222 h 1364"/>
                <a:gd name="T48" fmla="*/ 10 w 1295"/>
                <a:gd name="T49" fmla="*/ 282 h 1364"/>
                <a:gd name="T50" fmla="*/ 21 w 1295"/>
                <a:gd name="T51" fmla="*/ 343 h 1364"/>
                <a:gd name="T52" fmla="*/ 35 w 1295"/>
                <a:gd name="T53" fmla="*/ 401 h 1364"/>
                <a:gd name="T54" fmla="*/ 51 w 1295"/>
                <a:gd name="T55" fmla="*/ 458 h 1364"/>
                <a:gd name="T56" fmla="*/ 69 w 1295"/>
                <a:gd name="T57" fmla="*/ 516 h 1364"/>
                <a:gd name="T58" fmla="*/ 91 w 1295"/>
                <a:gd name="T59" fmla="*/ 571 h 1364"/>
                <a:gd name="T60" fmla="*/ 115 w 1295"/>
                <a:gd name="T61" fmla="*/ 624 h 1364"/>
                <a:gd name="T62" fmla="*/ 141 w 1295"/>
                <a:gd name="T63" fmla="*/ 678 h 1364"/>
                <a:gd name="T64" fmla="*/ 169 w 1295"/>
                <a:gd name="T65" fmla="*/ 729 h 1364"/>
                <a:gd name="T66" fmla="*/ 200 w 1295"/>
                <a:gd name="T67" fmla="*/ 779 h 1364"/>
                <a:gd name="T68" fmla="*/ 233 w 1295"/>
                <a:gd name="T69" fmla="*/ 828 h 1364"/>
                <a:gd name="T70" fmla="*/ 268 w 1295"/>
                <a:gd name="T71" fmla="*/ 874 h 1364"/>
                <a:gd name="T72" fmla="*/ 305 w 1295"/>
                <a:gd name="T73" fmla="*/ 919 h 1364"/>
                <a:gd name="T74" fmla="*/ 344 w 1295"/>
                <a:gd name="T75" fmla="*/ 962 h 1364"/>
                <a:gd name="T76" fmla="*/ 385 w 1295"/>
                <a:gd name="T77" fmla="*/ 1004 h 1364"/>
                <a:gd name="T78" fmla="*/ 428 w 1295"/>
                <a:gd name="T79" fmla="*/ 1043 h 1364"/>
                <a:gd name="T80" fmla="*/ 473 w 1295"/>
                <a:gd name="T81" fmla="*/ 1081 h 1364"/>
                <a:gd name="T82" fmla="*/ 519 w 1295"/>
                <a:gd name="T83" fmla="*/ 1116 h 1364"/>
                <a:gd name="T84" fmla="*/ 567 w 1295"/>
                <a:gd name="T85" fmla="*/ 1151 h 1364"/>
                <a:gd name="T86" fmla="*/ 616 w 1295"/>
                <a:gd name="T87" fmla="*/ 1182 h 1364"/>
                <a:gd name="T88" fmla="*/ 667 w 1295"/>
                <a:gd name="T89" fmla="*/ 1211 h 1364"/>
                <a:gd name="T90" fmla="*/ 720 w 1295"/>
                <a:gd name="T91" fmla="*/ 1237 h 1364"/>
                <a:gd name="T92" fmla="*/ 774 w 1295"/>
                <a:gd name="T93" fmla="*/ 1262 h 1364"/>
                <a:gd name="T94" fmla="*/ 828 w 1295"/>
                <a:gd name="T95" fmla="*/ 1283 h 1364"/>
                <a:gd name="T96" fmla="*/ 885 w 1295"/>
                <a:gd name="T97" fmla="*/ 1304 h 1364"/>
                <a:gd name="T98" fmla="*/ 942 w 1295"/>
                <a:gd name="T99" fmla="*/ 1321 h 1364"/>
                <a:gd name="T100" fmla="*/ 1001 w 1295"/>
                <a:gd name="T101" fmla="*/ 1335 h 1364"/>
                <a:gd name="T102" fmla="*/ 1061 w 1295"/>
                <a:gd name="T103" fmla="*/ 1346 h 1364"/>
                <a:gd name="T104" fmla="*/ 1121 w 1295"/>
                <a:gd name="T105" fmla="*/ 1355 h 1364"/>
                <a:gd name="T106" fmla="*/ 1182 w 1295"/>
                <a:gd name="T107" fmla="*/ 1361 h 1364"/>
                <a:gd name="T108" fmla="*/ 1245 w 1295"/>
                <a:gd name="T109" fmla="*/ 1364 h 1364"/>
                <a:gd name="T110" fmla="*/ 1281 w 1295"/>
                <a:gd name="T111" fmla="*/ 1364 h 1364"/>
                <a:gd name="T112" fmla="*/ 1290 w 1295"/>
                <a:gd name="T113" fmla="*/ 1362 h 1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295" h="1364">
                  <a:moveTo>
                    <a:pt x="1295" y="1362"/>
                  </a:moveTo>
                  <a:lnTo>
                    <a:pt x="1096" y="1023"/>
                  </a:lnTo>
                  <a:lnTo>
                    <a:pt x="1295" y="727"/>
                  </a:lnTo>
                  <a:lnTo>
                    <a:pt x="1276" y="728"/>
                  </a:lnTo>
                  <a:lnTo>
                    <a:pt x="1246" y="727"/>
                  </a:lnTo>
                  <a:lnTo>
                    <a:pt x="1232" y="726"/>
                  </a:lnTo>
                  <a:lnTo>
                    <a:pt x="1217" y="725"/>
                  </a:lnTo>
                  <a:lnTo>
                    <a:pt x="1187" y="722"/>
                  </a:lnTo>
                  <a:lnTo>
                    <a:pt x="1159" y="717"/>
                  </a:lnTo>
                  <a:lnTo>
                    <a:pt x="1131" y="711"/>
                  </a:lnTo>
                  <a:lnTo>
                    <a:pt x="1117" y="708"/>
                  </a:lnTo>
                  <a:lnTo>
                    <a:pt x="1103" y="704"/>
                  </a:lnTo>
                  <a:lnTo>
                    <a:pt x="1076" y="696"/>
                  </a:lnTo>
                  <a:lnTo>
                    <a:pt x="1050" y="687"/>
                  </a:lnTo>
                  <a:lnTo>
                    <a:pt x="1037" y="682"/>
                  </a:lnTo>
                  <a:lnTo>
                    <a:pt x="1023" y="677"/>
                  </a:lnTo>
                  <a:lnTo>
                    <a:pt x="998" y="665"/>
                  </a:lnTo>
                  <a:lnTo>
                    <a:pt x="973" y="653"/>
                  </a:lnTo>
                  <a:lnTo>
                    <a:pt x="961" y="646"/>
                  </a:lnTo>
                  <a:lnTo>
                    <a:pt x="949" y="638"/>
                  </a:lnTo>
                  <a:lnTo>
                    <a:pt x="925" y="623"/>
                  </a:lnTo>
                  <a:lnTo>
                    <a:pt x="902" y="608"/>
                  </a:lnTo>
                  <a:lnTo>
                    <a:pt x="891" y="600"/>
                  </a:lnTo>
                  <a:lnTo>
                    <a:pt x="880" y="591"/>
                  </a:lnTo>
                  <a:lnTo>
                    <a:pt x="858" y="574"/>
                  </a:lnTo>
                  <a:lnTo>
                    <a:pt x="837" y="556"/>
                  </a:lnTo>
                  <a:lnTo>
                    <a:pt x="818" y="537"/>
                  </a:lnTo>
                  <a:lnTo>
                    <a:pt x="799" y="517"/>
                  </a:lnTo>
                  <a:lnTo>
                    <a:pt x="790" y="506"/>
                  </a:lnTo>
                  <a:lnTo>
                    <a:pt x="781" y="496"/>
                  </a:lnTo>
                  <a:lnTo>
                    <a:pt x="764" y="473"/>
                  </a:lnTo>
                  <a:lnTo>
                    <a:pt x="747" y="451"/>
                  </a:lnTo>
                  <a:lnTo>
                    <a:pt x="732" y="428"/>
                  </a:lnTo>
                  <a:lnTo>
                    <a:pt x="725" y="417"/>
                  </a:lnTo>
                  <a:lnTo>
                    <a:pt x="718" y="405"/>
                  </a:lnTo>
                  <a:lnTo>
                    <a:pt x="703" y="380"/>
                  </a:lnTo>
                  <a:lnTo>
                    <a:pt x="691" y="355"/>
                  </a:lnTo>
                  <a:lnTo>
                    <a:pt x="680" y="330"/>
                  </a:lnTo>
                  <a:lnTo>
                    <a:pt x="675" y="316"/>
                  </a:lnTo>
                  <a:lnTo>
                    <a:pt x="670" y="303"/>
                  </a:lnTo>
                  <a:lnTo>
                    <a:pt x="661" y="276"/>
                  </a:lnTo>
                  <a:lnTo>
                    <a:pt x="657" y="263"/>
                  </a:lnTo>
                  <a:lnTo>
                    <a:pt x="653" y="249"/>
                  </a:lnTo>
                  <a:lnTo>
                    <a:pt x="646" y="221"/>
                  </a:lnTo>
                  <a:lnTo>
                    <a:pt x="641" y="193"/>
                  </a:lnTo>
                  <a:lnTo>
                    <a:pt x="322" y="0"/>
                  </a:lnTo>
                  <a:lnTo>
                    <a:pt x="0" y="191"/>
                  </a:lnTo>
                  <a:lnTo>
                    <a:pt x="2" y="222"/>
                  </a:lnTo>
                  <a:lnTo>
                    <a:pt x="6" y="252"/>
                  </a:lnTo>
                  <a:lnTo>
                    <a:pt x="10" y="282"/>
                  </a:lnTo>
                  <a:lnTo>
                    <a:pt x="15" y="312"/>
                  </a:lnTo>
                  <a:lnTo>
                    <a:pt x="21" y="343"/>
                  </a:lnTo>
                  <a:lnTo>
                    <a:pt x="27" y="372"/>
                  </a:lnTo>
                  <a:lnTo>
                    <a:pt x="35" y="401"/>
                  </a:lnTo>
                  <a:lnTo>
                    <a:pt x="42" y="430"/>
                  </a:lnTo>
                  <a:lnTo>
                    <a:pt x="51" y="458"/>
                  </a:lnTo>
                  <a:lnTo>
                    <a:pt x="60" y="488"/>
                  </a:lnTo>
                  <a:lnTo>
                    <a:pt x="69" y="516"/>
                  </a:lnTo>
                  <a:lnTo>
                    <a:pt x="81" y="543"/>
                  </a:lnTo>
                  <a:lnTo>
                    <a:pt x="91" y="571"/>
                  </a:lnTo>
                  <a:lnTo>
                    <a:pt x="103" y="598"/>
                  </a:lnTo>
                  <a:lnTo>
                    <a:pt x="115" y="624"/>
                  </a:lnTo>
                  <a:lnTo>
                    <a:pt x="128" y="652"/>
                  </a:lnTo>
                  <a:lnTo>
                    <a:pt x="141" y="678"/>
                  </a:lnTo>
                  <a:lnTo>
                    <a:pt x="155" y="704"/>
                  </a:lnTo>
                  <a:lnTo>
                    <a:pt x="169" y="729"/>
                  </a:lnTo>
                  <a:lnTo>
                    <a:pt x="184" y="754"/>
                  </a:lnTo>
                  <a:lnTo>
                    <a:pt x="200" y="779"/>
                  </a:lnTo>
                  <a:lnTo>
                    <a:pt x="216" y="803"/>
                  </a:lnTo>
                  <a:lnTo>
                    <a:pt x="233" y="828"/>
                  </a:lnTo>
                  <a:lnTo>
                    <a:pt x="251" y="851"/>
                  </a:lnTo>
                  <a:lnTo>
                    <a:pt x="268" y="874"/>
                  </a:lnTo>
                  <a:lnTo>
                    <a:pt x="287" y="897"/>
                  </a:lnTo>
                  <a:lnTo>
                    <a:pt x="305" y="919"/>
                  </a:lnTo>
                  <a:lnTo>
                    <a:pt x="324" y="941"/>
                  </a:lnTo>
                  <a:lnTo>
                    <a:pt x="344" y="962"/>
                  </a:lnTo>
                  <a:lnTo>
                    <a:pt x="364" y="984"/>
                  </a:lnTo>
                  <a:lnTo>
                    <a:pt x="385" y="1004"/>
                  </a:lnTo>
                  <a:lnTo>
                    <a:pt x="407" y="1024"/>
                  </a:lnTo>
                  <a:lnTo>
                    <a:pt x="428" y="1043"/>
                  </a:lnTo>
                  <a:lnTo>
                    <a:pt x="450" y="1062"/>
                  </a:lnTo>
                  <a:lnTo>
                    <a:pt x="473" y="1081"/>
                  </a:lnTo>
                  <a:lnTo>
                    <a:pt x="495" y="1099"/>
                  </a:lnTo>
                  <a:lnTo>
                    <a:pt x="519" y="1116"/>
                  </a:lnTo>
                  <a:lnTo>
                    <a:pt x="542" y="1134"/>
                  </a:lnTo>
                  <a:lnTo>
                    <a:pt x="567" y="1151"/>
                  </a:lnTo>
                  <a:lnTo>
                    <a:pt x="592" y="1166"/>
                  </a:lnTo>
                  <a:lnTo>
                    <a:pt x="616" y="1182"/>
                  </a:lnTo>
                  <a:lnTo>
                    <a:pt x="642" y="1196"/>
                  </a:lnTo>
                  <a:lnTo>
                    <a:pt x="667" y="1211"/>
                  </a:lnTo>
                  <a:lnTo>
                    <a:pt x="693" y="1224"/>
                  </a:lnTo>
                  <a:lnTo>
                    <a:pt x="720" y="1237"/>
                  </a:lnTo>
                  <a:lnTo>
                    <a:pt x="747" y="1250"/>
                  </a:lnTo>
                  <a:lnTo>
                    <a:pt x="774" y="1262"/>
                  </a:lnTo>
                  <a:lnTo>
                    <a:pt x="801" y="1273"/>
                  </a:lnTo>
                  <a:lnTo>
                    <a:pt x="828" y="1283"/>
                  </a:lnTo>
                  <a:lnTo>
                    <a:pt x="856" y="1294"/>
                  </a:lnTo>
                  <a:lnTo>
                    <a:pt x="885" y="1304"/>
                  </a:lnTo>
                  <a:lnTo>
                    <a:pt x="914" y="1312"/>
                  </a:lnTo>
                  <a:lnTo>
                    <a:pt x="942" y="1321"/>
                  </a:lnTo>
                  <a:lnTo>
                    <a:pt x="971" y="1328"/>
                  </a:lnTo>
                  <a:lnTo>
                    <a:pt x="1001" y="1335"/>
                  </a:lnTo>
                  <a:lnTo>
                    <a:pt x="1030" y="1341"/>
                  </a:lnTo>
                  <a:lnTo>
                    <a:pt x="1061" y="1346"/>
                  </a:lnTo>
                  <a:lnTo>
                    <a:pt x="1091" y="1351"/>
                  </a:lnTo>
                  <a:lnTo>
                    <a:pt x="1121" y="1355"/>
                  </a:lnTo>
                  <a:lnTo>
                    <a:pt x="1151" y="1358"/>
                  </a:lnTo>
                  <a:lnTo>
                    <a:pt x="1182" y="1361"/>
                  </a:lnTo>
                  <a:lnTo>
                    <a:pt x="1214" y="1363"/>
                  </a:lnTo>
                  <a:lnTo>
                    <a:pt x="1245" y="1364"/>
                  </a:lnTo>
                  <a:lnTo>
                    <a:pt x="1276" y="1364"/>
                  </a:lnTo>
                  <a:lnTo>
                    <a:pt x="1281" y="1364"/>
                  </a:lnTo>
                  <a:lnTo>
                    <a:pt x="1285" y="1363"/>
                  </a:lnTo>
                  <a:lnTo>
                    <a:pt x="1290" y="1362"/>
                  </a:lnTo>
                  <a:lnTo>
                    <a:pt x="1295" y="1362"/>
                  </a:lnTo>
                  <a:close/>
                </a:path>
              </a:pathLst>
            </a:custGeom>
            <a:solidFill>
              <a:srgbClr val="054487"/>
            </a:solidFill>
            <a:ln w="3175" cap="flat" cmpd="sng" algn="ctr">
              <a:noFill/>
              <a:prstDash val="solid"/>
            </a:ln>
            <a:effectLst/>
          </p:spPr>
          <p:txBody>
            <a:bodyPr lIns="86404" tIns="43202" rIns="86404" bIns="43202" anchor="ctr"/>
            <a:lstStyle/>
            <a:p>
              <a:pPr marL="0" marR="0" lvl="0" indent="0" defTabSz="914400" eaLnBrk="1" fontAlgn="auto" latinLnBrk="0" hangingPunct="1">
                <a:lnSpc>
                  <a:spcPct val="120000"/>
                </a:lnSpc>
                <a:spcBef>
                  <a:spcPts val="0"/>
                </a:spcBef>
                <a:spcAft>
                  <a:spcPts val="0"/>
                </a:spcAft>
                <a:buClrTx/>
                <a:buSzTx/>
                <a:buFontTx/>
                <a:buNone/>
                <a:tabLst/>
                <a:defRPr/>
              </a:pPr>
              <a:endParaRPr kumimoji="0" lang="en-US" sz="900" b="0" i="0" u="none" strike="noStrike" kern="0" cap="none" spc="0" normalizeH="0" baseline="0" noProof="0" dirty="0">
                <a:ln>
                  <a:noFill/>
                </a:ln>
                <a:solidFill>
                  <a:prstClr val="black"/>
                </a:solidFill>
                <a:effectLst/>
                <a:uLnTx/>
                <a:uFillTx/>
                <a:latin typeface="微软雅黑" pitchFamily="34" charset="-122"/>
                <a:ea typeface="+mn-ea"/>
                <a:cs typeface="+mn-cs"/>
              </a:endParaRPr>
            </a:p>
          </p:txBody>
        </p:sp>
        <p:sp>
          <p:nvSpPr>
            <p:cNvPr id="9" name="箭头2"/>
            <p:cNvSpPr>
              <a:spLocks noChangeAspect="1"/>
            </p:cNvSpPr>
            <p:nvPr/>
          </p:nvSpPr>
          <p:spPr bwMode="auto">
            <a:xfrm>
              <a:off x="4298476" y="2784660"/>
              <a:ext cx="1392123" cy="1239033"/>
            </a:xfrm>
            <a:custGeom>
              <a:avLst/>
              <a:gdLst>
                <a:gd name="T0" fmla="*/ 0 w 1385"/>
                <a:gd name="T1" fmla="*/ 903 h 1233"/>
                <a:gd name="T2" fmla="*/ 221 w 1385"/>
                <a:gd name="T3" fmla="*/ 588 h 1233"/>
                <a:gd name="T4" fmla="*/ 262 w 1385"/>
                <a:gd name="T5" fmla="*/ 579 h 1233"/>
                <a:gd name="T6" fmla="*/ 302 w 1385"/>
                <a:gd name="T7" fmla="*/ 567 h 1233"/>
                <a:gd name="T8" fmla="*/ 354 w 1385"/>
                <a:gd name="T9" fmla="*/ 548 h 1233"/>
                <a:gd name="T10" fmla="*/ 391 w 1385"/>
                <a:gd name="T11" fmla="*/ 531 h 1233"/>
                <a:gd name="T12" fmla="*/ 427 w 1385"/>
                <a:gd name="T13" fmla="*/ 511 h 1233"/>
                <a:gd name="T14" fmla="*/ 472 w 1385"/>
                <a:gd name="T15" fmla="*/ 482 h 1233"/>
                <a:gd name="T16" fmla="*/ 506 w 1385"/>
                <a:gd name="T17" fmla="*/ 458 h 1233"/>
                <a:gd name="T18" fmla="*/ 526 w 1385"/>
                <a:gd name="T19" fmla="*/ 441 h 1233"/>
                <a:gd name="T20" fmla="*/ 546 w 1385"/>
                <a:gd name="T21" fmla="*/ 423 h 1233"/>
                <a:gd name="T22" fmla="*/ 565 w 1385"/>
                <a:gd name="T23" fmla="*/ 405 h 1233"/>
                <a:gd name="T24" fmla="*/ 584 w 1385"/>
                <a:gd name="T25" fmla="*/ 385 h 1233"/>
                <a:gd name="T26" fmla="*/ 610 w 1385"/>
                <a:gd name="T27" fmla="*/ 353 h 1233"/>
                <a:gd name="T28" fmla="*/ 642 w 1385"/>
                <a:gd name="T29" fmla="*/ 310 h 1233"/>
                <a:gd name="T30" fmla="*/ 671 w 1385"/>
                <a:gd name="T31" fmla="*/ 264 h 1233"/>
                <a:gd name="T32" fmla="*/ 689 w 1385"/>
                <a:gd name="T33" fmla="*/ 228 h 1233"/>
                <a:gd name="T34" fmla="*/ 705 w 1385"/>
                <a:gd name="T35" fmla="*/ 189 h 1233"/>
                <a:gd name="T36" fmla="*/ 723 w 1385"/>
                <a:gd name="T37" fmla="*/ 138 h 1233"/>
                <a:gd name="T38" fmla="*/ 737 w 1385"/>
                <a:gd name="T39" fmla="*/ 84 h 1233"/>
                <a:gd name="T40" fmla="*/ 746 w 1385"/>
                <a:gd name="T41" fmla="*/ 28 h 1233"/>
                <a:gd name="T42" fmla="*/ 748 w 1385"/>
                <a:gd name="T43" fmla="*/ 0 h 1233"/>
                <a:gd name="T44" fmla="*/ 1385 w 1385"/>
                <a:gd name="T45" fmla="*/ 4 h 1233"/>
                <a:gd name="T46" fmla="*/ 1382 w 1385"/>
                <a:gd name="T47" fmla="*/ 66 h 1233"/>
                <a:gd name="T48" fmla="*/ 1375 w 1385"/>
                <a:gd name="T49" fmla="*/ 126 h 1233"/>
                <a:gd name="T50" fmla="*/ 1366 w 1385"/>
                <a:gd name="T51" fmla="*/ 185 h 1233"/>
                <a:gd name="T52" fmla="*/ 1354 w 1385"/>
                <a:gd name="T53" fmla="*/ 245 h 1233"/>
                <a:gd name="T54" fmla="*/ 1339 w 1385"/>
                <a:gd name="T55" fmla="*/ 302 h 1233"/>
                <a:gd name="T56" fmla="*/ 1322 w 1385"/>
                <a:gd name="T57" fmla="*/ 359 h 1233"/>
                <a:gd name="T58" fmla="*/ 1301 w 1385"/>
                <a:gd name="T59" fmla="*/ 414 h 1233"/>
                <a:gd name="T60" fmla="*/ 1279 w 1385"/>
                <a:gd name="T61" fmla="*/ 468 h 1233"/>
                <a:gd name="T62" fmla="*/ 1255 w 1385"/>
                <a:gd name="T63" fmla="*/ 522 h 1233"/>
                <a:gd name="T64" fmla="*/ 1228 w 1385"/>
                <a:gd name="T65" fmla="*/ 573 h 1233"/>
                <a:gd name="T66" fmla="*/ 1200 w 1385"/>
                <a:gd name="T67" fmla="*/ 623 h 1233"/>
                <a:gd name="T68" fmla="*/ 1169 w 1385"/>
                <a:gd name="T69" fmla="*/ 671 h 1233"/>
                <a:gd name="T70" fmla="*/ 1135 w 1385"/>
                <a:gd name="T71" fmla="*/ 719 h 1233"/>
                <a:gd name="T72" fmla="*/ 1099 w 1385"/>
                <a:gd name="T73" fmla="*/ 764 h 1233"/>
                <a:gd name="T74" fmla="*/ 1062 w 1385"/>
                <a:gd name="T75" fmla="*/ 808 h 1233"/>
                <a:gd name="T76" fmla="*/ 1023 w 1385"/>
                <a:gd name="T77" fmla="*/ 851 h 1233"/>
                <a:gd name="T78" fmla="*/ 982 w 1385"/>
                <a:gd name="T79" fmla="*/ 891 h 1233"/>
                <a:gd name="T80" fmla="*/ 939 w 1385"/>
                <a:gd name="T81" fmla="*/ 929 h 1233"/>
                <a:gd name="T82" fmla="*/ 895 w 1385"/>
                <a:gd name="T83" fmla="*/ 965 h 1233"/>
                <a:gd name="T84" fmla="*/ 849 w 1385"/>
                <a:gd name="T85" fmla="*/ 1000 h 1233"/>
                <a:gd name="T86" fmla="*/ 801 w 1385"/>
                <a:gd name="T87" fmla="*/ 1032 h 1233"/>
                <a:gd name="T88" fmla="*/ 752 w 1385"/>
                <a:gd name="T89" fmla="*/ 1063 h 1233"/>
                <a:gd name="T90" fmla="*/ 701 w 1385"/>
                <a:gd name="T91" fmla="*/ 1090 h 1233"/>
                <a:gd name="T92" fmla="*/ 649 w 1385"/>
                <a:gd name="T93" fmla="*/ 1116 h 1233"/>
                <a:gd name="T94" fmla="*/ 595 w 1385"/>
                <a:gd name="T95" fmla="*/ 1139 h 1233"/>
                <a:gd name="T96" fmla="*/ 541 w 1385"/>
                <a:gd name="T97" fmla="*/ 1161 h 1233"/>
                <a:gd name="T98" fmla="*/ 485 w 1385"/>
                <a:gd name="T99" fmla="*/ 1180 h 1233"/>
                <a:gd name="T100" fmla="*/ 428 w 1385"/>
                <a:gd name="T101" fmla="*/ 1196 h 1233"/>
                <a:gd name="T102" fmla="*/ 370 w 1385"/>
                <a:gd name="T103" fmla="*/ 1209 h 1233"/>
                <a:gd name="T104" fmla="*/ 311 w 1385"/>
                <a:gd name="T105" fmla="*/ 1220 h 1233"/>
                <a:gd name="T106" fmla="*/ 251 w 1385"/>
                <a:gd name="T107" fmla="*/ 1228 h 1233"/>
                <a:gd name="T108" fmla="*/ 191 w 1385"/>
                <a:gd name="T109" fmla="*/ 1233 h 1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385" h="1233">
                  <a:moveTo>
                    <a:pt x="191" y="1233"/>
                  </a:moveTo>
                  <a:lnTo>
                    <a:pt x="0" y="903"/>
                  </a:lnTo>
                  <a:lnTo>
                    <a:pt x="194" y="592"/>
                  </a:lnTo>
                  <a:lnTo>
                    <a:pt x="221" y="588"/>
                  </a:lnTo>
                  <a:lnTo>
                    <a:pt x="248" y="582"/>
                  </a:lnTo>
                  <a:lnTo>
                    <a:pt x="262" y="579"/>
                  </a:lnTo>
                  <a:lnTo>
                    <a:pt x="275" y="575"/>
                  </a:lnTo>
                  <a:lnTo>
                    <a:pt x="302" y="567"/>
                  </a:lnTo>
                  <a:lnTo>
                    <a:pt x="327" y="558"/>
                  </a:lnTo>
                  <a:lnTo>
                    <a:pt x="354" y="548"/>
                  </a:lnTo>
                  <a:lnTo>
                    <a:pt x="379" y="537"/>
                  </a:lnTo>
                  <a:lnTo>
                    <a:pt x="391" y="531"/>
                  </a:lnTo>
                  <a:lnTo>
                    <a:pt x="403" y="525"/>
                  </a:lnTo>
                  <a:lnTo>
                    <a:pt x="427" y="511"/>
                  </a:lnTo>
                  <a:lnTo>
                    <a:pt x="450" y="497"/>
                  </a:lnTo>
                  <a:lnTo>
                    <a:pt x="472" y="482"/>
                  </a:lnTo>
                  <a:lnTo>
                    <a:pt x="494" y="467"/>
                  </a:lnTo>
                  <a:lnTo>
                    <a:pt x="506" y="458"/>
                  </a:lnTo>
                  <a:lnTo>
                    <a:pt x="516" y="450"/>
                  </a:lnTo>
                  <a:lnTo>
                    <a:pt x="526" y="441"/>
                  </a:lnTo>
                  <a:lnTo>
                    <a:pt x="536" y="432"/>
                  </a:lnTo>
                  <a:lnTo>
                    <a:pt x="546" y="423"/>
                  </a:lnTo>
                  <a:lnTo>
                    <a:pt x="556" y="414"/>
                  </a:lnTo>
                  <a:lnTo>
                    <a:pt x="565" y="405"/>
                  </a:lnTo>
                  <a:lnTo>
                    <a:pt x="575" y="395"/>
                  </a:lnTo>
                  <a:lnTo>
                    <a:pt x="584" y="385"/>
                  </a:lnTo>
                  <a:lnTo>
                    <a:pt x="593" y="375"/>
                  </a:lnTo>
                  <a:lnTo>
                    <a:pt x="610" y="353"/>
                  </a:lnTo>
                  <a:lnTo>
                    <a:pt x="626" y="332"/>
                  </a:lnTo>
                  <a:lnTo>
                    <a:pt x="642" y="310"/>
                  </a:lnTo>
                  <a:lnTo>
                    <a:pt x="656" y="287"/>
                  </a:lnTo>
                  <a:lnTo>
                    <a:pt x="671" y="264"/>
                  </a:lnTo>
                  <a:lnTo>
                    <a:pt x="683" y="240"/>
                  </a:lnTo>
                  <a:lnTo>
                    <a:pt x="689" y="228"/>
                  </a:lnTo>
                  <a:lnTo>
                    <a:pt x="695" y="215"/>
                  </a:lnTo>
                  <a:lnTo>
                    <a:pt x="705" y="189"/>
                  </a:lnTo>
                  <a:lnTo>
                    <a:pt x="715" y="164"/>
                  </a:lnTo>
                  <a:lnTo>
                    <a:pt x="723" y="138"/>
                  </a:lnTo>
                  <a:lnTo>
                    <a:pt x="731" y="111"/>
                  </a:lnTo>
                  <a:lnTo>
                    <a:pt x="737" y="84"/>
                  </a:lnTo>
                  <a:lnTo>
                    <a:pt x="742" y="57"/>
                  </a:lnTo>
                  <a:lnTo>
                    <a:pt x="746" y="28"/>
                  </a:lnTo>
                  <a:lnTo>
                    <a:pt x="747" y="14"/>
                  </a:lnTo>
                  <a:lnTo>
                    <a:pt x="748" y="0"/>
                  </a:lnTo>
                  <a:lnTo>
                    <a:pt x="1032" y="202"/>
                  </a:lnTo>
                  <a:lnTo>
                    <a:pt x="1385" y="4"/>
                  </a:lnTo>
                  <a:lnTo>
                    <a:pt x="1384" y="36"/>
                  </a:lnTo>
                  <a:lnTo>
                    <a:pt x="1382" y="66"/>
                  </a:lnTo>
                  <a:lnTo>
                    <a:pt x="1379" y="96"/>
                  </a:lnTo>
                  <a:lnTo>
                    <a:pt x="1375" y="126"/>
                  </a:lnTo>
                  <a:lnTo>
                    <a:pt x="1371" y="156"/>
                  </a:lnTo>
                  <a:lnTo>
                    <a:pt x="1366" y="185"/>
                  </a:lnTo>
                  <a:lnTo>
                    <a:pt x="1360" y="216"/>
                  </a:lnTo>
                  <a:lnTo>
                    <a:pt x="1354" y="245"/>
                  </a:lnTo>
                  <a:lnTo>
                    <a:pt x="1347" y="273"/>
                  </a:lnTo>
                  <a:lnTo>
                    <a:pt x="1339" y="302"/>
                  </a:lnTo>
                  <a:lnTo>
                    <a:pt x="1331" y="330"/>
                  </a:lnTo>
                  <a:lnTo>
                    <a:pt x="1322" y="359"/>
                  </a:lnTo>
                  <a:lnTo>
                    <a:pt x="1313" y="387"/>
                  </a:lnTo>
                  <a:lnTo>
                    <a:pt x="1301" y="414"/>
                  </a:lnTo>
                  <a:lnTo>
                    <a:pt x="1291" y="441"/>
                  </a:lnTo>
                  <a:lnTo>
                    <a:pt x="1279" y="468"/>
                  </a:lnTo>
                  <a:lnTo>
                    <a:pt x="1268" y="494"/>
                  </a:lnTo>
                  <a:lnTo>
                    <a:pt x="1255" y="522"/>
                  </a:lnTo>
                  <a:lnTo>
                    <a:pt x="1242" y="547"/>
                  </a:lnTo>
                  <a:lnTo>
                    <a:pt x="1228" y="573"/>
                  </a:lnTo>
                  <a:lnTo>
                    <a:pt x="1214" y="598"/>
                  </a:lnTo>
                  <a:lnTo>
                    <a:pt x="1200" y="623"/>
                  </a:lnTo>
                  <a:lnTo>
                    <a:pt x="1184" y="647"/>
                  </a:lnTo>
                  <a:lnTo>
                    <a:pt x="1169" y="671"/>
                  </a:lnTo>
                  <a:lnTo>
                    <a:pt x="1152" y="696"/>
                  </a:lnTo>
                  <a:lnTo>
                    <a:pt x="1135" y="719"/>
                  </a:lnTo>
                  <a:lnTo>
                    <a:pt x="1117" y="742"/>
                  </a:lnTo>
                  <a:lnTo>
                    <a:pt x="1099" y="764"/>
                  </a:lnTo>
                  <a:lnTo>
                    <a:pt x="1081" y="786"/>
                  </a:lnTo>
                  <a:lnTo>
                    <a:pt x="1062" y="808"/>
                  </a:lnTo>
                  <a:lnTo>
                    <a:pt x="1043" y="829"/>
                  </a:lnTo>
                  <a:lnTo>
                    <a:pt x="1023" y="851"/>
                  </a:lnTo>
                  <a:lnTo>
                    <a:pt x="1003" y="871"/>
                  </a:lnTo>
                  <a:lnTo>
                    <a:pt x="982" y="891"/>
                  </a:lnTo>
                  <a:lnTo>
                    <a:pt x="961" y="910"/>
                  </a:lnTo>
                  <a:lnTo>
                    <a:pt x="939" y="929"/>
                  </a:lnTo>
                  <a:lnTo>
                    <a:pt x="917" y="947"/>
                  </a:lnTo>
                  <a:lnTo>
                    <a:pt x="895" y="965"/>
                  </a:lnTo>
                  <a:lnTo>
                    <a:pt x="872" y="982"/>
                  </a:lnTo>
                  <a:lnTo>
                    <a:pt x="849" y="1000"/>
                  </a:lnTo>
                  <a:lnTo>
                    <a:pt x="826" y="1017"/>
                  </a:lnTo>
                  <a:lnTo>
                    <a:pt x="801" y="1032"/>
                  </a:lnTo>
                  <a:lnTo>
                    <a:pt x="776" y="1048"/>
                  </a:lnTo>
                  <a:lnTo>
                    <a:pt x="752" y="1063"/>
                  </a:lnTo>
                  <a:lnTo>
                    <a:pt x="727" y="1077"/>
                  </a:lnTo>
                  <a:lnTo>
                    <a:pt x="701" y="1090"/>
                  </a:lnTo>
                  <a:lnTo>
                    <a:pt x="676" y="1104"/>
                  </a:lnTo>
                  <a:lnTo>
                    <a:pt x="649" y="1116"/>
                  </a:lnTo>
                  <a:lnTo>
                    <a:pt x="622" y="1128"/>
                  </a:lnTo>
                  <a:lnTo>
                    <a:pt x="595" y="1139"/>
                  </a:lnTo>
                  <a:lnTo>
                    <a:pt x="568" y="1150"/>
                  </a:lnTo>
                  <a:lnTo>
                    <a:pt x="541" y="1161"/>
                  </a:lnTo>
                  <a:lnTo>
                    <a:pt x="514" y="1171"/>
                  </a:lnTo>
                  <a:lnTo>
                    <a:pt x="485" y="1180"/>
                  </a:lnTo>
                  <a:lnTo>
                    <a:pt x="456" y="1188"/>
                  </a:lnTo>
                  <a:lnTo>
                    <a:pt x="428" y="1196"/>
                  </a:lnTo>
                  <a:lnTo>
                    <a:pt x="399" y="1203"/>
                  </a:lnTo>
                  <a:lnTo>
                    <a:pt x="370" y="1209"/>
                  </a:lnTo>
                  <a:lnTo>
                    <a:pt x="340" y="1215"/>
                  </a:lnTo>
                  <a:lnTo>
                    <a:pt x="311" y="1220"/>
                  </a:lnTo>
                  <a:lnTo>
                    <a:pt x="281" y="1224"/>
                  </a:lnTo>
                  <a:lnTo>
                    <a:pt x="251" y="1228"/>
                  </a:lnTo>
                  <a:lnTo>
                    <a:pt x="221" y="1231"/>
                  </a:lnTo>
                  <a:lnTo>
                    <a:pt x="191" y="1233"/>
                  </a:lnTo>
                  <a:close/>
                </a:path>
              </a:pathLst>
            </a:custGeom>
            <a:solidFill>
              <a:srgbClr val="054487"/>
            </a:solidFill>
            <a:ln w="25400" cap="flat" cmpd="sng" algn="ctr">
              <a:noFill/>
              <a:prstDash val="solid"/>
            </a:ln>
            <a:effectLst/>
          </p:spPr>
          <p:txBody>
            <a:bodyPr lIns="0" tIns="31754" rIns="0" bIns="31754" anchor="ctr"/>
            <a:lstStyle/>
            <a:p>
              <a:pPr marL="139447" marR="0" lvl="0" indent="-139447" defTabSz="914400" eaLnBrk="1" fontAlgn="auto" latinLnBrk="0" hangingPunct="1">
                <a:lnSpc>
                  <a:spcPct val="120000"/>
                </a:lnSpc>
                <a:spcBef>
                  <a:spcPts val="458"/>
                </a:spcBef>
                <a:spcAft>
                  <a:spcPts val="458"/>
                </a:spcAft>
                <a:buClrTx/>
                <a:buSzTx/>
                <a:buFont typeface="Arial" pitchFamily="34" charset="0"/>
                <a:buChar char="•"/>
                <a:tabLst/>
                <a:defRPr/>
              </a:pPr>
              <a:endParaRPr kumimoji="0" lang="en-US" sz="1100" b="0" i="0" u="none" strike="noStrike" kern="0" cap="none" spc="0" normalizeH="0" baseline="0" noProof="0" dirty="0">
                <a:ln>
                  <a:noFill/>
                </a:ln>
                <a:solidFill>
                  <a:prstClr val="black"/>
                </a:solidFill>
                <a:effectLst/>
                <a:uLnTx/>
                <a:uFillTx/>
                <a:latin typeface="微软雅黑" pitchFamily="34" charset="-122"/>
                <a:ea typeface="+mn-ea"/>
                <a:cs typeface="+mn-cs"/>
              </a:endParaRPr>
            </a:p>
          </p:txBody>
        </p:sp>
      </p:grpSp>
      <p:sp>
        <p:nvSpPr>
          <p:cNvPr id="10" name="中心文本"/>
          <p:cNvSpPr txBox="1">
            <a:spLocks noChangeArrowheads="1"/>
          </p:cNvSpPr>
          <p:nvPr/>
        </p:nvSpPr>
        <p:spPr bwMode="auto">
          <a:xfrm>
            <a:off x="4033274" y="2478171"/>
            <a:ext cx="1319742" cy="588908"/>
          </a:xfrm>
          <a:prstGeom prst="rect">
            <a:avLst/>
          </a:prstGeom>
          <a:noFill/>
          <a:ln w="9525">
            <a:noFill/>
            <a:miter lim="800000"/>
            <a:headEnd/>
            <a:tailEnd/>
          </a:ln>
        </p:spPr>
        <p:txBody>
          <a:bodyPr lIns="69852" tIns="34926" rIns="69852" bIns="34926">
            <a:spAutoFit/>
          </a:bodyPr>
          <a:lstStyle/>
          <a:p>
            <a:pPr algn="ctr"/>
            <a:r>
              <a:rPr lang="zh-CN" altLang="en-US" sz="3300" dirty="0">
                <a:solidFill>
                  <a:prstClr val="black"/>
                </a:solidFill>
                <a:latin typeface="微软雅黑" pitchFamily="34" charset="-122"/>
                <a:ea typeface="微软雅黑" pitchFamily="34" charset="-122"/>
              </a:rPr>
              <a:t>标题</a:t>
            </a:r>
            <a:endParaRPr lang="zh-CN" altLang="en-US" sz="4100" dirty="0">
              <a:solidFill>
                <a:prstClr val="black"/>
              </a:solidFill>
              <a:latin typeface="微软雅黑" pitchFamily="34" charset="-122"/>
              <a:ea typeface="微软雅黑" pitchFamily="34" charset="-122"/>
            </a:endParaRPr>
          </a:p>
        </p:txBody>
      </p:sp>
      <p:sp>
        <p:nvSpPr>
          <p:cNvPr id="11" name="TextBox 10"/>
          <p:cNvSpPr txBox="1"/>
          <p:nvPr/>
        </p:nvSpPr>
        <p:spPr>
          <a:xfrm>
            <a:off x="738658" y="1351002"/>
            <a:ext cx="2755930" cy="870040"/>
          </a:xfrm>
          <a:prstGeom prst="rect">
            <a:avLst/>
          </a:prstGeom>
          <a:noFill/>
        </p:spPr>
        <p:txBody>
          <a:bodyPr lIns="93136" tIns="46569" rIns="93136" bIns="46569" anchor="ctr"/>
          <a:lstStyle/>
          <a:p>
            <a:pPr algn="ctr">
              <a:lnSpc>
                <a:spcPct val="130000"/>
              </a:lnSpc>
              <a:defRPr/>
            </a:pPr>
            <a:r>
              <a:rPr lang="zh-CN" altLang="en-US" sz="1700" kern="0" dirty="0">
                <a:solidFill>
                  <a:prstClr val="black"/>
                </a:solidFill>
                <a:latin typeface="微软雅黑" pitchFamily="34" charset="-122"/>
                <a:ea typeface="微软雅黑" pitchFamily="34" charset="-122"/>
              </a:rPr>
              <a:t>请在此处输入您的文本</a:t>
            </a:r>
            <a:endParaRPr lang="en-US" altLang="zh-CN" sz="1700" kern="0" dirty="0">
              <a:solidFill>
                <a:prstClr val="black"/>
              </a:solidFill>
              <a:latin typeface="微软雅黑" pitchFamily="34" charset="-122"/>
              <a:ea typeface="微软雅黑" pitchFamily="34" charset="-122"/>
            </a:endParaRPr>
          </a:p>
          <a:p>
            <a:pPr algn="ctr">
              <a:lnSpc>
                <a:spcPct val="130000"/>
              </a:lnSpc>
              <a:defRPr/>
            </a:pPr>
            <a:r>
              <a:rPr lang="zh-CN" altLang="en-US" sz="1700" kern="0" dirty="0">
                <a:solidFill>
                  <a:prstClr val="black"/>
                </a:solidFill>
                <a:latin typeface="微软雅黑" pitchFamily="34" charset="-122"/>
                <a:ea typeface="微软雅黑" pitchFamily="34" charset="-122"/>
              </a:rPr>
              <a:t>请在此处输入您的文本</a:t>
            </a:r>
            <a:endParaRPr lang="en-US" altLang="zh-CN" sz="1700" kern="0" dirty="0">
              <a:solidFill>
                <a:prstClr val="black"/>
              </a:solidFill>
              <a:latin typeface="微软雅黑" pitchFamily="34" charset="-122"/>
              <a:ea typeface="微软雅黑" pitchFamily="34" charset="-122"/>
            </a:endParaRPr>
          </a:p>
        </p:txBody>
      </p:sp>
      <p:sp>
        <p:nvSpPr>
          <p:cNvPr id="12" name="TextBox 10"/>
          <p:cNvSpPr txBox="1"/>
          <p:nvPr/>
        </p:nvSpPr>
        <p:spPr>
          <a:xfrm>
            <a:off x="5862477" y="1351002"/>
            <a:ext cx="2755930" cy="870040"/>
          </a:xfrm>
          <a:prstGeom prst="rect">
            <a:avLst/>
          </a:prstGeom>
          <a:noFill/>
        </p:spPr>
        <p:txBody>
          <a:bodyPr lIns="93136" tIns="46569" rIns="93136" bIns="46569" anchor="ctr"/>
          <a:lstStyle/>
          <a:p>
            <a:pPr algn="ctr">
              <a:lnSpc>
                <a:spcPct val="130000"/>
              </a:lnSpc>
              <a:defRPr/>
            </a:pPr>
            <a:r>
              <a:rPr lang="zh-CN" altLang="en-US" sz="1700" kern="0" dirty="0">
                <a:solidFill>
                  <a:prstClr val="black"/>
                </a:solidFill>
                <a:latin typeface="微软雅黑" pitchFamily="34" charset="-122"/>
                <a:ea typeface="微软雅黑" pitchFamily="34" charset="-122"/>
              </a:rPr>
              <a:t>请在此处输入您的文本</a:t>
            </a:r>
            <a:endParaRPr lang="en-US" altLang="zh-CN" sz="1700" kern="0" dirty="0">
              <a:solidFill>
                <a:prstClr val="black"/>
              </a:solidFill>
              <a:latin typeface="微软雅黑" pitchFamily="34" charset="-122"/>
              <a:ea typeface="微软雅黑" pitchFamily="34" charset="-122"/>
            </a:endParaRPr>
          </a:p>
          <a:p>
            <a:pPr algn="ctr">
              <a:lnSpc>
                <a:spcPct val="130000"/>
              </a:lnSpc>
              <a:defRPr/>
            </a:pPr>
            <a:r>
              <a:rPr lang="zh-CN" altLang="en-US" sz="1700" kern="0" dirty="0">
                <a:solidFill>
                  <a:prstClr val="black"/>
                </a:solidFill>
                <a:latin typeface="微软雅黑" pitchFamily="34" charset="-122"/>
                <a:ea typeface="微软雅黑" pitchFamily="34" charset="-122"/>
              </a:rPr>
              <a:t>请在此处输入您的文本</a:t>
            </a:r>
            <a:endParaRPr lang="en-US" altLang="zh-CN" sz="1700" kern="0" dirty="0">
              <a:solidFill>
                <a:prstClr val="black"/>
              </a:solidFill>
              <a:latin typeface="微软雅黑" pitchFamily="34" charset="-122"/>
              <a:ea typeface="微软雅黑" pitchFamily="34" charset="-122"/>
            </a:endParaRPr>
          </a:p>
        </p:txBody>
      </p:sp>
      <p:sp>
        <p:nvSpPr>
          <p:cNvPr id="13" name="TextBox 10"/>
          <p:cNvSpPr txBox="1"/>
          <p:nvPr/>
        </p:nvSpPr>
        <p:spPr>
          <a:xfrm>
            <a:off x="738658" y="3530950"/>
            <a:ext cx="2755930" cy="870040"/>
          </a:xfrm>
          <a:prstGeom prst="rect">
            <a:avLst/>
          </a:prstGeom>
          <a:noFill/>
        </p:spPr>
        <p:txBody>
          <a:bodyPr lIns="93136" tIns="46569" rIns="93136" bIns="46569" anchor="ctr"/>
          <a:lstStyle/>
          <a:p>
            <a:pPr algn="ctr">
              <a:lnSpc>
                <a:spcPct val="130000"/>
              </a:lnSpc>
              <a:defRPr/>
            </a:pPr>
            <a:r>
              <a:rPr lang="zh-CN" altLang="en-US" sz="1700" kern="0" dirty="0">
                <a:solidFill>
                  <a:prstClr val="black"/>
                </a:solidFill>
                <a:latin typeface="微软雅黑" pitchFamily="34" charset="-122"/>
                <a:ea typeface="微软雅黑" pitchFamily="34" charset="-122"/>
              </a:rPr>
              <a:t>请在此处输入您的文本</a:t>
            </a:r>
            <a:endParaRPr lang="en-US" altLang="zh-CN" sz="1700" kern="0" dirty="0">
              <a:solidFill>
                <a:prstClr val="black"/>
              </a:solidFill>
              <a:latin typeface="微软雅黑" pitchFamily="34" charset="-122"/>
              <a:ea typeface="微软雅黑" pitchFamily="34" charset="-122"/>
            </a:endParaRPr>
          </a:p>
          <a:p>
            <a:pPr algn="ctr">
              <a:lnSpc>
                <a:spcPct val="130000"/>
              </a:lnSpc>
              <a:defRPr/>
            </a:pPr>
            <a:r>
              <a:rPr lang="zh-CN" altLang="en-US" sz="1700" kern="0" dirty="0">
                <a:solidFill>
                  <a:prstClr val="black"/>
                </a:solidFill>
                <a:latin typeface="微软雅黑" pitchFamily="34" charset="-122"/>
                <a:ea typeface="微软雅黑" pitchFamily="34" charset="-122"/>
              </a:rPr>
              <a:t>请在此处输入您的文本</a:t>
            </a:r>
            <a:endParaRPr lang="en-US" altLang="zh-CN" sz="1700" kern="0" dirty="0">
              <a:solidFill>
                <a:prstClr val="black"/>
              </a:solidFill>
              <a:latin typeface="微软雅黑" pitchFamily="34" charset="-122"/>
              <a:ea typeface="微软雅黑" pitchFamily="34" charset="-122"/>
            </a:endParaRPr>
          </a:p>
        </p:txBody>
      </p:sp>
      <p:sp>
        <p:nvSpPr>
          <p:cNvPr id="14" name="TextBox 13"/>
          <p:cNvSpPr txBox="1"/>
          <p:nvPr/>
        </p:nvSpPr>
        <p:spPr>
          <a:xfrm>
            <a:off x="5862477" y="3530950"/>
            <a:ext cx="2755930" cy="870040"/>
          </a:xfrm>
          <a:prstGeom prst="rect">
            <a:avLst/>
          </a:prstGeom>
          <a:noFill/>
        </p:spPr>
        <p:txBody>
          <a:bodyPr lIns="93136" tIns="46569" rIns="93136" bIns="46569" anchor="ctr"/>
          <a:lstStyle/>
          <a:p>
            <a:pPr algn="ctr">
              <a:lnSpc>
                <a:spcPct val="130000"/>
              </a:lnSpc>
              <a:defRPr/>
            </a:pPr>
            <a:r>
              <a:rPr lang="zh-CN" altLang="en-US" sz="1700" kern="0" dirty="0">
                <a:solidFill>
                  <a:prstClr val="black"/>
                </a:solidFill>
                <a:latin typeface="微软雅黑" pitchFamily="34" charset="-122"/>
                <a:ea typeface="微软雅黑" pitchFamily="34" charset="-122"/>
              </a:rPr>
              <a:t>请在此处输入您的文本</a:t>
            </a:r>
            <a:endParaRPr lang="en-US" altLang="zh-CN" sz="1700" kern="0" dirty="0">
              <a:solidFill>
                <a:prstClr val="black"/>
              </a:solidFill>
              <a:latin typeface="微软雅黑" pitchFamily="34" charset="-122"/>
              <a:ea typeface="微软雅黑" pitchFamily="34" charset="-122"/>
            </a:endParaRPr>
          </a:p>
          <a:p>
            <a:pPr algn="ctr">
              <a:lnSpc>
                <a:spcPct val="130000"/>
              </a:lnSpc>
              <a:defRPr/>
            </a:pPr>
            <a:r>
              <a:rPr lang="zh-CN" altLang="en-US" sz="1700" kern="0" dirty="0">
                <a:solidFill>
                  <a:prstClr val="black"/>
                </a:solidFill>
                <a:latin typeface="微软雅黑" pitchFamily="34" charset="-122"/>
                <a:ea typeface="微软雅黑" pitchFamily="34" charset="-122"/>
              </a:rPr>
              <a:t>请在此处输入您的文本</a:t>
            </a:r>
            <a:endParaRPr lang="en-US" altLang="zh-CN" sz="1700" kern="0" dirty="0">
              <a:solidFill>
                <a:prstClr val="black"/>
              </a:solidFill>
              <a:latin typeface="微软雅黑" pitchFamily="34" charset="-122"/>
              <a:ea typeface="微软雅黑" pitchFamily="34" charset="-122"/>
            </a:endParaRPr>
          </a:p>
        </p:txBody>
      </p:sp>
    </p:spTree>
    <p:extLst>
      <p:ext uri="{BB962C8B-B14F-4D97-AF65-F5344CB8AC3E}">
        <p14:creationId xmlns:p14="http://schemas.microsoft.com/office/powerpoint/2010/main" val="2843764520"/>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500"/>
                                        <p:tgtEl>
                                          <p:spTgt spid="5"/>
                                        </p:tgtEl>
                                      </p:cBhvr>
                                    </p:animEffect>
                                  </p:childTnLst>
                                </p:cTn>
                              </p:par>
                            </p:childTnLst>
                          </p:cTn>
                        </p:par>
                        <p:par>
                          <p:cTn id="8" fill="hold">
                            <p:stCondLst>
                              <p:cond delay="500"/>
                            </p:stCondLst>
                            <p:childTnLst>
                              <p:par>
                                <p:cTn id="9" presetID="53"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p:cTn id="11" dur="500" fill="hold"/>
                                        <p:tgtEl>
                                          <p:spTgt spid="10"/>
                                        </p:tgtEl>
                                        <p:attrNameLst>
                                          <p:attrName>ppt_w</p:attrName>
                                        </p:attrNameLst>
                                      </p:cBhvr>
                                      <p:tavLst>
                                        <p:tav tm="0">
                                          <p:val>
                                            <p:fltVal val="0"/>
                                          </p:val>
                                        </p:tav>
                                        <p:tav tm="100000">
                                          <p:val>
                                            <p:strVal val="#ppt_w"/>
                                          </p:val>
                                        </p:tav>
                                      </p:tavLst>
                                    </p:anim>
                                    <p:anim calcmode="lin" valueType="num">
                                      <p:cBhvr>
                                        <p:cTn id="12" dur="500" fill="hold"/>
                                        <p:tgtEl>
                                          <p:spTgt spid="10"/>
                                        </p:tgtEl>
                                        <p:attrNameLst>
                                          <p:attrName>ppt_h</p:attrName>
                                        </p:attrNameLst>
                                      </p:cBhvr>
                                      <p:tavLst>
                                        <p:tav tm="0">
                                          <p:val>
                                            <p:fltVal val="0"/>
                                          </p:val>
                                        </p:tav>
                                        <p:tav tm="100000">
                                          <p:val>
                                            <p:strVal val="#ppt_h"/>
                                          </p:val>
                                        </p:tav>
                                      </p:tavLst>
                                    </p:anim>
                                    <p:animEffect transition="in" filter="fade">
                                      <p:cBhvr>
                                        <p:cTn id="13" dur="500"/>
                                        <p:tgtEl>
                                          <p:spTgt spid="10"/>
                                        </p:tgtEl>
                                      </p:cBhvr>
                                    </p:animEffect>
                                  </p:childTnLst>
                                </p:cTn>
                              </p:par>
                            </p:childTnLst>
                          </p:cTn>
                        </p:par>
                        <p:par>
                          <p:cTn id="14" fill="hold">
                            <p:stCondLst>
                              <p:cond delay="1000"/>
                            </p:stCondLst>
                            <p:childTnLst>
                              <p:par>
                                <p:cTn id="15" presetID="22" presetClass="entr" presetSubtype="8" fill="hold" grpId="0" nodeType="after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left)">
                                      <p:cBhvr>
                                        <p:cTn id="17" dur="500"/>
                                        <p:tgtEl>
                                          <p:spTgt spid="12"/>
                                        </p:tgtEl>
                                      </p:cBhvr>
                                    </p:animEffect>
                                  </p:childTnLst>
                                </p:cTn>
                              </p:par>
                            </p:childTnLst>
                          </p:cTn>
                        </p:par>
                        <p:par>
                          <p:cTn id="18" fill="hold">
                            <p:stCondLst>
                              <p:cond delay="1500"/>
                            </p:stCondLst>
                            <p:childTnLst>
                              <p:par>
                                <p:cTn id="19" presetID="22" presetClass="entr" presetSubtype="8" fill="hold" grpId="0" nodeType="after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left)">
                                      <p:cBhvr>
                                        <p:cTn id="21" dur="500"/>
                                        <p:tgtEl>
                                          <p:spTgt spid="14"/>
                                        </p:tgtEl>
                                      </p:cBhvr>
                                    </p:animEffect>
                                  </p:childTnLst>
                                </p:cTn>
                              </p:par>
                            </p:childTnLst>
                          </p:cTn>
                        </p:par>
                        <p:par>
                          <p:cTn id="22" fill="hold">
                            <p:stCondLst>
                              <p:cond delay="2000"/>
                            </p:stCondLst>
                            <p:childTnLst>
                              <p:par>
                                <p:cTn id="23" presetID="22" presetClass="entr" presetSubtype="2" fill="hold" grpId="0" nodeType="after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500"/>
                                        <p:tgtEl>
                                          <p:spTgt spid="13"/>
                                        </p:tgtEl>
                                      </p:cBhvr>
                                    </p:animEffect>
                                  </p:childTnLst>
                                </p:cTn>
                              </p:par>
                            </p:childTnLst>
                          </p:cTn>
                        </p:par>
                        <p:par>
                          <p:cTn id="26" fill="hold">
                            <p:stCondLst>
                              <p:cond delay="2500"/>
                            </p:stCondLst>
                            <p:childTnLst>
                              <p:par>
                                <p:cTn id="27" presetID="22" presetClass="entr" presetSubtype="2" fill="hold" grpId="0" nodeType="after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wipe(right)">
                                      <p:cBhvr>
                                        <p:cTn id="2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95486"/>
            <a:ext cx="611560" cy="369332"/>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3"/>
          <p:cNvSpPr txBox="1"/>
          <p:nvPr/>
        </p:nvSpPr>
        <p:spPr>
          <a:xfrm>
            <a:off x="683568" y="195486"/>
            <a:ext cx="3816424" cy="646331"/>
          </a:xfrm>
          <a:prstGeom prst="rect">
            <a:avLst/>
          </a:prstGeom>
          <a:noFill/>
        </p:spPr>
        <p:txBody>
          <a:bodyPr wrap="square" rtlCol="0">
            <a:spAutoFit/>
          </a:bodyPr>
          <a:lstStyle/>
          <a:p>
            <a:r>
              <a:rPr lang="zh-CN" altLang="en-US" dirty="0">
                <a:solidFill>
                  <a:srgbClr val="054487"/>
                </a:solidFill>
                <a:latin typeface="微软雅黑" pitchFamily="34" charset="-122"/>
                <a:ea typeface="微软雅黑" pitchFamily="34" charset="-122"/>
              </a:rPr>
              <a:t>输入你的标题 </a:t>
            </a:r>
            <a:r>
              <a:rPr lang="en-US" altLang="zh-CN" dirty="0">
                <a:solidFill>
                  <a:srgbClr val="054487"/>
                </a:solidFill>
                <a:latin typeface="微软雅黑" pitchFamily="34" charset="-122"/>
                <a:ea typeface="微软雅黑" pitchFamily="34" charset="-122"/>
              </a:rPr>
              <a:t>/Add your title</a:t>
            </a:r>
            <a:endParaRPr lang="zh-CN" altLang="en-US" dirty="0">
              <a:solidFill>
                <a:srgbClr val="054487"/>
              </a:solidFill>
              <a:latin typeface="微软雅黑" pitchFamily="34" charset="-122"/>
              <a:ea typeface="微软雅黑" pitchFamily="34" charset="-122"/>
            </a:endParaRPr>
          </a:p>
          <a:p>
            <a:endParaRPr lang="zh-CN" altLang="en-US" dirty="0">
              <a:solidFill>
                <a:srgbClr val="F46970"/>
              </a:solidFill>
              <a:latin typeface="微软雅黑" pitchFamily="34" charset="-122"/>
              <a:ea typeface="微软雅黑" pitchFamily="34" charset="-122"/>
            </a:endParaRPr>
          </a:p>
        </p:txBody>
      </p:sp>
      <p:sp>
        <p:nvSpPr>
          <p:cNvPr id="5" name="对角圆角矩形 4"/>
          <p:cNvSpPr/>
          <p:nvPr/>
        </p:nvSpPr>
        <p:spPr>
          <a:xfrm>
            <a:off x="827584" y="1262347"/>
            <a:ext cx="1343546" cy="573340"/>
          </a:xfrm>
          <a:prstGeom prst="round2DiagRect">
            <a:avLst/>
          </a:prstGeom>
          <a:solidFill>
            <a:srgbClr val="054487"/>
          </a:solidFill>
          <a:ln w="25400" cap="flat" cmpd="sng" algn="ctr">
            <a:noFill/>
            <a:prstDash val="solid"/>
          </a:ln>
          <a:effectLst/>
        </p:spPr>
        <p:txBody>
          <a:bodyPr lIns="98581" tIns="49291" rIns="98581" bIns="49291"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700" b="0" i="0" u="none" strike="noStrike" kern="0" cap="none" spc="0" normalizeH="0" baseline="0" noProof="0" dirty="0">
                <a:ln>
                  <a:noFill/>
                </a:ln>
                <a:solidFill>
                  <a:prstClr val="white"/>
                </a:solidFill>
                <a:effectLst/>
                <a:uLnTx/>
                <a:uFillTx/>
                <a:latin typeface="微软雅黑" pitchFamily="34" charset="-122"/>
                <a:ea typeface="微软雅黑" pitchFamily="34" charset="-122"/>
                <a:cs typeface="+mn-cs"/>
              </a:rPr>
              <a:t>添加内容</a:t>
            </a:r>
          </a:p>
        </p:txBody>
      </p:sp>
      <p:sp>
        <p:nvSpPr>
          <p:cNvPr id="6" name="对角圆角矩形 5"/>
          <p:cNvSpPr/>
          <p:nvPr/>
        </p:nvSpPr>
        <p:spPr>
          <a:xfrm>
            <a:off x="1828827" y="2068445"/>
            <a:ext cx="1345257" cy="573342"/>
          </a:xfrm>
          <a:prstGeom prst="round2DiagRect">
            <a:avLst/>
          </a:prstGeom>
          <a:solidFill>
            <a:srgbClr val="054487"/>
          </a:solidFill>
          <a:ln w="25400" cap="flat" cmpd="sng" algn="ctr">
            <a:noFill/>
            <a:prstDash val="solid"/>
          </a:ln>
          <a:effectLst/>
        </p:spPr>
        <p:txBody>
          <a:bodyPr lIns="98581" tIns="49291" rIns="98581" bIns="49291"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700" b="0" i="0" u="none" strike="noStrike" kern="0" cap="none" spc="0" normalizeH="0" baseline="0" noProof="0" dirty="0">
                <a:ln>
                  <a:noFill/>
                </a:ln>
                <a:solidFill>
                  <a:prstClr val="white"/>
                </a:solidFill>
                <a:effectLst/>
                <a:uLnTx/>
                <a:uFillTx/>
                <a:latin typeface="微软雅黑" pitchFamily="34" charset="-122"/>
                <a:ea typeface="微软雅黑" pitchFamily="34" charset="-122"/>
                <a:cs typeface="+mn-cs"/>
              </a:rPr>
              <a:t>添加内容</a:t>
            </a:r>
          </a:p>
        </p:txBody>
      </p:sp>
      <p:sp>
        <p:nvSpPr>
          <p:cNvPr id="7" name="对角圆角矩形 6"/>
          <p:cNvSpPr/>
          <p:nvPr/>
        </p:nvSpPr>
        <p:spPr>
          <a:xfrm>
            <a:off x="2830067" y="2874544"/>
            <a:ext cx="1345257" cy="573340"/>
          </a:xfrm>
          <a:prstGeom prst="round2DiagRect">
            <a:avLst/>
          </a:prstGeom>
          <a:solidFill>
            <a:srgbClr val="054487"/>
          </a:solidFill>
          <a:ln w="25400" cap="flat" cmpd="sng" algn="ctr">
            <a:noFill/>
            <a:prstDash val="solid"/>
          </a:ln>
          <a:effectLst/>
        </p:spPr>
        <p:txBody>
          <a:bodyPr lIns="98581" tIns="49291" rIns="98581" bIns="49291"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700" b="0" i="0" u="none" strike="noStrike" kern="0" cap="none" spc="0" normalizeH="0" baseline="0" noProof="0" dirty="0">
                <a:ln>
                  <a:noFill/>
                </a:ln>
                <a:solidFill>
                  <a:prstClr val="white"/>
                </a:solidFill>
                <a:effectLst/>
                <a:uLnTx/>
                <a:uFillTx/>
                <a:latin typeface="微软雅黑" pitchFamily="34" charset="-122"/>
                <a:ea typeface="微软雅黑" pitchFamily="34" charset="-122"/>
                <a:cs typeface="+mn-cs"/>
              </a:rPr>
              <a:t>添加内容</a:t>
            </a:r>
          </a:p>
        </p:txBody>
      </p:sp>
      <p:sp>
        <p:nvSpPr>
          <p:cNvPr id="8" name="对角圆角矩形 7"/>
          <p:cNvSpPr/>
          <p:nvPr/>
        </p:nvSpPr>
        <p:spPr>
          <a:xfrm>
            <a:off x="3833019" y="3680642"/>
            <a:ext cx="1343546" cy="573342"/>
          </a:xfrm>
          <a:prstGeom prst="round2DiagRect">
            <a:avLst/>
          </a:prstGeom>
          <a:solidFill>
            <a:srgbClr val="054487"/>
          </a:solidFill>
          <a:ln w="25400" cap="flat" cmpd="sng" algn="ctr">
            <a:noFill/>
            <a:prstDash val="solid"/>
          </a:ln>
          <a:effectLst/>
        </p:spPr>
        <p:txBody>
          <a:bodyPr lIns="98581" tIns="49291" rIns="98581" bIns="49291"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700" b="0" i="0" u="none" strike="noStrike" kern="0" cap="none" spc="0" normalizeH="0" baseline="0" noProof="0" dirty="0">
                <a:ln>
                  <a:noFill/>
                </a:ln>
                <a:solidFill>
                  <a:prstClr val="white"/>
                </a:solidFill>
                <a:effectLst/>
                <a:uLnTx/>
                <a:uFillTx/>
                <a:latin typeface="微软雅黑" pitchFamily="34" charset="-122"/>
                <a:ea typeface="微软雅黑" pitchFamily="34" charset="-122"/>
                <a:cs typeface="+mn-cs"/>
              </a:rPr>
              <a:t>添加内容</a:t>
            </a:r>
          </a:p>
        </p:txBody>
      </p:sp>
      <p:cxnSp>
        <p:nvCxnSpPr>
          <p:cNvPr id="9" name="直接箭头连接符 8"/>
          <p:cNvCxnSpPr/>
          <p:nvPr/>
        </p:nvCxnSpPr>
        <p:spPr>
          <a:xfrm>
            <a:off x="2323456" y="1517514"/>
            <a:ext cx="664071" cy="0"/>
          </a:xfrm>
          <a:prstGeom prst="straightConnector1">
            <a:avLst/>
          </a:prstGeom>
          <a:noFill/>
          <a:ln w="9525" cap="rnd" cmpd="sng" algn="ctr">
            <a:solidFill>
              <a:sysClr val="window" lastClr="FFFFFF">
                <a:lumMod val="65000"/>
              </a:sysClr>
            </a:solidFill>
            <a:prstDash val="sysDash"/>
            <a:tailEnd type="stealth"/>
          </a:ln>
          <a:effectLst/>
        </p:spPr>
      </p:cxnSp>
      <p:grpSp>
        <p:nvGrpSpPr>
          <p:cNvPr id="10" name="组合 9"/>
          <p:cNvGrpSpPr/>
          <p:nvPr/>
        </p:nvGrpSpPr>
        <p:grpSpPr>
          <a:xfrm>
            <a:off x="3137098" y="1262347"/>
            <a:ext cx="2832572" cy="619549"/>
            <a:chOff x="3024807" y="1419622"/>
            <a:chExt cx="2627313" cy="574675"/>
          </a:xfrm>
        </p:grpSpPr>
        <p:sp>
          <p:nvSpPr>
            <p:cNvPr id="11" name="文本框 8"/>
            <p:cNvSpPr txBox="1">
              <a:spLocks noChangeArrowheads="1"/>
            </p:cNvSpPr>
            <p:nvPr/>
          </p:nvSpPr>
          <p:spPr bwMode="auto">
            <a:xfrm>
              <a:off x="3024807" y="1419622"/>
              <a:ext cx="1129185"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3200">
                  <a:solidFill>
                    <a:schemeClr val="tx1"/>
                  </a:solidFill>
                  <a:latin typeface="Arial Narrow" pitchFamily="34" charset="0"/>
                  <a:ea typeface="微软雅黑" pitchFamily="34" charset="-122"/>
                </a:defRPr>
              </a:lvl1pPr>
              <a:lvl2pPr>
                <a:defRPr sz="2800">
                  <a:solidFill>
                    <a:schemeClr val="tx1"/>
                  </a:solidFill>
                  <a:latin typeface="Arial Narrow" pitchFamily="34" charset="0"/>
                  <a:ea typeface="微软雅黑" pitchFamily="34" charset="-122"/>
                </a:defRPr>
              </a:lvl2pPr>
              <a:lvl3pPr>
                <a:defRPr sz="2400">
                  <a:solidFill>
                    <a:schemeClr val="tx1"/>
                  </a:solidFill>
                  <a:latin typeface="Arial Narrow" pitchFamily="34" charset="0"/>
                  <a:ea typeface="微软雅黑" pitchFamily="34" charset="-122"/>
                </a:defRPr>
              </a:lvl3pPr>
              <a:lvl4pPr>
                <a:defRPr sz="2000">
                  <a:solidFill>
                    <a:schemeClr val="tx1"/>
                  </a:solidFill>
                  <a:latin typeface="Arial Narrow" pitchFamily="34" charset="0"/>
                  <a:ea typeface="微软雅黑" pitchFamily="34" charset="-122"/>
                </a:defRPr>
              </a:lvl4pPr>
              <a:lvl5pPr>
                <a:defRPr sz="2000">
                  <a:solidFill>
                    <a:schemeClr val="tx1"/>
                  </a:solidFill>
                  <a:latin typeface="Arial Narrow" pitchFamily="34" charset="0"/>
                  <a:ea typeface="微软雅黑" pitchFamily="34" charset="-122"/>
                </a:defRPr>
              </a:lvl5pPr>
              <a:lvl6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6pPr>
              <a:lvl7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7pPr>
              <a:lvl8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8pPr>
              <a:lvl9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9pPr>
            </a:lstStyle>
            <a:p>
              <a:r>
                <a:rPr lang="zh-CN" altLang="en-US" sz="1900" dirty="0">
                  <a:solidFill>
                    <a:srgbClr val="054487"/>
                  </a:solidFill>
                  <a:latin typeface="微软雅黑" pitchFamily="34" charset="-122"/>
                </a:rPr>
                <a:t>添加标题</a:t>
              </a:r>
            </a:p>
          </p:txBody>
        </p:sp>
        <p:sp>
          <p:nvSpPr>
            <p:cNvPr id="12" name="文本框 9"/>
            <p:cNvSpPr txBox="1"/>
            <p:nvPr/>
          </p:nvSpPr>
          <p:spPr>
            <a:xfrm>
              <a:off x="3024807" y="1705372"/>
              <a:ext cx="2627313" cy="288925"/>
            </a:xfrm>
            <a:prstGeom prst="rect">
              <a:avLst/>
            </a:prstGeom>
            <a:noFill/>
          </p:spPr>
          <p:txBody>
            <a:bodyPr anchor="ctr"/>
            <a:lstStyle/>
            <a:p>
              <a:pPr>
                <a:defRPr/>
              </a:pPr>
              <a:r>
                <a:rPr lang="zh-CN" altLang="en-US" sz="1300" dirty="0">
                  <a:solidFill>
                    <a:prstClr val="black">
                      <a:lumMod val="85000"/>
                      <a:lumOff val="15000"/>
                    </a:prstClr>
                  </a:solidFill>
                  <a:latin typeface="微软雅黑" pitchFamily="34" charset="-122"/>
                  <a:ea typeface="微软雅黑" pitchFamily="34" charset="-122"/>
                </a:rPr>
                <a:t>点击添加内容点击添加内容点击添加</a:t>
              </a:r>
              <a:endParaRPr lang="en-US" altLang="zh-CN" sz="1300" dirty="0">
                <a:solidFill>
                  <a:prstClr val="black">
                    <a:lumMod val="85000"/>
                    <a:lumOff val="15000"/>
                  </a:prstClr>
                </a:solidFill>
                <a:latin typeface="微软雅黑" pitchFamily="34" charset="-122"/>
                <a:ea typeface="微软雅黑" pitchFamily="34" charset="-122"/>
              </a:endParaRPr>
            </a:p>
          </p:txBody>
        </p:sp>
      </p:grpSp>
      <p:cxnSp>
        <p:nvCxnSpPr>
          <p:cNvPr id="13" name="直接箭头连接符 12"/>
          <p:cNvCxnSpPr/>
          <p:nvPr/>
        </p:nvCxnSpPr>
        <p:spPr>
          <a:xfrm>
            <a:off x="3311005" y="2337304"/>
            <a:ext cx="664071" cy="0"/>
          </a:xfrm>
          <a:prstGeom prst="straightConnector1">
            <a:avLst/>
          </a:prstGeom>
          <a:noFill/>
          <a:ln w="9525" cap="rnd" cmpd="sng" algn="ctr">
            <a:solidFill>
              <a:sysClr val="window" lastClr="FFFFFF">
                <a:lumMod val="65000"/>
              </a:sysClr>
            </a:solidFill>
            <a:prstDash val="sysDash"/>
            <a:tailEnd type="stealth"/>
          </a:ln>
          <a:effectLst/>
        </p:spPr>
      </p:cxnSp>
      <p:grpSp>
        <p:nvGrpSpPr>
          <p:cNvPr id="14" name="组合 13"/>
          <p:cNvGrpSpPr/>
          <p:nvPr/>
        </p:nvGrpSpPr>
        <p:grpSpPr>
          <a:xfrm>
            <a:off x="4068701" y="2038655"/>
            <a:ext cx="2832572" cy="617838"/>
            <a:chOff x="3888903" y="2139702"/>
            <a:chExt cx="2627313" cy="573088"/>
          </a:xfrm>
        </p:grpSpPr>
        <p:sp>
          <p:nvSpPr>
            <p:cNvPr id="15" name="文本框 11"/>
            <p:cNvSpPr txBox="1">
              <a:spLocks noChangeArrowheads="1"/>
            </p:cNvSpPr>
            <p:nvPr/>
          </p:nvSpPr>
          <p:spPr bwMode="auto">
            <a:xfrm>
              <a:off x="3888903" y="2139702"/>
              <a:ext cx="1129185" cy="319088"/>
            </a:xfrm>
            <a:prstGeom prst="rect">
              <a:avLst/>
            </a:prstGeom>
            <a:noFill/>
            <a:ln w="9525">
              <a:noFill/>
              <a:miter lim="800000"/>
              <a:headEnd/>
              <a:tailEnd/>
            </a:ln>
          </p:spPr>
          <p:txBody>
            <a:bodyPr anchor="ctr"/>
            <a:lstStyle>
              <a:lvl1pPr>
                <a:defRPr sz="3200">
                  <a:solidFill>
                    <a:schemeClr val="tx1"/>
                  </a:solidFill>
                  <a:latin typeface="Arial Narrow" pitchFamily="34" charset="0"/>
                  <a:ea typeface="微软雅黑" pitchFamily="34" charset="-122"/>
                </a:defRPr>
              </a:lvl1pPr>
              <a:lvl2pPr>
                <a:defRPr sz="2800">
                  <a:solidFill>
                    <a:schemeClr val="tx1"/>
                  </a:solidFill>
                  <a:latin typeface="Arial Narrow" pitchFamily="34" charset="0"/>
                  <a:ea typeface="微软雅黑" pitchFamily="34" charset="-122"/>
                </a:defRPr>
              </a:lvl2pPr>
              <a:lvl3pPr>
                <a:defRPr sz="2400">
                  <a:solidFill>
                    <a:schemeClr val="tx1"/>
                  </a:solidFill>
                  <a:latin typeface="Arial Narrow" pitchFamily="34" charset="0"/>
                  <a:ea typeface="微软雅黑" pitchFamily="34" charset="-122"/>
                </a:defRPr>
              </a:lvl3pPr>
              <a:lvl4pPr>
                <a:defRPr sz="2000">
                  <a:solidFill>
                    <a:schemeClr val="tx1"/>
                  </a:solidFill>
                  <a:latin typeface="Arial Narrow" pitchFamily="34" charset="0"/>
                  <a:ea typeface="微软雅黑" pitchFamily="34" charset="-122"/>
                </a:defRPr>
              </a:lvl4pPr>
              <a:lvl5pPr>
                <a:defRPr sz="2000">
                  <a:solidFill>
                    <a:schemeClr val="tx1"/>
                  </a:solidFill>
                  <a:latin typeface="Arial Narrow" pitchFamily="34" charset="0"/>
                  <a:ea typeface="微软雅黑" pitchFamily="34" charset="-122"/>
                </a:defRPr>
              </a:lvl5pPr>
              <a:lvl6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6pPr>
              <a:lvl7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7pPr>
              <a:lvl8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8pPr>
              <a:lvl9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9pPr>
            </a:lstStyle>
            <a:p>
              <a:r>
                <a:rPr lang="zh-CN" altLang="en-US" sz="1900" dirty="0">
                  <a:solidFill>
                    <a:srgbClr val="054487"/>
                  </a:solidFill>
                  <a:latin typeface="微软雅黑" pitchFamily="34" charset="-122"/>
                </a:rPr>
                <a:t>添加标题</a:t>
              </a:r>
            </a:p>
          </p:txBody>
        </p:sp>
        <p:sp>
          <p:nvSpPr>
            <p:cNvPr id="16" name="文本框 12"/>
            <p:cNvSpPr txBox="1"/>
            <p:nvPr/>
          </p:nvSpPr>
          <p:spPr>
            <a:xfrm>
              <a:off x="3888903" y="2425452"/>
              <a:ext cx="2627313" cy="287338"/>
            </a:xfrm>
            <a:prstGeom prst="rect">
              <a:avLst/>
            </a:prstGeom>
            <a:noFill/>
          </p:spPr>
          <p:txBody>
            <a:bodyPr anchor="ctr"/>
            <a:lstStyle/>
            <a:p>
              <a:pPr>
                <a:defRPr/>
              </a:pPr>
              <a:r>
                <a:rPr lang="zh-CN" altLang="en-US" sz="1300" dirty="0">
                  <a:solidFill>
                    <a:prstClr val="black">
                      <a:lumMod val="85000"/>
                      <a:lumOff val="15000"/>
                    </a:prstClr>
                  </a:solidFill>
                  <a:latin typeface="微软雅黑" pitchFamily="34" charset="-122"/>
                  <a:ea typeface="微软雅黑" pitchFamily="34" charset="-122"/>
                </a:rPr>
                <a:t>点击添加内容点击添加内容点击添加</a:t>
              </a:r>
              <a:endParaRPr lang="en-US" altLang="zh-CN" sz="1300" dirty="0">
                <a:solidFill>
                  <a:prstClr val="black">
                    <a:lumMod val="85000"/>
                    <a:lumOff val="15000"/>
                  </a:prstClr>
                </a:solidFill>
                <a:latin typeface="微软雅黑" pitchFamily="34" charset="-122"/>
                <a:ea typeface="微软雅黑" pitchFamily="34" charset="-122"/>
              </a:endParaRPr>
            </a:p>
          </p:txBody>
        </p:sp>
      </p:grpSp>
      <p:cxnSp>
        <p:nvCxnSpPr>
          <p:cNvPr id="17" name="直接箭头连接符 16"/>
          <p:cNvCxnSpPr/>
          <p:nvPr/>
        </p:nvCxnSpPr>
        <p:spPr>
          <a:xfrm>
            <a:off x="4298554" y="3157095"/>
            <a:ext cx="664071" cy="0"/>
          </a:xfrm>
          <a:prstGeom prst="straightConnector1">
            <a:avLst/>
          </a:prstGeom>
          <a:noFill/>
          <a:ln w="9525" cap="rnd" cmpd="sng" algn="ctr">
            <a:solidFill>
              <a:sysClr val="window" lastClr="FFFFFF">
                <a:lumMod val="65000"/>
              </a:sysClr>
            </a:solidFill>
            <a:prstDash val="sysDash"/>
            <a:tailEnd type="stealth"/>
          </a:ln>
          <a:effectLst/>
        </p:spPr>
      </p:cxnSp>
      <p:grpSp>
        <p:nvGrpSpPr>
          <p:cNvPr id="18" name="组合 17"/>
          <p:cNvGrpSpPr/>
          <p:nvPr/>
        </p:nvGrpSpPr>
        <p:grpSpPr>
          <a:xfrm>
            <a:off x="4984875" y="2895804"/>
            <a:ext cx="2832571" cy="617837"/>
            <a:chOff x="4738688" y="2934767"/>
            <a:chExt cx="2627312" cy="573087"/>
          </a:xfrm>
        </p:grpSpPr>
        <p:sp>
          <p:nvSpPr>
            <p:cNvPr id="19" name="文本框 14"/>
            <p:cNvSpPr txBox="1">
              <a:spLocks noChangeArrowheads="1"/>
            </p:cNvSpPr>
            <p:nvPr/>
          </p:nvSpPr>
          <p:spPr bwMode="auto">
            <a:xfrm>
              <a:off x="4738688" y="2934767"/>
              <a:ext cx="1129185" cy="32067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3200">
                  <a:solidFill>
                    <a:schemeClr val="tx1"/>
                  </a:solidFill>
                  <a:latin typeface="Arial Narrow" pitchFamily="34" charset="0"/>
                  <a:ea typeface="微软雅黑" pitchFamily="34" charset="-122"/>
                </a:defRPr>
              </a:lvl1pPr>
              <a:lvl2pPr>
                <a:defRPr sz="2800">
                  <a:solidFill>
                    <a:schemeClr val="tx1"/>
                  </a:solidFill>
                  <a:latin typeface="Arial Narrow" pitchFamily="34" charset="0"/>
                  <a:ea typeface="微软雅黑" pitchFamily="34" charset="-122"/>
                </a:defRPr>
              </a:lvl2pPr>
              <a:lvl3pPr>
                <a:defRPr sz="2400">
                  <a:solidFill>
                    <a:schemeClr val="tx1"/>
                  </a:solidFill>
                  <a:latin typeface="Arial Narrow" pitchFamily="34" charset="0"/>
                  <a:ea typeface="微软雅黑" pitchFamily="34" charset="-122"/>
                </a:defRPr>
              </a:lvl3pPr>
              <a:lvl4pPr>
                <a:defRPr sz="2000">
                  <a:solidFill>
                    <a:schemeClr val="tx1"/>
                  </a:solidFill>
                  <a:latin typeface="Arial Narrow" pitchFamily="34" charset="0"/>
                  <a:ea typeface="微软雅黑" pitchFamily="34" charset="-122"/>
                </a:defRPr>
              </a:lvl4pPr>
              <a:lvl5pPr>
                <a:defRPr sz="2000">
                  <a:solidFill>
                    <a:schemeClr val="tx1"/>
                  </a:solidFill>
                  <a:latin typeface="Arial Narrow" pitchFamily="34" charset="0"/>
                  <a:ea typeface="微软雅黑" pitchFamily="34" charset="-122"/>
                </a:defRPr>
              </a:lvl5pPr>
              <a:lvl6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6pPr>
              <a:lvl7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7pPr>
              <a:lvl8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8pPr>
              <a:lvl9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9pPr>
            </a:lstStyle>
            <a:p>
              <a:r>
                <a:rPr lang="zh-CN" altLang="en-US" sz="1900" dirty="0">
                  <a:solidFill>
                    <a:srgbClr val="054487"/>
                  </a:solidFill>
                  <a:latin typeface="微软雅黑" pitchFamily="34" charset="-122"/>
                </a:rPr>
                <a:t>添加标题</a:t>
              </a:r>
            </a:p>
          </p:txBody>
        </p:sp>
        <p:sp>
          <p:nvSpPr>
            <p:cNvPr id="20" name="文本框 15"/>
            <p:cNvSpPr txBox="1"/>
            <p:nvPr/>
          </p:nvSpPr>
          <p:spPr>
            <a:xfrm>
              <a:off x="4738688" y="3220517"/>
              <a:ext cx="2627312" cy="287337"/>
            </a:xfrm>
            <a:prstGeom prst="rect">
              <a:avLst/>
            </a:prstGeom>
            <a:noFill/>
          </p:spPr>
          <p:txBody>
            <a:bodyPr anchor="ctr"/>
            <a:lstStyle/>
            <a:p>
              <a:pPr>
                <a:defRPr/>
              </a:pPr>
              <a:r>
                <a:rPr lang="zh-CN" altLang="en-US" sz="1300" dirty="0">
                  <a:solidFill>
                    <a:prstClr val="black">
                      <a:lumMod val="85000"/>
                      <a:lumOff val="15000"/>
                    </a:prstClr>
                  </a:solidFill>
                  <a:latin typeface="微软雅黑" pitchFamily="34" charset="-122"/>
                  <a:ea typeface="微软雅黑" pitchFamily="34" charset="-122"/>
                </a:rPr>
                <a:t>点击添加内容点击添加内容点击添加</a:t>
              </a:r>
              <a:endParaRPr lang="en-US" altLang="zh-CN" sz="1300" dirty="0">
                <a:solidFill>
                  <a:prstClr val="black">
                    <a:lumMod val="85000"/>
                    <a:lumOff val="15000"/>
                  </a:prstClr>
                </a:solidFill>
                <a:latin typeface="微软雅黑" pitchFamily="34" charset="-122"/>
                <a:ea typeface="微软雅黑" pitchFamily="34" charset="-122"/>
              </a:endParaRPr>
            </a:p>
          </p:txBody>
        </p:sp>
      </p:grpSp>
      <p:cxnSp>
        <p:nvCxnSpPr>
          <p:cNvPr id="21" name="直接箭头连接符 20"/>
          <p:cNvCxnSpPr/>
          <p:nvPr/>
        </p:nvCxnSpPr>
        <p:spPr>
          <a:xfrm>
            <a:off x="5286103" y="3976885"/>
            <a:ext cx="664071" cy="0"/>
          </a:xfrm>
          <a:prstGeom prst="straightConnector1">
            <a:avLst/>
          </a:prstGeom>
          <a:noFill/>
          <a:ln w="9525" cap="rnd" cmpd="sng" algn="ctr">
            <a:solidFill>
              <a:sysClr val="window" lastClr="FFFFFF">
                <a:lumMod val="65000"/>
              </a:sysClr>
            </a:solidFill>
            <a:prstDash val="sysDash"/>
            <a:tailEnd type="stealth"/>
          </a:ln>
          <a:effectLst/>
        </p:spPr>
      </p:cxnSp>
      <p:grpSp>
        <p:nvGrpSpPr>
          <p:cNvPr id="22" name="组合 21"/>
          <p:cNvGrpSpPr/>
          <p:nvPr/>
        </p:nvGrpSpPr>
        <p:grpSpPr>
          <a:xfrm>
            <a:off x="5969001" y="3672111"/>
            <a:ext cx="2832572" cy="617838"/>
            <a:chOff x="5651500" y="3654846"/>
            <a:chExt cx="2627313" cy="573088"/>
          </a:xfrm>
        </p:grpSpPr>
        <p:sp>
          <p:nvSpPr>
            <p:cNvPr id="23" name="文本框 17"/>
            <p:cNvSpPr txBox="1">
              <a:spLocks noChangeArrowheads="1"/>
            </p:cNvSpPr>
            <p:nvPr/>
          </p:nvSpPr>
          <p:spPr bwMode="auto">
            <a:xfrm>
              <a:off x="5651500" y="3654846"/>
              <a:ext cx="1129185" cy="32067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3200">
                  <a:solidFill>
                    <a:schemeClr val="tx1"/>
                  </a:solidFill>
                  <a:latin typeface="Arial Narrow" pitchFamily="34" charset="0"/>
                  <a:ea typeface="微软雅黑" pitchFamily="34" charset="-122"/>
                </a:defRPr>
              </a:lvl1pPr>
              <a:lvl2pPr>
                <a:defRPr sz="2800">
                  <a:solidFill>
                    <a:schemeClr val="tx1"/>
                  </a:solidFill>
                  <a:latin typeface="Arial Narrow" pitchFamily="34" charset="0"/>
                  <a:ea typeface="微软雅黑" pitchFamily="34" charset="-122"/>
                </a:defRPr>
              </a:lvl2pPr>
              <a:lvl3pPr>
                <a:defRPr sz="2400">
                  <a:solidFill>
                    <a:schemeClr val="tx1"/>
                  </a:solidFill>
                  <a:latin typeface="Arial Narrow" pitchFamily="34" charset="0"/>
                  <a:ea typeface="微软雅黑" pitchFamily="34" charset="-122"/>
                </a:defRPr>
              </a:lvl3pPr>
              <a:lvl4pPr>
                <a:defRPr sz="2000">
                  <a:solidFill>
                    <a:schemeClr val="tx1"/>
                  </a:solidFill>
                  <a:latin typeface="Arial Narrow" pitchFamily="34" charset="0"/>
                  <a:ea typeface="微软雅黑" pitchFamily="34" charset="-122"/>
                </a:defRPr>
              </a:lvl4pPr>
              <a:lvl5pPr>
                <a:defRPr sz="2000">
                  <a:solidFill>
                    <a:schemeClr val="tx1"/>
                  </a:solidFill>
                  <a:latin typeface="Arial Narrow" pitchFamily="34" charset="0"/>
                  <a:ea typeface="微软雅黑" pitchFamily="34" charset="-122"/>
                </a:defRPr>
              </a:lvl5pPr>
              <a:lvl6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6pPr>
              <a:lvl7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7pPr>
              <a:lvl8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8pPr>
              <a:lvl9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9pPr>
            </a:lstStyle>
            <a:p>
              <a:r>
                <a:rPr lang="zh-CN" altLang="en-US" sz="1900" dirty="0">
                  <a:solidFill>
                    <a:srgbClr val="054487"/>
                  </a:solidFill>
                  <a:latin typeface="微软雅黑" pitchFamily="34" charset="-122"/>
                </a:rPr>
                <a:t>添加标题</a:t>
              </a:r>
            </a:p>
          </p:txBody>
        </p:sp>
        <p:sp>
          <p:nvSpPr>
            <p:cNvPr id="24" name="文本框 18"/>
            <p:cNvSpPr txBox="1"/>
            <p:nvPr/>
          </p:nvSpPr>
          <p:spPr>
            <a:xfrm>
              <a:off x="5651500" y="3940596"/>
              <a:ext cx="2627313" cy="287338"/>
            </a:xfrm>
            <a:prstGeom prst="rect">
              <a:avLst/>
            </a:prstGeom>
            <a:noFill/>
          </p:spPr>
          <p:txBody>
            <a:bodyPr anchor="ctr"/>
            <a:lstStyle/>
            <a:p>
              <a:pPr>
                <a:defRPr/>
              </a:pPr>
              <a:r>
                <a:rPr lang="zh-CN" altLang="en-US" sz="1300" dirty="0">
                  <a:solidFill>
                    <a:prstClr val="black">
                      <a:lumMod val="85000"/>
                      <a:lumOff val="15000"/>
                    </a:prstClr>
                  </a:solidFill>
                  <a:latin typeface="微软雅黑" pitchFamily="34" charset="-122"/>
                  <a:ea typeface="微软雅黑" pitchFamily="34" charset="-122"/>
                </a:rPr>
                <a:t>点击添加内容点击添加内容点击添加</a:t>
              </a:r>
              <a:endParaRPr lang="en-US" altLang="zh-CN" sz="1300" dirty="0">
                <a:solidFill>
                  <a:prstClr val="black">
                    <a:lumMod val="85000"/>
                    <a:lumOff val="15000"/>
                  </a:prstClr>
                </a:solidFill>
                <a:latin typeface="微软雅黑" pitchFamily="34" charset="-122"/>
                <a:ea typeface="微软雅黑" pitchFamily="34" charset="-122"/>
              </a:endParaRPr>
            </a:p>
          </p:txBody>
        </p:sp>
      </p:grpSp>
      <p:sp>
        <p:nvSpPr>
          <p:cNvPr id="25" name="直角上箭头 24"/>
          <p:cNvSpPr/>
          <p:nvPr/>
        </p:nvSpPr>
        <p:spPr>
          <a:xfrm rot="5400000">
            <a:off x="1175034" y="1952081"/>
            <a:ext cx="580186" cy="569938"/>
          </a:xfrm>
          <a:prstGeom prst="bentUpArrow">
            <a:avLst/>
          </a:prstGeom>
          <a:solidFill>
            <a:srgbClr val="054487"/>
          </a:solidFill>
          <a:ln w="25400" cap="flat" cmpd="sng" algn="ctr">
            <a:noFill/>
            <a:prstDash val="solid"/>
          </a:ln>
          <a:effectLst/>
        </p:spPr>
        <p:txBody>
          <a:bodyPr lIns="98581" tIns="49291" rIns="98581" bIns="4929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700" b="0" i="0" u="none" strike="noStrike" kern="0" cap="none" spc="0" normalizeH="0" baseline="0" noProof="0">
              <a:ln>
                <a:noFill/>
              </a:ln>
              <a:solidFill>
                <a:prstClr val="white"/>
              </a:solidFill>
              <a:effectLst/>
              <a:uLnTx/>
              <a:uFillTx/>
              <a:latin typeface="Calibri"/>
              <a:ea typeface="宋体"/>
              <a:cs typeface="+mn-cs"/>
            </a:endParaRPr>
          </a:p>
        </p:txBody>
      </p:sp>
      <p:sp>
        <p:nvSpPr>
          <p:cNvPr id="26" name="直角上箭头 25"/>
          <p:cNvSpPr/>
          <p:nvPr/>
        </p:nvSpPr>
        <p:spPr>
          <a:xfrm rot="5400000">
            <a:off x="2188256" y="2747911"/>
            <a:ext cx="581897" cy="568226"/>
          </a:xfrm>
          <a:prstGeom prst="bentUpArrow">
            <a:avLst/>
          </a:prstGeom>
          <a:solidFill>
            <a:srgbClr val="054487"/>
          </a:solidFill>
          <a:ln w="25400" cap="flat" cmpd="sng" algn="ctr">
            <a:noFill/>
            <a:prstDash val="solid"/>
          </a:ln>
          <a:effectLst/>
        </p:spPr>
        <p:txBody>
          <a:bodyPr lIns="98581" tIns="49291" rIns="98581" bIns="4929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700" b="0" i="0" u="none" strike="noStrike" kern="0" cap="none" spc="0" normalizeH="0" baseline="0" noProof="0">
              <a:ln>
                <a:noFill/>
              </a:ln>
              <a:solidFill>
                <a:prstClr val="white"/>
              </a:solidFill>
              <a:effectLst/>
              <a:uLnTx/>
              <a:uFillTx/>
              <a:latin typeface="Calibri"/>
              <a:ea typeface="宋体"/>
              <a:cs typeface="+mn-cs"/>
            </a:endParaRPr>
          </a:p>
        </p:txBody>
      </p:sp>
      <p:sp>
        <p:nvSpPr>
          <p:cNvPr id="27" name="直角上箭头 26"/>
          <p:cNvSpPr/>
          <p:nvPr/>
        </p:nvSpPr>
        <p:spPr>
          <a:xfrm rot="5400000">
            <a:off x="3202334" y="3542886"/>
            <a:ext cx="581897" cy="569937"/>
          </a:xfrm>
          <a:prstGeom prst="bentUpArrow">
            <a:avLst/>
          </a:prstGeom>
          <a:solidFill>
            <a:srgbClr val="054487"/>
          </a:solidFill>
          <a:ln w="25400" cap="flat" cmpd="sng" algn="ctr">
            <a:noFill/>
            <a:prstDash val="solid"/>
          </a:ln>
          <a:effectLst/>
        </p:spPr>
        <p:txBody>
          <a:bodyPr lIns="98581" tIns="49291" rIns="98581" bIns="4929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700" b="0" i="0" u="none" strike="noStrike" kern="0" cap="none" spc="0" normalizeH="0" baseline="0" noProof="0">
              <a:ln>
                <a:noFill/>
              </a:ln>
              <a:solidFill>
                <a:prstClr val="white"/>
              </a:solidFill>
              <a:effectLst/>
              <a:uLnTx/>
              <a:uFillTx/>
              <a:latin typeface="Calibri"/>
              <a:ea typeface="宋体"/>
              <a:cs typeface="+mn-cs"/>
            </a:endParaRPr>
          </a:p>
        </p:txBody>
      </p:sp>
    </p:spTree>
    <p:extLst>
      <p:ext uri="{BB962C8B-B14F-4D97-AF65-F5344CB8AC3E}">
        <p14:creationId xmlns:p14="http://schemas.microsoft.com/office/powerpoint/2010/main" val="373930431"/>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par>
                          <p:cTn id="13" fill="hold">
                            <p:stCondLst>
                              <p:cond delay="1000"/>
                            </p:stCondLst>
                            <p:childTnLst>
                              <p:par>
                                <p:cTn id="14" presetID="22" presetClass="entr" presetSubtype="8" fill="hold"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left)">
                                      <p:cBhvr>
                                        <p:cTn id="16" dur="500"/>
                                        <p:tgtEl>
                                          <p:spTgt spid="10"/>
                                        </p:tgtEl>
                                      </p:cBhvr>
                                    </p:animEffect>
                                  </p:childTnLst>
                                </p:cTn>
                              </p:par>
                            </p:childTnLst>
                          </p:cTn>
                        </p:par>
                        <p:par>
                          <p:cTn id="17" fill="hold">
                            <p:stCondLst>
                              <p:cond delay="1500"/>
                            </p:stCondLst>
                            <p:childTnLst>
                              <p:par>
                                <p:cTn id="18" presetID="12" presetClass="entr" presetSubtype="1" fill="hold" grpId="0" nodeType="afterEffect">
                                  <p:stCondLst>
                                    <p:cond delay="0"/>
                                  </p:stCondLst>
                                  <p:childTnLst>
                                    <p:set>
                                      <p:cBhvr>
                                        <p:cTn id="19" dur="1" fill="hold">
                                          <p:stCondLst>
                                            <p:cond delay="0"/>
                                          </p:stCondLst>
                                        </p:cTn>
                                        <p:tgtEl>
                                          <p:spTgt spid="25"/>
                                        </p:tgtEl>
                                        <p:attrNameLst>
                                          <p:attrName>style.visibility</p:attrName>
                                        </p:attrNameLst>
                                      </p:cBhvr>
                                      <p:to>
                                        <p:strVal val="visible"/>
                                      </p:to>
                                    </p:set>
                                    <p:anim calcmode="lin" valueType="num">
                                      <p:cBhvr additive="base">
                                        <p:cTn id="20" dur="500"/>
                                        <p:tgtEl>
                                          <p:spTgt spid="25"/>
                                        </p:tgtEl>
                                        <p:attrNameLst>
                                          <p:attrName>ppt_y</p:attrName>
                                        </p:attrNameLst>
                                      </p:cBhvr>
                                      <p:tavLst>
                                        <p:tav tm="0">
                                          <p:val>
                                            <p:strVal val="#ppt_y-#ppt_h*1.125000"/>
                                          </p:val>
                                        </p:tav>
                                        <p:tav tm="100000">
                                          <p:val>
                                            <p:strVal val="#ppt_y"/>
                                          </p:val>
                                        </p:tav>
                                      </p:tavLst>
                                    </p:anim>
                                    <p:animEffect transition="in" filter="wipe(down)">
                                      <p:cBhvr>
                                        <p:cTn id="21" dur="500"/>
                                        <p:tgtEl>
                                          <p:spTgt spid="25"/>
                                        </p:tgtEl>
                                      </p:cBhvr>
                                    </p:animEffect>
                                  </p:childTnLst>
                                </p:cTn>
                              </p:par>
                            </p:childTnLst>
                          </p:cTn>
                        </p:par>
                        <p:par>
                          <p:cTn id="22" fill="hold">
                            <p:stCondLst>
                              <p:cond delay="2000"/>
                            </p:stCondLst>
                            <p:childTnLst>
                              <p:par>
                                <p:cTn id="23" presetID="22" presetClass="entr" presetSubtype="8" fill="hold" grpId="0" nodeType="after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left)">
                                      <p:cBhvr>
                                        <p:cTn id="25" dur="500"/>
                                        <p:tgtEl>
                                          <p:spTgt spid="6"/>
                                        </p:tgtEl>
                                      </p:cBhvr>
                                    </p:animEffect>
                                  </p:childTnLst>
                                </p:cTn>
                              </p:par>
                            </p:childTnLst>
                          </p:cTn>
                        </p:par>
                        <p:par>
                          <p:cTn id="26" fill="hold">
                            <p:stCondLst>
                              <p:cond delay="2500"/>
                            </p:stCondLst>
                            <p:childTnLst>
                              <p:par>
                                <p:cTn id="27" presetID="22" presetClass="entr" presetSubtype="8" fill="hold" nodeType="after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wipe(left)">
                                      <p:cBhvr>
                                        <p:cTn id="29" dur="500"/>
                                        <p:tgtEl>
                                          <p:spTgt spid="13"/>
                                        </p:tgtEl>
                                      </p:cBhvr>
                                    </p:animEffect>
                                  </p:childTnLst>
                                </p:cTn>
                              </p:par>
                            </p:childTnLst>
                          </p:cTn>
                        </p:par>
                        <p:par>
                          <p:cTn id="30" fill="hold">
                            <p:stCondLst>
                              <p:cond delay="3000"/>
                            </p:stCondLst>
                            <p:childTnLst>
                              <p:par>
                                <p:cTn id="31" presetID="22" presetClass="entr" presetSubtype="8" fill="hold" nodeType="after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wipe(left)">
                                      <p:cBhvr>
                                        <p:cTn id="33" dur="500"/>
                                        <p:tgtEl>
                                          <p:spTgt spid="14"/>
                                        </p:tgtEl>
                                      </p:cBhvr>
                                    </p:animEffect>
                                  </p:childTnLst>
                                </p:cTn>
                              </p:par>
                            </p:childTnLst>
                          </p:cTn>
                        </p:par>
                        <p:par>
                          <p:cTn id="34" fill="hold">
                            <p:stCondLst>
                              <p:cond delay="3500"/>
                            </p:stCondLst>
                            <p:childTnLst>
                              <p:par>
                                <p:cTn id="35" presetID="12" presetClass="entr" presetSubtype="1" fill="hold" grpId="0" nodeType="afterEffect">
                                  <p:stCondLst>
                                    <p:cond delay="0"/>
                                  </p:stCondLst>
                                  <p:childTnLst>
                                    <p:set>
                                      <p:cBhvr>
                                        <p:cTn id="36" dur="1" fill="hold">
                                          <p:stCondLst>
                                            <p:cond delay="0"/>
                                          </p:stCondLst>
                                        </p:cTn>
                                        <p:tgtEl>
                                          <p:spTgt spid="26"/>
                                        </p:tgtEl>
                                        <p:attrNameLst>
                                          <p:attrName>style.visibility</p:attrName>
                                        </p:attrNameLst>
                                      </p:cBhvr>
                                      <p:to>
                                        <p:strVal val="visible"/>
                                      </p:to>
                                    </p:set>
                                    <p:anim calcmode="lin" valueType="num">
                                      <p:cBhvr additive="base">
                                        <p:cTn id="37" dur="500"/>
                                        <p:tgtEl>
                                          <p:spTgt spid="26"/>
                                        </p:tgtEl>
                                        <p:attrNameLst>
                                          <p:attrName>ppt_y</p:attrName>
                                        </p:attrNameLst>
                                      </p:cBhvr>
                                      <p:tavLst>
                                        <p:tav tm="0">
                                          <p:val>
                                            <p:strVal val="#ppt_y-#ppt_h*1.125000"/>
                                          </p:val>
                                        </p:tav>
                                        <p:tav tm="100000">
                                          <p:val>
                                            <p:strVal val="#ppt_y"/>
                                          </p:val>
                                        </p:tav>
                                      </p:tavLst>
                                    </p:anim>
                                    <p:animEffect transition="in" filter="wipe(down)">
                                      <p:cBhvr>
                                        <p:cTn id="38" dur="500"/>
                                        <p:tgtEl>
                                          <p:spTgt spid="26"/>
                                        </p:tgtEl>
                                      </p:cBhvr>
                                    </p:animEffect>
                                  </p:childTnLst>
                                </p:cTn>
                              </p:par>
                            </p:childTnLst>
                          </p:cTn>
                        </p:par>
                        <p:par>
                          <p:cTn id="39" fill="hold">
                            <p:stCondLst>
                              <p:cond delay="4000"/>
                            </p:stCondLst>
                            <p:childTnLst>
                              <p:par>
                                <p:cTn id="40" presetID="22" presetClass="entr" presetSubtype="8" fill="hold" grpId="0" nodeType="after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wipe(left)">
                                      <p:cBhvr>
                                        <p:cTn id="42" dur="500"/>
                                        <p:tgtEl>
                                          <p:spTgt spid="7"/>
                                        </p:tgtEl>
                                      </p:cBhvr>
                                    </p:animEffect>
                                  </p:childTnLst>
                                </p:cTn>
                              </p:par>
                            </p:childTnLst>
                          </p:cTn>
                        </p:par>
                        <p:par>
                          <p:cTn id="43" fill="hold">
                            <p:stCondLst>
                              <p:cond delay="4500"/>
                            </p:stCondLst>
                            <p:childTnLst>
                              <p:par>
                                <p:cTn id="44" presetID="22" presetClass="entr" presetSubtype="8" fill="hold" nodeType="after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wipe(left)">
                                      <p:cBhvr>
                                        <p:cTn id="46" dur="500"/>
                                        <p:tgtEl>
                                          <p:spTgt spid="17"/>
                                        </p:tgtEl>
                                      </p:cBhvr>
                                    </p:animEffect>
                                  </p:childTnLst>
                                </p:cTn>
                              </p:par>
                            </p:childTnLst>
                          </p:cTn>
                        </p:par>
                        <p:par>
                          <p:cTn id="47" fill="hold">
                            <p:stCondLst>
                              <p:cond delay="5000"/>
                            </p:stCondLst>
                            <p:childTnLst>
                              <p:par>
                                <p:cTn id="48" presetID="22" presetClass="entr" presetSubtype="8" fill="hold" nodeType="after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wipe(left)">
                                      <p:cBhvr>
                                        <p:cTn id="50" dur="500"/>
                                        <p:tgtEl>
                                          <p:spTgt spid="18"/>
                                        </p:tgtEl>
                                      </p:cBhvr>
                                    </p:animEffect>
                                  </p:childTnLst>
                                </p:cTn>
                              </p:par>
                            </p:childTnLst>
                          </p:cTn>
                        </p:par>
                        <p:par>
                          <p:cTn id="51" fill="hold">
                            <p:stCondLst>
                              <p:cond delay="5500"/>
                            </p:stCondLst>
                            <p:childTnLst>
                              <p:par>
                                <p:cTn id="52" presetID="12" presetClass="entr" presetSubtype="1" fill="hold" grpId="0" nodeType="afterEffect">
                                  <p:stCondLst>
                                    <p:cond delay="0"/>
                                  </p:stCondLst>
                                  <p:childTnLst>
                                    <p:set>
                                      <p:cBhvr>
                                        <p:cTn id="53" dur="1" fill="hold">
                                          <p:stCondLst>
                                            <p:cond delay="0"/>
                                          </p:stCondLst>
                                        </p:cTn>
                                        <p:tgtEl>
                                          <p:spTgt spid="27"/>
                                        </p:tgtEl>
                                        <p:attrNameLst>
                                          <p:attrName>style.visibility</p:attrName>
                                        </p:attrNameLst>
                                      </p:cBhvr>
                                      <p:to>
                                        <p:strVal val="visible"/>
                                      </p:to>
                                    </p:set>
                                    <p:anim calcmode="lin" valueType="num">
                                      <p:cBhvr additive="base">
                                        <p:cTn id="54" dur="500"/>
                                        <p:tgtEl>
                                          <p:spTgt spid="27"/>
                                        </p:tgtEl>
                                        <p:attrNameLst>
                                          <p:attrName>ppt_y</p:attrName>
                                        </p:attrNameLst>
                                      </p:cBhvr>
                                      <p:tavLst>
                                        <p:tav tm="0">
                                          <p:val>
                                            <p:strVal val="#ppt_y-#ppt_h*1.125000"/>
                                          </p:val>
                                        </p:tav>
                                        <p:tav tm="100000">
                                          <p:val>
                                            <p:strVal val="#ppt_y"/>
                                          </p:val>
                                        </p:tav>
                                      </p:tavLst>
                                    </p:anim>
                                    <p:animEffect transition="in" filter="wipe(down)">
                                      <p:cBhvr>
                                        <p:cTn id="55" dur="500"/>
                                        <p:tgtEl>
                                          <p:spTgt spid="27"/>
                                        </p:tgtEl>
                                      </p:cBhvr>
                                    </p:animEffect>
                                  </p:childTnLst>
                                </p:cTn>
                              </p:par>
                            </p:childTnLst>
                          </p:cTn>
                        </p:par>
                        <p:par>
                          <p:cTn id="56" fill="hold">
                            <p:stCondLst>
                              <p:cond delay="6000"/>
                            </p:stCondLst>
                            <p:childTnLst>
                              <p:par>
                                <p:cTn id="57" presetID="22" presetClass="entr" presetSubtype="8" fill="hold" grpId="0" nodeType="afterEffect">
                                  <p:stCondLst>
                                    <p:cond delay="0"/>
                                  </p:stCondLst>
                                  <p:childTnLst>
                                    <p:set>
                                      <p:cBhvr>
                                        <p:cTn id="58" dur="1" fill="hold">
                                          <p:stCondLst>
                                            <p:cond delay="0"/>
                                          </p:stCondLst>
                                        </p:cTn>
                                        <p:tgtEl>
                                          <p:spTgt spid="8"/>
                                        </p:tgtEl>
                                        <p:attrNameLst>
                                          <p:attrName>style.visibility</p:attrName>
                                        </p:attrNameLst>
                                      </p:cBhvr>
                                      <p:to>
                                        <p:strVal val="visible"/>
                                      </p:to>
                                    </p:set>
                                    <p:animEffect transition="in" filter="wipe(left)">
                                      <p:cBhvr>
                                        <p:cTn id="59" dur="500"/>
                                        <p:tgtEl>
                                          <p:spTgt spid="8"/>
                                        </p:tgtEl>
                                      </p:cBhvr>
                                    </p:animEffect>
                                  </p:childTnLst>
                                </p:cTn>
                              </p:par>
                            </p:childTnLst>
                          </p:cTn>
                        </p:par>
                        <p:par>
                          <p:cTn id="60" fill="hold">
                            <p:stCondLst>
                              <p:cond delay="6500"/>
                            </p:stCondLst>
                            <p:childTnLst>
                              <p:par>
                                <p:cTn id="61" presetID="22" presetClass="entr" presetSubtype="8" fill="hold" nodeType="after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wipe(left)">
                                      <p:cBhvr>
                                        <p:cTn id="63" dur="500"/>
                                        <p:tgtEl>
                                          <p:spTgt spid="21"/>
                                        </p:tgtEl>
                                      </p:cBhvr>
                                    </p:animEffect>
                                  </p:childTnLst>
                                </p:cTn>
                              </p:par>
                            </p:childTnLst>
                          </p:cTn>
                        </p:par>
                        <p:par>
                          <p:cTn id="64" fill="hold">
                            <p:stCondLst>
                              <p:cond delay="7000"/>
                            </p:stCondLst>
                            <p:childTnLst>
                              <p:par>
                                <p:cTn id="65" presetID="22" presetClass="entr" presetSubtype="8" fill="hold" nodeType="after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wipe(left)">
                                      <p:cBhvr>
                                        <p:cTn id="6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25" grpId="0" animBg="1"/>
      <p:bldP spid="26" grpId="0" animBg="1"/>
      <p:bldP spid="2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95486"/>
            <a:ext cx="611560" cy="369332"/>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3"/>
          <p:cNvSpPr txBox="1"/>
          <p:nvPr/>
        </p:nvSpPr>
        <p:spPr>
          <a:xfrm>
            <a:off x="683568" y="195486"/>
            <a:ext cx="3816424" cy="646331"/>
          </a:xfrm>
          <a:prstGeom prst="rect">
            <a:avLst/>
          </a:prstGeom>
          <a:noFill/>
        </p:spPr>
        <p:txBody>
          <a:bodyPr wrap="square" rtlCol="0">
            <a:spAutoFit/>
          </a:bodyPr>
          <a:lstStyle/>
          <a:p>
            <a:r>
              <a:rPr lang="zh-CN" altLang="en-US" dirty="0">
                <a:solidFill>
                  <a:srgbClr val="054487"/>
                </a:solidFill>
                <a:latin typeface="微软雅黑" pitchFamily="34" charset="-122"/>
                <a:ea typeface="微软雅黑" pitchFamily="34" charset="-122"/>
              </a:rPr>
              <a:t>输入你的标题 </a:t>
            </a:r>
            <a:r>
              <a:rPr lang="en-US" altLang="zh-CN" dirty="0">
                <a:solidFill>
                  <a:srgbClr val="054487"/>
                </a:solidFill>
                <a:latin typeface="微软雅黑" pitchFamily="34" charset="-122"/>
                <a:ea typeface="微软雅黑" pitchFamily="34" charset="-122"/>
              </a:rPr>
              <a:t>/Add your title</a:t>
            </a:r>
            <a:endParaRPr lang="zh-CN" altLang="en-US" dirty="0">
              <a:solidFill>
                <a:srgbClr val="054487"/>
              </a:solidFill>
              <a:latin typeface="微软雅黑" pitchFamily="34" charset="-122"/>
              <a:ea typeface="微软雅黑" pitchFamily="34" charset="-122"/>
            </a:endParaRPr>
          </a:p>
          <a:p>
            <a:endParaRPr lang="zh-CN" altLang="en-US" dirty="0">
              <a:solidFill>
                <a:srgbClr val="F46970"/>
              </a:solidFill>
              <a:latin typeface="微软雅黑" pitchFamily="34" charset="-122"/>
              <a:ea typeface="微软雅黑" pitchFamily="34" charset="-122"/>
            </a:endParaRPr>
          </a:p>
        </p:txBody>
      </p:sp>
      <p:pic>
        <p:nvPicPr>
          <p:cNvPr id="5" name="Picture 2"/>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683568" y="1235325"/>
            <a:ext cx="1824485" cy="1086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3"/>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928146" y="1235325"/>
            <a:ext cx="1831331" cy="1086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4"/>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683567" y="3211129"/>
            <a:ext cx="1824487" cy="107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5"/>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4934992" y="3211129"/>
            <a:ext cx="1824485" cy="107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文本框 3"/>
          <p:cNvSpPr txBox="1">
            <a:spLocks noChangeArrowheads="1"/>
          </p:cNvSpPr>
          <p:nvPr/>
        </p:nvSpPr>
        <p:spPr bwMode="auto">
          <a:xfrm>
            <a:off x="2521744" y="1242171"/>
            <a:ext cx="2052036" cy="1439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8581" tIns="49291" rIns="98581" bIns="49291"/>
          <a:lstStyle>
            <a:lvl1pPr>
              <a:defRPr sz="3200">
                <a:solidFill>
                  <a:schemeClr val="tx1"/>
                </a:solidFill>
                <a:latin typeface="Arial Narrow" pitchFamily="34" charset="0"/>
                <a:ea typeface="微软雅黑" pitchFamily="34" charset="-122"/>
              </a:defRPr>
            </a:lvl1pPr>
            <a:lvl2pPr>
              <a:defRPr sz="2800">
                <a:solidFill>
                  <a:schemeClr val="tx1"/>
                </a:solidFill>
                <a:latin typeface="Arial Narrow" pitchFamily="34" charset="0"/>
                <a:ea typeface="微软雅黑" pitchFamily="34" charset="-122"/>
              </a:defRPr>
            </a:lvl2pPr>
            <a:lvl3pPr>
              <a:defRPr sz="2400">
                <a:solidFill>
                  <a:schemeClr val="tx1"/>
                </a:solidFill>
                <a:latin typeface="Arial Narrow" pitchFamily="34" charset="0"/>
                <a:ea typeface="微软雅黑" pitchFamily="34" charset="-122"/>
              </a:defRPr>
            </a:lvl3pPr>
            <a:lvl4pPr>
              <a:defRPr sz="2000">
                <a:solidFill>
                  <a:schemeClr val="tx1"/>
                </a:solidFill>
                <a:latin typeface="Arial Narrow" pitchFamily="34" charset="0"/>
                <a:ea typeface="微软雅黑" pitchFamily="34" charset="-122"/>
              </a:defRPr>
            </a:lvl4pPr>
            <a:lvl5pPr>
              <a:defRPr sz="2000">
                <a:solidFill>
                  <a:schemeClr val="tx1"/>
                </a:solidFill>
                <a:latin typeface="Arial Narrow" pitchFamily="34" charset="0"/>
                <a:ea typeface="微软雅黑" pitchFamily="34" charset="-122"/>
              </a:defRPr>
            </a:lvl5pPr>
            <a:lvl6pPr eaLnBrk="0" fontAlgn="base" hangingPunct="0">
              <a:spcBef>
                <a:spcPct val="20000"/>
              </a:spcBef>
              <a:spcAft>
                <a:spcPct val="0"/>
              </a:spcAft>
              <a:buFont typeface="Arial" charset="0"/>
              <a:buChar char="»"/>
              <a:defRPr sz="2000">
                <a:solidFill>
                  <a:schemeClr val="tx1"/>
                </a:solidFill>
                <a:latin typeface="Arial Narrow" pitchFamily="34" charset="0"/>
                <a:ea typeface="微软雅黑" pitchFamily="34" charset="-122"/>
              </a:defRPr>
            </a:lvl6pPr>
            <a:lvl7pPr eaLnBrk="0" fontAlgn="base" hangingPunct="0">
              <a:spcBef>
                <a:spcPct val="20000"/>
              </a:spcBef>
              <a:spcAft>
                <a:spcPct val="0"/>
              </a:spcAft>
              <a:buFont typeface="Arial" charset="0"/>
              <a:buChar char="»"/>
              <a:defRPr sz="2000">
                <a:solidFill>
                  <a:schemeClr val="tx1"/>
                </a:solidFill>
                <a:latin typeface="Arial Narrow" pitchFamily="34" charset="0"/>
                <a:ea typeface="微软雅黑" pitchFamily="34" charset="-122"/>
              </a:defRPr>
            </a:lvl7pPr>
            <a:lvl8pPr eaLnBrk="0" fontAlgn="base" hangingPunct="0">
              <a:spcBef>
                <a:spcPct val="20000"/>
              </a:spcBef>
              <a:spcAft>
                <a:spcPct val="0"/>
              </a:spcAft>
              <a:buFont typeface="Arial" charset="0"/>
              <a:buChar char="»"/>
              <a:defRPr sz="2000">
                <a:solidFill>
                  <a:schemeClr val="tx1"/>
                </a:solidFill>
                <a:latin typeface="Arial Narrow" pitchFamily="34" charset="0"/>
                <a:ea typeface="微软雅黑" pitchFamily="34" charset="-122"/>
              </a:defRPr>
            </a:lvl8pPr>
            <a:lvl9pPr eaLnBrk="0" fontAlgn="base" hangingPunct="0">
              <a:spcBef>
                <a:spcPct val="20000"/>
              </a:spcBef>
              <a:spcAft>
                <a:spcPct val="0"/>
              </a:spcAft>
              <a:buFont typeface="Arial" charset="0"/>
              <a:buChar char="»"/>
              <a:defRPr sz="2000">
                <a:solidFill>
                  <a:schemeClr val="tx1"/>
                </a:solidFill>
                <a:latin typeface="Arial Narrow" pitchFamily="34" charset="0"/>
                <a:ea typeface="微软雅黑" pitchFamily="34" charset="-122"/>
              </a:defRPr>
            </a:lvl9pPr>
          </a:lstStyle>
          <a:p>
            <a:pPr>
              <a:lnSpc>
                <a:spcPct val="150000"/>
              </a:lnSpc>
              <a:defRPr/>
            </a:pPr>
            <a:r>
              <a:rPr lang="zh-CN" altLang="en-US" sz="1500" dirty="0">
                <a:solidFill>
                  <a:prstClr val="black">
                    <a:lumMod val="85000"/>
                    <a:lumOff val="15000"/>
                  </a:prstClr>
                </a:solidFill>
                <a:latin typeface="微软雅黑" pitchFamily="34" charset="-122"/>
              </a:rPr>
              <a:t>单击此处添加对图片的说明文字单击此处添加对图片的说明文字</a:t>
            </a:r>
            <a:r>
              <a:rPr lang="en-US" altLang="zh-CN" sz="1500" dirty="0">
                <a:solidFill>
                  <a:prstClr val="black">
                    <a:lumMod val="85000"/>
                    <a:lumOff val="15000"/>
                  </a:prstClr>
                </a:solidFill>
                <a:latin typeface="微软雅黑" pitchFamily="34" charset="-122"/>
              </a:rPr>
              <a:t>.</a:t>
            </a:r>
            <a:endParaRPr lang="zh-CN" altLang="en-US" sz="1500" dirty="0">
              <a:solidFill>
                <a:prstClr val="black">
                  <a:lumMod val="85000"/>
                  <a:lumOff val="15000"/>
                </a:prstClr>
              </a:solidFill>
              <a:latin typeface="微软雅黑" pitchFamily="34" charset="-122"/>
            </a:endParaRPr>
          </a:p>
        </p:txBody>
      </p:sp>
      <p:sp>
        <p:nvSpPr>
          <p:cNvPr id="10" name="矩形 16"/>
          <p:cNvSpPr>
            <a:spLocks noChangeArrowheads="1"/>
          </p:cNvSpPr>
          <p:nvPr/>
        </p:nvSpPr>
        <p:spPr bwMode="auto">
          <a:xfrm>
            <a:off x="680145" y="2321544"/>
            <a:ext cx="1827907" cy="359968"/>
          </a:xfrm>
          <a:prstGeom prst="rect">
            <a:avLst/>
          </a:prstGeom>
          <a:solidFill>
            <a:srgbClr val="054487"/>
          </a:solidFill>
          <a:ln>
            <a:noFill/>
          </a:ln>
        </p:spPr>
        <p:txBody>
          <a:bodyPr lIns="98581" tIns="49291" rIns="98581" bIns="49291" anchor="ctr"/>
          <a:lstStyle/>
          <a:p>
            <a:pPr algn="ctr">
              <a:buFont typeface="Arial" charset="0"/>
              <a:buNone/>
            </a:pPr>
            <a:r>
              <a:rPr lang="zh-CN" altLang="en-US" sz="1500" dirty="0">
                <a:solidFill>
                  <a:srgbClr val="FFFFFF"/>
                </a:solidFill>
                <a:latin typeface="微软雅黑" pitchFamily="34" charset="-122"/>
                <a:ea typeface="微软雅黑" pitchFamily="34" charset="-122"/>
              </a:rPr>
              <a:t>此处添加文本</a:t>
            </a:r>
          </a:p>
        </p:txBody>
      </p:sp>
      <p:sp>
        <p:nvSpPr>
          <p:cNvPr id="11" name="矩形 17"/>
          <p:cNvSpPr>
            <a:spLocks noChangeArrowheads="1"/>
          </p:cNvSpPr>
          <p:nvPr/>
        </p:nvSpPr>
        <p:spPr bwMode="auto">
          <a:xfrm>
            <a:off x="4931569" y="2321544"/>
            <a:ext cx="1827907" cy="359968"/>
          </a:xfrm>
          <a:prstGeom prst="rect">
            <a:avLst/>
          </a:prstGeom>
          <a:solidFill>
            <a:srgbClr val="054487"/>
          </a:solidFill>
          <a:ln>
            <a:noFill/>
          </a:ln>
        </p:spPr>
        <p:txBody>
          <a:bodyPr lIns="98581" tIns="49291" rIns="98581" bIns="49291" anchor="ctr"/>
          <a:lstStyle/>
          <a:p>
            <a:pPr algn="ctr"/>
            <a:r>
              <a:rPr lang="zh-CN" altLang="en-US" sz="1500" dirty="0">
                <a:solidFill>
                  <a:srgbClr val="FFFFFF"/>
                </a:solidFill>
                <a:latin typeface="微软雅黑" pitchFamily="34" charset="-122"/>
                <a:ea typeface="微软雅黑" pitchFamily="34" charset="-122"/>
              </a:rPr>
              <a:t>此处添加文本</a:t>
            </a:r>
          </a:p>
        </p:txBody>
      </p:sp>
      <p:sp>
        <p:nvSpPr>
          <p:cNvPr id="12" name="矩形 18"/>
          <p:cNvSpPr>
            <a:spLocks noChangeArrowheads="1"/>
          </p:cNvSpPr>
          <p:nvPr/>
        </p:nvSpPr>
        <p:spPr bwMode="auto">
          <a:xfrm>
            <a:off x="680145" y="4288792"/>
            <a:ext cx="1827907" cy="359966"/>
          </a:xfrm>
          <a:prstGeom prst="rect">
            <a:avLst/>
          </a:prstGeom>
          <a:solidFill>
            <a:srgbClr val="054487"/>
          </a:solidFill>
          <a:ln>
            <a:noFill/>
          </a:ln>
        </p:spPr>
        <p:txBody>
          <a:bodyPr lIns="98581" tIns="49291" rIns="98581" bIns="49291" anchor="ctr"/>
          <a:lstStyle/>
          <a:p>
            <a:pPr algn="ctr"/>
            <a:r>
              <a:rPr lang="zh-CN" altLang="en-US" sz="1500" dirty="0">
                <a:solidFill>
                  <a:srgbClr val="FFFFFF"/>
                </a:solidFill>
                <a:latin typeface="微软雅黑" pitchFamily="34" charset="-122"/>
                <a:ea typeface="微软雅黑" pitchFamily="34" charset="-122"/>
              </a:rPr>
              <a:t>此处添加文本</a:t>
            </a:r>
          </a:p>
        </p:txBody>
      </p:sp>
      <p:sp>
        <p:nvSpPr>
          <p:cNvPr id="13" name="矩形 19"/>
          <p:cNvSpPr>
            <a:spLocks noChangeArrowheads="1"/>
          </p:cNvSpPr>
          <p:nvPr/>
        </p:nvSpPr>
        <p:spPr bwMode="auto">
          <a:xfrm>
            <a:off x="4931569" y="4288792"/>
            <a:ext cx="1827907" cy="359966"/>
          </a:xfrm>
          <a:prstGeom prst="rect">
            <a:avLst/>
          </a:prstGeom>
          <a:solidFill>
            <a:srgbClr val="054487"/>
          </a:solidFill>
          <a:ln>
            <a:noFill/>
          </a:ln>
        </p:spPr>
        <p:txBody>
          <a:bodyPr lIns="98581" tIns="49291" rIns="98581" bIns="49291" anchor="ctr"/>
          <a:lstStyle/>
          <a:p>
            <a:pPr algn="ctr"/>
            <a:r>
              <a:rPr lang="zh-CN" altLang="en-US" sz="1500" dirty="0">
                <a:solidFill>
                  <a:srgbClr val="FFFFFF"/>
                </a:solidFill>
                <a:latin typeface="微软雅黑" pitchFamily="34" charset="-122"/>
                <a:ea typeface="微软雅黑" pitchFamily="34" charset="-122"/>
              </a:rPr>
              <a:t>此处添加文本</a:t>
            </a:r>
          </a:p>
        </p:txBody>
      </p:sp>
      <p:sp>
        <p:nvSpPr>
          <p:cNvPr id="14" name="文本框 3"/>
          <p:cNvSpPr txBox="1">
            <a:spLocks noChangeArrowheads="1"/>
          </p:cNvSpPr>
          <p:nvPr/>
        </p:nvSpPr>
        <p:spPr bwMode="auto">
          <a:xfrm>
            <a:off x="6825156" y="1235325"/>
            <a:ext cx="2052036" cy="1439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8581" tIns="49291" rIns="98581" bIns="49291"/>
          <a:lstStyle>
            <a:lvl1pPr>
              <a:defRPr sz="3200">
                <a:solidFill>
                  <a:schemeClr val="tx1"/>
                </a:solidFill>
                <a:latin typeface="Arial Narrow" pitchFamily="34" charset="0"/>
                <a:ea typeface="微软雅黑" pitchFamily="34" charset="-122"/>
              </a:defRPr>
            </a:lvl1pPr>
            <a:lvl2pPr>
              <a:defRPr sz="2800">
                <a:solidFill>
                  <a:schemeClr val="tx1"/>
                </a:solidFill>
                <a:latin typeface="Arial Narrow" pitchFamily="34" charset="0"/>
                <a:ea typeface="微软雅黑" pitchFamily="34" charset="-122"/>
              </a:defRPr>
            </a:lvl2pPr>
            <a:lvl3pPr>
              <a:defRPr sz="2400">
                <a:solidFill>
                  <a:schemeClr val="tx1"/>
                </a:solidFill>
                <a:latin typeface="Arial Narrow" pitchFamily="34" charset="0"/>
                <a:ea typeface="微软雅黑" pitchFamily="34" charset="-122"/>
              </a:defRPr>
            </a:lvl3pPr>
            <a:lvl4pPr>
              <a:defRPr sz="2000">
                <a:solidFill>
                  <a:schemeClr val="tx1"/>
                </a:solidFill>
                <a:latin typeface="Arial Narrow" pitchFamily="34" charset="0"/>
                <a:ea typeface="微软雅黑" pitchFamily="34" charset="-122"/>
              </a:defRPr>
            </a:lvl4pPr>
            <a:lvl5pPr>
              <a:defRPr sz="2000">
                <a:solidFill>
                  <a:schemeClr val="tx1"/>
                </a:solidFill>
                <a:latin typeface="Arial Narrow" pitchFamily="34" charset="0"/>
                <a:ea typeface="微软雅黑" pitchFamily="34" charset="-122"/>
              </a:defRPr>
            </a:lvl5pPr>
            <a:lvl6pPr eaLnBrk="0" fontAlgn="base" hangingPunct="0">
              <a:spcBef>
                <a:spcPct val="20000"/>
              </a:spcBef>
              <a:spcAft>
                <a:spcPct val="0"/>
              </a:spcAft>
              <a:buFont typeface="Arial" charset="0"/>
              <a:buChar char="»"/>
              <a:defRPr sz="2000">
                <a:solidFill>
                  <a:schemeClr val="tx1"/>
                </a:solidFill>
                <a:latin typeface="Arial Narrow" pitchFamily="34" charset="0"/>
                <a:ea typeface="微软雅黑" pitchFamily="34" charset="-122"/>
              </a:defRPr>
            </a:lvl6pPr>
            <a:lvl7pPr eaLnBrk="0" fontAlgn="base" hangingPunct="0">
              <a:spcBef>
                <a:spcPct val="20000"/>
              </a:spcBef>
              <a:spcAft>
                <a:spcPct val="0"/>
              </a:spcAft>
              <a:buFont typeface="Arial" charset="0"/>
              <a:buChar char="»"/>
              <a:defRPr sz="2000">
                <a:solidFill>
                  <a:schemeClr val="tx1"/>
                </a:solidFill>
                <a:latin typeface="Arial Narrow" pitchFamily="34" charset="0"/>
                <a:ea typeface="微软雅黑" pitchFamily="34" charset="-122"/>
              </a:defRPr>
            </a:lvl7pPr>
            <a:lvl8pPr eaLnBrk="0" fontAlgn="base" hangingPunct="0">
              <a:spcBef>
                <a:spcPct val="20000"/>
              </a:spcBef>
              <a:spcAft>
                <a:spcPct val="0"/>
              </a:spcAft>
              <a:buFont typeface="Arial" charset="0"/>
              <a:buChar char="»"/>
              <a:defRPr sz="2000">
                <a:solidFill>
                  <a:schemeClr val="tx1"/>
                </a:solidFill>
                <a:latin typeface="Arial Narrow" pitchFamily="34" charset="0"/>
                <a:ea typeface="微软雅黑" pitchFamily="34" charset="-122"/>
              </a:defRPr>
            </a:lvl8pPr>
            <a:lvl9pPr eaLnBrk="0" fontAlgn="base" hangingPunct="0">
              <a:spcBef>
                <a:spcPct val="20000"/>
              </a:spcBef>
              <a:spcAft>
                <a:spcPct val="0"/>
              </a:spcAft>
              <a:buFont typeface="Arial" charset="0"/>
              <a:buChar char="»"/>
              <a:defRPr sz="2000">
                <a:solidFill>
                  <a:schemeClr val="tx1"/>
                </a:solidFill>
                <a:latin typeface="Arial Narrow" pitchFamily="34" charset="0"/>
                <a:ea typeface="微软雅黑" pitchFamily="34" charset="-122"/>
              </a:defRPr>
            </a:lvl9pPr>
          </a:lstStyle>
          <a:p>
            <a:pPr>
              <a:lnSpc>
                <a:spcPct val="150000"/>
              </a:lnSpc>
              <a:defRPr/>
            </a:pPr>
            <a:r>
              <a:rPr lang="zh-CN" altLang="en-US" sz="1500" dirty="0">
                <a:solidFill>
                  <a:prstClr val="black">
                    <a:lumMod val="85000"/>
                    <a:lumOff val="15000"/>
                  </a:prstClr>
                </a:solidFill>
                <a:latin typeface="微软雅黑" pitchFamily="34" charset="-122"/>
              </a:rPr>
              <a:t>单击此处添加对图片的说明文字单击此处添加对图片的说明文字</a:t>
            </a:r>
            <a:r>
              <a:rPr lang="en-US" altLang="zh-CN" sz="1500" dirty="0">
                <a:solidFill>
                  <a:prstClr val="black">
                    <a:lumMod val="85000"/>
                    <a:lumOff val="15000"/>
                  </a:prstClr>
                </a:solidFill>
                <a:latin typeface="微软雅黑" pitchFamily="34" charset="-122"/>
              </a:rPr>
              <a:t>.</a:t>
            </a:r>
            <a:endParaRPr lang="zh-CN" altLang="en-US" sz="1500" dirty="0">
              <a:solidFill>
                <a:prstClr val="black">
                  <a:lumMod val="85000"/>
                  <a:lumOff val="15000"/>
                </a:prstClr>
              </a:solidFill>
              <a:latin typeface="微软雅黑" pitchFamily="34" charset="-122"/>
            </a:endParaRPr>
          </a:p>
        </p:txBody>
      </p:sp>
      <p:sp>
        <p:nvSpPr>
          <p:cNvPr id="15" name="文本框 3"/>
          <p:cNvSpPr txBox="1">
            <a:spLocks noChangeArrowheads="1"/>
          </p:cNvSpPr>
          <p:nvPr/>
        </p:nvSpPr>
        <p:spPr bwMode="auto">
          <a:xfrm>
            <a:off x="2521744" y="3217975"/>
            <a:ext cx="2052036" cy="1439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8581" tIns="49291" rIns="98581" bIns="49291"/>
          <a:lstStyle>
            <a:lvl1pPr>
              <a:defRPr sz="3200">
                <a:solidFill>
                  <a:schemeClr val="tx1"/>
                </a:solidFill>
                <a:latin typeface="Arial Narrow" pitchFamily="34" charset="0"/>
                <a:ea typeface="微软雅黑" pitchFamily="34" charset="-122"/>
              </a:defRPr>
            </a:lvl1pPr>
            <a:lvl2pPr>
              <a:defRPr sz="2800">
                <a:solidFill>
                  <a:schemeClr val="tx1"/>
                </a:solidFill>
                <a:latin typeface="Arial Narrow" pitchFamily="34" charset="0"/>
                <a:ea typeface="微软雅黑" pitchFamily="34" charset="-122"/>
              </a:defRPr>
            </a:lvl2pPr>
            <a:lvl3pPr>
              <a:defRPr sz="2400">
                <a:solidFill>
                  <a:schemeClr val="tx1"/>
                </a:solidFill>
                <a:latin typeface="Arial Narrow" pitchFamily="34" charset="0"/>
                <a:ea typeface="微软雅黑" pitchFamily="34" charset="-122"/>
              </a:defRPr>
            </a:lvl3pPr>
            <a:lvl4pPr>
              <a:defRPr sz="2000">
                <a:solidFill>
                  <a:schemeClr val="tx1"/>
                </a:solidFill>
                <a:latin typeface="Arial Narrow" pitchFamily="34" charset="0"/>
                <a:ea typeface="微软雅黑" pitchFamily="34" charset="-122"/>
              </a:defRPr>
            </a:lvl4pPr>
            <a:lvl5pPr>
              <a:defRPr sz="2000">
                <a:solidFill>
                  <a:schemeClr val="tx1"/>
                </a:solidFill>
                <a:latin typeface="Arial Narrow" pitchFamily="34" charset="0"/>
                <a:ea typeface="微软雅黑" pitchFamily="34" charset="-122"/>
              </a:defRPr>
            </a:lvl5pPr>
            <a:lvl6pPr eaLnBrk="0" fontAlgn="base" hangingPunct="0">
              <a:spcBef>
                <a:spcPct val="20000"/>
              </a:spcBef>
              <a:spcAft>
                <a:spcPct val="0"/>
              </a:spcAft>
              <a:buFont typeface="Arial" charset="0"/>
              <a:buChar char="»"/>
              <a:defRPr sz="2000">
                <a:solidFill>
                  <a:schemeClr val="tx1"/>
                </a:solidFill>
                <a:latin typeface="Arial Narrow" pitchFamily="34" charset="0"/>
                <a:ea typeface="微软雅黑" pitchFamily="34" charset="-122"/>
              </a:defRPr>
            </a:lvl6pPr>
            <a:lvl7pPr eaLnBrk="0" fontAlgn="base" hangingPunct="0">
              <a:spcBef>
                <a:spcPct val="20000"/>
              </a:spcBef>
              <a:spcAft>
                <a:spcPct val="0"/>
              </a:spcAft>
              <a:buFont typeface="Arial" charset="0"/>
              <a:buChar char="»"/>
              <a:defRPr sz="2000">
                <a:solidFill>
                  <a:schemeClr val="tx1"/>
                </a:solidFill>
                <a:latin typeface="Arial Narrow" pitchFamily="34" charset="0"/>
                <a:ea typeface="微软雅黑" pitchFamily="34" charset="-122"/>
              </a:defRPr>
            </a:lvl7pPr>
            <a:lvl8pPr eaLnBrk="0" fontAlgn="base" hangingPunct="0">
              <a:spcBef>
                <a:spcPct val="20000"/>
              </a:spcBef>
              <a:spcAft>
                <a:spcPct val="0"/>
              </a:spcAft>
              <a:buFont typeface="Arial" charset="0"/>
              <a:buChar char="»"/>
              <a:defRPr sz="2000">
                <a:solidFill>
                  <a:schemeClr val="tx1"/>
                </a:solidFill>
                <a:latin typeface="Arial Narrow" pitchFamily="34" charset="0"/>
                <a:ea typeface="微软雅黑" pitchFamily="34" charset="-122"/>
              </a:defRPr>
            </a:lvl8pPr>
            <a:lvl9pPr eaLnBrk="0" fontAlgn="base" hangingPunct="0">
              <a:spcBef>
                <a:spcPct val="20000"/>
              </a:spcBef>
              <a:spcAft>
                <a:spcPct val="0"/>
              </a:spcAft>
              <a:buFont typeface="Arial" charset="0"/>
              <a:buChar char="»"/>
              <a:defRPr sz="2000">
                <a:solidFill>
                  <a:schemeClr val="tx1"/>
                </a:solidFill>
                <a:latin typeface="Arial Narrow" pitchFamily="34" charset="0"/>
                <a:ea typeface="微软雅黑" pitchFamily="34" charset="-122"/>
              </a:defRPr>
            </a:lvl9pPr>
          </a:lstStyle>
          <a:p>
            <a:pPr>
              <a:lnSpc>
                <a:spcPct val="150000"/>
              </a:lnSpc>
              <a:defRPr/>
            </a:pPr>
            <a:r>
              <a:rPr lang="zh-CN" altLang="en-US" sz="1500" dirty="0">
                <a:solidFill>
                  <a:prstClr val="black">
                    <a:lumMod val="85000"/>
                    <a:lumOff val="15000"/>
                  </a:prstClr>
                </a:solidFill>
                <a:latin typeface="微软雅黑" pitchFamily="34" charset="-122"/>
              </a:rPr>
              <a:t>单击此处添加对图片的说明文字单击此处添加对图片的说明文字</a:t>
            </a:r>
            <a:r>
              <a:rPr lang="en-US" altLang="zh-CN" sz="1500" dirty="0">
                <a:solidFill>
                  <a:prstClr val="black">
                    <a:lumMod val="85000"/>
                    <a:lumOff val="15000"/>
                  </a:prstClr>
                </a:solidFill>
                <a:latin typeface="微软雅黑" pitchFamily="34" charset="-122"/>
              </a:rPr>
              <a:t>.</a:t>
            </a:r>
            <a:endParaRPr lang="zh-CN" altLang="en-US" sz="1500" dirty="0">
              <a:solidFill>
                <a:prstClr val="black">
                  <a:lumMod val="85000"/>
                  <a:lumOff val="15000"/>
                </a:prstClr>
              </a:solidFill>
              <a:latin typeface="微软雅黑" pitchFamily="34" charset="-122"/>
            </a:endParaRPr>
          </a:p>
        </p:txBody>
      </p:sp>
      <p:sp>
        <p:nvSpPr>
          <p:cNvPr id="16" name="文本框 3"/>
          <p:cNvSpPr txBox="1">
            <a:spLocks noChangeArrowheads="1"/>
          </p:cNvSpPr>
          <p:nvPr/>
        </p:nvSpPr>
        <p:spPr bwMode="auto">
          <a:xfrm>
            <a:off x="6825156" y="3211129"/>
            <a:ext cx="2052036" cy="1439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8581" tIns="49291" rIns="98581" bIns="49291"/>
          <a:lstStyle>
            <a:lvl1pPr>
              <a:defRPr sz="3200">
                <a:solidFill>
                  <a:schemeClr val="tx1"/>
                </a:solidFill>
                <a:latin typeface="Arial Narrow" pitchFamily="34" charset="0"/>
                <a:ea typeface="微软雅黑" pitchFamily="34" charset="-122"/>
              </a:defRPr>
            </a:lvl1pPr>
            <a:lvl2pPr>
              <a:defRPr sz="2800">
                <a:solidFill>
                  <a:schemeClr val="tx1"/>
                </a:solidFill>
                <a:latin typeface="Arial Narrow" pitchFamily="34" charset="0"/>
                <a:ea typeface="微软雅黑" pitchFamily="34" charset="-122"/>
              </a:defRPr>
            </a:lvl2pPr>
            <a:lvl3pPr>
              <a:defRPr sz="2400">
                <a:solidFill>
                  <a:schemeClr val="tx1"/>
                </a:solidFill>
                <a:latin typeface="Arial Narrow" pitchFamily="34" charset="0"/>
                <a:ea typeface="微软雅黑" pitchFamily="34" charset="-122"/>
              </a:defRPr>
            </a:lvl3pPr>
            <a:lvl4pPr>
              <a:defRPr sz="2000">
                <a:solidFill>
                  <a:schemeClr val="tx1"/>
                </a:solidFill>
                <a:latin typeface="Arial Narrow" pitchFamily="34" charset="0"/>
                <a:ea typeface="微软雅黑" pitchFamily="34" charset="-122"/>
              </a:defRPr>
            </a:lvl4pPr>
            <a:lvl5pPr>
              <a:defRPr sz="2000">
                <a:solidFill>
                  <a:schemeClr val="tx1"/>
                </a:solidFill>
                <a:latin typeface="Arial Narrow" pitchFamily="34" charset="0"/>
                <a:ea typeface="微软雅黑" pitchFamily="34" charset="-122"/>
              </a:defRPr>
            </a:lvl5pPr>
            <a:lvl6pPr eaLnBrk="0" fontAlgn="base" hangingPunct="0">
              <a:spcBef>
                <a:spcPct val="20000"/>
              </a:spcBef>
              <a:spcAft>
                <a:spcPct val="0"/>
              </a:spcAft>
              <a:buFont typeface="Arial" charset="0"/>
              <a:buChar char="»"/>
              <a:defRPr sz="2000">
                <a:solidFill>
                  <a:schemeClr val="tx1"/>
                </a:solidFill>
                <a:latin typeface="Arial Narrow" pitchFamily="34" charset="0"/>
                <a:ea typeface="微软雅黑" pitchFamily="34" charset="-122"/>
              </a:defRPr>
            </a:lvl6pPr>
            <a:lvl7pPr eaLnBrk="0" fontAlgn="base" hangingPunct="0">
              <a:spcBef>
                <a:spcPct val="20000"/>
              </a:spcBef>
              <a:spcAft>
                <a:spcPct val="0"/>
              </a:spcAft>
              <a:buFont typeface="Arial" charset="0"/>
              <a:buChar char="»"/>
              <a:defRPr sz="2000">
                <a:solidFill>
                  <a:schemeClr val="tx1"/>
                </a:solidFill>
                <a:latin typeface="Arial Narrow" pitchFamily="34" charset="0"/>
                <a:ea typeface="微软雅黑" pitchFamily="34" charset="-122"/>
              </a:defRPr>
            </a:lvl7pPr>
            <a:lvl8pPr eaLnBrk="0" fontAlgn="base" hangingPunct="0">
              <a:spcBef>
                <a:spcPct val="20000"/>
              </a:spcBef>
              <a:spcAft>
                <a:spcPct val="0"/>
              </a:spcAft>
              <a:buFont typeface="Arial" charset="0"/>
              <a:buChar char="»"/>
              <a:defRPr sz="2000">
                <a:solidFill>
                  <a:schemeClr val="tx1"/>
                </a:solidFill>
                <a:latin typeface="Arial Narrow" pitchFamily="34" charset="0"/>
                <a:ea typeface="微软雅黑" pitchFamily="34" charset="-122"/>
              </a:defRPr>
            </a:lvl8pPr>
            <a:lvl9pPr eaLnBrk="0" fontAlgn="base" hangingPunct="0">
              <a:spcBef>
                <a:spcPct val="20000"/>
              </a:spcBef>
              <a:spcAft>
                <a:spcPct val="0"/>
              </a:spcAft>
              <a:buFont typeface="Arial" charset="0"/>
              <a:buChar char="»"/>
              <a:defRPr sz="2000">
                <a:solidFill>
                  <a:schemeClr val="tx1"/>
                </a:solidFill>
                <a:latin typeface="Arial Narrow" pitchFamily="34" charset="0"/>
                <a:ea typeface="微软雅黑" pitchFamily="34" charset="-122"/>
              </a:defRPr>
            </a:lvl9pPr>
          </a:lstStyle>
          <a:p>
            <a:pPr>
              <a:lnSpc>
                <a:spcPct val="150000"/>
              </a:lnSpc>
              <a:defRPr/>
            </a:pPr>
            <a:r>
              <a:rPr lang="zh-CN" altLang="en-US" sz="1500" dirty="0">
                <a:solidFill>
                  <a:prstClr val="black">
                    <a:lumMod val="85000"/>
                    <a:lumOff val="15000"/>
                  </a:prstClr>
                </a:solidFill>
                <a:latin typeface="微软雅黑" pitchFamily="34" charset="-122"/>
              </a:rPr>
              <a:t>单击此处添加对图片的说明文字单击此处添加对图片的说明文字</a:t>
            </a:r>
            <a:r>
              <a:rPr lang="en-US" altLang="zh-CN" sz="1500" dirty="0">
                <a:solidFill>
                  <a:prstClr val="black">
                    <a:lumMod val="85000"/>
                    <a:lumOff val="15000"/>
                  </a:prstClr>
                </a:solidFill>
                <a:latin typeface="微软雅黑" pitchFamily="34" charset="-122"/>
              </a:rPr>
              <a:t>.</a:t>
            </a:r>
            <a:endParaRPr lang="zh-CN" altLang="en-US" sz="1500" dirty="0">
              <a:solidFill>
                <a:prstClr val="black">
                  <a:lumMod val="85000"/>
                  <a:lumOff val="15000"/>
                </a:prstClr>
              </a:solidFill>
              <a:latin typeface="微软雅黑" pitchFamily="34" charset="-122"/>
            </a:endParaRPr>
          </a:p>
        </p:txBody>
      </p:sp>
    </p:spTree>
    <p:extLst>
      <p:ext uri="{BB962C8B-B14F-4D97-AF65-F5344CB8AC3E}">
        <p14:creationId xmlns:p14="http://schemas.microsoft.com/office/powerpoint/2010/main" val="1919013768"/>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2" presetClass="entr" presetSubtype="4"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par>
                          <p:cTn id="13" fill="hold">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left)">
                                      <p:cBhvr>
                                        <p:cTn id="16" dur="500"/>
                                        <p:tgtEl>
                                          <p:spTgt spid="9"/>
                                        </p:tgtEl>
                                      </p:cBhvr>
                                    </p:animEffect>
                                  </p:childTnLst>
                                </p:cTn>
                              </p:par>
                            </p:childTnLst>
                          </p:cTn>
                        </p:par>
                        <p:par>
                          <p:cTn id="17" fill="hold">
                            <p:stCondLst>
                              <p:cond delay="1500"/>
                            </p:stCondLst>
                            <p:childTnLst>
                              <p:par>
                                <p:cTn id="18" presetID="2" presetClass="entr" presetSubtype="1" fill="hold" grpId="0" nodeType="afterEffect">
                                  <p:stCondLst>
                                    <p:cond delay="0"/>
                                  </p:stCondLst>
                                  <p:childTnLst>
                                    <p:set>
                                      <p:cBhvr>
                                        <p:cTn id="19" dur="1" fill="hold">
                                          <p:stCondLst>
                                            <p:cond delay="0"/>
                                          </p:stCondLst>
                                        </p:cTn>
                                        <p:tgtEl>
                                          <p:spTgt spid="11"/>
                                        </p:tgtEl>
                                        <p:attrNameLst>
                                          <p:attrName>style.visibility</p:attrName>
                                        </p:attrNameLst>
                                      </p:cBhvr>
                                      <p:to>
                                        <p:strVal val="visible"/>
                                      </p:to>
                                    </p:set>
                                    <p:anim calcmode="lin" valueType="num">
                                      <p:cBhvr additive="base">
                                        <p:cTn id="20" dur="500" fill="hold"/>
                                        <p:tgtEl>
                                          <p:spTgt spid="11"/>
                                        </p:tgtEl>
                                        <p:attrNameLst>
                                          <p:attrName>ppt_x</p:attrName>
                                        </p:attrNameLst>
                                      </p:cBhvr>
                                      <p:tavLst>
                                        <p:tav tm="0">
                                          <p:val>
                                            <p:strVal val="#ppt_x"/>
                                          </p:val>
                                        </p:tav>
                                        <p:tav tm="100000">
                                          <p:val>
                                            <p:strVal val="#ppt_x"/>
                                          </p:val>
                                        </p:tav>
                                      </p:tavLst>
                                    </p:anim>
                                    <p:anim calcmode="lin" valueType="num">
                                      <p:cBhvr additive="base">
                                        <p:cTn id="21" dur="500" fill="hold"/>
                                        <p:tgtEl>
                                          <p:spTgt spid="11"/>
                                        </p:tgtEl>
                                        <p:attrNameLst>
                                          <p:attrName>ppt_y</p:attrName>
                                        </p:attrNameLst>
                                      </p:cBhvr>
                                      <p:tavLst>
                                        <p:tav tm="0">
                                          <p:val>
                                            <p:strVal val="0-#ppt_h/2"/>
                                          </p:val>
                                        </p:tav>
                                        <p:tav tm="100000">
                                          <p:val>
                                            <p:strVal val="#ppt_y"/>
                                          </p:val>
                                        </p:tav>
                                      </p:tavLst>
                                    </p:anim>
                                  </p:childTnLst>
                                </p:cTn>
                              </p:par>
                            </p:childTnLst>
                          </p:cTn>
                        </p:par>
                        <p:par>
                          <p:cTn id="22" fill="hold">
                            <p:stCondLst>
                              <p:cond delay="2000"/>
                            </p:stCondLst>
                            <p:childTnLst>
                              <p:par>
                                <p:cTn id="23" presetID="22" presetClass="entr" presetSubtype="4" fill="hold" nodeType="after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down)">
                                      <p:cBhvr>
                                        <p:cTn id="25" dur="500"/>
                                        <p:tgtEl>
                                          <p:spTgt spid="6"/>
                                        </p:tgtEl>
                                      </p:cBhvr>
                                    </p:animEffect>
                                  </p:childTnLst>
                                </p:cTn>
                              </p:par>
                            </p:childTnLst>
                          </p:cTn>
                        </p:par>
                        <p:par>
                          <p:cTn id="26" fill="hold">
                            <p:stCondLst>
                              <p:cond delay="2500"/>
                            </p:stCondLst>
                            <p:childTnLst>
                              <p:par>
                                <p:cTn id="27" presetID="22" presetClass="entr" presetSubtype="8" fill="hold" grpId="0" nodeType="after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wipe(left)">
                                      <p:cBhvr>
                                        <p:cTn id="29" dur="500"/>
                                        <p:tgtEl>
                                          <p:spTgt spid="14"/>
                                        </p:tgtEl>
                                      </p:cBhvr>
                                    </p:animEffect>
                                  </p:childTnLst>
                                </p:cTn>
                              </p:par>
                            </p:childTnLst>
                          </p:cTn>
                        </p:par>
                        <p:par>
                          <p:cTn id="30" fill="hold">
                            <p:stCondLst>
                              <p:cond delay="3000"/>
                            </p:stCondLst>
                            <p:childTnLst>
                              <p:par>
                                <p:cTn id="31" presetID="2" presetClass="entr" presetSubtype="4" fill="hold" grpId="0" nodeType="after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500" fill="hold"/>
                                        <p:tgtEl>
                                          <p:spTgt spid="12"/>
                                        </p:tgtEl>
                                        <p:attrNameLst>
                                          <p:attrName>ppt_x</p:attrName>
                                        </p:attrNameLst>
                                      </p:cBhvr>
                                      <p:tavLst>
                                        <p:tav tm="0">
                                          <p:val>
                                            <p:strVal val="#ppt_x"/>
                                          </p:val>
                                        </p:tav>
                                        <p:tav tm="100000">
                                          <p:val>
                                            <p:strVal val="#ppt_x"/>
                                          </p:val>
                                        </p:tav>
                                      </p:tavLst>
                                    </p:anim>
                                    <p:anim calcmode="lin" valueType="num">
                                      <p:cBhvr additive="base">
                                        <p:cTn id="34" dur="500" fill="hold"/>
                                        <p:tgtEl>
                                          <p:spTgt spid="12"/>
                                        </p:tgtEl>
                                        <p:attrNameLst>
                                          <p:attrName>ppt_y</p:attrName>
                                        </p:attrNameLst>
                                      </p:cBhvr>
                                      <p:tavLst>
                                        <p:tav tm="0">
                                          <p:val>
                                            <p:strVal val="1+#ppt_h/2"/>
                                          </p:val>
                                        </p:tav>
                                        <p:tav tm="100000">
                                          <p:val>
                                            <p:strVal val="#ppt_y"/>
                                          </p:val>
                                        </p:tav>
                                      </p:tavLst>
                                    </p:anim>
                                  </p:childTnLst>
                                </p:cTn>
                              </p:par>
                            </p:childTnLst>
                          </p:cTn>
                        </p:par>
                        <p:par>
                          <p:cTn id="35" fill="hold">
                            <p:stCondLst>
                              <p:cond delay="3500"/>
                            </p:stCondLst>
                            <p:childTnLst>
                              <p:par>
                                <p:cTn id="36" presetID="22" presetClass="entr" presetSubtype="4" fill="hold" nodeType="after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wipe(down)">
                                      <p:cBhvr>
                                        <p:cTn id="38" dur="500"/>
                                        <p:tgtEl>
                                          <p:spTgt spid="7"/>
                                        </p:tgtEl>
                                      </p:cBhvr>
                                    </p:animEffect>
                                  </p:childTnLst>
                                </p:cTn>
                              </p:par>
                            </p:childTnLst>
                          </p:cTn>
                        </p:par>
                        <p:par>
                          <p:cTn id="39" fill="hold">
                            <p:stCondLst>
                              <p:cond delay="4000"/>
                            </p:stCondLst>
                            <p:childTnLst>
                              <p:par>
                                <p:cTn id="40" presetID="22" presetClass="entr" presetSubtype="8" fill="hold" grpId="0" nodeType="after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wipe(left)">
                                      <p:cBhvr>
                                        <p:cTn id="42" dur="500"/>
                                        <p:tgtEl>
                                          <p:spTgt spid="15"/>
                                        </p:tgtEl>
                                      </p:cBhvr>
                                    </p:animEffect>
                                  </p:childTnLst>
                                </p:cTn>
                              </p:par>
                            </p:childTnLst>
                          </p:cTn>
                        </p:par>
                        <p:par>
                          <p:cTn id="43" fill="hold">
                            <p:stCondLst>
                              <p:cond delay="4500"/>
                            </p:stCondLst>
                            <p:childTnLst>
                              <p:par>
                                <p:cTn id="44" presetID="2" presetClass="entr" presetSubtype="4"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 calcmode="lin" valueType="num">
                                      <p:cBhvr additive="base">
                                        <p:cTn id="46" dur="500" fill="hold"/>
                                        <p:tgtEl>
                                          <p:spTgt spid="13"/>
                                        </p:tgtEl>
                                        <p:attrNameLst>
                                          <p:attrName>ppt_x</p:attrName>
                                        </p:attrNameLst>
                                      </p:cBhvr>
                                      <p:tavLst>
                                        <p:tav tm="0">
                                          <p:val>
                                            <p:strVal val="#ppt_x"/>
                                          </p:val>
                                        </p:tav>
                                        <p:tav tm="100000">
                                          <p:val>
                                            <p:strVal val="#ppt_x"/>
                                          </p:val>
                                        </p:tav>
                                      </p:tavLst>
                                    </p:anim>
                                    <p:anim calcmode="lin" valueType="num">
                                      <p:cBhvr additive="base">
                                        <p:cTn id="47" dur="500" fill="hold"/>
                                        <p:tgtEl>
                                          <p:spTgt spid="13"/>
                                        </p:tgtEl>
                                        <p:attrNameLst>
                                          <p:attrName>ppt_y</p:attrName>
                                        </p:attrNameLst>
                                      </p:cBhvr>
                                      <p:tavLst>
                                        <p:tav tm="0">
                                          <p:val>
                                            <p:strVal val="1+#ppt_h/2"/>
                                          </p:val>
                                        </p:tav>
                                        <p:tav tm="100000">
                                          <p:val>
                                            <p:strVal val="#ppt_y"/>
                                          </p:val>
                                        </p:tav>
                                      </p:tavLst>
                                    </p:anim>
                                  </p:childTnLst>
                                </p:cTn>
                              </p:par>
                            </p:childTnLst>
                          </p:cTn>
                        </p:par>
                        <p:par>
                          <p:cTn id="48" fill="hold">
                            <p:stCondLst>
                              <p:cond delay="5000"/>
                            </p:stCondLst>
                            <p:childTnLst>
                              <p:par>
                                <p:cTn id="49" presetID="22" presetClass="entr" presetSubtype="4" fill="hold" nodeType="afterEffect">
                                  <p:stCondLst>
                                    <p:cond delay="0"/>
                                  </p:stCondLst>
                                  <p:childTnLst>
                                    <p:set>
                                      <p:cBhvr>
                                        <p:cTn id="50" dur="1" fill="hold">
                                          <p:stCondLst>
                                            <p:cond delay="0"/>
                                          </p:stCondLst>
                                        </p:cTn>
                                        <p:tgtEl>
                                          <p:spTgt spid="8"/>
                                        </p:tgtEl>
                                        <p:attrNameLst>
                                          <p:attrName>style.visibility</p:attrName>
                                        </p:attrNameLst>
                                      </p:cBhvr>
                                      <p:to>
                                        <p:strVal val="visible"/>
                                      </p:to>
                                    </p:set>
                                    <p:animEffect transition="in" filter="wipe(down)">
                                      <p:cBhvr>
                                        <p:cTn id="51" dur="500"/>
                                        <p:tgtEl>
                                          <p:spTgt spid="8"/>
                                        </p:tgtEl>
                                      </p:cBhvr>
                                    </p:animEffect>
                                  </p:childTnLst>
                                </p:cTn>
                              </p:par>
                            </p:childTnLst>
                          </p:cTn>
                        </p:par>
                        <p:par>
                          <p:cTn id="52" fill="hold">
                            <p:stCondLst>
                              <p:cond delay="5500"/>
                            </p:stCondLst>
                            <p:childTnLst>
                              <p:par>
                                <p:cTn id="53" presetID="22" presetClass="entr" presetSubtype="8" fill="hold" grpId="0" nodeType="after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wipe(left)">
                                      <p:cBhvr>
                                        <p:cTn id="5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P spid="11" grpId="0" animBg="1"/>
      <p:bldP spid="12" grpId="0" animBg="1"/>
      <p:bldP spid="13" grpId="0" animBg="1"/>
      <p:bldP spid="14" grpId="0"/>
      <p:bldP spid="15" grpId="0"/>
      <p:bldP spid="1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95486"/>
            <a:ext cx="611560" cy="369332"/>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3"/>
          <p:cNvSpPr txBox="1"/>
          <p:nvPr/>
        </p:nvSpPr>
        <p:spPr>
          <a:xfrm>
            <a:off x="683568" y="195486"/>
            <a:ext cx="3816424" cy="646331"/>
          </a:xfrm>
          <a:prstGeom prst="rect">
            <a:avLst/>
          </a:prstGeom>
          <a:noFill/>
        </p:spPr>
        <p:txBody>
          <a:bodyPr wrap="square" rtlCol="0">
            <a:spAutoFit/>
          </a:bodyPr>
          <a:lstStyle/>
          <a:p>
            <a:r>
              <a:rPr lang="zh-CN" altLang="en-US" dirty="0">
                <a:solidFill>
                  <a:srgbClr val="054487"/>
                </a:solidFill>
                <a:latin typeface="微软雅黑" pitchFamily="34" charset="-122"/>
                <a:ea typeface="微软雅黑" pitchFamily="34" charset="-122"/>
              </a:rPr>
              <a:t>输入你的标题 </a:t>
            </a:r>
            <a:r>
              <a:rPr lang="en-US" altLang="zh-CN" dirty="0">
                <a:solidFill>
                  <a:srgbClr val="054487"/>
                </a:solidFill>
                <a:latin typeface="微软雅黑" pitchFamily="34" charset="-122"/>
                <a:ea typeface="微软雅黑" pitchFamily="34" charset="-122"/>
              </a:rPr>
              <a:t>/Add your title</a:t>
            </a:r>
            <a:endParaRPr lang="zh-CN" altLang="en-US" dirty="0">
              <a:solidFill>
                <a:srgbClr val="054487"/>
              </a:solidFill>
              <a:latin typeface="微软雅黑" pitchFamily="34" charset="-122"/>
              <a:ea typeface="微软雅黑" pitchFamily="34" charset="-122"/>
            </a:endParaRPr>
          </a:p>
          <a:p>
            <a:endParaRPr lang="zh-CN" altLang="en-US" dirty="0">
              <a:solidFill>
                <a:srgbClr val="F46970"/>
              </a:solidFill>
              <a:latin typeface="微软雅黑" pitchFamily="34" charset="-122"/>
              <a:ea typeface="微软雅黑" pitchFamily="34" charset="-122"/>
            </a:endParaRPr>
          </a:p>
        </p:txBody>
      </p:sp>
      <p:sp>
        <p:nvSpPr>
          <p:cNvPr id="5" name="任意多边形 4"/>
          <p:cNvSpPr/>
          <p:nvPr/>
        </p:nvSpPr>
        <p:spPr>
          <a:xfrm>
            <a:off x="1426276" y="1067461"/>
            <a:ext cx="4422577" cy="2408027"/>
          </a:xfrm>
          <a:custGeom>
            <a:avLst/>
            <a:gdLst>
              <a:gd name="connsiteX0" fmla="*/ 3024631 w 4102306"/>
              <a:gd name="connsiteY0" fmla="*/ 1699713 h 2233414"/>
              <a:gd name="connsiteX1" fmla="*/ 3165881 w 4102306"/>
              <a:gd name="connsiteY1" fmla="*/ 1699713 h 2233414"/>
              <a:gd name="connsiteX2" fmla="*/ 3558332 w 4102306"/>
              <a:gd name="connsiteY2" fmla="*/ 2092165 h 2233414"/>
              <a:gd name="connsiteX3" fmla="*/ 3950784 w 4102306"/>
              <a:gd name="connsiteY3" fmla="*/ 1699713 h 2233414"/>
              <a:gd name="connsiteX4" fmla="*/ 4092033 w 4102306"/>
              <a:gd name="connsiteY4" fmla="*/ 1699713 h 2233414"/>
              <a:gd name="connsiteX5" fmla="*/ 3558332 w 4102306"/>
              <a:gd name="connsiteY5" fmla="*/ 2233414 h 2233414"/>
              <a:gd name="connsiteX6" fmla="*/ 3024631 w 4102306"/>
              <a:gd name="connsiteY6" fmla="*/ 1699713 h 2233414"/>
              <a:gd name="connsiteX7" fmla="*/ 0 w 4102306"/>
              <a:gd name="connsiteY7" fmla="*/ 1699713 h 2233414"/>
              <a:gd name="connsiteX8" fmla="*/ 141250 w 4102306"/>
              <a:gd name="connsiteY8" fmla="*/ 1699713 h 2233414"/>
              <a:gd name="connsiteX9" fmla="*/ 533701 w 4102306"/>
              <a:gd name="connsiteY9" fmla="*/ 2092165 h 2233414"/>
              <a:gd name="connsiteX10" fmla="*/ 926153 w 4102306"/>
              <a:gd name="connsiteY10" fmla="*/ 1699713 h 2233414"/>
              <a:gd name="connsiteX11" fmla="*/ 1067402 w 4102306"/>
              <a:gd name="connsiteY11" fmla="*/ 1699713 h 2233414"/>
              <a:gd name="connsiteX12" fmla="*/ 533701 w 4102306"/>
              <a:gd name="connsiteY12" fmla="*/ 2233414 h 2233414"/>
              <a:gd name="connsiteX13" fmla="*/ 0 w 4102306"/>
              <a:gd name="connsiteY13" fmla="*/ 1699713 h 2233414"/>
              <a:gd name="connsiteX14" fmla="*/ 1590027 w 4102306"/>
              <a:gd name="connsiteY14" fmla="*/ 0 h 2233414"/>
              <a:gd name="connsiteX15" fmla="*/ 1910147 w 4102306"/>
              <a:gd name="connsiteY15" fmla="*/ 32271 h 2233414"/>
              <a:gd name="connsiteX16" fmla="*/ 2051960 w 4102306"/>
              <a:gd name="connsiteY16" fmla="*/ 68735 h 2233414"/>
              <a:gd name="connsiteX17" fmla="*/ 2193773 w 4102306"/>
              <a:gd name="connsiteY17" fmla="*/ 32271 h 2233414"/>
              <a:gd name="connsiteX18" fmla="*/ 2513893 w 4102306"/>
              <a:gd name="connsiteY18" fmla="*/ 0 h 2233414"/>
              <a:gd name="connsiteX19" fmla="*/ 4102306 w 4102306"/>
              <a:gd name="connsiteY19" fmla="*/ 1588412 h 2233414"/>
              <a:gd name="connsiteX20" fmla="*/ 4099161 w 4102306"/>
              <a:gd name="connsiteY20" fmla="*/ 1650703 h 2233414"/>
              <a:gd name="connsiteX21" fmla="*/ 3943434 w 4102306"/>
              <a:gd name="connsiteY21" fmla="*/ 1650703 h 2233414"/>
              <a:gd name="connsiteX22" fmla="*/ 3946579 w 4102306"/>
              <a:gd name="connsiteY22" fmla="*/ 1588412 h 2233414"/>
              <a:gd name="connsiteX23" fmla="*/ 2513893 w 4102306"/>
              <a:gd name="connsiteY23" fmla="*/ 155727 h 2233414"/>
              <a:gd name="connsiteX24" fmla="*/ 2367409 w 4102306"/>
              <a:gd name="connsiteY24" fmla="*/ 163124 h 2233414"/>
              <a:gd name="connsiteX25" fmla="*/ 2306962 w 4102306"/>
              <a:gd name="connsiteY25" fmla="*/ 172349 h 2233414"/>
              <a:gd name="connsiteX26" fmla="*/ 2347158 w 4102306"/>
              <a:gd name="connsiteY26" fmla="*/ 191713 h 2233414"/>
              <a:gd name="connsiteX27" fmla="*/ 3178439 w 4102306"/>
              <a:gd name="connsiteY27" fmla="*/ 1588412 h 2233414"/>
              <a:gd name="connsiteX28" fmla="*/ 3175294 w 4102306"/>
              <a:gd name="connsiteY28" fmla="*/ 1650703 h 2233414"/>
              <a:gd name="connsiteX29" fmla="*/ 3019567 w 4102306"/>
              <a:gd name="connsiteY29" fmla="*/ 1650703 h 2233414"/>
              <a:gd name="connsiteX30" fmla="*/ 3022712 w 4102306"/>
              <a:gd name="connsiteY30" fmla="*/ 1588412 h 2233414"/>
              <a:gd name="connsiteX31" fmla="*/ 2147693 w 4102306"/>
              <a:gd name="connsiteY31" fmla="*/ 268315 h 2233414"/>
              <a:gd name="connsiteX32" fmla="*/ 2051960 w 4102306"/>
              <a:gd name="connsiteY32" fmla="*/ 233276 h 2233414"/>
              <a:gd name="connsiteX33" fmla="*/ 1956228 w 4102306"/>
              <a:gd name="connsiteY33" fmla="*/ 268315 h 2233414"/>
              <a:gd name="connsiteX34" fmla="*/ 1081208 w 4102306"/>
              <a:gd name="connsiteY34" fmla="*/ 1588412 h 2233414"/>
              <a:gd name="connsiteX35" fmla="*/ 1084353 w 4102306"/>
              <a:gd name="connsiteY35" fmla="*/ 1650703 h 2233414"/>
              <a:gd name="connsiteX36" fmla="*/ 928626 w 4102306"/>
              <a:gd name="connsiteY36" fmla="*/ 1650703 h 2233414"/>
              <a:gd name="connsiteX37" fmla="*/ 925481 w 4102306"/>
              <a:gd name="connsiteY37" fmla="*/ 1588412 h 2233414"/>
              <a:gd name="connsiteX38" fmla="*/ 1756762 w 4102306"/>
              <a:gd name="connsiteY38" fmla="*/ 191713 h 2233414"/>
              <a:gd name="connsiteX39" fmla="*/ 1796959 w 4102306"/>
              <a:gd name="connsiteY39" fmla="*/ 172349 h 2233414"/>
              <a:gd name="connsiteX40" fmla="*/ 1736511 w 4102306"/>
              <a:gd name="connsiteY40" fmla="*/ 163124 h 2233414"/>
              <a:gd name="connsiteX41" fmla="*/ 1590027 w 4102306"/>
              <a:gd name="connsiteY41" fmla="*/ 155727 h 2233414"/>
              <a:gd name="connsiteX42" fmla="*/ 157341 w 4102306"/>
              <a:gd name="connsiteY42" fmla="*/ 1588412 h 2233414"/>
              <a:gd name="connsiteX43" fmla="*/ 160486 w 4102306"/>
              <a:gd name="connsiteY43" fmla="*/ 1650703 h 2233414"/>
              <a:gd name="connsiteX44" fmla="*/ 4759 w 4102306"/>
              <a:gd name="connsiteY44" fmla="*/ 1650703 h 2233414"/>
              <a:gd name="connsiteX45" fmla="*/ 1614 w 4102306"/>
              <a:gd name="connsiteY45" fmla="*/ 1588412 h 2233414"/>
              <a:gd name="connsiteX46" fmla="*/ 1590027 w 4102306"/>
              <a:gd name="connsiteY46" fmla="*/ 0 h 2233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102306" h="2233414">
                <a:moveTo>
                  <a:pt x="3024631" y="1699713"/>
                </a:moveTo>
                <a:lnTo>
                  <a:pt x="3165881" y="1699713"/>
                </a:lnTo>
                <a:cubicBezTo>
                  <a:pt x="3165881" y="1916458"/>
                  <a:pt x="3341587" y="2092165"/>
                  <a:pt x="3558332" y="2092165"/>
                </a:cubicBezTo>
                <a:cubicBezTo>
                  <a:pt x="3775077" y="2092165"/>
                  <a:pt x="3950784" y="1916458"/>
                  <a:pt x="3950784" y="1699713"/>
                </a:cubicBezTo>
                <a:lnTo>
                  <a:pt x="4092033" y="1699713"/>
                </a:lnTo>
                <a:cubicBezTo>
                  <a:pt x="4092033" y="1994468"/>
                  <a:pt x="3853087" y="2233414"/>
                  <a:pt x="3558332" y="2233414"/>
                </a:cubicBezTo>
                <a:cubicBezTo>
                  <a:pt x="3263578" y="2233414"/>
                  <a:pt x="3024631" y="1994468"/>
                  <a:pt x="3024631" y="1699713"/>
                </a:cubicBezTo>
                <a:close/>
                <a:moveTo>
                  <a:pt x="0" y="1699713"/>
                </a:moveTo>
                <a:lnTo>
                  <a:pt x="141250" y="1699713"/>
                </a:lnTo>
                <a:cubicBezTo>
                  <a:pt x="141250" y="1916458"/>
                  <a:pt x="316956" y="2092165"/>
                  <a:pt x="533701" y="2092165"/>
                </a:cubicBezTo>
                <a:cubicBezTo>
                  <a:pt x="750446" y="2092165"/>
                  <a:pt x="926153" y="1916458"/>
                  <a:pt x="926153" y="1699713"/>
                </a:cubicBezTo>
                <a:lnTo>
                  <a:pt x="1067402" y="1699713"/>
                </a:lnTo>
                <a:cubicBezTo>
                  <a:pt x="1067402" y="1994468"/>
                  <a:pt x="828456" y="2233414"/>
                  <a:pt x="533701" y="2233414"/>
                </a:cubicBezTo>
                <a:cubicBezTo>
                  <a:pt x="238946" y="2233414"/>
                  <a:pt x="0" y="1994468"/>
                  <a:pt x="0" y="1699713"/>
                </a:cubicBezTo>
                <a:close/>
                <a:moveTo>
                  <a:pt x="1590027" y="0"/>
                </a:moveTo>
                <a:cubicBezTo>
                  <a:pt x="1699684" y="0"/>
                  <a:pt x="1806746" y="11112"/>
                  <a:pt x="1910147" y="32271"/>
                </a:cubicBezTo>
                <a:lnTo>
                  <a:pt x="2051960" y="68735"/>
                </a:lnTo>
                <a:lnTo>
                  <a:pt x="2193773" y="32271"/>
                </a:lnTo>
                <a:cubicBezTo>
                  <a:pt x="2297175" y="11112"/>
                  <a:pt x="2404236" y="0"/>
                  <a:pt x="2513893" y="0"/>
                </a:cubicBezTo>
                <a:cubicBezTo>
                  <a:pt x="3391149" y="0"/>
                  <a:pt x="4102306" y="711157"/>
                  <a:pt x="4102306" y="1588412"/>
                </a:cubicBezTo>
                <a:lnTo>
                  <a:pt x="4099161" y="1650703"/>
                </a:lnTo>
                <a:lnTo>
                  <a:pt x="3943434" y="1650703"/>
                </a:lnTo>
                <a:cubicBezTo>
                  <a:pt x="3946132" y="1630102"/>
                  <a:pt x="3946579" y="1609309"/>
                  <a:pt x="3946579" y="1588412"/>
                </a:cubicBezTo>
                <a:cubicBezTo>
                  <a:pt x="3946579" y="797162"/>
                  <a:pt x="3305144" y="155727"/>
                  <a:pt x="2513893" y="155727"/>
                </a:cubicBezTo>
                <a:cubicBezTo>
                  <a:pt x="2464440" y="155727"/>
                  <a:pt x="2415572" y="158233"/>
                  <a:pt x="2367409" y="163124"/>
                </a:cubicBezTo>
                <a:lnTo>
                  <a:pt x="2306962" y="172349"/>
                </a:lnTo>
                <a:lnTo>
                  <a:pt x="2347158" y="191713"/>
                </a:lnTo>
                <a:cubicBezTo>
                  <a:pt x="2842306" y="460694"/>
                  <a:pt x="3178439" y="985299"/>
                  <a:pt x="3178439" y="1588412"/>
                </a:cubicBezTo>
                <a:lnTo>
                  <a:pt x="3175294" y="1650703"/>
                </a:lnTo>
                <a:lnTo>
                  <a:pt x="3019567" y="1650703"/>
                </a:lnTo>
                <a:cubicBezTo>
                  <a:pt x="3022265" y="1630102"/>
                  <a:pt x="3022712" y="1609309"/>
                  <a:pt x="3022712" y="1588412"/>
                </a:cubicBezTo>
                <a:cubicBezTo>
                  <a:pt x="3022712" y="994975"/>
                  <a:pt x="2661905" y="485808"/>
                  <a:pt x="2147693" y="268315"/>
                </a:cubicBezTo>
                <a:lnTo>
                  <a:pt x="2051960" y="233276"/>
                </a:lnTo>
                <a:lnTo>
                  <a:pt x="1956228" y="268315"/>
                </a:lnTo>
                <a:cubicBezTo>
                  <a:pt x="1442015" y="485808"/>
                  <a:pt x="1081208" y="994975"/>
                  <a:pt x="1081208" y="1588412"/>
                </a:cubicBezTo>
                <a:lnTo>
                  <a:pt x="1084353" y="1650703"/>
                </a:lnTo>
                <a:lnTo>
                  <a:pt x="928626" y="1650703"/>
                </a:lnTo>
                <a:cubicBezTo>
                  <a:pt x="925884" y="1630089"/>
                  <a:pt x="925481" y="1609297"/>
                  <a:pt x="925481" y="1588412"/>
                </a:cubicBezTo>
                <a:cubicBezTo>
                  <a:pt x="925481" y="985299"/>
                  <a:pt x="1261614" y="460694"/>
                  <a:pt x="1756762" y="191713"/>
                </a:cubicBezTo>
                <a:lnTo>
                  <a:pt x="1796959" y="172349"/>
                </a:lnTo>
                <a:lnTo>
                  <a:pt x="1736511" y="163124"/>
                </a:lnTo>
                <a:cubicBezTo>
                  <a:pt x="1688348" y="158233"/>
                  <a:pt x="1639480" y="155727"/>
                  <a:pt x="1590027" y="155727"/>
                </a:cubicBezTo>
                <a:cubicBezTo>
                  <a:pt x="798776" y="155727"/>
                  <a:pt x="157341" y="797162"/>
                  <a:pt x="157341" y="1588412"/>
                </a:cubicBezTo>
                <a:lnTo>
                  <a:pt x="160486" y="1650703"/>
                </a:lnTo>
                <a:lnTo>
                  <a:pt x="4759" y="1650703"/>
                </a:lnTo>
                <a:cubicBezTo>
                  <a:pt x="2017" y="1630089"/>
                  <a:pt x="1614" y="1609297"/>
                  <a:pt x="1614" y="1588412"/>
                </a:cubicBezTo>
                <a:cubicBezTo>
                  <a:pt x="1614" y="711157"/>
                  <a:pt x="712771" y="0"/>
                  <a:pt x="1590027" y="0"/>
                </a:cubicBezTo>
                <a:close/>
              </a:path>
            </a:pathLst>
          </a:custGeom>
          <a:solidFill>
            <a:sysClr val="window" lastClr="FFFFFF">
              <a:lumMod val="75000"/>
            </a:sysClr>
          </a:solidFill>
          <a:ln w="25400" cap="flat" cmpd="sng" algn="ctr">
            <a:noFill/>
            <a:prstDash val="solid"/>
          </a:ln>
          <a:effectLst/>
        </p:spPr>
        <p:txBody>
          <a:bodyPr lIns="98581" tIns="49291" rIns="98581" bIns="4929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500" b="0" i="0" u="none" strike="noStrike" kern="0" cap="none" spc="0" normalizeH="0" baseline="0" noProof="0">
              <a:ln>
                <a:noFill/>
              </a:ln>
              <a:solidFill>
                <a:prstClr val="black"/>
              </a:solidFill>
              <a:effectLst/>
              <a:uLnTx/>
              <a:uFillTx/>
            </a:endParaRPr>
          </a:p>
        </p:txBody>
      </p:sp>
      <p:sp>
        <p:nvSpPr>
          <p:cNvPr id="6" name="任意多边形 5"/>
          <p:cNvSpPr/>
          <p:nvPr/>
        </p:nvSpPr>
        <p:spPr>
          <a:xfrm>
            <a:off x="3045377" y="1067461"/>
            <a:ext cx="4434557" cy="2408027"/>
          </a:xfrm>
          <a:custGeom>
            <a:avLst/>
            <a:gdLst>
              <a:gd name="connsiteX0" fmla="*/ 3034905 w 4112579"/>
              <a:gd name="connsiteY0" fmla="*/ 1699714 h 2233415"/>
              <a:gd name="connsiteX1" fmla="*/ 3176155 w 4112579"/>
              <a:gd name="connsiteY1" fmla="*/ 1699714 h 2233415"/>
              <a:gd name="connsiteX2" fmla="*/ 3568606 w 4112579"/>
              <a:gd name="connsiteY2" fmla="*/ 2092166 h 2233415"/>
              <a:gd name="connsiteX3" fmla="*/ 3961058 w 4112579"/>
              <a:gd name="connsiteY3" fmla="*/ 1699714 h 2233415"/>
              <a:gd name="connsiteX4" fmla="*/ 4102307 w 4112579"/>
              <a:gd name="connsiteY4" fmla="*/ 1699714 h 2233415"/>
              <a:gd name="connsiteX5" fmla="*/ 3568606 w 4112579"/>
              <a:gd name="connsiteY5" fmla="*/ 2233415 h 2233415"/>
              <a:gd name="connsiteX6" fmla="*/ 3034905 w 4112579"/>
              <a:gd name="connsiteY6" fmla="*/ 1699714 h 2233415"/>
              <a:gd name="connsiteX7" fmla="*/ 10272 w 4112579"/>
              <a:gd name="connsiteY7" fmla="*/ 1699713 h 2233415"/>
              <a:gd name="connsiteX8" fmla="*/ 151522 w 4112579"/>
              <a:gd name="connsiteY8" fmla="*/ 1699713 h 2233415"/>
              <a:gd name="connsiteX9" fmla="*/ 543973 w 4112579"/>
              <a:gd name="connsiteY9" fmla="*/ 2092165 h 2233415"/>
              <a:gd name="connsiteX10" fmla="*/ 936425 w 4112579"/>
              <a:gd name="connsiteY10" fmla="*/ 1699713 h 2233415"/>
              <a:gd name="connsiteX11" fmla="*/ 1077674 w 4112579"/>
              <a:gd name="connsiteY11" fmla="*/ 1699713 h 2233415"/>
              <a:gd name="connsiteX12" fmla="*/ 543973 w 4112579"/>
              <a:gd name="connsiteY12" fmla="*/ 2233414 h 2233415"/>
              <a:gd name="connsiteX13" fmla="*/ 10272 w 4112579"/>
              <a:gd name="connsiteY13" fmla="*/ 1699713 h 2233415"/>
              <a:gd name="connsiteX14" fmla="*/ 1588413 w 4112579"/>
              <a:gd name="connsiteY14" fmla="*/ 0 h 2233415"/>
              <a:gd name="connsiteX15" fmla="*/ 1908534 w 4112579"/>
              <a:gd name="connsiteY15" fmla="*/ 32271 h 2233415"/>
              <a:gd name="connsiteX16" fmla="*/ 2056292 w 4112579"/>
              <a:gd name="connsiteY16" fmla="*/ 70264 h 2233415"/>
              <a:gd name="connsiteX17" fmla="*/ 2204046 w 4112579"/>
              <a:gd name="connsiteY17" fmla="*/ 32272 h 2233415"/>
              <a:gd name="connsiteX18" fmla="*/ 2524167 w 4112579"/>
              <a:gd name="connsiteY18" fmla="*/ 1 h 2233415"/>
              <a:gd name="connsiteX19" fmla="*/ 4112579 w 4112579"/>
              <a:gd name="connsiteY19" fmla="*/ 1588414 h 2233415"/>
              <a:gd name="connsiteX20" fmla="*/ 4109434 w 4112579"/>
              <a:gd name="connsiteY20" fmla="*/ 1650704 h 2233415"/>
              <a:gd name="connsiteX21" fmla="*/ 3953707 w 4112579"/>
              <a:gd name="connsiteY21" fmla="*/ 1650704 h 2233415"/>
              <a:gd name="connsiteX22" fmla="*/ 3956852 w 4112579"/>
              <a:gd name="connsiteY22" fmla="*/ 1588414 h 2233415"/>
              <a:gd name="connsiteX23" fmla="*/ 2524167 w 4112579"/>
              <a:gd name="connsiteY23" fmla="*/ 155728 h 2233415"/>
              <a:gd name="connsiteX24" fmla="*/ 2377683 w 4112579"/>
              <a:gd name="connsiteY24" fmla="*/ 163125 h 2233415"/>
              <a:gd name="connsiteX25" fmla="*/ 2308209 w 4112579"/>
              <a:gd name="connsiteY25" fmla="*/ 173728 h 2233415"/>
              <a:gd name="connsiteX26" fmla="*/ 2345544 w 4112579"/>
              <a:gd name="connsiteY26" fmla="*/ 191713 h 2233415"/>
              <a:gd name="connsiteX27" fmla="*/ 3176825 w 4112579"/>
              <a:gd name="connsiteY27" fmla="*/ 1588413 h 2233415"/>
              <a:gd name="connsiteX28" fmla="*/ 3173680 w 4112579"/>
              <a:gd name="connsiteY28" fmla="*/ 1650703 h 2233415"/>
              <a:gd name="connsiteX29" fmla="*/ 3017953 w 4112579"/>
              <a:gd name="connsiteY29" fmla="*/ 1650703 h 2233415"/>
              <a:gd name="connsiteX30" fmla="*/ 3021098 w 4112579"/>
              <a:gd name="connsiteY30" fmla="*/ 1588413 h 2233415"/>
              <a:gd name="connsiteX31" fmla="*/ 2146079 w 4112579"/>
              <a:gd name="connsiteY31" fmla="*/ 268315 h 2233415"/>
              <a:gd name="connsiteX32" fmla="*/ 2056291 w 4112579"/>
              <a:gd name="connsiteY32" fmla="*/ 235452 h 2233415"/>
              <a:gd name="connsiteX33" fmla="*/ 1966501 w 4112579"/>
              <a:gd name="connsiteY33" fmla="*/ 268315 h 2233415"/>
              <a:gd name="connsiteX34" fmla="*/ 1091481 w 4112579"/>
              <a:gd name="connsiteY34" fmla="*/ 1588414 h 2233415"/>
              <a:gd name="connsiteX35" fmla="*/ 1094626 w 4112579"/>
              <a:gd name="connsiteY35" fmla="*/ 1650704 h 2233415"/>
              <a:gd name="connsiteX36" fmla="*/ 938900 w 4112579"/>
              <a:gd name="connsiteY36" fmla="*/ 1650704 h 2233415"/>
              <a:gd name="connsiteX37" fmla="*/ 935754 w 4112579"/>
              <a:gd name="connsiteY37" fmla="*/ 1588414 h 2233415"/>
              <a:gd name="connsiteX38" fmla="*/ 1767035 w 4112579"/>
              <a:gd name="connsiteY38" fmla="*/ 191714 h 2233415"/>
              <a:gd name="connsiteX39" fmla="*/ 1804373 w 4112579"/>
              <a:gd name="connsiteY39" fmla="*/ 173727 h 2233415"/>
              <a:gd name="connsiteX40" fmla="*/ 1734897 w 4112579"/>
              <a:gd name="connsiteY40" fmla="*/ 163124 h 2233415"/>
              <a:gd name="connsiteX41" fmla="*/ 1588413 w 4112579"/>
              <a:gd name="connsiteY41" fmla="*/ 155727 h 2233415"/>
              <a:gd name="connsiteX42" fmla="*/ 155727 w 4112579"/>
              <a:gd name="connsiteY42" fmla="*/ 1588413 h 2233415"/>
              <a:gd name="connsiteX43" fmla="*/ 158872 w 4112579"/>
              <a:gd name="connsiteY43" fmla="*/ 1650703 h 2233415"/>
              <a:gd name="connsiteX44" fmla="*/ 3145 w 4112579"/>
              <a:gd name="connsiteY44" fmla="*/ 1650703 h 2233415"/>
              <a:gd name="connsiteX45" fmla="*/ 0 w 4112579"/>
              <a:gd name="connsiteY45" fmla="*/ 1588413 h 2233415"/>
              <a:gd name="connsiteX46" fmla="*/ 1588413 w 4112579"/>
              <a:gd name="connsiteY46" fmla="*/ 0 h 2233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112579" h="2233415">
                <a:moveTo>
                  <a:pt x="3034905" y="1699714"/>
                </a:moveTo>
                <a:lnTo>
                  <a:pt x="3176155" y="1699714"/>
                </a:lnTo>
                <a:cubicBezTo>
                  <a:pt x="3176155" y="1916459"/>
                  <a:pt x="3351861" y="2092166"/>
                  <a:pt x="3568606" y="2092166"/>
                </a:cubicBezTo>
                <a:cubicBezTo>
                  <a:pt x="3785351" y="2092166"/>
                  <a:pt x="3961058" y="1916459"/>
                  <a:pt x="3961058" y="1699714"/>
                </a:cubicBezTo>
                <a:lnTo>
                  <a:pt x="4102307" y="1699714"/>
                </a:lnTo>
                <a:cubicBezTo>
                  <a:pt x="4102307" y="1994469"/>
                  <a:pt x="3863361" y="2233415"/>
                  <a:pt x="3568606" y="2233415"/>
                </a:cubicBezTo>
                <a:cubicBezTo>
                  <a:pt x="3273852" y="2233415"/>
                  <a:pt x="3034905" y="1994469"/>
                  <a:pt x="3034905" y="1699714"/>
                </a:cubicBezTo>
                <a:close/>
                <a:moveTo>
                  <a:pt x="10272" y="1699713"/>
                </a:moveTo>
                <a:lnTo>
                  <a:pt x="151522" y="1699713"/>
                </a:lnTo>
                <a:cubicBezTo>
                  <a:pt x="151522" y="1916458"/>
                  <a:pt x="327228" y="2092165"/>
                  <a:pt x="543973" y="2092165"/>
                </a:cubicBezTo>
                <a:cubicBezTo>
                  <a:pt x="760718" y="2092165"/>
                  <a:pt x="936425" y="1916458"/>
                  <a:pt x="936425" y="1699713"/>
                </a:cubicBezTo>
                <a:lnTo>
                  <a:pt x="1077674" y="1699713"/>
                </a:lnTo>
                <a:cubicBezTo>
                  <a:pt x="1077674" y="1994468"/>
                  <a:pt x="838728" y="2233414"/>
                  <a:pt x="543973" y="2233414"/>
                </a:cubicBezTo>
                <a:cubicBezTo>
                  <a:pt x="249218" y="2233414"/>
                  <a:pt x="10272" y="1994468"/>
                  <a:pt x="10272" y="1699713"/>
                </a:cubicBezTo>
                <a:close/>
                <a:moveTo>
                  <a:pt x="1588413" y="0"/>
                </a:moveTo>
                <a:cubicBezTo>
                  <a:pt x="1698070" y="0"/>
                  <a:pt x="1805132" y="11112"/>
                  <a:pt x="1908534" y="32271"/>
                </a:cubicBezTo>
                <a:lnTo>
                  <a:pt x="2056292" y="70264"/>
                </a:lnTo>
                <a:lnTo>
                  <a:pt x="2204046" y="32272"/>
                </a:lnTo>
                <a:cubicBezTo>
                  <a:pt x="2307448" y="11113"/>
                  <a:pt x="2414510" y="1"/>
                  <a:pt x="2524167" y="1"/>
                </a:cubicBezTo>
                <a:cubicBezTo>
                  <a:pt x="3401422" y="1"/>
                  <a:pt x="4112579" y="711158"/>
                  <a:pt x="4112579" y="1588414"/>
                </a:cubicBezTo>
                <a:lnTo>
                  <a:pt x="4109434" y="1650704"/>
                </a:lnTo>
                <a:lnTo>
                  <a:pt x="3953707" y="1650704"/>
                </a:lnTo>
                <a:cubicBezTo>
                  <a:pt x="3956405" y="1630103"/>
                  <a:pt x="3956852" y="1609311"/>
                  <a:pt x="3956852" y="1588414"/>
                </a:cubicBezTo>
                <a:cubicBezTo>
                  <a:pt x="3956852" y="797163"/>
                  <a:pt x="3315417" y="155728"/>
                  <a:pt x="2524167" y="155728"/>
                </a:cubicBezTo>
                <a:cubicBezTo>
                  <a:pt x="2474714" y="155728"/>
                  <a:pt x="2425846" y="158234"/>
                  <a:pt x="2377683" y="163125"/>
                </a:cubicBezTo>
                <a:lnTo>
                  <a:pt x="2308209" y="173728"/>
                </a:lnTo>
                <a:lnTo>
                  <a:pt x="2345544" y="191713"/>
                </a:lnTo>
                <a:cubicBezTo>
                  <a:pt x="2840692" y="460694"/>
                  <a:pt x="3176825" y="985300"/>
                  <a:pt x="3176825" y="1588413"/>
                </a:cubicBezTo>
                <a:lnTo>
                  <a:pt x="3173680" y="1650703"/>
                </a:lnTo>
                <a:lnTo>
                  <a:pt x="3017953" y="1650703"/>
                </a:lnTo>
                <a:cubicBezTo>
                  <a:pt x="3020651" y="1630102"/>
                  <a:pt x="3021098" y="1609310"/>
                  <a:pt x="3021098" y="1588413"/>
                </a:cubicBezTo>
                <a:cubicBezTo>
                  <a:pt x="3021098" y="994975"/>
                  <a:pt x="2660291" y="485808"/>
                  <a:pt x="2146079" y="268315"/>
                </a:cubicBezTo>
                <a:lnTo>
                  <a:pt x="2056291" y="235452"/>
                </a:lnTo>
                <a:lnTo>
                  <a:pt x="1966501" y="268315"/>
                </a:lnTo>
                <a:cubicBezTo>
                  <a:pt x="1452288" y="485809"/>
                  <a:pt x="1091481" y="994976"/>
                  <a:pt x="1091481" y="1588414"/>
                </a:cubicBezTo>
                <a:lnTo>
                  <a:pt x="1094626" y="1650704"/>
                </a:lnTo>
                <a:lnTo>
                  <a:pt x="938900" y="1650704"/>
                </a:lnTo>
                <a:cubicBezTo>
                  <a:pt x="936157" y="1630090"/>
                  <a:pt x="935754" y="1609298"/>
                  <a:pt x="935754" y="1588414"/>
                </a:cubicBezTo>
                <a:cubicBezTo>
                  <a:pt x="935754" y="985300"/>
                  <a:pt x="1271887" y="460695"/>
                  <a:pt x="1767035" y="191714"/>
                </a:cubicBezTo>
                <a:lnTo>
                  <a:pt x="1804373" y="173727"/>
                </a:lnTo>
                <a:lnTo>
                  <a:pt x="1734897" y="163124"/>
                </a:lnTo>
                <a:cubicBezTo>
                  <a:pt x="1686734" y="158233"/>
                  <a:pt x="1637866" y="155727"/>
                  <a:pt x="1588413" y="155727"/>
                </a:cubicBezTo>
                <a:cubicBezTo>
                  <a:pt x="797162" y="155727"/>
                  <a:pt x="155727" y="797162"/>
                  <a:pt x="155727" y="1588413"/>
                </a:cubicBezTo>
                <a:lnTo>
                  <a:pt x="158872" y="1650703"/>
                </a:lnTo>
                <a:lnTo>
                  <a:pt x="3145" y="1650703"/>
                </a:lnTo>
                <a:cubicBezTo>
                  <a:pt x="403" y="1630089"/>
                  <a:pt x="0" y="1609297"/>
                  <a:pt x="0" y="1588413"/>
                </a:cubicBezTo>
                <a:cubicBezTo>
                  <a:pt x="0" y="711157"/>
                  <a:pt x="711157" y="0"/>
                  <a:pt x="1588413" y="0"/>
                </a:cubicBezTo>
                <a:close/>
              </a:path>
            </a:pathLst>
          </a:custGeom>
          <a:solidFill>
            <a:srgbClr val="054487"/>
          </a:solidFill>
          <a:ln w="25400" cap="flat" cmpd="sng" algn="ctr">
            <a:noFill/>
            <a:prstDash val="solid"/>
          </a:ln>
          <a:effectLst/>
        </p:spPr>
        <p:txBody>
          <a:bodyPr lIns="98581" tIns="49291" rIns="98581" bIns="4929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500" b="0" i="0" u="none" strike="noStrike" kern="0" cap="none" spc="0" normalizeH="0" baseline="0" noProof="0">
              <a:ln>
                <a:noFill/>
              </a:ln>
              <a:solidFill>
                <a:prstClr val="white"/>
              </a:solidFill>
              <a:effectLst/>
              <a:uLnTx/>
              <a:uFillTx/>
            </a:endParaRPr>
          </a:p>
        </p:txBody>
      </p:sp>
      <p:sp>
        <p:nvSpPr>
          <p:cNvPr id="7" name="椭圆 6"/>
          <p:cNvSpPr/>
          <p:nvPr/>
        </p:nvSpPr>
        <p:spPr>
          <a:xfrm>
            <a:off x="1645351" y="2547876"/>
            <a:ext cx="710282" cy="710257"/>
          </a:xfrm>
          <a:prstGeom prst="ellipse">
            <a:avLst/>
          </a:prstGeom>
          <a:solidFill>
            <a:sysClr val="window" lastClr="FFFFFF">
              <a:lumMod val="75000"/>
            </a:sysClr>
          </a:solidFill>
          <a:ln w="25400" cap="flat" cmpd="sng" algn="ctr">
            <a:noFill/>
            <a:prstDash val="solid"/>
          </a:ln>
          <a:effectLst/>
        </p:spPr>
        <p:txBody>
          <a:bodyPr lIns="0" tIns="0" rIns="0" bIns="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7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标题</a:t>
            </a:r>
          </a:p>
        </p:txBody>
      </p:sp>
      <p:sp>
        <p:nvSpPr>
          <p:cNvPr id="8" name="椭圆 7"/>
          <p:cNvSpPr/>
          <p:nvPr/>
        </p:nvSpPr>
        <p:spPr>
          <a:xfrm>
            <a:off x="3286702" y="2554722"/>
            <a:ext cx="710283" cy="710257"/>
          </a:xfrm>
          <a:prstGeom prst="ellipse">
            <a:avLst/>
          </a:prstGeom>
          <a:solidFill>
            <a:srgbClr val="054487"/>
          </a:solidFill>
          <a:ln w="25400" cap="flat" cmpd="sng" algn="ctr">
            <a:noFill/>
            <a:prstDash val="solid"/>
          </a:ln>
          <a:effectLst/>
        </p:spPr>
        <p:txBody>
          <a:bodyPr lIns="0" tIns="0" rIns="0" bIns="0" anchor="ctr"/>
          <a:lstStyle/>
          <a:p>
            <a:pPr algn="ctr">
              <a:defRPr/>
            </a:pPr>
            <a:r>
              <a:rPr lang="zh-CN" altLang="en-US" sz="1700" b="1" kern="0" dirty="0">
                <a:solidFill>
                  <a:prstClr val="white"/>
                </a:solidFill>
                <a:latin typeface="微软雅黑" panose="020B0503020204020204" pitchFamily="34" charset="-122"/>
                <a:ea typeface="微软雅黑" panose="020B0503020204020204" pitchFamily="34" charset="-122"/>
              </a:rPr>
              <a:t>标题</a:t>
            </a:r>
          </a:p>
        </p:txBody>
      </p:sp>
      <p:sp>
        <p:nvSpPr>
          <p:cNvPr id="9" name="椭圆 8"/>
          <p:cNvSpPr/>
          <p:nvPr/>
        </p:nvSpPr>
        <p:spPr>
          <a:xfrm>
            <a:off x="4907515" y="2554722"/>
            <a:ext cx="710282" cy="710257"/>
          </a:xfrm>
          <a:prstGeom prst="ellipse">
            <a:avLst/>
          </a:prstGeom>
          <a:solidFill>
            <a:sysClr val="window" lastClr="FFFFFF">
              <a:lumMod val="75000"/>
            </a:sysClr>
          </a:solidFill>
          <a:ln w="25400" cap="flat" cmpd="sng" algn="ctr">
            <a:noFill/>
            <a:prstDash val="solid"/>
          </a:ln>
          <a:effectLst/>
        </p:spPr>
        <p:txBody>
          <a:bodyPr lIns="0" tIns="0" rIns="0" bIns="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7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标题</a:t>
            </a:r>
          </a:p>
        </p:txBody>
      </p:sp>
      <p:sp>
        <p:nvSpPr>
          <p:cNvPr id="10" name="椭圆 9"/>
          <p:cNvSpPr/>
          <p:nvPr/>
        </p:nvSpPr>
        <p:spPr>
          <a:xfrm>
            <a:off x="6538597" y="2546165"/>
            <a:ext cx="708571" cy="708545"/>
          </a:xfrm>
          <a:prstGeom prst="ellipse">
            <a:avLst/>
          </a:prstGeom>
          <a:solidFill>
            <a:srgbClr val="054487"/>
          </a:solidFill>
          <a:ln w="25400" cap="flat" cmpd="sng" algn="ctr">
            <a:noFill/>
            <a:prstDash val="solid"/>
          </a:ln>
          <a:effectLst/>
        </p:spPr>
        <p:txBody>
          <a:bodyPr lIns="0" tIns="0" rIns="0" bIns="0" anchor="ctr"/>
          <a:lstStyle/>
          <a:p>
            <a:pPr algn="ctr">
              <a:defRPr/>
            </a:pPr>
            <a:r>
              <a:rPr lang="zh-CN" altLang="en-US" sz="1700" b="1" kern="0" dirty="0">
                <a:solidFill>
                  <a:prstClr val="white"/>
                </a:solidFill>
                <a:latin typeface="微软雅黑" panose="020B0503020204020204" pitchFamily="34" charset="-122"/>
                <a:ea typeface="微软雅黑" panose="020B0503020204020204" pitchFamily="34" charset="-122"/>
              </a:rPr>
              <a:t>标题</a:t>
            </a:r>
          </a:p>
        </p:txBody>
      </p:sp>
      <p:sp>
        <p:nvSpPr>
          <p:cNvPr id="11" name="TextBox 10"/>
          <p:cNvSpPr txBox="1"/>
          <p:nvPr/>
        </p:nvSpPr>
        <p:spPr>
          <a:xfrm>
            <a:off x="1226028" y="3602137"/>
            <a:ext cx="1538660" cy="934458"/>
          </a:xfrm>
          <a:prstGeom prst="rect">
            <a:avLst/>
          </a:prstGeom>
          <a:noFill/>
        </p:spPr>
        <p:txBody>
          <a:bodyPr lIns="98581" tIns="49291" rIns="98581" bIns="49291">
            <a:spAutoFit/>
          </a:bodyPr>
          <a:lstStyle>
            <a:defPPr>
              <a:defRPr lang="zh-CN"/>
            </a:defPPr>
            <a:lvl1pPr marR="0" lvl="0" indent="0" fontAlgn="auto">
              <a:lnSpc>
                <a:spcPct val="130000"/>
              </a:lnSpc>
              <a:spcBef>
                <a:spcPts val="0"/>
              </a:spcBef>
              <a:spcAft>
                <a:spcPts val="0"/>
              </a:spcAft>
              <a:buClrTx/>
              <a:buSzTx/>
              <a:buFontTx/>
              <a:buNone/>
              <a:tabLst/>
              <a:defRPr kumimoji="0" sz="1200" b="0" i="0" u="none" strike="noStrike" kern="0" cap="none" spc="0" normalizeH="0" baseline="0">
                <a:ln>
                  <a:noFill/>
                </a:ln>
                <a:solidFill>
                  <a:sysClr val="window" lastClr="FFFFFF">
                    <a:lumMod val="50000"/>
                  </a:sysClr>
                </a:solidFill>
                <a:effectLst/>
                <a:uLnTx/>
                <a:uFillTx/>
                <a:latin typeface="微软雅黑" pitchFamily="34" charset="-122"/>
                <a:ea typeface="微软雅黑" pitchFamily="34" charset="-122"/>
              </a:defRPr>
            </a:lvl1p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zh-CN" altLang="en-US" sz="1500" b="0" i="0" u="none" strike="noStrike" kern="0" cap="none" spc="0" normalizeH="0" baseline="0" noProof="0" dirty="0">
                <a:ln>
                  <a:noFill/>
                </a:ln>
                <a:solidFill>
                  <a:prstClr val="black"/>
                </a:solidFill>
                <a:effectLst/>
                <a:uLnTx/>
                <a:uFillTx/>
                <a:latin typeface="微软雅黑" pitchFamily="34" charset="-122"/>
                <a:ea typeface="微软雅黑" pitchFamily="34" charset="-122"/>
              </a:rPr>
              <a:t>此处输入文本</a:t>
            </a:r>
            <a:endParaRPr kumimoji="0" lang="en-US" altLang="zh-CN" sz="1500" b="0" i="0" u="none" strike="noStrike" kern="0" cap="none" spc="0" normalizeH="0" baseline="0" noProof="0" dirty="0">
              <a:ln>
                <a:noFill/>
              </a:ln>
              <a:solidFill>
                <a:prstClr val="black"/>
              </a:solidFill>
              <a:effectLst/>
              <a:uLnTx/>
              <a:uFillTx/>
              <a:latin typeface="微软雅黑" pitchFamily="34" charset="-122"/>
              <a:ea typeface="微软雅黑" pitchFamily="34" charset="-122"/>
            </a:endParaRPr>
          </a:p>
          <a:p>
            <a:pPr marL="0" marR="0" lvl="0" indent="0" algn="ctr" defTabSz="914400" eaLnBrk="1" fontAlgn="auto" latinLnBrk="0" hangingPunct="1">
              <a:lnSpc>
                <a:spcPct val="120000"/>
              </a:lnSpc>
              <a:spcBef>
                <a:spcPts val="0"/>
              </a:spcBef>
              <a:spcAft>
                <a:spcPts val="0"/>
              </a:spcAft>
              <a:buClrTx/>
              <a:buSzTx/>
              <a:buFontTx/>
              <a:buNone/>
              <a:tabLst/>
              <a:defRPr/>
            </a:pPr>
            <a:r>
              <a:rPr kumimoji="0" lang="zh-CN" altLang="en-US" sz="1500" b="0" i="0" u="none" strike="noStrike" kern="0" cap="none" spc="0" normalizeH="0" baseline="0" noProof="0" dirty="0">
                <a:ln>
                  <a:noFill/>
                </a:ln>
                <a:solidFill>
                  <a:prstClr val="black"/>
                </a:solidFill>
                <a:effectLst/>
                <a:uLnTx/>
                <a:uFillTx/>
                <a:latin typeface="微软雅黑" pitchFamily="34" charset="-122"/>
                <a:ea typeface="微软雅黑" pitchFamily="34" charset="-122"/>
              </a:rPr>
              <a:t>此处输入文本</a:t>
            </a:r>
            <a:endParaRPr kumimoji="0" lang="en-US" altLang="zh-CN" sz="1500" b="0" i="0" u="none" strike="noStrike" kern="0" cap="none" spc="0" normalizeH="0" baseline="0" noProof="0" dirty="0">
              <a:ln>
                <a:noFill/>
              </a:ln>
              <a:solidFill>
                <a:prstClr val="black"/>
              </a:solidFill>
              <a:effectLst/>
              <a:uLnTx/>
              <a:uFillTx/>
              <a:latin typeface="微软雅黑" pitchFamily="34" charset="-122"/>
              <a:ea typeface="微软雅黑" pitchFamily="34" charset="-122"/>
            </a:endParaRPr>
          </a:p>
          <a:p>
            <a:pPr marL="0" marR="0" lvl="0" indent="0" algn="ctr" defTabSz="914400" eaLnBrk="1" fontAlgn="auto" latinLnBrk="0" hangingPunct="1">
              <a:lnSpc>
                <a:spcPct val="120000"/>
              </a:lnSpc>
              <a:spcBef>
                <a:spcPts val="0"/>
              </a:spcBef>
              <a:spcAft>
                <a:spcPts val="0"/>
              </a:spcAft>
              <a:buClrTx/>
              <a:buSzTx/>
              <a:buFontTx/>
              <a:buNone/>
              <a:tabLst/>
              <a:defRPr/>
            </a:pPr>
            <a:r>
              <a:rPr kumimoji="0" lang="zh-CN" altLang="en-US" sz="1500" b="0" i="0" u="none" strike="noStrike" kern="0" cap="none" spc="0" normalizeH="0" baseline="0" noProof="0" dirty="0">
                <a:ln>
                  <a:noFill/>
                </a:ln>
                <a:solidFill>
                  <a:prstClr val="black"/>
                </a:solidFill>
                <a:effectLst/>
                <a:uLnTx/>
                <a:uFillTx/>
                <a:latin typeface="微软雅黑" pitchFamily="34" charset="-122"/>
                <a:ea typeface="微软雅黑" pitchFamily="34" charset="-122"/>
              </a:rPr>
              <a:t>此处输入文本</a:t>
            </a:r>
            <a:endParaRPr kumimoji="0" lang="en-US" altLang="zh-CN" sz="1500" b="0" i="0" u="none" strike="noStrike" kern="0" cap="none" spc="0" normalizeH="0" baseline="0" noProof="0" dirty="0">
              <a:ln>
                <a:noFill/>
              </a:ln>
              <a:solidFill>
                <a:prstClr val="black"/>
              </a:solidFill>
              <a:effectLst/>
              <a:uLnTx/>
              <a:uFillTx/>
              <a:latin typeface="微软雅黑" pitchFamily="34" charset="-122"/>
              <a:ea typeface="微软雅黑" pitchFamily="34" charset="-122"/>
            </a:endParaRPr>
          </a:p>
        </p:txBody>
      </p:sp>
      <p:sp>
        <p:nvSpPr>
          <p:cNvPr id="12" name="TextBox 11"/>
          <p:cNvSpPr txBox="1"/>
          <p:nvPr/>
        </p:nvSpPr>
        <p:spPr>
          <a:xfrm>
            <a:off x="2875937" y="3602137"/>
            <a:ext cx="1538660" cy="875142"/>
          </a:xfrm>
          <a:prstGeom prst="rect">
            <a:avLst/>
          </a:prstGeom>
          <a:noFill/>
        </p:spPr>
        <p:txBody>
          <a:bodyPr lIns="98581" tIns="49291" rIns="98581" bIns="49291">
            <a:spAutoFit/>
          </a:bodyPr>
          <a:lstStyle>
            <a:defPPr>
              <a:defRPr lang="zh-CN"/>
            </a:defPPr>
            <a:lvl1pPr marR="0" lvl="0" indent="0" algn="ctr" fontAlgn="auto">
              <a:lnSpc>
                <a:spcPct val="130000"/>
              </a:lnSpc>
              <a:spcBef>
                <a:spcPts val="0"/>
              </a:spcBef>
              <a:spcAft>
                <a:spcPts val="0"/>
              </a:spcAft>
              <a:buClrTx/>
              <a:buSzTx/>
              <a:buFontTx/>
              <a:buNone/>
              <a:tabLst/>
              <a:defRPr kumimoji="0" sz="1400" b="0" i="0" u="none" strike="noStrike" kern="0" cap="none" spc="0" normalizeH="0" baseline="0">
                <a:ln>
                  <a:noFill/>
                </a:ln>
                <a:solidFill>
                  <a:schemeClr val="tx1">
                    <a:lumMod val="65000"/>
                    <a:lumOff val="35000"/>
                  </a:schemeClr>
                </a:solidFill>
                <a:effectLst/>
                <a:uLnTx/>
                <a:uFillTx/>
                <a:latin typeface="微软雅黑" pitchFamily="34" charset="-122"/>
                <a:ea typeface="微软雅黑" pitchFamily="34" charset="-122"/>
              </a:defRPr>
            </a:lvl1p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微软雅黑" pitchFamily="34" charset="-122"/>
                <a:ea typeface="微软雅黑" pitchFamily="34" charset="-122"/>
              </a:rPr>
              <a:t>此处输入文本</a:t>
            </a:r>
            <a:endParaRPr kumimoji="0" lang="en-US" altLang="zh-CN" sz="1400" b="0" i="0" u="none" strike="noStrike" kern="0" cap="none" spc="0" normalizeH="0" baseline="0" noProof="0" dirty="0">
              <a:ln>
                <a:noFill/>
              </a:ln>
              <a:solidFill>
                <a:prstClr val="black"/>
              </a:solidFill>
              <a:effectLst/>
              <a:uLnTx/>
              <a:uFillTx/>
              <a:latin typeface="微软雅黑" pitchFamily="34" charset="-122"/>
              <a:ea typeface="微软雅黑" pitchFamily="34" charset="-122"/>
            </a:endParaRPr>
          </a:p>
          <a:p>
            <a:pPr marL="0" marR="0" lvl="0" indent="0" algn="ctr" defTabSz="914400" eaLnBrk="1" fontAlgn="auto" latinLnBrk="0" hangingPunct="1">
              <a:lnSpc>
                <a:spcPct val="12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微软雅黑" pitchFamily="34" charset="-122"/>
                <a:ea typeface="微软雅黑" pitchFamily="34" charset="-122"/>
              </a:rPr>
              <a:t>此处输入文本</a:t>
            </a:r>
            <a:endParaRPr kumimoji="0" lang="en-US" altLang="zh-CN" sz="1400" b="0" i="0" u="none" strike="noStrike" kern="0" cap="none" spc="0" normalizeH="0" baseline="0" noProof="0" dirty="0">
              <a:ln>
                <a:noFill/>
              </a:ln>
              <a:solidFill>
                <a:prstClr val="black"/>
              </a:solidFill>
              <a:effectLst/>
              <a:uLnTx/>
              <a:uFillTx/>
              <a:latin typeface="微软雅黑" pitchFamily="34" charset="-122"/>
              <a:ea typeface="微软雅黑" pitchFamily="34" charset="-122"/>
            </a:endParaRPr>
          </a:p>
          <a:p>
            <a:pPr marL="0" marR="0" lvl="0" indent="0" algn="ctr" defTabSz="914400" eaLnBrk="1" fontAlgn="auto" latinLnBrk="0" hangingPunct="1">
              <a:lnSpc>
                <a:spcPct val="12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微软雅黑" pitchFamily="34" charset="-122"/>
                <a:ea typeface="微软雅黑" pitchFamily="34" charset="-122"/>
              </a:rPr>
              <a:t>此处输入文本</a:t>
            </a:r>
            <a:endParaRPr kumimoji="0" lang="en-US" altLang="zh-CN" sz="1400" b="0" i="0" u="none" strike="noStrike" kern="0" cap="none" spc="0" normalizeH="0" baseline="0" noProof="0" dirty="0">
              <a:ln>
                <a:noFill/>
              </a:ln>
              <a:solidFill>
                <a:prstClr val="black"/>
              </a:solidFill>
              <a:effectLst/>
              <a:uLnTx/>
              <a:uFillTx/>
              <a:latin typeface="微软雅黑" pitchFamily="34" charset="-122"/>
              <a:ea typeface="微软雅黑" pitchFamily="34" charset="-122"/>
            </a:endParaRPr>
          </a:p>
        </p:txBody>
      </p:sp>
      <p:sp>
        <p:nvSpPr>
          <p:cNvPr id="13" name="TextBox 12"/>
          <p:cNvSpPr txBox="1"/>
          <p:nvPr/>
        </p:nvSpPr>
        <p:spPr>
          <a:xfrm>
            <a:off x="4525845" y="3602137"/>
            <a:ext cx="1538660" cy="875142"/>
          </a:xfrm>
          <a:prstGeom prst="rect">
            <a:avLst/>
          </a:prstGeom>
          <a:noFill/>
        </p:spPr>
        <p:txBody>
          <a:bodyPr lIns="98581" tIns="49291" rIns="98581" bIns="49291">
            <a:spAutoFit/>
          </a:bodyPr>
          <a:lstStyle>
            <a:defPPr>
              <a:defRPr lang="zh-CN"/>
            </a:defPPr>
            <a:lvl1pPr marR="0" lvl="0" indent="0" algn="ctr" fontAlgn="auto">
              <a:lnSpc>
                <a:spcPct val="130000"/>
              </a:lnSpc>
              <a:spcBef>
                <a:spcPts val="0"/>
              </a:spcBef>
              <a:spcAft>
                <a:spcPts val="0"/>
              </a:spcAft>
              <a:buClrTx/>
              <a:buSzTx/>
              <a:buFontTx/>
              <a:buNone/>
              <a:tabLst/>
              <a:defRPr kumimoji="0" sz="1400" b="0" i="0" u="none" strike="noStrike" kern="0" cap="none" spc="0" normalizeH="0" baseline="0">
                <a:ln>
                  <a:noFill/>
                </a:ln>
                <a:solidFill>
                  <a:schemeClr val="tx1">
                    <a:lumMod val="65000"/>
                    <a:lumOff val="35000"/>
                  </a:schemeClr>
                </a:solidFill>
                <a:effectLst/>
                <a:uLnTx/>
                <a:uFillTx/>
                <a:latin typeface="微软雅黑" pitchFamily="34" charset="-122"/>
                <a:ea typeface="微软雅黑" pitchFamily="34" charset="-122"/>
              </a:defRPr>
            </a:lvl1p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微软雅黑" pitchFamily="34" charset="-122"/>
                <a:ea typeface="微软雅黑" pitchFamily="34" charset="-122"/>
              </a:rPr>
              <a:t>此处输入文本</a:t>
            </a:r>
            <a:endParaRPr kumimoji="0" lang="en-US" altLang="zh-CN" sz="1400" b="0" i="0" u="none" strike="noStrike" kern="0" cap="none" spc="0" normalizeH="0" baseline="0" noProof="0" dirty="0">
              <a:ln>
                <a:noFill/>
              </a:ln>
              <a:solidFill>
                <a:prstClr val="black"/>
              </a:solidFill>
              <a:effectLst/>
              <a:uLnTx/>
              <a:uFillTx/>
              <a:latin typeface="微软雅黑" pitchFamily="34" charset="-122"/>
              <a:ea typeface="微软雅黑" pitchFamily="34" charset="-122"/>
            </a:endParaRPr>
          </a:p>
          <a:p>
            <a:pPr marL="0" marR="0" lvl="0" indent="0" algn="ctr" defTabSz="914400" eaLnBrk="1" fontAlgn="auto" latinLnBrk="0" hangingPunct="1">
              <a:lnSpc>
                <a:spcPct val="12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微软雅黑" pitchFamily="34" charset="-122"/>
                <a:ea typeface="微软雅黑" pitchFamily="34" charset="-122"/>
              </a:rPr>
              <a:t>此处输入文本</a:t>
            </a:r>
            <a:endParaRPr kumimoji="0" lang="en-US" altLang="zh-CN" sz="1400" b="0" i="0" u="none" strike="noStrike" kern="0" cap="none" spc="0" normalizeH="0" baseline="0" noProof="0" dirty="0">
              <a:ln>
                <a:noFill/>
              </a:ln>
              <a:solidFill>
                <a:prstClr val="black"/>
              </a:solidFill>
              <a:effectLst/>
              <a:uLnTx/>
              <a:uFillTx/>
              <a:latin typeface="微软雅黑" pitchFamily="34" charset="-122"/>
              <a:ea typeface="微软雅黑" pitchFamily="34" charset="-122"/>
            </a:endParaRPr>
          </a:p>
          <a:p>
            <a:pPr marL="0" marR="0" lvl="0" indent="0" algn="ctr" defTabSz="914400" eaLnBrk="1" fontAlgn="auto" latinLnBrk="0" hangingPunct="1">
              <a:lnSpc>
                <a:spcPct val="12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微软雅黑" pitchFamily="34" charset="-122"/>
                <a:ea typeface="微软雅黑" pitchFamily="34" charset="-122"/>
              </a:rPr>
              <a:t>此处输入文本</a:t>
            </a:r>
            <a:endParaRPr kumimoji="0" lang="en-US" altLang="zh-CN" sz="1400" b="0" i="0" u="none" strike="noStrike" kern="0" cap="none" spc="0" normalizeH="0" baseline="0" noProof="0" dirty="0">
              <a:ln>
                <a:noFill/>
              </a:ln>
              <a:solidFill>
                <a:prstClr val="black"/>
              </a:solidFill>
              <a:effectLst/>
              <a:uLnTx/>
              <a:uFillTx/>
              <a:latin typeface="微软雅黑" pitchFamily="34" charset="-122"/>
              <a:ea typeface="微软雅黑" pitchFamily="34" charset="-122"/>
            </a:endParaRPr>
          </a:p>
        </p:txBody>
      </p:sp>
      <p:sp>
        <p:nvSpPr>
          <p:cNvPr id="14" name="TextBox 13"/>
          <p:cNvSpPr txBox="1"/>
          <p:nvPr/>
        </p:nvSpPr>
        <p:spPr>
          <a:xfrm>
            <a:off x="6175754" y="3602137"/>
            <a:ext cx="1538660" cy="875142"/>
          </a:xfrm>
          <a:prstGeom prst="rect">
            <a:avLst/>
          </a:prstGeom>
          <a:noFill/>
        </p:spPr>
        <p:txBody>
          <a:bodyPr lIns="98581" tIns="49291" rIns="98581" bIns="49291">
            <a:spAutoFit/>
          </a:bodyPr>
          <a:lstStyle>
            <a:defPPr>
              <a:defRPr lang="zh-CN"/>
            </a:defPPr>
            <a:lvl1pPr marR="0" lvl="0" indent="0" algn="ctr" fontAlgn="auto">
              <a:lnSpc>
                <a:spcPct val="130000"/>
              </a:lnSpc>
              <a:spcBef>
                <a:spcPts val="0"/>
              </a:spcBef>
              <a:spcAft>
                <a:spcPts val="0"/>
              </a:spcAft>
              <a:buClrTx/>
              <a:buSzTx/>
              <a:buFontTx/>
              <a:buNone/>
              <a:tabLst/>
              <a:defRPr kumimoji="0" sz="1400" b="0" i="0" u="none" strike="noStrike" kern="0" cap="none" spc="0" normalizeH="0" baseline="0">
                <a:ln>
                  <a:noFill/>
                </a:ln>
                <a:solidFill>
                  <a:schemeClr val="tx1">
                    <a:lumMod val="65000"/>
                    <a:lumOff val="35000"/>
                  </a:schemeClr>
                </a:solidFill>
                <a:effectLst/>
                <a:uLnTx/>
                <a:uFillTx/>
                <a:latin typeface="微软雅黑" pitchFamily="34" charset="-122"/>
                <a:ea typeface="微软雅黑" pitchFamily="34" charset="-122"/>
              </a:defRPr>
            </a:lvl1p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微软雅黑" pitchFamily="34" charset="-122"/>
                <a:ea typeface="微软雅黑" pitchFamily="34" charset="-122"/>
              </a:rPr>
              <a:t>此处输入文本</a:t>
            </a:r>
            <a:endParaRPr kumimoji="0" lang="en-US" altLang="zh-CN" sz="1400" b="0" i="0" u="none" strike="noStrike" kern="0" cap="none" spc="0" normalizeH="0" baseline="0" noProof="0" dirty="0">
              <a:ln>
                <a:noFill/>
              </a:ln>
              <a:solidFill>
                <a:prstClr val="black"/>
              </a:solidFill>
              <a:effectLst/>
              <a:uLnTx/>
              <a:uFillTx/>
              <a:latin typeface="微软雅黑" pitchFamily="34" charset="-122"/>
              <a:ea typeface="微软雅黑" pitchFamily="34" charset="-122"/>
            </a:endParaRPr>
          </a:p>
          <a:p>
            <a:pPr marL="0" marR="0" lvl="0" indent="0" algn="ctr" defTabSz="914400" eaLnBrk="1" fontAlgn="auto" latinLnBrk="0" hangingPunct="1">
              <a:lnSpc>
                <a:spcPct val="12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微软雅黑" pitchFamily="34" charset="-122"/>
                <a:ea typeface="微软雅黑" pitchFamily="34" charset="-122"/>
              </a:rPr>
              <a:t>此处输入文本</a:t>
            </a:r>
            <a:endParaRPr kumimoji="0" lang="en-US" altLang="zh-CN" sz="1400" b="0" i="0" u="none" strike="noStrike" kern="0" cap="none" spc="0" normalizeH="0" baseline="0" noProof="0" dirty="0">
              <a:ln>
                <a:noFill/>
              </a:ln>
              <a:solidFill>
                <a:prstClr val="black"/>
              </a:solidFill>
              <a:effectLst/>
              <a:uLnTx/>
              <a:uFillTx/>
              <a:latin typeface="微软雅黑" pitchFamily="34" charset="-122"/>
              <a:ea typeface="微软雅黑" pitchFamily="34" charset="-122"/>
            </a:endParaRPr>
          </a:p>
          <a:p>
            <a:pPr marL="0" marR="0" lvl="0" indent="0" algn="ctr" defTabSz="914400" eaLnBrk="1" fontAlgn="auto" latinLnBrk="0" hangingPunct="1">
              <a:lnSpc>
                <a:spcPct val="12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微软雅黑" pitchFamily="34" charset="-122"/>
                <a:ea typeface="微软雅黑" pitchFamily="34" charset="-122"/>
              </a:rPr>
              <a:t>此处输入文本</a:t>
            </a:r>
            <a:endParaRPr kumimoji="0" lang="en-US" altLang="zh-CN" sz="1400" b="0" i="0" u="none" strike="noStrike" kern="0" cap="none" spc="0" normalizeH="0" baseline="0" noProof="0" dirty="0">
              <a:ln>
                <a:noFill/>
              </a:ln>
              <a:solidFill>
                <a:prstClr val="black"/>
              </a:solidFill>
              <a:effectLst/>
              <a:uLnTx/>
              <a:uFillTx/>
              <a:latin typeface="微软雅黑" pitchFamily="34" charset="-122"/>
              <a:ea typeface="微软雅黑" pitchFamily="34" charset="-122"/>
            </a:endParaRPr>
          </a:p>
        </p:txBody>
      </p:sp>
    </p:spTree>
    <p:extLst>
      <p:ext uri="{BB962C8B-B14F-4D97-AF65-F5344CB8AC3E}">
        <p14:creationId xmlns:p14="http://schemas.microsoft.com/office/powerpoint/2010/main" val="3529257148"/>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1000"/>
                                        <p:tgtEl>
                                          <p:spTgt spid="5"/>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arn(inVertical)">
                                      <p:cBhvr>
                                        <p:cTn id="10" dur="1000"/>
                                        <p:tgtEl>
                                          <p:spTgt spid="6"/>
                                        </p:tgtEl>
                                      </p:cBhvr>
                                    </p:animEffect>
                                  </p:childTnLst>
                                </p:cTn>
                              </p:par>
                            </p:childTnLst>
                          </p:cTn>
                        </p:par>
                        <p:par>
                          <p:cTn id="11" fill="hold">
                            <p:stCondLst>
                              <p:cond delay="1000"/>
                            </p:stCondLst>
                            <p:childTnLst>
                              <p:par>
                                <p:cTn id="12" presetID="23" presetClass="entr" presetSubtype="32" fill="hold" grpId="0" nodeType="after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500" fill="hold"/>
                                        <p:tgtEl>
                                          <p:spTgt spid="7"/>
                                        </p:tgtEl>
                                        <p:attrNameLst>
                                          <p:attrName>ppt_w</p:attrName>
                                        </p:attrNameLst>
                                      </p:cBhvr>
                                      <p:tavLst>
                                        <p:tav tm="0">
                                          <p:val>
                                            <p:strVal val="4*#ppt_w"/>
                                          </p:val>
                                        </p:tav>
                                        <p:tav tm="100000">
                                          <p:val>
                                            <p:strVal val="#ppt_w"/>
                                          </p:val>
                                        </p:tav>
                                      </p:tavLst>
                                    </p:anim>
                                    <p:anim calcmode="lin" valueType="num">
                                      <p:cBhvr>
                                        <p:cTn id="15" dur="500" fill="hold"/>
                                        <p:tgtEl>
                                          <p:spTgt spid="7"/>
                                        </p:tgtEl>
                                        <p:attrNameLst>
                                          <p:attrName>ppt_h</p:attrName>
                                        </p:attrNameLst>
                                      </p:cBhvr>
                                      <p:tavLst>
                                        <p:tav tm="0">
                                          <p:val>
                                            <p:strVal val="4*#ppt_h"/>
                                          </p:val>
                                        </p:tav>
                                        <p:tav tm="100000">
                                          <p:val>
                                            <p:strVal val="#ppt_h"/>
                                          </p:val>
                                        </p:tav>
                                      </p:tavLst>
                                    </p:anim>
                                  </p:childTnLst>
                                </p:cTn>
                              </p:par>
                              <p:par>
                                <p:cTn id="16" presetID="23" presetClass="entr" presetSubtype="32" fill="hold" grpId="0" nodeType="withEffect">
                                  <p:stCondLst>
                                    <p:cond delay="250"/>
                                  </p:stCondLst>
                                  <p:childTnLst>
                                    <p:set>
                                      <p:cBhvr>
                                        <p:cTn id="17" dur="1" fill="hold">
                                          <p:stCondLst>
                                            <p:cond delay="0"/>
                                          </p:stCondLst>
                                        </p:cTn>
                                        <p:tgtEl>
                                          <p:spTgt spid="8"/>
                                        </p:tgtEl>
                                        <p:attrNameLst>
                                          <p:attrName>style.visibility</p:attrName>
                                        </p:attrNameLst>
                                      </p:cBhvr>
                                      <p:to>
                                        <p:strVal val="visible"/>
                                      </p:to>
                                    </p:set>
                                    <p:anim calcmode="lin" valueType="num">
                                      <p:cBhvr>
                                        <p:cTn id="18" dur="500" fill="hold"/>
                                        <p:tgtEl>
                                          <p:spTgt spid="8"/>
                                        </p:tgtEl>
                                        <p:attrNameLst>
                                          <p:attrName>ppt_w</p:attrName>
                                        </p:attrNameLst>
                                      </p:cBhvr>
                                      <p:tavLst>
                                        <p:tav tm="0">
                                          <p:val>
                                            <p:strVal val="4*#ppt_w"/>
                                          </p:val>
                                        </p:tav>
                                        <p:tav tm="100000">
                                          <p:val>
                                            <p:strVal val="#ppt_w"/>
                                          </p:val>
                                        </p:tav>
                                      </p:tavLst>
                                    </p:anim>
                                    <p:anim calcmode="lin" valueType="num">
                                      <p:cBhvr>
                                        <p:cTn id="19" dur="500" fill="hold"/>
                                        <p:tgtEl>
                                          <p:spTgt spid="8"/>
                                        </p:tgtEl>
                                        <p:attrNameLst>
                                          <p:attrName>ppt_h</p:attrName>
                                        </p:attrNameLst>
                                      </p:cBhvr>
                                      <p:tavLst>
                                        <p:tav tm="0">
                                          <p:val>
                                            <p:strVal val="4*#ppt_h"/>
                                          </p:val>
                                        </p:tav>
                                        <p:tav tm="100000">
                                          <p:val>
                                            <p:strVal val="#ppt_h"/>
                                          </p:val>
                                        </p:tav>
                                      </p:tavLst>
                                    </p:anim>
                                  </p:childTnLst>
                                </p:cTn>
                              </p:par>
                              <p:par>
                                <p:cTn id="20" presetID="23" presetClass="entr" presetSubtype="32" fill="hold" grpId="0" nodeType="withEffect">
                                  <p:stCondLst>
                                    <p:cond delay="500"/>
                                  </p:stCondLst>
                                  <p:childTnLst>
                                    <p:set>
                                      <p:cBhvr>
                                        <p:cTn id="21" dur="1" fill="hold">
                                          <p:stCondLst>
                                            <p:cond delay="0"/>
                                          </p:stCondLst>
                                        </p:cTn>
                                        <p:tgtEl>
                                          <p:spTgt spid="9"/>
                                        </p:tgtEl>
                                        <p:attrNameLst>
                                          <p:attrName>style.visibility</p:attrName>
                                        </p:attrNameLst>
                                      </p:cBhvr>
                                      <p:to>
                                        <p:strVal val="visible"/>
                                      </p:to>
                                    </p:set>
                                    <p:anim calcmode="lin" valueType="num">
                                      <p:cBhvr>
                                        <p:cTn id="22" dur="500" fill="hold"/>
                                        <p:tgtEl>
                                          <p:spTgt spid="9"/>
                                        </p:tgtEl>
                                        <p:attrNameLst>
                                          <p:attrName>ppt_w</p:attrName>
                                        </p:attrNameLst>
                                      </p:cBhvr>
                                      <p:tavLst>
                                        <p:tav tm="0">
                                          <p:val>
                                            <p:strVal val="4*#ppt_w"/>
                                          </p:val>
                                        </p:tav>
                                        <p:tav tm="100000">
                                          <p:val>
                                            <p:strVal val="#ppt_w"/>
                                          </p:val>
                                        </p:tav>
                                      </p:tavLst>
                                    </p:anim>
                                    <p:anim calcmode="lin" valueType="num">
                                      <p:cBhvr>
                                        <p:cTn id="23" dur="500" fill="hold"/>
                                        <p:tgtEl>
                                          <p:spTgt spid="9"/>
                                        </p:tgtEl>
                                        <p:attrNameLst>
                                          <p:attrName>ppt_h</p:attrName>
                                        </p:attrNameLst>
                                      </p:cBhvr>
                                      <p:tavLst>
                                        <p:tav tm="0">
                                          <p:val>
                                            <p:strVal val="4*#ppt_h"/>
                                          </p:val>
                                        </p:tav>
                                        <p:tav tm="100000">
                                          <p:val>
                                            <p:strVal val="#ppt_h"/>
                                          </p:val>
                                        </p:tav>
                                      </p:tavLst>
                                    </p:anim>
                                  </p:childTnLst>
                                </p:cTn>
                              </p:par>
                              <p:par>
                                <p:cTn id="24" presetID="23" presetClass="entr" presetSubtype="32" fill="hold" grpId="0" nodeType="withEffect">
                                  <p:stCondLst>
                                    <p:cond delay="750"/>
                                  </p:stCondLst>
                                  <p:childTnLst>
                                    <p:set>
                                      <p:cBhvr>
                                        <p:cTn id="25" dur="1" fill="hold">
                                          <p:stCondLst>
                                            <p:cond delay="0"/>
                                          </p:stCondLst>
                                        </p:cTn>
                                        <p:tgtEl>
                                          <p:spTgt spid="10"/>
                                        </p:tgtEl>
                                        <p:attrNameLst>
                                          <p:attrName>style.visibility</p:attrName>
                                        </p:attrNameLst>
                                      </p:cBhvr>
                                      <p:to>
                                        <p:strVal val="visible"/>
                                      </p:to>
                                    </p:set>
                                    <p:anim calcmode="lin" valueType="num">
                                      <p:cBhvr>
                                        <p:cTn id="26" dur="500" fill="hold"/>
                                        <p:tgtEl>
                                          <p:spTgt spid="10"/>
                                        </p:tgtEl>
                                        <p:attrNameLst>
                                          <p:attrName>ppt_w</p:attrName>
                                        </p:attrNameLst>
                                      </p:cBhvr>
                                      <p:tavLst>
                                        <p:tav tm="0">
                                          <p:val>
                                            <p:strVal val="4*#ppt_w"/>
                                          </p:val>
                                        </p:tav>
                                        <p:tav tm="100000">
                                          <p:val>
                                            <p:strVal val="#ppt_w"/>
                                          </p:val>
                                        </p:tav>
                                      </p:tavLst>
                                    </p:anim>
                                    <p:anim calcmode="lin" valueType="num">
                                      <p:cBhvr>
                                        <p:cTn id="27" dur="500" fill="hold"/>
                                        <p:tgtEl>
                                          <p:spTgt spid="10"/>
                                        </p:tgtEl>
                                        <p:attrNameLst>
                                          <p:attrName>ppt_h</p:attrName>
                                        </p:attrNameLst>
                                      </p:cBhvr>
                                      <p:tavLst>
                                        <p:tav tm="0">
                                          <p:val>
                                            <p:strVal val="4*#ppt_h"/>
                                          </p:val>
                                        </p:tav>
                                        <p:tav tm="100000">
                                          <p:val>
                                            <p:strVal val="#ppt_h"/>
                                          </p:val>
                                        </p:tav>
                                      </p:tavLst>
                                    </p:anim>
                                  </p:childTnLst>
                                </p:cTn>
                              </p:par>
                            </p:childTnLst>
                          </p:cTn>
                        </p:par>
                        <p:par>
                          <p:cTn id="28" fill="hold">
                            <p:stCondLst>
                              <p:cond delay="2250"/>
                            </p:stCondLst>
                            <p:childTnLst>
                              <p:par>
                                <p:cTn id="29" presetID="22" presetClass="entr" presetSubtype="1" fill="hold" grpId="0" nodeType="after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up)">
                                      <p:cBhvr>
                                        <p:cTn id="31" dur="500"/>
                                        <p:tgtEl>
                                          <p:spTgt spid="11"/>
                                        </p:tgtEl>
                                      </p:cBhvr>
                                    </p:animEffect>
                                  </p:childTnLst>
                                </p:cTn>
                              </p:par>
                            </p:childTnLst>
                          </p:cTn>
                        </p:par>
                        <p:par>
                          <p:cTn id="32" fill="hold">
                            <p:stCondLst>
                              <p:cond delay="2750"/>
                            </p:stCondLst>
                            <p:childTnLst>
                              <p:par>
                                <p:cTn id="33" presetID="22" presetClass="entr" presetSubtype="1" fill="hold" grpId="0" nodeType="after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wipe(up)">
                                      <p:cBhvr>
                                        <p:cTn id="35" dur="500"/>
                                        <p:tgtEl>
                                          <p:spTgt spid="12"/>
                                        </p:tgtEl>
                                      </p:cBhvr>
                                    </p:animEffect>
                                  </p:childTnLst>
                                </p:cTn>
                              </p:par>
                            </p:childTnLst>
                          </p:cTn>
                        </p:par>
                        <p:par>
                          <p:cTn id="36" fill="hold">
                            <p:stCondLst>
                              <p:cond delay="3250"/>
                            </p:stCondLst>
                            <p:childTnLst>
                              <p:par>
                                <p:cTn id="37" presetID="22" presetClass="entr" presetSubtype="1" fill="hold" grpId="0" nodeType="after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wipe(up)">
                                      <p:cBhvr>
                                        <p:cTn id="39" dur="500"/>
                                        <p:tgtEl>
                                          <p:spTgt spid="13"/>
                                        </p:tgtEl>
                                      </p:cBhvr>
                                    </p:animEffect>
                                  </p:childTnLst>
                                </p:cTn>
                              </p:par>
                            </p:childTnLst>
                          </p:cTn>
                        </p:par>
                        <p:par>
                          <p:cTn id="40" fill="hold">
                            <p:stCondLst>
                              <p:cond delay="3750"/>
                            </p:stCondLst>
                            <p:childTnLst>
                              <p:par>
                                <p:cTn id="41" presetID="22" presetClass="entr" presetSubtype="1" fill="hold" grpId="0" nodeType="after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wipe(up)">
                                      <p:cBhvr>
                                        <p:cTn id="4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p:bldP spid="12" grpId="0"/>
      <p:bldP spid="13" grpId="0"/>
      <p:bldP spid="1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95486"/>
            <a:ext cx="611560" cy="369332"/>
          </a:xfrm>
          <a:prstGeom prst="rect">
            <a:avLst/>
          </a:prstGeom>
          <a:solidFill>
            <a:srgbClr val="054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3"/>
          <p:cNvSpPr txBox="1"/>
          <p:nvPr/>
        </p:nvSpPr>
        <p:spPr>
          <a:xfrm>
            <a:off x="683568" y="195486"/>
            <a:ext cx="3816424" cy="646331"/>
          </a:xfrm>
          <a:prstGeom prst="rect">
            <a:avLst/>
          </a:prstGeom>
          <a:noFill/>
        </p:spPr>
        <p:txBody>
          <a:bodyPr wrap="square" rtlCol="0">
            <a:spAutoFit/>
          </a:bodyPr>
          <a:lstStyle/>
          <a:p>
            <a:r>
              <a:rPr lang="zh-CN" altLang="en-US" dirty="0">
                <a:solidFill>
                  <a:srgbClr val="054487"/>
                </a:solidFill>
                <a:latin typeface="微软雅黑" pitchFamily="34" charset="-122"/>
                <a:ea typeface="微软雅黑" pitchFamily="34" charset="-122"/>
              </a:rPr>
              <a:t>输入你的标题 </a:t>
            </a:r>
            <a:r>
              <a:rPr lang="en-US" altLang="zh-CN" dirty="0">
                <a:solidFill>
                  <a:srgbClr val="054487"/>
                </a:solidFill>
                <a:latin typeface="微软雅黑" pitchFamily="34" charset="-122"/>
                <a:ea typeface="微软雅黑" pitchFamily="34" charset="-122"/>
              </a:rPr>
              <a:t>/Add your title</a:t>
            </a:r>
            <a:endParaRPr lang="zh-CN" altLang="en-US" dirty="0">
              <a:solidFill>
                <a:srgbClr val="054487"/>
              </a:solidFill>
              <a:latin typeface="微软雅黑" pitchFamily="34" charset="-122"/>
              <a:ea typeface="微软雅黑" pitchFamily="34" charset="-122"/>
            </a:endParaRPr>
          </a:p>
          <a:p>
            <a:endParaRPr lang="zh-CN" altLang="en-US" dirty="0">
              <a:solidFill>
                <a:srgbClr val="F46970"/>
              </a:solidFill>
              <a:latin typeface="微软雅黑" pitchFamily="34" charset="-122"/>
              <a:ea typeface="微软雅黑" pitchFamily="34" charset="-122"/>
            </a:endParaRPr>
          </a:p>
        </p:txBody>
      </p:sp>
      <p:sp>
        <p:nvSpPr>
          <p:cNvPr id="5" name="AutoShape 8"/>
          <p:cNvSpPr>
            <a:spLocks noChangeArrowheads="1"/>
          </p:cNvSpPr>
          <p:nvPr/>
        </p:nvSpPr>
        <p:spPr bwMode="auto">
          <a:xfrm>
            <a:off x="1780379" y="3626081"/>
            <a:ext cx="5295454" cy="705122"/>
          </a:xfrm>
          <a:prstGeom prst="roundRect">
            <a:avLst>
              <a:gd name="adj" fmla="val 7333"/>
            </a:avLst>
          </a:prstGeom>
          <a:solidFill>
            <a:srgbClr val="054487"/>
          </a:solidFill>
          <a:ln w="9525">
            <a:noFill/>
            <a:round/>
            <a:headEnd/>
            <a:tailEnd/>
          </a:ln>
          <a:effectLst/>
        </p:spPr>
        <p:txBody>
          <a:bodyPr lIns="98581" tIns="49291" rIns="98581" bIns="49291"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6" name="Freeform 23"/>
          <p:cNvSpPr>
            <a:spLocks/>
          </p:cNvSpPr>
          <p:nvPr/>
        </p:nvSpPr>
        <p:spPr bwMode="auto">
          <a:xfrm>
            <a:off x="2415757" y="2448413"/>
            <a:ext cx="1625545" cy="1177668"/>
          </a:xfrm>
          <a:custGeom>
            <a:avLst/>
            <a:gdLst>
              <a:gd name="T0" fmla="*/ 0 w 735"/>
              <a:gd name="T1" fmla="*/ 0 h 532"/>
              <a:gd name="T2" fmla="*/ 735 w 735"/>
              <a:gd name="T3" fmla="*/ 532 h 532"/>
            </a:gdLst>
            <a:ahLst/>
            <a:cxnLst>
              <a:cxn ang="0">
                <a:pos x="0" y="0"/>
              </a:cxn>
              <a:cxn ang="0">
                <a:pos x="382" y="202"/>
              </a:cxn>
              <a:cxn ang="0">
                <a:pos x="577" y="202"/>
              </a:cxn>
              <a:cxn ang="0">
                <a:pos x="637" y="249"/>
              </a:cxn>
              <a:cxn ang="0">
                <a:pos x="639" y="402"/>
              </a:cxn>
              <a:cxn ang="0">
                <a:pos x="598" y="400"/>
              </a:cxn>
              <a:cxn ang="0">
                <a:pos x="669" y="532"/>
              </a:cxn>
              <a:cxn ang="0">
                <a:pos x="735" y="402"/>
              </a:cxn>
              <a:cxn ang="0">
                <a:pos x="696" y="402"/>
              </a:cxn>
              <a:cxn ang="0">
                <a:pos x="694" y="226"/>
              </a:cxn>
              <a:cxn ang="0">
                <a:pos x="616" y="150"/>
              </a:cxn>
              <a:cxn ang="0">
                <a:pos x="335" y="149"/>
              </a:cxn>
              <a:cxn ang="0">
                <a:pos x="69" y="0"/>
              </a:cxn>
              <a:cxn ang="0">
                <a:pos x="0" y="0"/>
              </a:cxn>
            </a:cxnLst>
            <a:rect l="T0" t="T1" r="T2" b="T3"/>
            <a:pathLst>
              <a:path w="735" h="532">
                <a:moveTo>
                  <a:pt x="0" y="0"/>
                </a:moveTo>
                <a:cubicBezTo>
                  <a:pt x="0" y="0"/>
                  <a:pt x="85" y="216"/>
                  <a:pt x="382" y="202"/>
                </a:cubicBezTo>
                <a:cubicBezTo>
                  <a:pt x="479" y="202"/>
                  <a:pt x="577" y="202"/>
                  <a:pt x="577" y="202"/>
                </a:cubicBezTo>
                <a:cubicBezTo>
                  <a:pt x="577" y="202"/>
                  <a:pt x="639" y="201"/>
                  <a:pt x="637" y="249"/>
                </a:cubicBezTo>
                <a:cubicBezTo>
                  <a:pt x="638" y="325"/>
                  <a:pt x="639" y="402"/>
                  <a:pt x="639" y="402"/>
                </a:cubicBezTo>
                <a:lnTo>
                  <a:pt x="598" y="400"/>
                </a:lnTo>
                <a:lnTo>
                  <a:pt x="669" y="532"/>
                </a:lnTo>
                <a:lnTo>
                  <a:pt x="735" y="402"/>
                </a:lnTo>
                <a:lnTo>
                  <a:pt x="696" y="402"/>
                </a:lnTo>
                <a:cubicBezTo>
                  <a:pt x="696" y="402"/>
                  <a:pt x="695" y="314"/>
                  <a:pt x="694" y="226"/>
                </a:cubicBezTo>
                <a:cubicBezTo>
                  <a:pt x="687" y="160"/>
                  <a:pt x="616" y="150"/>
                  <a:pt x="616" y="150"/>
                </a:cubicBezTo>
                <a:cubicBezTo>
                  <a:pt x="556" y="137"/>
                  <a:pt x="473" y="153"/>
                  <a:pt x="335" y="149"/>
                </a:cubicBezTo>
                <a:cubicBezTo>
                  <a:pt x="110" y="126"/>
                  <a:pt x="69" y="0"/>
                  <a:pt x="69" y="0"/>
                </a:cubicBezTo>
                <a:lnTo>
                  <a:pt x="0" y="0"/>
                </a:lnTo>
                <a:close/>
              </a:path>
            </a:pathLst>
          </a:custGeom>
          <a:solidFill>
            <a:srgbClr val="969696"/>
          </a:solidFill>
          <a:ln w="9525">
            <a:noFill/>
            <a:round/>
            <a:headEnd/>
            <a:tailEnd/>
          </a:ln>
          <a:effectLst/>
        </p:spPr>
        <p:txBody>
          <a:bodyPr wrap="none" lIns="98581" tIns="49291" rIns="98581" bIns="49291"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grpSp>
        <p:nvGrpSpPr>
          <p:cNvPr id="7" name="组合 6"/>
          <p:cNvGrpSpPr/>
          <p:nvPr/>
        </p:nvGrpSpPr>
        <p:grpSpPr>
          <a:xfrm>
            <a:off x="1776956" y="1093117"/>
            <a:ext cx="1665232" cy="1355296"/>
            <a:chOff x="2025650" y="1289050"/>
            <a:chExt cx="1544563" cy="1257131"/>
          </a:xfrm>
          <a:solidFill>
            <a:srgbClr val="31B6FD">
              <a:lumMod val="75000"/>
            </a:srgbClr>
          </a:solidFill>
        </p:grpSpPr>
        <p:sp>
          <p:nvSpPr>
            <p:cNvPr id="8" name="AutoShape 10"/>
            <p:cNvSpPr>
              <a:spLocks noChangeArrowheads="1"/>
            </p:cNvSpPr>
            <p:nvPr/>
          </p:nvSpPr>
          <p:spPr bwMode="auto">
            <a:xfrm>
              <a:off x="2025650" y="1289050"/>
              <a:ext cx="1544563" cy="1257131"/>
            </a:xfrm>
            <a:prstGeom prst="roundRect">
              <a:avLst>
                <a:gd name="adj" fmla="val 7333"/>
              </a:avLst>
            </a:prstGeom>
            <a:solidFill>
              <a:srgbClr val="054487"/>
            </a:solidFill>
            <a:ln w="9525">
              <a:noFill/>
              <a:round/>
              <a:headEnd/>
              <a:tailEnd/>
            </a:ln>
            <a:effectLst/>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9" name="Text Box 12"/>
            <p:cNvSpPr txBox="1">
              <a:spLocks noChangeArrowheads="1"/>
            </p:cNvSpPr>
            <p:nvPr/>
          </p:nvSpPr>
          <p:spPr bwMode="auto">
            <a:xfrm>
              <a:off x="2195736" y="1564104"/>
              <a:ext cx="1320165" cy="719614"/>
            </a:xfrm>
            <a:prstGeom prst="rect">
              <a:avLst/>
            </a:prstGeom>
            <a:noFill/>
            <a:ln w="9525">
              <a:noFill/>
              <a:miter lim="800000"/>
              <a:headEnd/>
              <a:tailEnd/>
            </a:ln>
            <a:effectLst/>
          </p:spPr>
          <p:txBody>
            <a:bodyPr lIns="72574" tIns="36287" rIns="72574" bIns="36287">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500" b="0" i="0" u="none" strike="noStrike" kern="0" cap="none" spc="0" normalizeH="0" baseline="0" noProof="0" dirty="0">
                  <a:ln>
                    <a:noFill/>
                  </a:ln>
                  <a:solidFill>
                    <a:srgbClr val="FFFFFF"/>
                  </a:solidFill>
                  <a:effectLst/>
                  <a:uLnTx/>
                  <a:uFillTx/>
                  <a:latin typeface="微软雅黑" pitchFamily="34" charset="-122"/>
                  <a:ea typeface="微软雅黑" pitchFamily="34" charset="-122"/>
                </a:rPr>
                <a:t>输入您的文字</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500" b="0" i="0" u="none" strike="noStrike" kern="0" cap="none" spc="0" normalizeH="0" baseline="0" noProof="0" dirty="0">
                  <a:ln>
                    <a:noFill/>
                  </a:ln>
                  <a:solidFill>
                    <a:srgbClr val="FFFFFF"/>
                  </a:solidFill>
                  <a:effectLst/>
                  <a:uLnTx/>
                  <a:uFillTx/>
                  <a:latin typeface="微软雅黑" pitchFamily="34" charset="-122"/>
                  <a:ea typeface="微软雅黑" pitchFamily="34" charset="-122"/>
                </a:rPr>
                <a:t>输入您的文字</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500" b="0" i="0" u="none" strike="noStrike" kern="0" cap="none" spc="0" normalizeH="0" baseline="0" noProof="0" dirty="0">
                  <a:ln>
                    <a:noFill/>
                  </a:ln>
                  <a:solidFill>
                    <a:srgbClr val="FFFFFF"/>
                  </a:solidFill>
                  <a:effectLst/>
                  <a:uLnTx/>
                  <a:uFillTx/>
                  <a:latin typeface="微软雅黑" pitchFamily="34" charset="-122"/>
                  <a:ea typeface="微软雅黑" pitchFamily="34" charset="-122"/>
                </a:rPr>
                <a:t>输入您的文字</a:t>
              </a:r>
            </a:p>
          </p:txBody>
        </p:sp>
      </p:grpSp>
      <p:sp>
        <p:nvSpPr>
          <p:cNvPr id="10" name="Freeform 24"/>
          <p:cNvSpPr>
            <a:spLocks/>
          </p:cNvSpPr>
          <p:nvPr/>
        </p:nvSpPr>
        <p:spPr bwMode="auto">
          <a:xfrm>
            <a:off x="4279034" y="2448413"/>
            <a:ext cx="313605" cy="1177668"/>
          </a:xfrm>
          <a:custGeom>
            <a:avLst/>
            <a:gdLst>
              <a:gd name="T0" fmla="*/ 0 w 142"/>
              <a:gd name="T1" fmla="*/ 0 h 604"/>
              <a:gd name="T2" fmla="*/ 142 w 142"/>
              <a:gd name="T3" fmla="*/ 604 h 604"/>
            </a:gdLst>
            <a:ahLst/>
            <a:cxnLst>
              <a:cxn ang="0">
                <a:pos x="37" y="1"/>
              </a:cxn>
              <a:cxn ang="0">
                <a:pos x="45" y="472"/>
              </a:cxn>
              <a:cxn ang="0">
                <a:pos x="0" y="474"/>
              </a:cxn>
              <a:cxn ang="0">
                <a:pos x="72" y="604"/>
              </a:cxn>
              <a:cxn ang="0">
                <a:pos x="142" y="474"/>
              </a:cxn>
              <a:cxn ang="0">
                <a:pos x="100" y="474"/>
              </a:cxn>
              <a:cxn ang="0">
                <a:pos x="99" y="0"/>
              </a:cxn>
              <a:cxn ang="0">
                <a:pos x="37" y="1"/>
              </a:cxn>
            </a:cxnLst>
            <a:rect l="T0" t="T1" r="T2" b="T3"/>
            <a:pathLst>
              <a:path w="142" h="604">
                <a:moveTo>
                  <a:pt x="37" y="1"/>
                </a:moveTo>
                <a:lnTo>
                  <a:pt x="45" y="472"/>
                </a:lnTo>
                <a:lnTo>
                  <a:pt x="0" y="474"/>
                </a:lnTo>
                <a:lnTo>
                  <a:pt x="72" y="604"/>
                </a:lnTo>
                <a:lnTo>
                  <a:pt x="142" y="474"/>
                </a:lnTo>
                <a:lnTo>
                  <a:pt x="100" y="474"/>
                </a:lnTo>
                <a:lnTo>
                  <a:pt x="99" y="0"/>
                </a:lnTo>
                <a:lnTo>
                  <a:pt x="37" y="1"/>
                </a:lnTo>
                <a:close/>
              </a:path>
            </a:pathLst>
          </a:custGeom>
          <a:solidFill>
            <a:srgbClr val="969696"/>
          </a:solidFill>
          <a:ln w="9525">
            <a:noFill/>
            <a:round/>
            <a:headEnd/>
            <a:tailEnd/>
          </a:ln>
          <a:effectLst/>
        </p:spPr>
        <p:txBody>
          <a:bodyPr wrap="none" lIns="98581" tIns="49291" rIns="98581" bIns="49291"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grpSp>
        <p:nvGrpSpPr>
          <p:cNvPr id="11" name="组合 10"/>
          <p:cNvGrpSpPr/>
          <p:nvPr/>
        </p:nvGrpSpPr>
        <p:grpSpPr>
          <a:xfrm>
            <a:off x="3598017" y="1093117"/>
            <a:ext cx="1665313" cy="1355296"/>
            <a:chOff x="3714750" y="1289050"/>
            <a:chExt cx="1544638" cy="1257131"/>
          </a:xfrm>
          <a:solidFill>
            <a:srgbClr val="054487"/>
          </a:solidFill>
        </p:grpSpPr>
        <p:sp>
          <p:nvSpPr>
            <p:cNvPr id="12" name="AutoShape 14"/>
            <p:cNvSpPr>
              <a:spLocks noChangeArrowheads="1"/>
            </p:cNvSpPr>
            <p:nvPr/>
          </p:nvSpPr>
          <p:spPr bwMode="auto">
            <a:xfrm>
              <a:off x="3714750" y="1289050"/>
              <a:ext cx="1544638" cy="1257131"/>
            </a:xfrm>
            <a:prstGeom prst="roundRect">
              <a:avLst>
                <a:gd name="adj" fmla="val 7333"/>
              </a:avLst>
            </a:prstGeom>
            <a:grpFill/>
            <a:ln w="9525">
              <a:noFill/>
              <a:round/>
              <a:headEnd/>
              <a:tailEnd/>
            </a:ln>
            <a:effectLst/>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3" name="Text Box 16"/>
            <p:cNvSpPr txBox="1">
              <a:spLocks noChangeArrowheads="1"/>
            </p:cNvSpPr>
            <p:nvPr/>
          </p:nvSpPr>
          <p:spPr bwMode="auto">
            <a:xfrm>
              <a:off x="3899265" y="1563638"/>
              <a:ext cx="1320807" cy="719614"/>
            </a:xfrm>
            <a:prstGeom prst="rect">
              <a:avLst/>
            </a:prstGeom>
            <a:grpFill/>
            <a:ln w="9525">
              <a:noFill/>
              <a:miter lim="800000"/>
              <a:headEnd/>
              <a:tailEnd/>
            </a:ln>
            <a:effectLst/>
          </p:spPr>
          <p:txBody>
            <a:bodyPr lIns="72574" tIns="36287" rIns="72574" bIns="36287">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500" b="0" i="0" u="none" strike="noStrike" kern="0" cap="none" spc="0" normalizeH="0" baseline="0" noProof="0" dirty="0">
                  <a:ln>
                    <a:noFill/>
                  </a:ln>
                  <a:solidFill>
                    <a:srgbClr val="FFFFFF"/>
                  </a:solidFill>
                  <a:effectLst/>
                  <a:uLnTx/>
                  <a:uFillTx/>
                  <a:latin typeface="微软雅黑" pitchFamily="34" charset="-122"/>
                  <a:ea typeface="微软雅黑" pitchFamily="34" charset="-122"/>
                </a:rPr>
                <a:t>输入您的文字</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500" b="0" i="0" u="none" strike="noStrike" kern="0" cap="none" spc="0" normalizeH="0" baseline="0" noProof="0" dirty="0">
                  <a:ln>
                    <a:noFill/>
                  </a:ln>
                  <a:solidFill>
                    <a:srgbClr val="FFFFFF"/>
                  </a:solidFill>
                  <a:effectLst/>
                  <a:uLnTx/>
                  <a:uFillTx/>
                  <a:latin typeface="微软雅黑" pitchFamily="34" charset="-122"/>
                  <a:ea typeface="微软雅黑" pitchFamily="34" charset="-122"/>
                </a:rPr>
                <a:t>输入您的文字</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500" b="0" i="0" u="none" strike="noStrike" kern="0" cap="none" spc="0" normalizeH="0" baseline="0" noProof="0" dirty="0">
                  <a:ln>
                    <a:noFill/>
                  </a:ln>
                  <a:solidFill>
                    <a:srgbClr val="FFFFFF"/>
                  </a:solidFill>
                  <a:effectLst/>
                  <a:uLnTx/>
                  <a:uFillTx/>
                  <a:latin typeface="微软雅黑" pitchFamily="34" charset="-122"/>
                  <a:ea typeface="微软雅黑" pitchFamily="34" charset="-122"/>
                </a:rPr>
                <a:t>输入您的文字</a:t>
              </a:r>
            </a:p>
          </p:txBody>
        </p:sp>
      </p:grpSp>
      <p:sp>
        <p:nvSpPr>
          <p:cNvPr id="14" name="Freeform 25"/>
          <p:cNvSpPr>
            <a:spLocks/>
          </p:cNvSpPr>
          <p:nvPr/>
        </p:nvSpPr>
        <p:spPr bwMode="auto">
          <a:xfrm flipH="1">
            <a:off x="4832026" y="2448413"/>
            <a:ext cx="1626416" cy="1177668"/>
          </a:xfrm>
          <a:custGeom>
            <a:avLst/>
            <a:gdLst>
              <a:gd name="T0" fmla="*/ 0 w 735"/>
              <a:gd name="T1" fmla="*/ 0 h 532"/>
              <a:gd name="T2" fmla="*/ 735 w 735"/>
              <a:gd name="T3" fmla="*/ 532 h 532"/>
            </a:gdLst>
            <a:ahLst/>
            <a:cxnLst>
              <a:cxn ang="0">
                <a:pos x="0" y="0"/>
              </a:cxn>
              <a:cxn ang="0">
                <a:pos x="382" y="202"/>
              </a:cxn>
              <a:cxn ang="0">
                <a:pos x="577" y="202"/>
              </a:cxn>
              <a:cxn ang="0">
                <a:pos x="637" y="249"/>
              </a:cxn>
              <a:cxn ang="0">
                <a:pos x="639" y="402"/>
              </a:cxn>
              <a:cxn ang="0">
                <a:pos x="598" y="400"/>
              </a:cxn>
              <a:cxn ang="0">
                <a:pos x="669" y="532"/>
              </a:cxn>
              <a:cxn ang="0">
                <a:pos x="735" y="402"/>
              </a:cxn>
              <a:cxn ang="0">
                <a:pos x="696" y="402"/>
              </a:cxn>
              <a:cxn ang="0">
                <a:pos x="694" y="226"/>
              </a:cxn>
              <a:cxn ang="0">
                <a:pos x="616" y="150"/>
              </a:cxn>
              <a:cxn ang="0">
                <a:pos x="335" y="149"/>
              </a:cxn>
              <a:cxn ang="0">
                <a:pos x="69" y="0"/>
              </a:cxn>
              <a:cxn ang="0">
                <a:pos x="0" y="0"/>
              </a:cxn>
            </a:cxnLst>
            <a:rect l="T0" t="T1" r="T2" b="T3"/>
            <a:pathLst>
              <a:path w="735" h="532">
                <a:moveTo>
                  <a:pt x="0" y="0"/>
                </a:moveTo>
                <a:cubicBezTo>
                  <a:pt x="0" y="0"/>
                  <a:pt x="85" y="216"/>
                  <a:pt x="382" y="202"/>
                </a:cubicBezTo>
                <a:cubicBezTo>
                  <a:pt x="479" y="202"/>
                  <a:pt x="577" y="202"/>
                  <a:pt x="577" y="202"/>
                </a:cubicBezTo>
                <a:cubicBezTo>
                  <a:pt x="577" y="202"/>
                  <a:pt x="639" y="201"/>
                  <a:pt x="637" y="249"/>
                </a:cubicBezTo>
                <a:cubicBezTo>
                  <a:pt x="638" y="325"/>
                  <a:pt x="639" y="402"/>
                  <a:pt x="639" y="402"/>
                </a:cubicBezTo>
                <a:lnTo>
                  <a:pt x="598" y="400"/>
                </a:lnTo>
                <a:lnTo>
                  <a:pt x="669" y="532"/>
                </a:lnTo>
                <a:lnTo>
                  <a:pt x="735" y="402"/>
                </a:lnTo>
                <a:lnTo>
                  <a:pt x="696" y="402"/>
                </a:lnTo>
                <a:cubicBezTo>
                  <a:pt x="696" y="402"/>
                  <a:pt x="695" y="314"/>
                  <a:pt x="694" y="226"/>
                </a:cubicBezTo>
                <a:cubicBezTo>
                  <a:pt x="687" y="160"/>
                  <a:pt x="616" y="150"/>
                  <a:pt x="616" y="150"/>
                </a:cubicBezTo>
                <a:cubicBezTo>
                  <a:pt x="556" y="137"/>
                  <a:pt x="473" y="153"/>
                  <a:pt x="335" y="149"/>
                </a:cubicBezTo>
                <a:cubicBezTo>
                  <a:pt x="110" y="126"/>
                  <a:pt x="69" y="0"/>
                  <a:pt x="69" y="0"/>
                </a:cubicBezTo>
                <a:lnTo>
                  <a:pt x="0" y="0"/>
                </a:lnTo>
                <a:close/>
              </a:path>
            </a:pathLst>
          </a:custGeom>
          <a:solidFill>
            <a:srgbClr val="969696"/>
          </a:solidFill>
          <a:ln w="9525">
            <a:noFill/>
            <a:round/>
            <a:headEnd/>
            <a:tailEnd/>
          </a:ln>
          <a:effectLst/>
        </p:spPr>
        <p:txBody>
          <a:bodyPr wrap="none" lIns="98581" tIns="49291" rIns="98581" bIns="49291"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grpSp>
        <p:nvGrpSpPr>
          <p:cNvPr id="15" name="组合 14"/>
          <p:cNvGrpSpPr/>
          <p:nvPr/>
        </p:nvGrpSpPr>
        <p:grpSpPr>
          <a:xfrm>
            <a:off x="5411297" y="1093117"/>
            <a:ext cx="1662825" cy="1355296"/>
            <a:chOff x="5396633" y="1289050"/>
            <a:chExt cx="1542330" cy="1257131"/>
          </a:xfrm>
          <a:solidFill>
            <a:srgbClr val="31B6FD">
              <a:lumMod val="75000"/>
            </a:srgbClr>
          </a:solidFill>
        </p:grpSpPr>
        <p:sp>
          <p:nvSpPr>
            <p:cNvPr id="16" name="AutoShape 18"/>
            <p:cNvSpPr>
              <a:spLocks noChangeArrowheads="1"/>
            </p:cNvSpPr>
            <p:nvPr/>
          </p:nvSpPr>
          <p:spPr bwMode="auto">
            <a:xfrm>
              <a:off x="5396633" y="1289050"/>
              <a:ext cx="1542330" cy="1257131"/>
            </a:xfrm>
            <a:prstGeom prst="roundRect">
              <a:avLst>
                <a:gd name="adj" fmla="val 7333"/>
              </a:avLst>
            </a:prstGeom>
            <a:solidFill>
              <a:srgbClr val="054487"/>
            </a:solidFill>
            <a:ln w="9525">
              <a:noFill/>
              <a:round/>
              <a:headEnd/>
              <a:tailEnd/>
            </a:ln>
            <a:effectLst/>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7" name="Text Box 20"/>
            <p:cNvSpPr txBox="1">
              <a:spLocks noChangeArrowheads="1"/>
            </p:cNvSpPr>
            <p:nvPr/>
          </p:nvSpPr>
          <p:spPr bwMode="auto">
            <a:xfrm>
              <a:off x="5556707" y="1564104"/>
              <a:ext cx="1319549" cy="719614"/>
            </a:xfrm>
            <a:prstGeom prst="rect">
              <a:avLst/>
            </a:prstGeom>
            <a:noFill/>
            <a:ln w="9525">
              <a:noFill/>
              <a:miter lim="800000"/>
              <a:headEnd/>
              <a:tailEnd/>
            </a:ln>
            <a:effectLst/>
          </p:spPr>
          <p:txBody>
            <a:bodyPr lIns="72574" tIns="36287" rIns="72574" bIns="36287">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500" b="0" i="0" u="none" strike="noStrike" kern="0" cap="none" spc="0" normalizeH="0" baseline="0" noProof="0" dirty="0">
                  <a:ln>
                    <a:noFill/>
                  </a:ln>
                  <a:solidFill>
                    <a:srgbClr val="FFFFFF"/>
                  </a:solidFill>
                  <a:effectLst/>
                  <a:uLnTx/>
                  <a:uFillTx/>
                  <a:latin typeface="微软雅黑" pitchFamily="34" charset="-122"/>
                  <a:ea typeface="微软雅黑" pitchFamily="34" charset="-122"/>
                </a:rPr>
                <a:t>输入您的文字</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500" b="0" i="0" u="none" strike="noStrike" kern="0" cap="none" spc="0" normalizeH="0" baseline="0" noProof="0" dirty="0">
                  <a:ln>
                    <a:noFill/>
                  </a:ln>
                  <a:solidFill>
                    <a:srgbClr val="FFFFFF"/>
                  </a:solidFill>
                  <a:effectLst/>
                  <a:uLnTx/>
                  <a:uFillTx/>
                  <a:latin typeface="微软雅黑" pitchFamily="34" charset="-122"/>
                  <a:ea typeface="微软雅黑" pitchFamily="34" charset="-122"/>
                </a:rPr>
                <a:t>输入您的文字</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500" b="0" i="0" u="none" strike="noStrike" kern="0" cap="none" spc="0" normalizeH="0" baseline="0" noProof="0" dirty="0">
                  <a:ln>
                    <a:noFill/>
                  </a:ln>
                  <a:solidFill>
                    <a:srgbClr val="FFFFFF"/>
                  </a:solidFill>
                  <a:effectLst/>
                  <a:uLnTx/>
                  <a:uFillTx/>
                  <a:latin typeface="微软雅黑" pitchFamily="34" charset="-122"/>
                  <a:ea typeface="微软雅黑" pitchFamily="34" charset="-122"/>
                </a:rPr>
                <a:t>输入您的文字</a:t>
              </a:r>
            </a:p>
          </p:txBody>
        </p:sp>
      </p:grpSp>
      <p:sp>
        <p:nvSpPr>
          <p:cNvPr id="18" name="Text Box 21"/>
          <p:cNvSpPr txBox="1">
            <a:spLocks noChangeArrowheads="1"/>
          </p:cNvSpPr>
          <p:nvPr/>
        </p:nvSpPr>
        <p:spPr bwMode="auto">
          <a:xfrm>
            <a:off x="2969567" y="3793804"/>
            <a:ext cx="2884184" cy="417560"/>
          </a:xfrm>
          <a:prstGeom prst="rect">
            <a:avLst/>
          </a:prstGeom>
          <a:noFill/>
          <a:ln w="9525">
            <a:noFill/>
            <a:miter lim="800000"/>
            <a:headEnd/>
            <a:tailEnd/>
          </a:ln>
          <a:effectLst/>
        </p:spPr>
        <p:txBody>
          <a:bodyPr wrap="square" lIns="78242" tIns="39121" rIns="78242" bIns="39121">
            <a:spAutoFit/>
          </a:bodyPr>
          <a:lstStyle/>
          <a:p>
            <a:pPr algn="ctr">
              <a:defRPr/>
            </a:pPr>
            <a:r>
              <a:rPr lang="zh-CN" altLang="en-US" sz="2200" kern="0" dirty="0">
                <a:solidFill>
                  <a:srgbClr val="FFFFFF"/>
                </a:solidFill>
                <a:ea typeface="微软雅黑" pitchFamily="34" charset="-122"/>
              </a:rPr>
              <a:t>此处添加文本标题</a:t>
            </a:r>
          </a:p>
        </p:txBody>
      </p:sp>
    </p:spTree>
    <p:extLst>
      <p:ext uri="{BB962C8B-B14F-4D97-AF65-F5344CB8AC3E}">
        <p14:creationId xmlns:p14="http://schemas.microsoft.com/office/powerpoint/2010/main" val="3575796419"/>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ppt_x"/>
                                          </p:val>
                                        </p:tav>
                                        <p:tav tm="100000">
                                          <p:val>
                                            <p:strVal val="#ppt_x"/>
                                          </p:val>
                                        </p:tav>
                                      </p:tavLst>
                                    </p:anim>
                                    <p:anim calcmode="lin" valueType="num">
                                      <p:cBhvr additive="base">
                                        <p:cTn id="12" dur="500" fill="hold"/>
                                        <p:tgtEl>
                                          <p:spTgt spid="18"/>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47" presetClass="entr" presetSubtype="0" fill="hold"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anim calcmode="lin" valueType="num">
                                      <p:cBhvr>
                                        <p:cTn id="17" dur="500" fill="hold"/>
                                        <p:tgtEl>
                                          <p:spTgt spid="7"/>
                                        </p:tgtEl>
                                        <p:attrNameLst>
                                          <p:attrName>ppt_x</p:attrName>
                                        </p:attrNameLst>
                                      </p:cBhvr>
                                      <p:tavLst>
                                        <p:tav tm="0">
                                          <p:val>
                                            <p:strVal val="#ppt_x"/>
                                          </p:val>
                                        </p:tav>
                                        <p:tav tm="100000">
                                          <p:val>
                                            <p:strVal val="#ppt_x"/>
                                          </p:val>
                                        </p:tav>
                                      </p:tavLst>
                                    </p:anim>
                                    <p:anim calcmode="lin" valueType="num">
                                      <p:cBhvr>
                                        <p:cTn id="18" dur="500" fill="hold"/>
                                        <p:tgtEl>
                                          <p:spTgt spid="7"/>
                                        </p:tgtEl>
                                        <p:attrNameLst>
                                          <p:attrName>ppt_y</p:attrName>
                                        </p:attrNameLst>
                                      </p:cBhvr>
                                      <p:tavLst>
                                        <p:tav tm="0">
                                          <p:val>
                                            <p:strVal val="#ppt_y-.1"/>
                                          </p:val>
                                        </p:tav>
                                        <p:tav tm="100000">
                                          <p:val>
                                            <p:strVal val="#ppt_y"/>
                                          </p:val>
                                        </p:tav>
                                      </p:tavLst>
                                    </p:anim>
                                  </p:childTnLst>
                                </p:cTn>
                              </p:par>
                              <p:par>
                                <p:cTn id="19" presetID="47" presetClass="entr" presetSubtype="0" fill="hold" nodeType="withEffect">
                                  <p:stCondLst>
                                    <p:cond delay="30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anim calcmode="lin" valueType="num">
                                      <p:cBhvr>
                                        <p:cTn id="22" dur="500" fill="hold"/>
                                        <p:tgtEl>
                                          <p:spTgt spid="11"/>
                                        </p:tgtEl>
                                        <p:attrNameLst>
                                          <p:attrName>ppt_x</p:attrName>
                                        </p:attrNameLst>
                                      </p:cBhvr>
                                      <p:tavLst>
                                        <p:tav tm="0">
                                          <p:val>
                                            <p:strVal val="#ppt_x"/>
                                          </p:val>
                                        </p:tav>
                                        <p:tav tm="100000">
                                          <p:val>
                                            <p:strVal val="#ppt_x"/>
                                          </p:val>
                                        </p:tav>
                                      </p:tavLst>
                                    </p:anim>
                                    <p:anim calcmode="lin" valueType="num">
                                      <p:cBhvr>
                                        <p:cTn id="23" dur="500" fill="hold"/>
                                        <p:tgtEl>
                                          <p:spTgt spid="11"/>
                                        </p:tgtEl>
                                        <p:attrNameLst>
                                          <p:attrName>ppt_y</p:attrName>
                                        </p:attrNameLst>
                                      </p:cBhvr>
                                      <p:tavLst>
                                        <p:tav tm="0">
                                          <p:val>
                                            <p:strVal val="#ppt_y-.1"/>
                                          </p:val>
                                        </p:tav>
                                        <p:tav tm="100000">
                                          <p:val>
                                            <p:strVal val="#ppt_y"/>
                                          </p:val>
                                        </p:tav>
                                      </p:tavLst>
                                    </p:anim>
                                  </p:childTnLst>
                                </p:cTn>
                              </p:par>
                              <p:par>
                                <p:cTn id="24" presetID="47" presetClass="entr" presetSubtype="0" fill="hold" nodeType="withEffect">
                                  <p:stCondLst>
                                    <p:cond delay="60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500"/>
                                        <p:tgtEl>
                                          <p:spTgt spid="15"/>
                                        </p:tgtEl>
                                      </p:cBhvr>
                                    </p:animEffect>
                                    <p:anim calcmode="lin" valueType="num">
                                      <p:cBhvr>
                                        <p:cTn id="27" dur="500" fill="hold"/>
                                        <p:tgtEl>
                                          <p:spTgt spid="15"/>
                                        </p:tgtEl>
                                        <p:attrNameLst>
                                          <p:attrName>ppt_x</p:attrName>
                                        </p:attrNameLst>
                                      </p:cBhvr>
                                      <p:tavLst>
                                        <p:tav tm="0">
                                          <p:val>
                                            <p:strVal val="#ppt_x"/>
                                          </p:val>
                                        </p:tav>
                                        <p:tav tm="100000">
                                          <p:val>
                                            <p:strVal val="#ppt_x"/>
                                          </p:val>
                                        </p:tav>
                                      </p:tavLst>
                                    </p:anim>
                                    <p:anim calcmode="lin" valueType="num">
                                      <p:cBhvr>
                                        <p:cTn id="28" dur="500" fill="hold"/>
                                        <p:tgtEl>
                                          <p:spTgt spid="15"/>
                                        </p:tgtEl>
                                        <p:attrNameLst>
                                          <p:attrName>ppt_y</p:attrName>
                                        </p:attrNameLst>
                                      </p:cBhvr>
                                      <p:tavLst>
                                        <p:tav tm="0">
                                          <p:val>
                                            <p:strVal val="#ppt_y-.1"/>
                                          </p:val>
                                        </p:tav>
                                        <p:tav tm="100000">
                                          <p:val>
                                            <p:strVal val="#ppt_y"/>
                                          </p:val>
                                        </p:tav>
                                      </p:tavLst>
                                    </p:anim>
                                  </p:childTnLst>
                                </p:cTn>
                              </p:par>
                            </p:childTnLst>
                          </p:cTn>
                        </p:par>
                        <p:par>
                          <p:cTn id="29" fill="hold">
                            <p:stCondLst>
                              <p:cond delay="1600"/>
                            </p:stCondLst>
                            <p:childTnLst>
                              <p:par>
                                <p:cTn id="30" presetID="22" presetClass="entr" presetSubtype="1" fill="hold" grpId="0" nodeType="after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up)">
                                      <p:cBhvr>
                                        <p:cTn id="32" dur="500"/>
                                        <p:tgtEl>
                                          <p:spTgt spid="6"/>
                                        </p:tgtEl>
                                      </p:cBhvr>
                                    </p:animEffect>
                                  </p:childTnLst>
                                </p:cTn>
                              </p:par>
                              <p:par>
                                <p:cTn id="33" presetID="22" presetClass="entr" presetSubtype="1"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up)">
                                      <p:cBhvr>
                                        <p:cTn id="35" dur="500"/>
                                        <p:tgtEl>
                                          <p:spTgt spid="10"/>
                                        </p:tgtEl>
                                      </p:cBhvr>
                                    </p:animEffect>
                                  </p:childTnLst>
                                </p:cTn>
                              </p:par>
                              <p:par>
                                <p:cTn id="36" presetID="22" presetClass="entr" presetSubtype="1"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wipe(up)">
                                      <p:cBhvr>
                                        <p:cTn id="3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0" grpId="0" animBg="1"/>
      <p:bldP spid="14" grpId="0" animBg="1"/>
      <p:bldP spid="18" grpId="0" bldLvl="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5401" y="1491630"/>
            <a:ext cx="5255124" cy="1361347"/>
          </a:xfrm>
          <a:prstGeom prst="rect">
            <a:avLst/>
          </a:prstGeom>
          <a:noFill/>
          <a:ln w="25400" cap="flat" cmpd="sng" algn="ctr">
            <a:noFill/>
            <a:prstDash val="solid"/>
          </a:ln>
          <a:effectLst/>
        </p:spPr>
        <p:txBody>
          <a:bodyPr lIns="0" tIns="0" rIns="0" bIns="0" anchor="ctr">
            <a:prstTxWarp prst="textPlain">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0300" b="0" i="0" u="none" strike="noStrike" kern="0" cap="none" spc="0" normalizeH="0" baseline="0" noProof="0" dirty="0">
                <a:ln>
                  <a:noFill/>
                </a:ln>
                <a:solidFill>
                  <a:srgbClr val="054487"/>
                </a:solidFill>
                <a:effectLst/>
                <a:uLnTx/>
                <a:uFillTx/>
                <a:latin typeface="Impact" panose="020B0806030902050204" pitchFamily="34" charset="0"/>
                <a:ea typeface="HanWangWCL10" panose="02020500000000000000" pitchFamily="18" charset="-120"/>
                <a:cs typeface="+mn-cs"/>
              </a:rPr>
              <a:t>THANKS</a:t>
            </a:r>
            <a:endParaRPr kumimoji="0" lang="zh-CN" altLang="en-US" sz="10300" b="0" i="0" u="none" strike="noStrike" kern="0" cap="none" spc="0" normalizeH="0" baseline="0" noProof="0" dirty="0">
              <a:ln>
                <a:noFill/>
              </a:ln>
              <a:solidFill>
                <a:srgbClr val="054487"/>
              </a:solidFill>
              <a:effectLst/>
              <a:uLnTx/>
              <a:uFillTx/>
              <a:latin typeface="Impact" panose="020B0806030902050204" pitchFamily="34" charset="0"/>
              <a:ea typeface="HanWangWCL10" panose="02020500000000000000" pitchFamily="18" charset="-120"/>
              <a:cs typeface="+mn-cs"/>
            </a:endParaRPr>
          </a:p>
        </p:txBody>
      </p:sp>
      <p:cxnSp>
        <p:nvCxnSpPr>
          <p:cNvPr id="9" name="直接连接符 8"/>
          <p:cNvCxnSpPr/>
          <p:nvPr/>
        </p:nvCxnSpPr>
        <p:spPr>
          <a:xfrm>
            <a:off x="-10269" y="3009332"/>
            <a:ext cx="6113562" cy="0"/>
          </a:xfrm>
          <a:prstGeom prst="line">
            <a:avLst/>
          </a:prstGeom>
          <a:noFill/>
          <a:ln w="3175" cap="flat" cmpd="sng" algn="ctr">
            <a:solidFill>
              <a:srgbClr val="054487"/>
            </a:solidFill>
            <a:prstDash val="solid"/>
          </a:ln>
          <a:effectLst/>
        </p:spPr>
      </p:cxnSp>
      <p:cxnSp>
        <p:nvCxnSpPr>
          <p:cNvPr id="10" name="直接连接符 9"/>
          <p:cNvCxnSpPr/>
          <p:nvPr/>
        </p:nvCxnSpPr>
        <p:spPr>
          <a:xfrm>
            <a:off x="3536007" y="4053448"/>
            <a:ext cx="5580000" cy="0"/>
          </a:xfrm>
          <a:prstGeom prst="line">
            <a:avLst/>
          </a:prstGeom>
          <a:noFill/>
          <a:ln w="3175" cap="flat" cmpd="sng" algn="ctr">
            <a:solidFill>
              <a:srgbClr val="054487"/>
            </a:solidFill>
            <a:prstDash val="solid"/>
          </a:ln>
          <a:effectLst/>
        </p:spPr>
      </p:cxnSp>
      <p:sp>
        <p:nvSpPr>
          <p:cNvPr id="11" name="矩形 10"/>
          <p:cNvSpPr/>
          <p:nvPr/>
        </p:nvSpPr>
        <p:spPr>
          <a:xfrm>
            <a:off x="3328914" y="3112020"/>
            <a:ext cx="263208" cy="438099"/>
          </a:xfrm>
          <a:prstGeom prst="rect">
            <a:avLst/>
          </a:prstGeom>
        </p:spPr>
        <p:txBody>
          <a:bodyPr wrap="none" lIns="98581" tIns="49291" rIns="98581" bIns="49291">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200" b="0" i="0" u="none" strike="noStrike" kern="0" cap="none" spc="0" normalizeH="0" baseline="0" noProof="0">
                <a:ln>
                  <a:noFill/>
                </a:ln>
                <a:solidFill>
                  <a:srgbClr val="054487"/>
                </a:solidFill>
                <a:effectLst/>
                <a:uLnTx/>
                <a:uFillTx/>
              </a:rPr>
              <a:t> </a:t>
            </a:r>
            <a:endParaRPr kumimoji="0" lang="zh-CN" altLang="en-US" sz="2200" b="0" i="0" u="none" strike="noStrike" kern="0" cap="none" spc="0" normalizeH="0" baseline="0" noProof="0">
              <a:ln>
                <a:noFill/>
              </a:ln>
              <a:solidFill>
                <a:srgbClr val="054487"/>
              </a:solidFill>
              <a:effectLst/>
              <a:uLnTx/>
              <a:uFillTx/>
            </a:endParaRPr>
          </a:p>
        </p:txBody>
      </p:sp>
      <p:sp>
        <p:nvSpPr>
          <p:cNvPr id="12" name="文本框 15"/>
          <p:cNvSpPr txBox="1"/>
          <p:nvPr/>
        </p:nvSpPr>
        <p:spPr>
          <a:xfrm>
            <a:off x="3442365" y="3243927"/>
            <a:ext cx="3505297" cy="695040"/>
          </a:xfrm>
          <a:prstGeom prst="rect">
            <a:avLst/>
          </a:prstGeom>
          <a:noFill/>
        </p:spPr>
        <p:txBody>
          <a:bodyPr lIns="98581" tIns="49291" rIns="98581" bIns="49291">
            <a:prstTxWarp prst="textPlain">
              <a:avLst/>
            </a:prstTxWarp>
            <a:spAutoFit/>
          </a:bodyPr>
          <a:lstStyle/>
          <a:p>
            <a:pPr>
              <a:defRPr/>
            </a:pPr>
            <a:r>
              <a:rPr lang="zh-CN" altLang="en-US" sz="4700" dirty="0">
                <a:solidFill>
                  <a:srgbClr val="054487"/>
                </a:solidFill>
                <a:latin typeface="微软雅黑" pitchFamily="34" charset="-122"/>
                <a:ea typeface="微软雅黑" pitchFamily="34" charset="-122"/>
              </a:rPr>
              <a:t>感谢聆听！</a:t>
            </a:r>
          </a:p>
        </p:txBody>
      </p:sp>
    </p:spTree>
    <p:extLst>
      <p:ext uri="{BB962C8B-B14F-4D97-AF65-F5344CB8AC3E}">
        <p14:creationId xmlns:p14="http://schemas.microsoft.com/office/powerpoint/2010/main" val="2870756935"/>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750"/>
                                        <p:tgtEl>
                                          <p:spTgt spid="9"/>
                                        </p:tgtEl>
                                      </p:cBhvr>
                                    </p:animEffect>
                                  </p:childTnLst>
                                </p:cTn>
                              </p:par>
                              <p:par>
                                <p:cTn id="8" presetID="22" presetClass="entr" presetSubtype="4"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down)">
                                      <p:cBhvr>
                                        <p:cTn id="10" dur="750"/>
                                        <p:tgtEl>
                                          <p:spTgt spid="10"/>
                                        </p:tgtEl>
                                      </p:cBhvr>
                                    </p:animEffect>
                                  </p:childTnLst>
                                </p:cTn>
                              </p:par>
                            </p:childTnLst>
                          </p:cTn>
                        </p:par>
                        <p:par>
                          <p:cTn id="11" fill="hold">
                            <p:stCondLst>
                              <p:cond delay="750"/>
                            </p:stCondLst>
                            <p:childTnLst>
                              <p:par>
                                <p:cTn id="12" presetID="22" presetClass="entr" presetSubtype="2" fill="hold" grpId="0" nodeType="after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wipe(right)">
                                      <p:cBhvr>
                                        <p:cTn id="14" dur="750"/>
                                        <p:tgtEl>
                                          <p:spTgt spid="8"/>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left)">
                                      <p:cBhvr>
                                        <p:cTn id="17" dur="7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otalTime>1234</TotalTime>
  <Words>2059</Words>
  <Application>Microsoft Office PowerPoint</Application>
  <PresentationFormat>全屏显示(16:9)</PresentationFormat>
  <Paragraphs>483</Paragraphs>
  <Slides>40</Slides>
  <Notes>0</Notes>
  <HiddenSlides>0</HiddenSlides>
  <MMClips>1</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40</vt:i4>
      </vt:variant>
    </vt:vector>
  </HeadingPairs>
  <TitlesOfParts>
    <vt:vector size="56" baseType="lpstr">
      <vt:lpstr>Adobe Gothic Std B</vt:lpstr>
      <vt:lpstr>Ancona-Black</vt:lpstr>
      <vt:lpstr>Arial Unicode MS</vt:lpstr>
      <vt:lpstr>Gulim</vt:lpstr>
      <vt:lpstr>Gulim</vt:lpstr>
      <vt:lpstr>方正正大黑简体</vt:lpstr>
      <vt:lpstr>方正正中黑简体</vt:lpstr>
      <vt:lpstr>黑体</vt:lpstr>
      <vt:lpstr>思源黑体 CN Heavy</vt:lpstr>
      <vt:lpstr>宋体</vt:lpstr>
      <vt:lpstr>微软雅黑</vt:lpstr>
      <vt:lpstr>Arial</vt:lpstr>
      <vt:lpstr>Arial Black</vt:lpstr>
      <vt:lpstr>Calibri</vt:lpstr>
      <vt:lpstr>Impact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heqing</dc:creator>
  <cp:lastModifiedBy>凯强 左</cp:lastModifiedBy>
  <cp:revision>46</cp:revision>
  <dcterms:created xsi:type="dcterms:W3CDTF">2014-07-22T07:42:39Z</dcterms:created>
  <dcterms:modified xsi:type="dcterms:W3CDTF">2023-06-02T01:39:06Z</dcterms:modified>
</cp:coreProperties>
</file>